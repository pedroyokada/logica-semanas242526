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07" r:id="rId1"/>
  </p:sldMasterIdLst>
  <p:notesMasterIdLst>
    <p:notesMasterId r:id="rId17"/>
  </p:notesMasterIdLst>
  <p:sldIdLst>
    <p:sldId id="320" r:id="rId2"/>
    <p:sldId id="321" r:id="rId3"/>
    <p:sldId id="572" r:id="rId4"/>
    <p:sldId id="323" r:id="rId5"/>
    <p:sldId id="324" r:id="rId6"/>
    <p:sldId id="325" r:id="rId7"/>
    <p:sldId id="326" r:id="rId8"/>
    <p:sldId id="327" r:id="rId9"/>
    <p:sldId id="328" r:id="rId10"/>
    <p:sldId id="329" r:id="rId11"/>
    <p:sldId id="330" r:id="rId12"/>
    <p:sldId id="331" r:id="rId13"/>
    <p:sldId id="332" r:id="rId14"/>
    <p:sldId id="333" r:id="rId15"/>
    <p:sldId id="334" r:id="rId16"/>
  </p:sldIdLst>
  <p:sldSz cx="12192000" cy="6858000"/>
  <p:notesSz cx="6858000" cy="9144000"/>
  <p:embeddedFontLst>
    <p:embeddedFont>
      <p:font typeface="Poppins" panose="00000500000000000000" pitchFamily="2" charset="0"/>
      <p:regular r:id="rId18"/>
      <p:bold r:id="rId19"/>
      <p:italic r:id="rId20"/>
      <p:boldItalic r:id="rId21"/>
    </p:embeddedFont>
    <p:embeddedFont>
      <p:font typeface="Poppins Light" panose="00000400000000000000" pitchFamily="2" charset="0"/>
      <p:regular r:id="rId22"/>
      <p:bold r:id="rId23"/>
      <p:italic r:id="rId24"/>
      <p:boldItalic r:id="rId25"/>
    </p:embeddedFont>
    <p:embeddedFont>
      <p:font typeface="Poppins Medium" panose="00000600000000000000" pitchFamily="2"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Aula 4" id="{E379F128-2210-40C9-9CC8-B130CC45E406}">
          <p14:sldIdLst>
            <p14:sldId id="320"/>
            <p14:sldId id="321"/>
            <p14:sldId id="572"/>
            <p14:sldId id="323"/>
            <p14:sldId id="324"/>
            <p14:sldId id="325"/>
            <p14:sldId id="326"/>
            <p14:sldId id="327"/>
            <p14:sldId id="328"/>
            <p14:sldId id="329"/>
            <p14:sldId id="330"/>
            <p14:sldId id="331"/>
            <p14:sldId id="332"/>
            <p14:sldId id="333"/>
            <p14:sldId id="334"/>
          </p14:sldIdLst>
        </p14:section>
      </p14:sectionLst>
    </p:ext>
    <p:ext uri="{EFAFB233-063F-42B5-8137-9DF3F51BA10A}">
      <p15:sldGuideLst xmlns:p15="http://schemas.microsoft.com/office/powerpoint/2012/main">
        <p15:guide id="1" pos="454">
          <p15:clr>
            <a:srgbClr val="747775"/>
          </p15:clr>
        </p15:guide>
        <p15:guide id="2"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5B7B953-1DF4-8E25-2FD7-461A6661F625}" name="user" initials="u" userId="user" providerId="None"/>
  <p188:author id="{5AA0A968-BEAC-3578-99DE-8E24331D5246}" name="Yasmin Aquino" initials="YA" userId="S::yasmin.aquino@vanzolini-ead.org.br::762970ba-864f-4cc2-a808-be1e8c01dea3" providerId="AD"/>
  <p188:author id="{377AEB95-F34C-FEB2-A03E-D3DA85656470}" name="Izabella Saadi Cerutti" initials="IS" userId="4295702eb40843b9" providerId="Windows Live"/>
  <p188:author id="{B165D799-BC8C-90BE-92C0-3CED3306CB02}" name="Daniel Paiva" initials="DP" userId="8a33842c199de2dd" providerId="Windows Live"/>
  <p188:author id="{4BD3CBB0-6750-1FDD-67D3-2ACB669506AF}" name="Soraia Novaes" initials="SN" userId="S::soraia.novaes@apoiofde.sp.gov.br::f517fece-32b1-4449-a5a1-33836cdfbea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9AC2"/>
    <a:srgbClr val="2856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BAB36B-2DCC-4F31-B811-377A76DFCB47}">
  <a:tblStyle styleId="{41BAB36B-2DCC-4F31-B811-377A76DFCB47}"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8" autoAdjust="0"/>
    <p:restoredTop sz="88545" autoAdjust="0"/>
  </p:normalViewPr>
  <p:slideViewPr>
    <p:cSldViewPr snapToGrid="0">
      <p:cViewPr varScale="1">
        <p:scale>
          <a:sx n="94" d="100"/>
          <a:sy n="94" d="100"/>
        </p:scale>
        <p:origin x="1362" y="90"/>
      </p:cViewPr>
      <p:guideLst>
        <p:guide pos="454"/>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9"/>
        <p:cNvGrpSpPr/>
        <p:nvPr/>
      </p:nvGrpSpPr>
      <p:grpSpPr>
        <a:xfrm>
          <a:off x="0" y="0"/>
          <a:ext cx="0" cy="0"/>
          <a:chOff x="0" y="0"/>
          <a:chExt cx="0" cy="0"/>
        </a:xfrm>
      </p:grpSpPr>
      <p:sp>
        <p:nvSpPr>
          <p:cNvPr id="3630" name="Google Shape;3630;g3f6172b20c7_0_1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631" name="Google Shape;3631;g3f6172b20c7_0_1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3632" name="Google Shape;3632;g3f6172b20c7_0_1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1</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4"/>
        <p:cNvGrpSpPr/>
        <p:nvPr/>
      </p:nvGrpSpPr>
      <p:grpSpPr>
        <a:xfrm>
          <a:off x="0" y="0"/>
          <a:ext cx="0" cy="0"/>
          <a:chOff x="0" y="0"/>
          <a:chExt cx="0" cy="0"/>
        </a:xfrm>
      </p:grpSpPr>
      <p:sp>
        <p:nvSpPr>
          <p:cNvPr id="3635" name="Google Shape;3635;g3f62d4c3bae_0_1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636" name="Google Shape;3636;g3f62d4c3bae_0_1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5"/>
        <p:cNvGrpSpPr/>
        <p:nvPr/>
      </p:nvGrpSpPr>
      <p:grpSpPr>
        <a:xfrm>
          <a:off x="0" y="0"/>
          <a:ext cx="0" cy="0"/>
          <a:chOff x="0" y="0"/>
          <a:chExt cx="0" cy="0"/>
        </a:xfrm>
      </p:grpSpPr>
      <p:sp>
        <p:nvSpPr>
          <p:cNvPr id="2726" name="Google Shape;2726;g3f3af8d0963_0_9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2727" name="Google Shape;2727;g3f3af8d0963_0_9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2728" name="Google Shape;2728;g3f3af8d0963_0_9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3</a:t>
            </a:fld>
            <a:endParaRPr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06277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0"/>
        <p:cNvGrpSpPr/>
        <p:nvPr/>
      </p:nvGrpSpPr>
      <p:grpSpPr>
        <a:xfrm>
          <a:off x="0" y="0"/>
          <a:ext cx="0" cy="0"/>
          <a:chOff x="0" y="0"/>
          <a:chExt cx="0" cy="0"/>
        </a:xfrm>
      </p:grpSpPr>
      <p:sp>
        <p:nvSpPr>
          <p:cNvPr id="3681" name="Google Shape;3681;g3f62d4c3bae_0_1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682" name="Google Shape;3682;g3f62d4c3bae_0_1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9"/>
        <p:cNvGrpSpPr/>
        <p:nvPr/>
      </p:nvGrpSpPr>
      <p:grpSpPr>
        <a:xfrm>
          <a:off x="0" y="0"/>
          <a:ext cx="0" cy="0"/>
          <a:chOff x="0" y="0"/>
          <a:chExt cx="0" cy="0"/>
        </a:xfrm>
      </p:grpSpPr>
      <p:sp>
        <p:nvSpPr>
          <p:cNvPr id="3700" name="Google Shape;3700;g3f62d4c3bae_0_2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01" name="Google Shape;3701;g3f62d4c3bae_0_2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8"/>
        <p:cNvGrpSpPr/>
        <p:nvPr/>
      </p:nvGrpSpPr>
      <p:grpSpPr>
        <a:xfrm>
          <a:off x="0" y="0"/>
          <a:ext cx="0" cy="0"/>
          <a:chOff x="0" y="0"/>
          <a:chExt cx="0" cy="0"/>
        </a:xfrm>
      </p:grpSpPr>
      <p:sp>
        <p:nvSpPr>
          <p:cNvPr id="3709" name="Google Shape;3709;g3f6276e81a9_0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710" name="Google Shape;3710;g3f6276e81a9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dirty="0"/>
          </a:p>
        </p:txBody>
      </p:sp>
      <p:sp>
        <p:nvSpPr>
          <p:cNvPr id="3711" name="Google Shape;3711;g3f6276e81a9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6</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5"/>
        <p:cNvGrpSpPr/>
        <p:nvPr/>
      </p:nvGrpSpPr>
      <p:grpSpPr>
        <a:xfrm>
          <a:off x="0" y="0"/>
          <a:ext cx="0" cy="0"/>
          <a:chOff x="0" y="0"/>
          <a:chExt cx="0" cy="0"/>
        </a:xfrm>
      </p:grpSpPr>
      <p:sp>
        <p:nvSpPr>
          <p:cNvPr id="3716" name="Google Shape;3716;g3f65dcd2f62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717" name="Google Shape;3717;g3f65dcd2f62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None/>
            </a:pPr>
            <a:endParaRPr dirty="0"/>
          </a:p>
        </p:txBody>
      </p:sp>
      <p:sp>
        <p:nvSpPr>
          <p:cNvPr id="3718" name="Google Shape;3718;g3f65dcd2f62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7</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2"/>
        <p:cNvGrpSpPr/>
        <p:nvPr/>
      </p:nvGrpSpPr>
      <p:grpSpPr>
        <a:xfrm>
          <a:off x="0" y="0"/>
          <a:ext cx="0" cy="0"/>
          <a:chOff x="0" y="0"/>
          <a:chExt cx="0" cy="0"/>
        </a:xfrm>
      </p:grpSpPr>
      <p:sp>
        <p:nvSpPr>
          <p:cNvPr id="3723" name="Google Shape;3723;g3f6172b20c7_0_2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24" name="Google Shape;3724;g3f6172b20c7_0_2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1"/>
        <p:cNvGrpSpPr/>
        <p:nvPr/>
      </p:nvGrpSpPr>
      <p:grpSpPr>
        <a:xfrm>
          <a:off x="0" y="0"/>
          <a:ext cx="0" cy="0"/>
          <a:chOff x="0" y="0"/>
          <a:chExt cx="0" cy="0"/>
        </a:xfrm>
      </p:grpSpPr>
      <p:sp>
        <p:nvSpPr>
          <p:cNvPr id="3742" name="Google Shape;3742;g3f6172b20c7_0_2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lvl="0" indent="-228600" algn="l" rtl="0">
              <a:lnSpc>
                <a:spcPct val="107000"/>
              </a:lnSpc>
              <a:spcBef>
                <a:spcPts val="0"/>
              </a:spcBef>
              <a:spcAft>
                <a:spcPts val="800"/>
              </a:spcAft>
              <a:buSzPts val="1400"/>
              <a:buNone/>
            </a:pPr>
            <a:endParaRPr dirty="0"/>
          </a:p>
        </p:txBody>
      </p:sp>
      <p:sp>
        <p:nvSpPr>
          <p:cNvPr id="3743" name="Google Shape;3743;g3f6172b20c7_0_2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7"/>
        <p:cNvGrpSpPr/>
        <p:nvPr/>
      </p:nvGrpSpPr>
      <p:grpSpPr>
        <a:xfrm>
          <a:off x="0" y="0"/>
          <a:ext cx="0" cy="0"/>
          <a:chOff x="0" y="0"/>
          <a:chExt cx="0" cy="0"/>
        </a:xfrm>
      </p:grpSpPr>
      <p:sp>
        <p:nvSpPr>
          <p:cNvPr id="3748" name="Google Shape;3748;g3f6172b20c7_0_2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49" name="Google Shape;3749;g3f6172b20c7_0_2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3"/>
        <p:cNvGrpSpPr/>
        <p:nvPr/>
      </p:nvGrpSpPr>
      <p:grpSpPr>
        <a:xfrm>
          <a:off x="0" y="0"/>
          <a:ext cx="0" cy="0"/>
          <a:chOff x="0" y="0"/>
          <a:chExt cx="0" cy="0"/>
        </a:xfrm>
      </p:grpSpPr>
      <p:sp>
        <p:nvSpPr>
          <p:cNvPr id="3754" name="Google Shape;3754;g3f6172b20c7_0_2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3755" name="Google Shape;3755;g3f6172b20c7_0_2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9"/>
        <p:cNvGrpSpPr/>
        <p:nvPr/>
      </p:nvGrpSpPr>
      <p:grpSpPr>
        <a:xfrm>
          <a:off x="0" y="0"/>
          <a:ext cx="0" cy="0"/>
          <a:chOff x="0" y="0"/>
          <a:chExt cx="0" cy="0"/>
        </a:xfrm>
      </p:grpSpPr>
      <p:sp>
        <p:nvSpPr>
          <p:cNvPr id="3760" name="Google Shape;3760;g3f6172b20c7_0_3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761" name="Google Shape;3761;g3f6172b20c7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3762" name="Google Shape;3762;g3f6172b20c7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12</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4"/>
        <p:cNvGrpSpPr/>
        <p:nvPr/>
      </p:nvGrpSpPr>
      <p:grpSpPr>
        <a:xfrm>
          <a:off x="0" y="0"/>
          <a:ext cx="0" cy="0"/>
          <a:chOff x="0" y="0"/>
          <a:chExt cx="0" cy="0"/>
        </a:xfrm>
      </p:grpSpPr>
      <p:sp>
        <p:nvSpPr>
          <p:cNvPr id="3765" name="Google Shape;3765;g3f6172b20c7_0_3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766" name="Google Shape;3766;g3f6172b20c7_0_3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3767" name="Google Shape;3767;g3f6172b20c7_0_3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13</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8"/>
        <p:cNvGrpSpPr/>
        <p:nvPr/>
      </p:nvGrpSpPr>
      <p:grpSpPr>
        <a:xfrm>
          <a:off x="0" y="0"/>
          <a:ext cx="0" cy="0"/>
          <a:chOff x="0" y="0"/>
          <a:chExt cx="0" cy="0"/>
        </a:xfrm>
      </p:grpSpPr>
      <p:sp>
        <p:nvSpPr>
          <p:cNvPr id="3789" name="Google Shape;3789;g3f6172b20c7_0_3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790" name="Google Shape;3790;g3f6172b20c7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3791" name="Google Shape;3791;g3f6172b20c7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rgbClr val="000000"/>
                </a:solidFill>
                <a:latin typeface="Calibri"/>
                <a:ea typeface="Calibri"/>
                <a:cs typeface="Calibri"/>
                <a:sym typeface="Calibri"/>
              </a:rPr>
              <a:t>14</a:t>
            </a:fld>
            <a:endParaRPr sz="1200" b="0" i="0" u="none" strike="noStrike" cap="none" dirty="0">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0"/>
        <p:cNvGrpSpPr/>
        <p:nvPr/>
      </p:nvGrpSpPr>
      <p:grpSpPr>
        <a:xfrm>
          <a:off x="0" y="0"/>
          <a:ext cx="0" cy="0"/>
          <a:chOff x="0" y="0"/>
          <a:chExt cx="0" cy="0"/>
        </a:xfrm>
      </p:grpSpPr>
      <p:sp>
        <p:nvSpPr>
          <p:cNvPr id="3821" name="Google Shape;3821;g3f6172b20c7_0_3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pt-BR" dirty="0"/>
          </a:p>
        </p:txBody>
      </p:sp>
      <p:sp>
        <p:nvSpPr>
          <p:cNvPr id="3822" name="Google Shape;3822;g3f6172b20c7_0_3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endParaRPr dirty="0"/>
          </a:p>
        </p:txBody>
      </p:sp>
      <p:sp>
        <p:nvSpPr>
          <p:cNvPr id="3823" name="Google Shape;3823;g3f6172b20c7_0_37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pt-BR" sz="1200" b="0" i="0" u="none" strike="noStrike" cap="none">
                <a:solidFill>
                  <a:schemeClr val="dk1"/>
                </a:solidFill>
                <a:latin typeface="Calibri"/>
                <a:ea typeface="Calibri"/>
                <a:cs typeface="Calibri"/>
                <a:sym typeface="Calibri"/>
              </a:rPr>
              <a:t>15</a:t>
            </a:fld>
            <a:endParaRPr sz="1200" b="0" i="0" u="none" strike="noStrike" cap="none" dirty="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1.xml"/><Relationship Id="rId4" Type="http://schemas.openxmlformats.org/officeDocument/2006/relationships/image" Target="../media/image26.emf"/></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Master" Target="../slideMasters/slideMaster1.xml"/><Relationship Id="rId4" Type="http://schemas.openxmlformats.org/officeDocument/2006/relationships/image" Target="../media/image30.pn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3_Layout Personalizado">
  <p:cSld name="3_Layout Personalizado">
    <p:spTree>
      <p:nvGrpSpPr>
        <p:cNvPr id="1" name="Shape 10"/>
        <p:cNvGrpSpPr/>
        <p:nvPr/>
      </p:nvGrpSpPr>
      <p:grpSpPr>
        <a:xfrm>
          <a:off x="0" y="0"/>
          <a:ext cx="0" cy="0"/>
          <a:chOff x="0" y="0"/>
          <a:chExt cx="0" cy="0"/>
        </a:xfrm>
      </p:grpSpPr>
      <p:sp>
        <p:nvSpPr>
          <p:cNvPr id="11" name="Google Shape;11;p2"/>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2" name="Google Shape;12;p2"/>
          <p:cNvSpPr/>
          <p:nvPr/>
        </p:nvSpPr>
        <p:spPr>
          <a:xfrm>
            <a:off x="5802699" y="1543035"/>
            <a:ext cx="4205858" cy="3044205"/>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 name="Google Shape;13;p2"/>
          <p:cNvSpPr txBox="1"/>
          <p:nvPr/>
        </p:nvSpPr>
        <p:spPr>
          <a:xfrm>
            <a:off x="2149362" y="2398780"/>
            <a:ext cx="3401671" cy="1574726"/>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14" name="Google Shape;14;p2"/>
          <p:cNvSpPr txBox="1"/>
          <p:nvPr/>
        </p:nvSpPr>
        <p:spPr>
          <a:xfrm>
            <a:off x="6069602" y="2317274"/>
            <a:ext cx="3578455" cy="570669"/>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15" name="Google Shape;15;p2"/>
          <p:cNvSpPr txBox="1"/>
          <p:nvPr/>
        </p:nvSpPr>
        <p:spPr>
          <a:xfrm>
            <a:off x="6116400" y="2896479"/>
            <a:ext cx="3673776" cy="9642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16" name="Google Shape;16;p2"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79" cy="114745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p:cSld name="Layout Personalizado">
    <p:spTree>
      <p:nvGrpSpPr>
        <p:cNvPr id="1" name="Shape 17"/>
        <p:cNvGrpSpPr/>
        <p:nvPr/>
      </p:nvGrpSpPr>
      <p:grpSpPr>
        <a:xfrm>
          <a:off x="0" y="0"/>
          <a:ext cx="0" cy="0"/>
          <a:chOff x="0" y="0"/>
          <a:chExt cx="0" cy="0"/>
        </a:xfrm>
      </p:grpSpPr>
      <p:pic>
        <p:nvPicPr>
          <p:cNvPr id="18" name="Google Shape;18;p3"/>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5" cy="6858000"/>
          </a:xfrm>
          <a:prstGeom prst="rect">
            <a:avLst/>
          </a:prstGeom>
          <a:noFill/>
          <a:ln>
            <a:noFill/>
          </a:ln>
        </p:spPr>
      </p:pic>
      <p:grpSp>
        <p:nvGrpSpPr>
          <p:cNvPr id="19" name="Google Shape;19;p3"/>
          <p:cNvGrpSpPr/>
          <p:nvPr/>
        </p:nvGrpSpPr>
        <p:grpSpPr>
          <a:xfrm>
            <a:off x="9766737" y="6378809"/>
            <a:ext cx="2435595" cy="499855"/>
            <a:chOff x="14634602" y="9537218"/>
            <a:chExt cx="3653392" cy="749782"/>
          </a:xfrm>
        </p:grpSpPr>
        <p:pic>
          <p:nvPicPr>
            <p:cNvPr id="20" name="Google Shape;20;p3"/>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21" name="Google Shape;21;p3"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22" name="Google Shape;22;p3"/>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23" name="Google Shape;23;p3"/>
          <p:cNvPicPr preferRelativeResize="0"/>
          <p:nvPr/>
        </p:nvPicPr>
        <p:blipFill rotWithShape="1">
          <a:blip r:embed="rId5">
            <a:alphaModFix/>
          </a:blip>
          <a:srcRect/>
          <a:stretch/>
        </p:blipFill>
        <p:spPr>
          <a:xfrm>
            <a:off x="0" y="0"/>
            <a:ext cx="12192000" cy="6859200"/>
          </a:xfrm>
          <a:prstGeom prst="rect">
            <a:avLst/>
          </a:prstGeom>
          <a:noFill/>
          <a:ln>
            <a:noFill/>
          </a:ln>
        </p:spPr>
      </p:pic>
      <p:grpSp>
        <p:nvGrpSpPr>
          <p:cNvPr id="24" name="Google Shape;24;p3"/>
          <p:cNvGrpSpPr/>
          <p:nvPr/>
        </p:nvGrpSpPr>
        <p:grpSpPr>
          <a:xfrm>
            <a:off x="10400796" y="6090630"/>
            <a:ext cx="1791203" cy="767370"/>
            <a:chOff x="10400796" y="6090630"/>
            <a:chExt cx="1791203" cy="767370"/>
          </a:xfrm>
        </p:grpSpPr>
        <p:sp>
          <p:nvSpPr>
            <p:cNvPr id="25" name="Google Shape;25;p3"/>
            <p:cNvSpPr/>
            <p:nvPr/>
          </p:nvSpPr>
          <p:spPr>
            <a:xfrm>
              <a:off x="10400796" y="6090630"/>
              <a:ext cx="1791203" cy="76737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6" name="Google Shape;26;p3"/>
            <p:cNvSpPr/>
            <p:nvPr/>
          </p:nvSpPr>
          <p:spPr>
            <a:xfrm>
              <a:off x="11842890" y="6090630"/>
              <a:ext cx="349109" cy="306142"/>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27" name="Google Shape;27;p3"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6" cy="696429"/>
          </a:xfrm>
          <a:prstGeom prst="rect">
            <a:avLst/>
          </a:prstGeom>
          <a:noFill/>
          <a:ln>
            <a:noFill/>
          </a:ln>
        </p:spPr>
      </p:pic>
      <p:grpSp>
        <p:nvGrpSpPr>
          <p:cNvPr id="28" name="Google Shape;28;p3"/>
          <p:cNvGrpSpPr/>
          <p:nvPr/>
        </p:nvGrpSpPr>
        <p:grpSpPr>
          <a:xfrm>
            <a:off x="0" y="1"/>
            <a:ext cx="8566485" cy="5380264"/>
            <a:chOff x="0" y="0"/>
            <a:chExt cx="8566485" cy="5808133"/>
          </a:xfrm>
        </p:grpSpPr>
        <p:sp>
          <p:nvSpPr>
            <p:cNvPr id="29" name="Google Shape;29;p3"/>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 name="Google Shape;30;p3"/>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 name="Google Shape;31;p3"/>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Atividade_embranco">
  <p:cSld name="2_Atividade_embranco">
    <p:spTree>
      <p:nvGrpSpPr>
        <p:cNvPr id="1" name="Shape 32"/>
        <p:cNvGrpSpPr/>
        <p:nvPr/>
      </p:nvGrpSpPr>
      <p:grpSpPr>
        <a:xfrm>
          <a:off x="0" y="0"/>
          <a:ext cx="0" cy="0"/>
          <a:chOff x="0" y="0"/>
          <a:chExt cx="0" cy="0"/>
        </a:xfrm>
      </p:grpSpPr>
      <p:sp>
        <p:nvSpPr>
          <p:cNvPr id="33" name="Google Shape;33;p4"/>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34" name="Google Shape;34;p4"/>
          <p:cNvSpPr>
            <a:spLocks noGrp="1"/>
          </p:cNvSpPr>
          <p:nvPr>
            <p:ph type="media" idx="3"/>
          </p:nvPr>
        </p:nvSpPr>
        <p:spPr>
          <a:xfrm>
            <a:off x="862542" y="887942"/>
            <a:ext cx="4092575" cy="3605741"/>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1. Conteudo">
  <p:cSld name="2_1. Conteudo">
    <p:spTree>
      <p:nvGrpSpPr>
        <p:cNvPr id="1" name="Shape 35"/>
        <p:cNvGrpSpPr/>
        <p:nvPr/>
      </p:nvGrpSpPr>
      <p:grpSpPr>
        <a:xfrm>
          <a:off x="0" y="0"/>
          <a:ext cx="0" cy="0"/>
          <a:chOff x="0" y="0"/>
          <a:chExt cx="0" cy="0"/>
        </a:xfrm>
      </p:grpSpPr>
      <p:cxnSp>
        <p:nvCxnSpPr>
          <p:cNvPr id="36" name="Google Shape;36;p5"/>
          <p:cNvCxnSpPr/>
          <p:nvPr/>
        </p:nvCxnSpPr>
        <p:spPr>
          <a:xfrm>
            <a:off x="6090044" y="840916"/>
            <a:ext cx="0" cy="5101049"/>
          </a:xfrm>
          <a:prstGeom prst="straightConnector1">
            <a:avLst/>
          </a:prstGeom>
          <a:noFill/>
          <a:ln w="38100" cap="flat" cmpd="sng">
            <a:solidFill>
              <a:srgbClr val="BFBFBF"/>
            </a:solidFill>
            <a:prstDash val="solid"/>
            <a:round/>
            <a:headEnd type="none" w="sm" len="sm"/>
            <a:tailEnd type="none" w="sm" len="sm"/>
          </a:ln>
        </p:spPr>
      </p:cxnSp>
      <p:sp>
        <p:nvSpPr>
          <p:cNvPr id="37" name="Google Shape;37;p5"/>
          <p:cNvSpPr txBox="1"/>
          <p:nvPr/>
        </p:nvSpPr>
        <p:spPr>
          <a:xfrm>
            <a:off x="1428809" y="885957"/>
            <a:ext cx="4084090"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38" name="Google Shape;38;p5"/>
          <p:cNvSpPr txBox="1"/>
          <p:nvPr/>
        </p:nvSpPr>
        <p:spPr>
          <a:xfrm>
            <a:off x="7467011" y="885654"/>
            <a:ext cx="4301563"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39" name="Google Shape;39;p5"/>
          <p:cNvSpPr txBox="1"/>
          <p:nvPr/>
        </p:nvSpPr>
        <p:spPr>
          <a:xfrm>
            <a:off x="1433188" y="2758358"/>
            <a:ext cx="3369028"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40" name="Google Shape;40;p5"/>
          <p:cNvSpPr txBox="1"/>
          <p:nvPr/>
        </p:nvSpPr>
        <p:spPr>
          <a:xfrm>
            <a:off x="1445466" y="4783002"/>
            <a:ext cx="3267249"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41" name="Google Shape;41;p5"/>
          <p:cNvSpPr txBox="1"/>
          <p:nvPr/>
        </p:nvSpPr>
        <p:spPr>
          <a:xfrm>
            <a:off x="7495847" y="2754156"/>
            <a:ext cx="4381080" cy="446276"/>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42" name="Google Shape;42;p5"/>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3" name="Google Shape;43;p5"/>
          <p:cNvSpPr txBox="1"/>
          <p:nvPr/>
        </p:nvSpPr>
        <p:spPr>
          <a:xfrm>
            <a:off x="1395562" y="5212846"/>
            <a:ext cx="1723806" cy="292361"/>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44" name="Google Shape;44;p5"/>
          <p:cNvSpPr txBox="1">
            <a:spLocks noGrp="1"/>
          </p:cNvSpPr>
          <p:nvPr>
            <p:ph type="body" idx="1"/>
          </p:nvPr>
        </p:nvSpPr>
        <p:spPr>
          <a:xfrm>
            <a:off x="1467909" y="1390650"/>
            <a:ext cx="4044985" cy="1397696"/>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5" name="Google Shape;45;p5"/>
          <p:cNvSpPr txBox="1">
            <a:spLocks noGrp="1"/>
          </p:cNvSpPr>
          <p:nvPr>
            <p:ph type="body" idx="2"/>
          </p:nvPr>
        </p:nvSpPr>
        <p:spPr>
          <a:xfrm>
            <a:off x="7467375" y="1355465"/>
            <a:ext cx="4044985" cy="1555292"/>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6" name="Google Shape;46;p5"/>
          <p:cNvSpPr txBox="1">
            <a:spLocks noGrp="1"/>
          </p:cNvSpPr>
          <p:nvPr>
            <p:ph type="body" idx="3"/>
          </p:nvPr>
        </p:nvSpPr>
        <p:spPr>
          <a:xfrm>
            <a:off x="7496211" y="3346822"/>
            <a:ext cx="4044985" cy="1590171"/>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7" name="Google Shape;47;p5"/>
          <p:cNvSpPr txBox="1">
            <a:spLocks noGrp="1"/>
          </p:cNvSpPr>
          <p:nvPr>
            <p:ph type="body" idx="4"/>
          </p:nvPr>
        </p:nvSpPr>
        <p:spPr>
          <a:xfrm>
            <a:off x="1443515" y="3337166"/>
            <a:ext cx="4044985" cy="1045573"/>
          </a:xfrm>
          <a:prstGeom prst="rect">
            <a:avLst/>
          </a:prstGeom>
          <a:noFill/>
          <a:ln>
            <a:noFill/>
          </a:ln>
        </p:spPr>
        <p:txBody>
          <a:bodyPr spcFirstLastPara="1" wrap="square" lIns="91425" tIns="45700" rIns="91425" bIns="45700" anchor="t" anchorCtr="0">
            <a:noAutofit/>
          </a:bodyPr>
          <a:lstStyle>
            <a:lvl1pPr marL="457200" marR="0" lvl="0" indent="-323850" algn="l" rtl="0">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 name="Google Shape;51;p5"/>
          <p:cNvSpPr txBox="1"/>
          <p:nvPr/>
        </p:nvSpPr>
        <p:spPr>
          <a:xfrm>
            <a:off x="13188461" y="446722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52" name="Google Shape;52;p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3" name="Google Shape;53;p5"/>
          <p:cNvPicPr preferRelativeResize="0"/>
          <p:nvPr/>
        </p:nvPicPr>
        <p:blipFill rotWithShape="1">
          <a:blip r:embed="rId3">
            <a:alphaModFix/>
          </a:blip>
          <a:srcRect/>
          <a:stretch/>
        </p:blipFill>
        <p:spPr>
          <a:xfrm>
            <a:off x="0" y="1434"/>
            <a:ext cx="12192000" cy="568301"/>
          </a:xfrm>
          <a:prstGeom prst="rect">
            <a:avLst/>
          </a:prstGeom>
          <a:noFill/>
          <a:ln>
            <a:noFill/>
          </a:ln>
        </p:spPr>
      </p:pic>
      <p:sp>
        <p:nvSpPr>
          <p:cNvPr id="54" name="Google Shape;54;p5"/>
          <p:cNvSpPr/>
          <p:nvPr/>
        </p:nvSpPr>
        <p:spPr>
          <a:xfrm>
            <a:off x="538284" y="960081"/>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55" name="Google Shape;55;p5"/>
          <p:cNvSpPr/>
          <p:nvPr/>
        </p:nvSpPr>
        <p:spPr>
          <a:xfrm>
            <a:off x="514540" y="2813434"/>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56" name="Google Shape;56;p5"/>
          <p:cNvGrpSpPr/>
          <p:nvPr/>
        </p:nvGrpSpPr>
        <p:grpSpPr>
          <a:xfrm>
            <a:off x="632680" y="2944105"/>
            <a:ext cx="486839" cy="481169"/>
            <a:chOff x="8278989" y="8660410"/>
            <a:chExt cx="569755" cy="563121"/>
          </a:xfrm>
        </p:grpSpPr>
        <p:grpSp>
          <p:nvGrpSpPr>
            <p:cNvPr id="57" name="Google Shape;57;p5"/>
            <p:cNvGrpSpPr/>
            <p:nvPr/>
          </p:nvGrpSpPr>
          <p:grpSpPr>
            <a:xfrm>
              <a:off x="8278989" y="8852628"/>
              <a:ext cx="265651" cy="370903"/>
              <a:chOff x="8278989" y="8852628"/>
              <a:chExt cx="265651" cy="370903"/>
            </a:xfrm>
          </p:grpSpPr>
          <p:sp>
            <p:nvSpPr>
              <p:cNvPr id="58" name="Google Shape;58;p5"/>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59" name="Google Shape;59;p5"/>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0" name="Google Shape;60;p5"/>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1" name="Google Shape;61;p5"/>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2" name="Google Shape;62;p5"/>
            <p:cNvSpPr/>
            <p:nvPr/>
          </p:nvSpPr>
          <p:spPr>
            <a:xfrm>
              <a:off x="8534039" y="8750044"/>
              <a:ext cx="314705" cy="225170"/>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3" name="Google Shape;63;p5"/>
          <p:cNvSpPr/>
          <p:nvPr/>
        </p:nvSpPr>
        <p:spPr>
          <a:xfrm>
            <a:off x="516205" y="4833450"/>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64" name="Google Shape;64;p5"/>
          <p:cNvPicPr preferRelativeResize="0"/>
          <p:nvPr/>
        </p:nvPicPr>
        <p:blipFill rotWithShape="1">
          <a:blip r:embed="rId4">
            <a:alphaModFix/>
          </a:blip>
          <a:srcRect/>
          <a:stretch/>
        </p:blipFill>
        <p:spPr>
          <a:xfrm>
            <a:off x="658917" y="4991932"/>
            <a:ext cx="380919" cy="380919"/>
          </a:xfrm>
          <a:prstGeom prst="rect">
            <a:avLst/>
          </a:prstGeom>
          <a:noFill/>
          <a:ln>
            <a:noFill/>
          </a:ln>
        </p:spPr>
      </p:pic>
      <p:sp>
        <p:nvSpPr>
          <p:cNvPr id="65" name="Google Shape;65;p5"/>
          <p:cNvSpPr/>
          <p:nvPr/>
        </p:nvSpPr>
        <p:spPr>
          <a:xfrm>
            <a:off x="6537750" y="974816"/>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66" name="Google Shape;66;p5"/>
          <p:cNvGrpSpPr/>
          <p:nvPr/>
        </p:nvGrpSpPr>
        <p:grpSpPr>
          <a:xfrm>
            <a:off x="6643328" y="1077215"/>
            <a:ext cx="472784" cy="435244"/>
            <a:chOff x="8560697" y="2808577"/>
            <a:chExt cx="496370" cy="456957"/>
          </a:xfrm>
        </p:grpSpPr>
        <p:sp>
          <p:nvSpPr>
            <p:cNvPr id="67" name="Google Shape;67;p5"/>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68" name="Google Shape;68;p5"/>
            <p:cNvGrpSpPr/>
            <p:nvPr/>
          </p:nvGrpSpPr>
          <p:grpSpPr>
            <a:xfrm>
              <a:off x="8560697" y="2875026"/>
              <a:ext cx="496370" cy="324059"/>
              <a:chOff x="8560697" y="2875026"/>
              <a:chExt cx="496370" cy="324059"/>
            </a:xfrm>
          </p:grpSpPr>
          <p:sp>
            <p:nvSpPr>
              <p:cNvPr id="69" name="Google Shape;69;p5"/>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0" name="Google Shape;70;p5"/>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1" name="Google Shape;71;p5"/>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2" name="Google Shape;72;p5"/>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3" name="Google Shape;73;p5"/>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74" name="Google Shape;74;p5"/>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75" name="Google Shape;75;p5"/>
          <p:cNvSpPr/>
          <p:nvPr/>
        </p:nvSpPr>
        <p:spPr>
          <a:xfrm>
            <a:off x="6566586" y="2817907"/>
            <a:ext cx="667589" cy="667589"/>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76" name="Google Shape;76;p5"/>
          <p:cNvSpPr/>
          <p:nvPr/>
        </p:nvSpPr>
        <p:spPr>
          <a:xfrm>
            <a:off x="6666822" y="2925825"/>
            <a:ext cx="458663" cy="45856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77" name="Google Shape;77;p5"/>
          <p:cNvGrpSpPr/>
          <p:nvPr/>
        </p:nvGrpSpPr>
        <p:grpSpPr>
          <a:xfrm>
            <a:off x="664474" y="1066003"/>
            <a:ext cx="428502" cy="428501"/>
            <a:chOff x="9358184" y="2764785"/>
            <a:chExt cx="495514" cy="495513"/>
          </a:xfrm>
        </p:grpSpPr>
        <p:grpSp>
          <p:nvGrpSpPr>
            <p:cNvPr id="78" name="Google Shape;78;p5"/>
            <p:cNvGrpSpPr/>
            <p:nvPr/>
          </p:nvGrpSpPr>
          <p:grpSpPr>
            <a:xfrm>
              <a:off x="9358184" y="2802389"/>
              <a:ext cx="457909" cy="457909"/>
              <a:chOff x="9358184" y="2802389"/>
              <a:chExt cx="457909" cy="457909"/>
            </a:xfrm>
          </p:grpSpPr>
          <p:sp>
            <p:nvSpPr>
              <p:cNvPr id="79" name="Google Shape;79;p5"/>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0" name="Google Shape;80;p5"/>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1" name="Google Shape;81;p5"/>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82" name="Google Shape;82;p5"/>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83" name="Google Shape;83;p5"/>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 Conteudo">
  <p:cSld name="3. Ponto de partida">
    <p:spTree>
      <p:nvGrpSpPr>
        <p:cNvPr id="1" name="Shape 84"/>
        <p:cNvGrpSpPr/>
        <p:nvPr/>
      </p:nvGrpSpPr>
      <p:grpSpPr>
        <a:xfrm>
          <a:off x="0" y="0"/>
          <a:ext cx="0" cy="0"/>
          <a:chOff x="0" y="0"/>
          <a:chExt cx="0" cy="0"/>
        </a:xfrm>
      </p:grpSpPr>
      <p:pic>
        <p:nvPicPr>
          <p:cNvPr id="85" name="Google Shape;85;p6"/>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86" name="Google Shape;86;p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7" name="Google Shape;87;p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8" name="Google Shape;88;p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89" name="Google Shape;89;p6"/>
          <p:cNvSpPr txBox="1">
            <a:spLocks noGrp="1"/>
          </p:cNvSpPr>
          <p:nvPr>
            <p:ph type="body" idx="1"/>
          </p:nvPr>
        </p:nvSpPr>
        <p:spPr>
          <a:xfrm>
            <a:off x="3598334" y="2009776"/>
            <a:ext cx="8080375" cy="3739091"/>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0" name="Google Shape;90;p6"/>
          <p:cNvSpPr/>
          <p:nvPr/>
        </p:nvSpPr>
        <p:spPr>
          <a:xfrm>
            <a:off x="200185" y="269162"/>
            <a:ext cx="2290073" cy="1671398"/>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1" name="Google Shape;91;p6"/>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e Conteúdo">
  <p:cSld name="Título e Conteúdo">
    <p:spTree>
      <p:nvGrpSpPr>
        <p:cNvPr id="1" name="Shape 92"/>
        <p:cNvGrpSpPr/>
        <p:nvPr/>
      </p:nvGrpSpPr>
      <p:grpSpPr>
        <a:xfrm>
          <a:off x="0" y="0"/>
          <a:ext cx="0" cy="0"/>
          <a:chOff x="0" y="0"/>
          <a:chExt cx="0" cy="0"/>
        </a:xfrm>
      </p:grpSpPr>
      <p:pic>
        <p:nvPicPr>
          <p:cNvPr id="93" name="Google Shape;93;p7"/>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94" name="Google Shape;94;p7"/>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95" name="Google Shape;95;p7"/>
          <p:cNvSpPr txBox="1">
            <a:spLocks noGrp="1"/>
          </p:cNvSpPr>
          <p:nvPr>
            <p:ph type="body" idx="1"/>
          </p:nvPr>
        </p:nvSpPr>
        <p:spPr>
          <a:xfrm>
            <a:off x="3178176" y="1031875"/>
            <a:ext cx="4616450" cy="5365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96" name="Google Shape;96;p7"/>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97" name="Google Shape;97;p7"/>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tividade">
  <p:cSld name="1_Atividade">
    <p:spTree>
      <p:nvGrpSpPr>
        <p:cNvPr id="1" name="Shape 98"/>
        <p:cNvGrpSpPr/>
        <p:nvPr/>
      </p:nvGrpSpPr>
      <p:grpSpPr>
        <a:xfrm>
          <a:off x="0" y="0"/>
          <a:ext cx="0" cy="0"/>
          <a:chOff x="0" y="0"/>
          <a:chExt cx="0" cy="0"/>
        </a:xfrm>
      </p:grpSpPr>
      <p:pic>
        <p:nvPicPr>
          <p:cNvPr id="99" name="Google Shape;99;p8"/>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100" name="Google Shape;100;p8"/>
          <p:cNvSpPr txBox="1"/>
          <p:nvPr/>
        </p:nvSpPr>
        <p:spPr>
          <a:xfrm>
            <a:off x="2510117" y="-585694"/>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01" name="Google Shape;101;p8"/>
          <p:cNvSpPr txBox="1">
            <a:spLocks noGrp="1"/>
          </p:cNvSpPr>
          <p:nvPr>
            <p:ph type="body" idx="1"/>
          </p:nvPr>
        </p:nvSpPr>
        <p:spPr>
          <a:xfrm>
            <a:off x="3026388" y="1395942"/>
            <a:ext cx="7107154" cy="5154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2533" b="1"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2" name="Google Shape;102;p8"/>
          <p:cNvSpPr txBox="1">
            <a:spLocks noGrp="1"/>
          </p:cNvSpPr>
          <p:nvPr>
            <p:ph type="body" idx="2"/>
          </p:nvPr>
        </p:nvSpPr>
        <p:spPr>
          <a:xfrm>
            <a:off x="3026389" y="2075496"/>
            <a:ext cx="7107153" cy="73258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2533" b="1"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1467" b="0" i="0" u="none" strike="noStrike" cap="none">
                <a:solidFill>
                  <a:schemeClr val="lt1"/>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03" name="Google Shape;103;p8"/>
          <p:cNvSpPr/>
          <p:nvPr/>
        </p:nvSpPr>
        <p:spPr>
          <a:xfrm>
            <a:off x="200184" y="44804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04" name="Google Shape;104;p8"/>
          <p:cNvSpPr txBox="1"/>
          <p:nvPr/>
        </p:nvSpPr>
        <p:spPr>
          <a:xfrm>
            <a:off x="629139" y="882775"/>
            <a:ext cx="1528469"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Pause e</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responda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OqueAprendemos">
  <p:cSld name="5_OqueAprendemos">
    <p:spTree>
      <p:nvGrpSpPr>
        <p:cNvPr id="1" name="Shape 105"/>
        <p:cNvGrpSpPr/>
        <p:nvPr/>
      </p:nvGrpSpPr>
      <p:grpSpPr>
        <a:xfrm>
          <a:off x="0" y="0"/>
          <a:ext cx="0" cy="0"/>
          <a:chOff x="0" y="0"/>
          <a:chExt cx="0" cy="0"/>
        </a:xfrm>
      </p:grpSpPr>
      <p:pic>
        <p:nvPicPr>
          <p:cNvPr id="106" name="Google Shape;106;p9"/>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107" name="Google Shape;107;p9"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108" name="Google Shape;108;p9"/>
          <p:cNvSpPr txBox="1"/>
          <p:nvPr/>
        </p:nvSpPr>
        <p:spPr>
          <a:xfrm>
            <a:off x="918094" y="4658787"/>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109" name="Google Shape;109;p9"/>
          <p:cNvSpPr txBox="1">
            <a:spLocks noGrp="1"/>
          </p:cNvSpPr>
          <p:nvPr>
            <p:ph type="body" idx="1"/>
          </p:nvPr>
        </p:nvSpPr>
        <p:spPr>
          <a:xfrm>
            <a:off x="4867932" y="1691622"/>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0" name="Google Shape;110;p9"/>
          <p:cNvSpPr txBox="1">
            <a:spLocks noGrp="1"/>
          </p:cNvSpPr>
          <p:nvPr>
            <p:ph type="body" idx="2"/>
          </p:nvPr>
        </p:nvSpPr>
        <p:spPr>
          <a:xfrm>
            <a:off x="4867932" y="3080015"/>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1" name="Google Shape;111;p9"/>
          <p:cNvSpPr txBox="1">
            <a:spLocks noGrp="1"/>
          </p:cNvSpPr>
          <p:nvPr>
            <p:ph type="body" idx="3"/>
          </p:nvPr>
        </p:nvSpPr>
        <p:spPr>
          <a:xfrm>
            <a:off x="4867932" y="4490837"/>
            <a:ext cx="6354575" cy="126895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12" name="Google Shape;112;p9"/>
          <p:cNvSpPr txBox="1"/>
          <p:nvPr/>
        </p:nvSpPr>
        <p:spPr>
          <a:xfrm>
            <a:off x="4603178" y="173762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113" name="Google Shape;113;p9"/>
          <p:cNvSpPr txBox="1"/>
          <p:nvPr/>
        </p:nvSpPr>
        <p:spPr>
          <a:xfrm>
            <a:off x="4574825" y="293423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114" name="Google Shape;114;p9"/>
          <p:cNvSpPr txBox="1"/>
          <p:nvPr/>
        </p:nvSpPr>
        <p:spPr>
          <a:xfrm>
            <a:off x="4574825" y="4130845"/>
            <a:ext cx="221029" cy="588816"/>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115" name="Google Shape;115;p9"/>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16" name="Google Shape;116;p9"/>
          <p:cNvSpPr/>
          <p:nvPr/>
        </p:nvSpPr>
        <p:spPr>
          <a:xfrm>
            <a:off x="1827147" y="369589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17" name="Google Shape;117;p9"/>
          <p:cNvSpPr txBox="1"/>
          <p:nvPr/>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18"/>
        <p:cNvGrpSpPr/>
        <p:nvPr/>
      </p:nvGrpSpPr>
      <p:grpSpPr>
        <a:xfrm>
          <a:off x="0" y="0"/>
          <a:ext cx="0" cy="0"/>
          <a:chOff x="0" y="0"/>
          <a:chExt cx="0" cy="0"/>
        </a:xfrm>
      </p:grpSpPr>
      <p:pic>
        <p:nvPicPr>
          <p:cNvPr id="119" name="Google Shape;119;p10"/>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120" name="Google Shape;120;p10"/>
          <p:cNvSpPr/>
          <p:nvPr/>
        </p:nvSpPr>
        <p:spPr>
          <a:xfrm>
            <a:off x="5260792" y="304269"/>
            <a:ext cx="6553729" cy="5568211"/>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1" name="Google Shape;121;p10"/>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2" name="Google Shape;122;p10"/>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Atividade_Seminario">
  <p:cSld name="4_Atividade_Seminario">
    <p:spTree>
      <p:nvGrpSpPr>
        <p:cNvPr id="1" name="Shape 123"/>
        <p:cNvGrpSpPr/>
        <p:nvPr/>
      </p:nvGrpSpPr>
      <p:grpSpPr>
        <a:xfrm>
          <a:off x="0" y="0"/>
          <a:ext cx="0" cy="0"/>
          <a:chOff x="0" y="0"/>
          <a:chExt cx="0" cy="0"/>
        </a:xfrm>
      </p:grpSpPr>
      <p:pic>
        <p:nvPicPr>
          <p:cNvPr id="124" name="Google Shape;124;p1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125" name="Google Shape;125;p11"/>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126" name="Google Shape;126;p11"/>
          <p:cNvSpPr txBox="1">
            <a:spLocks noGrp="1"/>
          </p:cNvSpPr>
          <p:nvPr>
            <p:ph type="body" idx="1"/>
          </p:nvPr>
        </p:nvSpPr>
        <p:spPr>
          <a:xfrm>
            <a:off x="632648" y="1701800"/>
            <a:ext cx="11081832" cy="4145147"/>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127" name="Google Shape;127;p11"/>
          <p:cNvSpPr txBox="1"/>
          <p:nvPr/>
        </p:nvSpPr>
        <p:spPr>
          <a:xfrm>
            <a:off x="632648" y="1011053"/>
            <a:ext cx="6345600" cy="49244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 Personalizado">
  <p:cSld name="2_Layout Personalizado">
    <p:spTree>
      <p:nvGrpSpPr>
        <p:cNvPr id="1" name="Shape 128"/>
        <p:cNvGrpSpPr/>
        <p:nvPr/>
      </p:nvGrpSpPr>
      <p:grpSpPr>
        <a:xfrm>
          <a:off x="0" y="0"/>
          <a:ext cx="0" cy="0"/>
          <a:chOff x="0" y="0"/>
          <a:chExt cx="0" cy="0"/>
        </a:xfrm>
      </p:grpSpPr>
      <p:pic>
        <p:nvPicPr>
          <p:cNvPr id="129" name="Google Shape;129;p12"/>
          <p:cNvPicPr preferRelativeResize="0"/>
          <p:nvPr/>
        </p:nvPicPr>
        <p:blipFill rotWithShape="1">
          <a:blip r:embed="rId2">
            <a:alphaModFix/>
          </a:blip>
          <a:srcRect/>
          <a:stretch/>
        </p:blipFill>
        <p:spPr>
          <a:xfrm>
            <a:off x="0" y="0"/>
            <a:ext cx="12192000" cy="6859200"/>
          </a:xfrm>
          <a:prstGeom prst="rect">
            <a:avLst/>
          </a:prstGeom>
          <a:noFill/>
          <a:ln>
            <a:noFill/>
          </a:ln>
        </p:spPr>
      </p:pic>
      <p:grpSp>
        <p:nvGrpSpPr>
          <p:cNvPr id="130" name="Google Shape;130;p12"/>
          <p:cNvGrpSpPr/>
          <p:nvPr/>
        </p:nvGrpSpPr>
        <p:grpSpPr>
          <a:xfrm>
            <a:off x="0" y="1"/>
            <a:ext cx="8566485" cy="5380264"/>
            <a:chOff x="0" y="0"/>
            <a:chExt cx="8566485" cy="5808133"/>
          </a:xfrm>
        </p:grpSpPr>
        <p:sp>
          <p:nvSpPr>
            <p:cNvPr id="131" name="Google Shape;131;p12"/>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2" name="Google Shape;132;p12"/>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33" name="Google Shape;133;p12"/>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134" name="Google Shape;134;p12"/>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35" name="Google Shape;135;p12"/>
          <p:cNvSpPr txBox="1"/>
          <p:nvPr/>
        </p:nvSpPr>
        <p:spPr>
          <a:xfrm>
            <a:off x="625132" y="2553290"/>
            <a:ext cx="6814747" cy="53543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a:t>
            </a:r>
            <a:r>
              <a:rPr lang="pt-BR" sz="3000" b="1" i="0" u="none" strike="noStrike" cap="none" dirty="0">
                <a:solidFill>
                  <a:srgbClr val="FF161F"/>
                </a:solidFill>
                <a:highlight>
                  <a:srgbClr val="00FFFF"/>
                </a:highlight>
                <a:latin typeface="Poppins"/>
                <a:ea typeface="Poppins"/>
                <a:cs typeface="Poppins"/>
                <a:sym typeface="Poppins"/>
              </a:rPr>
              <a:t>professor</a:t>
            </a:r>
            <a:endParaRPr sz="1400" b="0" i="0" u="none" strike="noStrike" cap="none" dirty="0">
              <a:solidFill>
                <a:srgbClr val="000000"/>
              </a:solidFill>
              <a:highlight>
                <a:srgbClr val="00FFFF"/>
              </a:highlight>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Linha do Tempo1">
  <p:cSld name="3_Linha do Tempo1">
    <p:spTree>
      <p:nvGrpSpPr>
        <p:cNvPr id="1" name="Shape 136"/>
        <p:cNvGrpSpPr/>
        <p:nvPr/>
      </p:nvGrpSpPr>
      <p:grpSpPr>
        <a:xfrm>
          <a:off x="0" y="0"/>
          <a:ext cx="0" cy="0"/>
          <a:chOff x="0" y="0"/>
          <a:chExt cx="0" cy="0"/>
        </a:xfrm>
      </p:grpSpPr>
      <p:pic>
        <p:nvPicPr>
          <p:cNvPr id="137" name="Google Shape;137;p13"/>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138" name="Google Shape;138;p13"/>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139" name="Google Shape;139;p13"/>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0" name="Google Shape;140;p13"/>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1" name="Google Shape;141;p13"/>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2" name="Google Shape;142;p13"/>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3" name="Google Shape;143;p13"/>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4" name="Google Shape;144;p13"/>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45" name="Google Shape;145;p13"/>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46" name="Google Shape;146;p13"/>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 Exposição">
  <p:cSld name="2_4. Exposição">
    <p:spTree>
      <p:nvGrpSpPr>
        <p:cNvPr id="1" name="Shape 147"/>
        <p:cNvGrpSpPr/>
        <p:nvPr/>
      </p:nvGrpSpPr>
      <p:grpSpPr>
        <a:xfrm>
          <a:off x="0" y="0"/>
          <a:ext cx="0" cy="0"/>
          <a:chOff x="0" y="0"/>
          <a:chExt cx="0" cy="0"/>
        </a:xfrm>
      </p:grpSpPr>
      <p:sp>
        <p:nvSpPr>
          <p:cNvPr id="148" name="Google Shape;148;p14"/>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p:cSld name="1_Construindo o conceito">
    <p:spTree>
      <p:nvGrpSpPr>
        <p:cNvPr id="1" name="Shape 149"/>
        <p:cNvGrpSpPr/>
        <p:nvPr/>
      </p:nvGrpSpPr>
      <p:grpSpPr>
        <a:xfrm>
          <a:off x="0" y="0"/>
          <a:ext cx="0" cy="0"/>
          <a:chOff x="0" y="0"/>
          <a:chExt cx="0" cy="0"/>
        </a:xfrm>
      </p:grpSpPr>
      <p:pic>
        <p:nvPicPr>
          <p:cNvPr id="150" name="Google Shape;150;p1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51" name="Google Shape;151;p15"/>
          <p:cNvSpPr/>
          <p:nvPr/>
        </p:nvSpPr>
        <p:spPr>
          <a:xfrm>
            <a:off x="3426936" y="0"/>
            <a:ext cx="8781698" cy="6886088"/>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52" name="Google Shape;152;p1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53" name="Google Shape;153;p15"/>
          <p:cNvSpPr txBox="1">
            <a:spLocks noGrp="1"/>
          </p:cNvSpPr>
          <p:nvPr>
            <p:ph type="body" idx="1"/>
          </p:nvPr>
        </p:nvSpPr>
        <p:spPr>
          <a:xfrm>
            <a:off x="6095993" y="2930526"/>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4" name="Google Shape;154;p15"/>
          <p:cNvSpPr txBox="1">
            <a:spLocks noGrp="1"/>
          </p:cNvSpPr>
          <p:nvPr>
            <p:ph type="body" idx="2"/>
          </p:nvPr>
        </p:nvSpPr>
        <p:spPr>
          <a:xfrm>
            <a:off x="6095995" y="328084"/>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55" name="Google Shape;155;p1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56" name="Google Shape;156;p15"/>
          <p:cNvSpPr>
            <a:spLocks noGrp="1"/>
          </p:cNvSpPr>
          <p:nvPr>
            <p:ph type="pic" idx="3"/>
          </p:nvPr>
        </p:nvSpPr>
        <p:spPr>
          <a:xfrm>
            <a:off x="2916086" y="2386130"/>
            <a:ext cx="2615142" cy="1630053"/>
          </a:xfrm>
          <a:prstGeom prst="rect">
            <a:avLst/>
          </a:prstGeom>
          <a:solidFill>
            <a:srgbClr val="D8D8D8"/>
          </a:solidFill>
          <a:ln>
            <a:noFill/>
          </a:ln>
        </p:spPr>
        <p:txBody>
          <a:bodyPr/>
          <a:lstStyle/>
          <a:p>
            <a:endParaRPr lang="pt-BR" dirty="0"/>
          </a:p>
        </p:txBody>
      </p:sp>
      <p:sp>
        <p:nvSpPr>
          <p:cNvPr id="157" name="Google Shape;157;p15"/>
          <p:cNvSpPr>
            <a:spLocks noGrp="1"/>
          </p:cNvSpPr>
          <p:nvPr>
            <p:ph type="pic" idx="4"/>
          </p:nvPr>
        </p:nvSpPr>
        <p:spPr>
          <a:xfrm>
            <a:off x="2916086" y="4507889"/>
            <a:ext cx="2615142" cy="1674500"/>
          </a:xfrm>
          <a:prstGeom prst="rect">
            <a:avLst/>
          </a:prstGeom>
          <a:solidFill>
            <a:srgbClr val="D8D8D8"/>
          </a:solidFill>
          <a:ln>
            <a:noFill/>
          </a:ln>
        </p:spPr>
        <p:txBody>
          <a:bodyPr/>
          <a:lstStyle/>
          <a:p>
            <a:endParaRPr lang="pt-BR" dirty="0"/>
          </a:p>
        </p:txBody>
      </p:sp>
      <p:sp>
        <p:nvSpPr>
          <p:cNvPr id="158" name="Google Shape;158;p15"/>
          <p:cNvSpPr txBox="1">
            <a:spLocks noGrp="1"/>
          </p:cNvSpPr>
          <p:nvPr>
            <p:ph type="body" idx="5"/>
          </p:nvPr>
        </p:nvSpPr>
        <p:spPr>
          <a:xfrm>
            <a:off x="2909636" y="1999635"/>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59" name="Google Shape;159;p15"/>
          <p:cNvSpPr txBox="1">
            <a:spLocks noGrp="1"/>
          </p:cNvSpPr>
          <p:nvPr>
            <p:ph type="body" idx="6"/>
          </p:nvPr>
        </p:nvSpPr>
        <p:spPr>
          <a:xfrm>
            <a:off x="2909636" y="4093478"/>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0" name="Google Shape;160;p15"/>
          <p:cNvSpPr txBox="1">
            <a:spLocks noGrp="1"/>
          </p:cNvSpPr>
          <p:nvPr>
            <p:ph type="body" idx="7"/>
          </p:nvPr>
        </p:nvSpPr>
        <p:spPr>
          <a:xfrm>
            <a:off x="2909636" y="6265047"/>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1" name="Google Shape;161;p15"/>
          <p:cNvSpPr txBox="1">
            <a:spLocks noGrp="1"/>
          </p:cNvSpPr>
          <p:nvPr>
            <p:ph type="body" idx="8"/>
          </p:nvPr>
        </p:nvSpPr>
        <p:spPr>
          <a:xfrm>
            <a:off x="6095995" y="24532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2" name="Google Shape;162;p15"/>
          <p:cNvSpPr txBox="1">
            <a:spLocks noGrp="1"/>
          </p:cNvSpPr>
          <p:nvPr>
            <p:ph type="body" idx="9"/>
          </p:nvPr>
        </p:nvSpPr>
        <p:spPr>
          <a:xfrm>
            <a:off x="6095995" y="45868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3" name="Google Shape;163;p15"/>
          <p:cNvSpPr txBox="1">
            <a:spLocks noGrp="1"/>
          </p:cNvSpPr>
          <p:nvPr>
            <p:ph type="body" idx="13"/>
          </p:nvPr>
        </p:nvSpPr>
        <p:spPr>
          <a:xfrm>
            <a:off x="6095993" y="813859"/>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4" name="Google Shape;164;p15"/>
          <p:cNvSpPr txBox="1">
            <a:spLocks noGrp="1"/>
          </p:cNvSpPr>
          <p:nvPr>
            <p:ph type="body" idx="14"/>
          </p:nvPr>
        </p:nvSpPr>
        <p:spPr>
          <a:xfrm>
            <a:off x="6095993" y="5072592"/>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65" name="Google Shape;165;p15"/>
          <p:cNvSpPr>
            <a:spLocks noGrp="1"/>
          </p:cNvSpPr>
          <p:nvPr>
            <p:ph type="pic" idx="15"/>
          </p:nvPr>
        </p:nvSpPr>
        <p:spPr>
          <a:xfrm>
            <a:off x="2916086" y="300154"/>
            <a:ext cx="2615142" cy="1630053"/>
          </a:xfrm>
          <a:prstGeom prst="rect">
            <a:avLst/>
          </a:prstGeom>
          <a:solidFill>
            <a:srgbClr val="D8D8D8"/>
          </a:solidFill>
          <a:ln>
            <a:noFill/>
          </a:ln>
        </p:spPr>
        <p:txBody>
          <a:bodyPr/>
          <a:lstStyle/>
          <a:p>
            <a:endParaRPr lang="pt-BR" dirty="0"/>
          </a:p>
        </p:txBody>
      </p:sp>
      <p:sp>
        <p:nvSpPr>
          <p:cNvPr id="166" name="Google Shape;166;p15"/>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67" name="Google Shape;167;p15"/>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168"/>
        <p:cNvGrpSpPr/>
        <p:nvPr/>
      </p:nvGrpSpPr>
      <p:grpSpPr>
        <a:xfrm>
          <a:off x="0" y="0"/>
          <a:ext cx="0" cy="0"/>
          <a:chOff x="0" y="0"/>
          <a:chExt cx="0" cy="0"/>
        </a:xfrm>
      </p:grpSpPr>
      <p:pic>
        <p:nvPicPr>
          <p:cNvPr id="169" name="Google Shape;169;p16"/>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70" name="Google Shape;170;p16"/>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71" name="Google Shape;171;p16"/>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72" name="Google Shape;172;p16"/>
          <p:cNvSpPr txBox="1">
            <a:spLocks noGrp="1"/>
          </p:cNvSpPr>
          <p:nvPr>
            <p:ph type="body" idx="1"/>
          </p:nvPr>
        </p:nvSpPr>
        <p:spPr>
          <a:xfrm>
            <a:off x="6095993" y="2930526"/>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3" name="Google Shape;173;p16"/>
          <p:cNvSpPr txBox="1">
            <a:spLocks noGrp="1"/>
          </p:cNvSpPr>
          <p:nvPr>
            <p:ph type="body" idx="2"/>
          </p:nvPr>
        </p:nvSpPr>
        <p:spPr>
          <a:xfrm>
            <a:off x="6095995" y="328084"/>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174" name="Google Shape;174;p16"/>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75" name="Google Shape;175;p16"/>
          <p:cNvSpPr>
            <a:spLocks noGrp="1"/>
          </p:cNvSpPr>
          <p:nvPr>
            <p:ph type="pic" idx="3"/>
          </p:nvPr>
        </p:nvSpPr>
        <p:spPr>
          <a:xfrm>
            <a:off x="2916086" y="2386130"/>
            <a:ext cx="2615142" cy="1630053"/>
          </a:xfrm>
          <a:prstGeom prst="rect">
            <a:avLst/>
          </a:prstGeom>
          <a:solidFill>
            <a:srgbClr val="D8D8D8"/>
          </a:solidFill>
          <a:ln>
            <a:noFill/>
          </a:ln>
        </p:spPr>
        <p:txBody>
          <a:bodyPr/>
          <a:lstStyle/>
          <a:p>
            <a:endParaRPr lang="pt-BR" dirty="0"/>
          </a:p>
        </p:txBody>
      </p:sp>
      <p:sp>
        <p:nvSpPr>
          <p:cNvPr id="176" name="Google Shape;176;p16"/>
          <p:cNvSpPr>
            <a:spLocks noGrp="1"/>
          </p:cNvSpPr>
          <p:nvPr>
            <p:ph type="pic" idx="4"/>
          </p:nvPr>
        </p:nvSpPr>
        <p:spPr>
          <a:xfrm>
            <a:off x="2916086" y="4507889"/>
            <a:ext cx="2615142" cy="1674500"/>
          </a:xfrm>
          <a:prstGeom prst="rect">
            <a:avLst/>
          </a:prstGeom>
          <a:solidFill>
            <a:srgbClr val="D8D8D8"/>
          </a:solidFill>
          <a:ln>
            <a:noFill/>
          </a:ln>
        </p:spPr>
        <p:txBody>
          <a:bodyPr/>
          <a:lstStyle/>
          <a:p>
            <a:endParaRPr lang="pt-BR" dirty="0"/>
          </a:p>
        </p:txBody>
      </p:sp>
      <p:sp>
        <p:nvSpPr>
          <p:cNvPr id="177" name="Google Shape;177;p16"/>
          <p:cNvSpPr txBox="1">
            <a:spLocks noGrp="1"/>
          </p:cNvSpPr>
          <p:nvPr>
            <p:ph type="body" idx="5"/>
          </p:nvPr>
        </p:nvSpPr>
        <p:spPr>
          <a:xfrm>
            <a:off x="2909636" y="1999635"/>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8" name="Google Shape;178;p16"/>
          <p:cNvSpPr txBox="1">
            <a:spLocks noGrp="1"/>
          </p:cNvSpPr>
          <p:nvPr>
            <p:ph type="body" idx="6"/>
          </p:nvPr>
        </p:nvSpPr>
        <p:spPr>
          <a:xfrm>
            <a:off x="2909636" y="4093478"/>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79" name="Google Shape;179;p16"/>
          <p:cNvSpPr txBox="1">
            <a:spLocks noGrp="1"/>
          </p:cNvSpPr>
          <p:nvPr>
            <p:ph type="body" idx="7"/>
          </p:nvPr>
        </p:nvSpPr>
        <p:spPr>
          <a:xfrm>
            <a:off x="2909636" y="6265047"/>
            <a:ext cx="2628705" cy="199867"/>
          </a:xfrm>
          <a:prstGeom prst="rect">
            <a:avLst/>
          </a:prstGeom>
          <a:noFill/>
          <a:ln>
            <a:noFill/>
          </a:ln>
        </p:spPr>
        <p:txBody>
          <a:bodyPr spcFirstLastPara="1" wrap="square" lIns="91425" tIns="45700" rIns="91425" bIns="45700" anchor="t" anchorCtr="0">
            <a:noAutofit/>
          </a:bodyPr>
          <a:lstStyle>
            <a:lvl1pPr marL="457200" marR="0" lvl="0" indent="-228600" algn="r"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0" name="Google Shape;180;p16"/>
          <p:cNvSpPr txBox="1">
            <a:spLocks noGrp="1"/>
          </p:cNvSpPr>
          <p:nvPr>
            <p:ph type="body" idx="8"/>
          </p:nvPr>
        </p:nvSpPr>
        <p:spPr>
          <a:xfrm>
            <a:off x="6095995" y="24532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1" name="Google Shape;181;p16"/>
          <p:cNvSpPr txBox="1">
            <a:spLocks noGrp="1"/>
          </p:cNvSpPr>
          <p:nvPr>
            <p:ph type="body" idx="9"/>
          </p:nvPr>
        </p:nvSpPr>
        <p:spPr>
          <a:xfrm>
            <a:off x="6095995" y="4586817"/>
            <a:ext cx="5714598" cy="34543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2" name="Google Shape;182;p16"/>
          <p:cNvSpPr txBox="1">
            <a:spLocks noGrp="1"/>
          </p:cNvSpPr>
          <p:nvPr>
            <p:ph type="body" idx="13"/>
          </p:nvPr>
        </p:nvSpPr>
        <p:spPr>
          <a:xfrm>
            <a:off x="6095993" y="813859"/>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3" name="Google Shape;183;p16"/>
          <p:cNvSpPr txBox="1">
            <a:spLocks noGrp="1"/>
          </p:cNvSpPr>
          <p:nvPr>
            <p:ph type="body" idx="14"/>
          </p:nvPr>
        </p:nvSpPr>
        <p:spPr>
          <a:xfrm>
            <a:off x="6095993" y="5072592"/>
            <a:ext cx="5714599" cy="13853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4" name="Google Shape;184;p16"/>
          <p:cNvSpPr>
            <a:spLocks noGrp="1"/>
          </p:cNvSpPr>
          <p:nvPr>
            <p:ph type="pic" idx="15"/>
          </p:nvPr>
        </p:nvSpPr>
        <p:spPr>
          <a:xfrm>
            <a:off x="2916086" y="300154"/>
            <a:ext cx="2615142" cy="1630053"/>
          </a:xfrm>
          <a:prstGeom prst="rect">
            <a:avLst/>
          </a:prstGeom>
          <a:solidFill>
            <a:srgbClr val="D8D8D8"/>
          </a:solidFill>
          <a:ln>
            <a:noFill/>
          </a:ln>
        </p:spPr>
        <p:txBody>
          <a:bodyPr/>
          <a:lstStyle/>
          <a:p>
            <a:endParaRPr lang="pt-BR" dirty="0"/>
          </a:p>
        </p:txBody>
      </p:sp>
      <p:sp>
        <p:nvSpPr>
          <p:cNvPr id="185" name="Google Shape;185;p16"/>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 Conteudo">
  <p:cSld name="2_1. Conteudo 2">
    <p:spTree>
      <p:nvGrpSpPr>
        <p:cNvPr id="1" name="Shape 186"/>
        <p:cNvGrpSpPr/>
        <p:nvPr/>
      </p:nvGrpSpPr>
      <p:grpSpPr>
        <a:xfrm>
          <a:off x="0" y="0"/>
          <a:ext cx="0" cy="0"/>
          <a:chOff x="0" y="0"/>
          <a:chExt cx="0" cy="0"/>
        </a:xfrm>
      </p:grpSpPr>
      <p:sp>
        <p:nvSpPr>
          <p:cNvPr id="187" name="Google Shape;187;p17"/>
          <p:cNvSpPr txBox="1">
            <a:spLocks noGrp="1"/>
          </p:cNvSpPr>
          <p:nvPr>
            <p:ph type="body" idx="1"/>
          </p:nvPr>
        </p:nvSpPr>
        <p:spPr>
          <a:xfrm>
            <a:off x="3751838" y="21702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8" name="Google Shape;188;p17"/>
          <p:cNvSpPr txBox="1">
            <a:spLocks noGrp="1"/>
          </p:cNvSpPr>
          <p:nvPr>
            <p:ph type="body" idx="2"/>
          </p:nvPr>
        </p:nvSpPr>
        <p:spPr>
          <a:xfrm>
            <a:off x="3751838" y="31227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9" name="Google Shape;189;p17"/>
          <p:cNvSpPr txBox="1">
            <a:spLocks noGrp="1"/>
          </p:cNvSpPr>
          <p:nvPr>
            <p:ph type="body" idx="3"/>
          </p:nvPr>
        </p:nvSpPr>
        <p:spPr>
          <a:xfrm>
            <a:off x="3751838" y="40498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0" name="Google Shape;190;p17"/>
          <p:cNvSpPr txBox="1">
            <a:spLocks noGrp="1"/>
          </p:cNvSpPr>
          <p:nvPr>
            <p:ph type="body" idx="4"/>
          </p:nvPr>
        </p:nvSpPr>
        <p:spPr>
          <a:xfrm>
            <a:off x="3751838" y="4989664"/>
            <a:ext cx="4044985" cy="7209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1" name="Google Shape;191;p17"/>
          <p:cNvSpPr txBox="1">
            <a:spLocks noGrp="1"/>
          </p:cNvSpPr>
          <p:nvPr>
            <p:ph type="body" idx="5"/>
          </p:nvPr>
        </p:nvSpPr>
        <p:spPr>
          <a:xfrm>
            <a:off x="3514725" y="559205"/>
            <a:ext cx="7208308" cy="12606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2" name="Google Shape;192;p17"/>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3" name="Google Shape;193;p17"/>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 Conteudo">
  <p:cSld name="2_3. Conteudo 2">
    <p:spTree>
      <p:nvGrpSpPr>
        <p:cNvPr id="1" name="Shape 203"/>
        <p:cNvGrpSpPr/>
        <p:nvPr/>
      </p:nvGrpSpPr>
      <p:grpSpPr>
        <a:xfrm>
          <a:off x="0" y="0"/>
          <a:ext cx="0" cy="0"/>
          <a:chOff x="0" y="0"/>
          <a:chExt cx="0" cy="0"/>
        </a:xfrm>
      </p:grpSpPr>
      <p:pic>
        <p:nvPicPr>
          <p:cNvPr id="204" name="Google Shape;204;p19"/>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05" name="Google Shape;205;p19"/>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6" name="Google Shape;206;p19"/>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7" name="Google Shape;207;p19"/>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8" name="Google Shape;208;p19"/>
          <p:cNvSpPr txBox="1">
            <a:spLocks noGrp="1"/>
          </p:cNvSpPr>
          <p:nvPr>
            <p:ph type="body" idx="1"/>
          </p:nvPr>
        </p:nvSpPr>
        <p:spPr>
          <a:xfrm>
            <a:off x="3598410" y="633942"/>
            <a:ext cx="8052782" cy="1162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9" name="Google Shape;209;p19"/>
          <p:cNvSpPr txBox="1">
            <a:spLocks noGrp="1"/>
          </p:cNvSpPr>
          <p:nvPr>
            <p:ph type="body" idx="2"/>
          </p:nvPr>
        </p:nvSpPr>
        <p:spPr>
          <a:xfrm>
            <a:off x="6374268" y="2372801"/>
            <a:ext cx="5276924" cy="357248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0" name="Google Shape;210;p19"/>
          <p:cNvSpPr txBox="1">
            <a:spLocks noGrp="1"/>
          </p:cNvSpPr>
          <p:nvPr>
            <p:ph type="body" idx="3"/>
          </p:nvPr>
        </p:nvSpPr>
        <p:spPr>
          <a:xfrm>
            <a:off x="3596090" y="5702430"/>
            <a:ext cx="2497589" cy="2428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11" name="Google Shape;211;p19"/>
          <p:cNvSpPr>
            <a:spLocks noGrp="1"/>
          </p:cNvSpPr>
          <p:nvPr>
            <p:ph type="pic" idx="4"/>
          </p:nvPr>
        </p:nvSpPr>
        <p:spPr>
          <a:xfrm>
            <a:off x="3596091" y="2364317"/>
            <a:ext cx="2497793" cy="3216275"/>
          </a:xfrm>
          <a:prstGeom prst="rect">
            <a:avLst/>
          </a:prstGeom>
          <a:solidFill>
            <a:srgbClr val="D9D9D9"/>
          </a:solidFill>
          <a:ln>
            <a:noFill/>
          </a:ln>
        </p:spPr>
        <p:txBody>
          <a:bodyPr/>
          <a:lstStyle/>
          <a:p>
            <a:endParaRPr lang="pt-BR" dirty="0"/>
          </a:p>
        </p:txBody>
      </p:sp>
      <p:sp>
        <p:nvSpPr>
          <p:cNvPr id="212" name="Google Shape;212;p19"/>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13" name="Google Shape;213;p19"/>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 Conteudo">
  <p:cSld name="2_3. Conteudo 3">
    <p:spTree>
      <p:nvGrpSpPr>
        <p:cNvPr id="1" name="Shape 214"/>
        <p:cNvGrpSpPr/>
        <p:nvPr/>
      </p:nvGrpSpPr>
      <p:grpSpPr>
        <a:xfrm>
          <a:off x="0" y="0"/>
          <a:ext cx="0" cy="0"/>
          <a:chOff x="0" y="0"/>
          <a:chExt cx="0" cy="0"/>
        </a:xfrm>
      </p:grpSpPr>
      <p:pic>
        <p:nvPicPr>
          <p:cNvPr id="215" name="Google Shape;215;p20"/>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16" name="Google Shape;216;p2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7" name="Google Shape;217;p2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8" name="Google Shape;218;p2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19" name="Google Shape;219;p20"/>
          <p:cNvSpPr txBox="1">
            <a:spLocks noGrp="1"/>
          </p:cNvSpPr>
          <p:nvPr>
            <p:ph type="body" idx="1"/>
          </p:nvPr>
        </p:nvSpPr>
        <p:spPr>
          <a:xfrm>
            <a:off x="3598409" y="619125"/>
            <a:ext cx="8052783" cy="118956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0" name="Google Shape;220;p20"/>
          <p:cNvSpPr txBox="1">
            <a:spLocks noGrp="1"/>
          </p:cNvSpPr>
          <p:nvPr>
            <p:ph type="body" idx="2"/>
          </p:nvPr>
        </p:nvSpPr>
        <p:spPr>
          <a:xfrm>
            <a:off x="3598409" y="5860191"/>
            <a:ext cx="8052716" cy="29564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1" name="Google Shape;221;p20"/>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2" name="Google Shape;222;p20"/>
          <p:cNvSpPr txBox="1">
            <a:spLocks noGrp="1"/>
          </p:cNvSpPr>
          <p:nvPr>
            <p:ph type="body" idx="3"/>
          </p:nvPr>
        </p:nvSpPr>
        <p:spPr>
          <a:xfrm>
            <a:off x="3598409" y="2012716"/>
            <a:ext cx="8052716" cy="37361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23" name="Google Shape;223;p20"/>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24" name="Google Shape;224;p20"/>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 Conteudo">
  <p:cSld name="2_3. Conteudo 4">
    <p:spTree>
      <p:nvGrpSpPr>
        <p:cNvPr id="1" name="Shape 225"/>
        <p:cNvGrpSpPr/>
        <p:nvPr/>
      </p:nvGrpSpPr>
      <p:grpSpPr>
        <a:xfrm>
          <a:off x="0" y="0"/>
          <a:ext cx="0" cy="0"/>
          <a:chOff x="0" y="0"/>
          <a:chExt cx="0" cy="0"/>
        </a:xfrm>
      </p:grpSpPr>
      <p:pic>
        <p:nvPicPr>
          <p:cNvPr id="226" name="Google Shape;226;p21"/>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27" name="Google Shape;227;p2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8" name="Google Shape;228;p2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29" name="Google Shape;229;p2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0" name="Google Shape;230;p21"/>
          <p:cNvSpPr>
            <a:spLocks noGrp="1"/>
          </p:cNvSpPr>
          <p:nvPr>
            <p:ph type="pic" idx="2"/>
          </p:nvPr>
        </p:nvSpPr>
        <p:spPr>
          <a:xfrm>
            <a:off x="3598408" y="2027345"/>
            <a:ext cx="8052717" cy="3699799"/>
          </a:xfrm>
          <a:prstGeom prst="rect">
            <a:avLst/>
          </a:prstGeom>
          <a:solidFill>
            <a:srgbClr val="D8D8D8"/>
          </a:solidFill>
          <a:ln>
            <a:noFill/>
          </a:ln>
        </p:spPr>
        <p:txBody>
          <a:bodyPr/>
          <a:lstStyle/>
          <a:p>
            <a:endParaRPr lang="pt-BR" dirty="0"/>
          </a:p>
        </p:txBody>
      </p:sp>
      <p:sp>
        <p:nvSpPr>
          <p:cNvPr id="231" name="Google Shape;231;p21"/>
          <p:cNvSpPr txBox="1">
            <a:spLocks noGrp="1"/>
          </p:cNvSpPr>
          <p:nvPr>
            <p:ph type="body" idx="1"/>
          </p:nvPr>
        </p:nvSpPr>
        <p:spPr>
          <a:xfrm>
            <a:off x="3598407" y="633942"/>
            <a:ext cx="8052785" cy="1162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2" name="Google Shape;232;p21"/>
          <p:cNvSpPr txBox="1">
            <a:spLocks noGrp="1"/>
          </p:cNvSpPr>
          <p:nvPr>
            <p:ph type="body" idx="3"/>
          </p:nvPr>
        </p:nvSpPr>
        <p:spPr>
          <a:xfrm>
            <a:off x="3598407" y="5842824"/>
            <a:ext cx="8052785" cy="3103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33" name="Google Shape;233;p21"/>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34" name="Google Shape;234;p21"/>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 Conteudo">
  <p:cSld name="2_3. Conteudo 5">
    <p:spTree>
      <p:nvGrpSpPr>
        <p:cNvPr id="1" name="Shape 235"/>
        <p:cNvGrpSpPr/>
        <p:nvPr/>
      </p:nvGrpSpPr>
      <p:grpSpPr>
        <a:xfrm>
          <a:off x="0" y="0"/>
          <a:ext cx="0" cy="0"/>
          <a:chOff x="0" y="0"/>
          <a:chExt cx="0" cy="0"/>
        </a:xfrm>
      </p:grpSpPr>
      <p:pic>
        <p:nvPicPr>
          <p:cNvPr id="236" name="Google Shape;236;p22"/>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37" name="Google Shape;237;p22"/>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8" name="Google Shape;238;p22"/>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39" name="Google Shape;239;p22"/>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0" name="Google Shape;240;p22"/>
          <p:cNvSpPr txBox="1">
            <a:spLocks noGrp="1"/>
          </p:cNvSpPr>
          <p:nvPr>
            <p:ph type="body" idx="1"/>
          </p:nvPr>
        </p:nvSpPr>
        <p:spPr>
          <a:xfrm>
            <a:off x="3598410" y="633520"/>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1" name="Google Shape;241;p22"/>
          <p:cNvSpPr txBox="1">
            <a:spLocks noGrp="1"/>
          </p:cNvSpPr>
          <p:nvPr>
            <p:ph type="body" idx="2"/>
          </p:nvPr>
        </p:nvSpPr>
        <p:spPr>
          <a:xfrm>
            <a:off x="7767637" y="630987"/>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42" name="Google Shape;242;p22"/>
          <p:cNvSpPr/>
          <p:nvPr/>
        </p:nvSpPr>
        <p:spPr>
          <a:xfrm>
            <a:off x="200185" y="269162"/>
            <a:ext cx="2290073" cy="1671398"/>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43" name="Google Shape;243;p22"/>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 Conteudo">
  <p:cSld name="2_3. Conteudo 6">
    <p:spTree>
      <p:nvGrpSpPr>
        <p:cNvPr id="1" name="Shape 244"/>
        <p:cNvGrpSpPr/>
        <p:nvPr/>
      </p:nvGrpSpPr>
      <p:grpSpPr>
        <a:xfrm>
          <a:off x="0" y="0"/>
          <a:ext cx="0" cy="0"/>
          <a:chOff x="0" y="0"/>
          <a:chExt cx="0" cy="0"/>
        </a:xfrm>
      </p:grpSpPr>
      <p:pic>
        <p:nvPicPr>
          <p:cNvPr id="245" name="Google Shape;245;p23"/>
          <p:cNvPicPr preferRelativeResize="0"/>
          <p:nvPr/>
        </p:nvPicPr>
        <p:blipFill rotWithShape="1">
          <a:blip r:embed="rId2">
            <a:alphaModFix/>
          </a:blip>
          <a:srcRect/>
          <a:stretch/>
        </p:blipFill>
        <p:spPr>
          <a:xfrm>
            <a:off x="-3" y="0"/>
            <a:ext cx="3095627" cy="6857983"/>
          </a:xfrm>
          <a:prstGeom prst="rect">
            <a:avLst/>
          </a:prstGeom>
          <a:noFill/>
          <a:ln>
            <a:noFill/>
          </a:ln>
        </p:spPr>
      </p:pic>
      <p:sp>
        <p:nvSpPr>
          <p:cNvPr id="246" name="Google Shape;246;p2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7" name="Google Shape;247;p2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8" name="Google Shape;248;p2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49" name="Google Shape;249;p23"/>
          <p:cNvSpPr txBox="1">
            <a:spLocks noGrp="1"/>
          </p:cNvSpPr>
          <p:nvPr>
            <p:ph type="body" idx="1"/>
          </p:nvPr>
        </p:nvSpPr>
        <p:spPr>
          <a:xfrm>
            <a:off x="3598410" y="633520"/>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0" name="Google Shape;250;p23"/>
          <p:cNvSpPr txBox="1">
            <a:spLocks noGrp="1"/>
          </p:cNvSpPr>
          <p:nvPr>
            <p:ph type="body" idx="2"/>
          </p:nvPr>
        </p:nvSpPr>
        <p:spPr>
          <a:xfrm>
            <a:off x="7767637" y="630987"/>
            <a:ext cx="3803877" cy="546501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51" name="Google Shape;251;p23"/>
          <p:cNvSpPr/>
          <p:nvPr/>
        </p:nvSpPr>
        <p:spPr>
          <a:xfrm>
            <a:off x="214209" y="372431"/>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52" name="Google Shape;252;p23"/>
          <p:cNvSpPr txBox="1"/>
          <p:nvPr/>
        </p:nvSpPr>
        <p:spPr>
          <a:xfrm>
            <a:off x="664925" y="998108"/>
            <a:ext cx="1486327" cy="3590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_Linha do Tempo1">
  <p:cSld name="3_Linha do Tempo1 2">
    <p:spTree>
      <p:nvGrpSpPr>
        <p:cNvPr id="1" name="Shape 253"/>
        <p:cNvGrpSpPr/>
        <p:nvPr/>
      </p:nvGrpSpPr>
      <p:grpSpPr>
        <a:xfrm>
          <a:off x="0" y="0"/>
          <a:ext cx="0" cy="0"/>
          <a:chOff x="0" y="0"/>
          <a:chExt cx="0" cy="0"/>
        </a:xfrm>
      </p:grpSpPr>
      <p:cxnSp>
        <p:nvCxnSpPr>
          <p:cNvPr id="254" name="Google Shape;254;p24"/>
          <p:cNvCxnSpPr/>
          <p:nvPr/>
        </p:nvCxnSpPr>
        <p:spPr>
          <a:xfrm rot="10800000">
            <a:off x="4997465" y="2618483"/>
            <a:ext cx="6017865" cy="0"/>
          </a:xfrm>
          <a:prstGeom prst="straightConnector1">
            <a:avLst/>
          </a:prstGeom>
          <a:noFill/>
          <a:ln w="19050" cap="flat" cmpd="sng">
            <a:solidFill>
              <a:srgbClr val="F4F4F4"/>
            </a:solidFill>
            <a:prstDash val="solid"/>
            <a:round/>
            <a:headEnd type="diamond" w="med" len="med"/>
            <a:tailEnd type="none" w="sm" len="sm"/>
          </a:ln>
        </p:spPr>
      </p:cxnSp>
      <p:sp>
        <p:nvSpPr>
          <p:cNvPr id="255" name="Google Shape;255;p24"/>
          <p:cNvSpPr>
            <a:spLocks noGrp="1"/>
          </p:cNvSpPr>
          <p:nvPr>
            <p:ph type="pic" idx="2"/>
          </p:nvPr>
        </p:nvSpPr>
        <p:spPr>
          <a:xfrm>
            <a:off x="2204323" y="2276371"/>
            <a:ext cx="2793140" cy="1677459"/>
          </a:xfrm>
          <a:prstGeom prst="rect">
            <a:avLst/>
          </a:prstGeom>
          <a:solidFill>
            <a:srgbClr val="D8D8D8"/>
          </a:solidFill>
          <a:ln>
            <a:noFill/>
          </a:ln>
        </p:spPr>
        <p:txBody>
          <a:bodyPr/>
          <a:lstStyle/>
          <a:p>
            <a:endParaRPr lang="pt-BR" dirty="0"/>
          </a:p>
        </p:txBody>
      </p:sp>
      <p:sp>
        <p:nvSpPr>
          <p:cNvPr id="256" name="Google Shape;256;p24"/>
          <p:cNvSpPr txBox="1">
            <a:spLocks noGrp="1"/>
          </p:cNvSpPr>
          <p:nvPr>
            <p:ph type="body" idx="1"/>
          </p:nvPr>
        </p:nvSpPr>
        <p:spPr>
          <a:xfrm>
            <a:off x="5572275" y="2819872"/>
            <a:ext cx="5443055" cy="11307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cxnSp>
        <p:nvCxnSpPr>
          <p:cNvPr id="257" name="Google Shape;257;p24"/>
          <p:cNvCxnSpPr/>
          <p:nvPr/>
        </p:nvCxnSpPr>
        <p:spPr>
          <a:xfrm rot="10800000">
            <a:off x="4997465" y="4669769"/>
            <a:ext cx="5961159" cy="0"/>
          </a:xfrm>
          <a:prstGeom prst="straightConnector1">
            <a:avLst/>
          </a:prstGeom>
          <a:noFill/>
          <a:ln w="19050" cap="flat" cmpd="sng">
            <a:solidFill>
              <a:srgbClr val="F4F4F4"/>
            </a:solidFill>
            <a:prstDash val="solid"/>
            <a:round/>
            <a:headEnd type="diamond" w="med" len="med"/>
            <a:tailEnd type="none" w="sm" len="sm"/>
          </a:ln>
        </p:spPr>
      </p:cxnSp>
      <p:sp>
        <p:nvSpPr>
          <p:cNvPr id="258" name="Google Shape;258;p24"/>
          <p:cNvSpPr>
            <a:spLocks noGrp="1"/>
          </p:cNvSpPr>
          <p:nvPr>
            <p:ph type="pic" idx="3"/>
          </p:nvPr>
        </p:nvSpPr>
        <p:spPr>
          <a:xfrm>
            <a:off x="2204323" y="4327657"/>
            <a:ext cx="2793140" cy="1677459"/>
          </a:xfrm>
          <a:prstGeom prst="rect">
            <a:avLst/>
          </a:prstGeom>
          <a:solidFill>
            <a:srgbClr val="D8D8D8"/>
          </a:solidFill>
          <a:ln>
            <a:noFill/>
          </a:ln>
        </p:spPr>
        <p:txBody>
          <a:bodyPr/>
          <a:lstStyle/>
          <a:p>
            <a:endParaRPr lang="pt-BR" dirty="0"/>
          </a:p>
        </p:txBody>
      </p:sp>
      <p:sp>
        <p:nvSpPr>
          <p:cNvPr id="259" name="Google Shape;259;p24"/>
          <p:cNvSpPr txBox="1">
            <a:spLocks noGrp="1"/>
          </p:cNvSpPr>
          <p:nvPr>
            <p:ph type="body" idx="4"/>
          </p:nvPr>
        </p:nvSpPr>
        <p:spPr>
          <a:xfrm>
            <a:off x="5572274" y="4871158"/>
            <a:ext cx="5443053" cy="11307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2100"/>
              <a:buFont typeface="Poppins"/>
              <a:buNone/>
              <a:defRPr sz="1400"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0" name="Google Shape;260;p24"/>
          <p:cNvSpPr txBox="1">
            <a:spLocks noGrp="1"/>
          </p:cNvSpPr>
          <p:nvPr>
            <p:ph type="body" idx="5"/>
          </p:nvPr>
        </p:nvSpPr>
        <p:spPr>
          <a:xfrm>
            <a:off x="2204324" y="1484525"/>
            <a:ext cx="8811006" cy="61619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261" name="Google Shape;261;p24"/>
          <p:cNvSpPr txBox="1">
            <a:spLocks noGrp="1"/>
          </p:cNvSpPr>
          <p:nvPr>
            <p:ph type="body" idx="6"/>
          </p:nvPr>
        </p:nvSpPr>
        <p:spPr>
          <a:xfrm>
            <a:off x="2204323" y="454165"/>
            <a:ext cx="8811005" cy="82897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Linha do Tempo1">
  <p:cSld name="3_Linha do Tempo1 3">
    <p:spTree>
      <p:nvGrpSpPr>
        <p:cNvPr id="1" name="Shape 262"/>
        <p:cNvGrpSpPr/>
        <p:nvPr/>
      </p:nvGrpSpPr>
      <p:grpSpPr>
        <a:xfrm>
          <a:off x="0" y="0"/>
          <a:ext cx="0" cy="0"/>
          <a:chOff x="0" y="0"/>
          <a:chExt cx="0" cy="0"/>
        </a:xfrm>
      </p:grpSpPr>
      <p:pic>
        <p:nvPicPr>
          <p:cNvPr id="263" name="Google Shape;263;p2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64" name="Google Shape;264;p25"/>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65" name="Google Shape;265;p25"/>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6" name="Google Shape;266;p25"/>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7" name="Google Shape;267;p25"/>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8" name="Google Shape;268;p25"/>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69" name="Google Shape;269;p25"/>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0" name="Google Shape;270;p25"/>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1" name="Google Shape;271;p25"/>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2" name="Google Shape;272;p25"/>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Linha do Tempo1">
  <p:cSld name="3_Linha do Tempo1 4">
    <p:spTree>
      <p:nvGrpSpPr>
        <p:cNvPr id="1" name="Shape 273"/>
        <p:cNvGrpSpPr/>
        <p:nvPr/>
      </p:nvGrpSpPr>
      <p:grpSpPr>
        <a:xfrm>
          <a:off x="0" y="0"/>
          <a:ext cx="0" cy="0"/>
          <a:chOff x="0" y="0"/>
          <a:chExt cx="0" cy="0"/>
        </a:xfrm>
      </p:grpSpPr>
      <p:pic>
        <p:nvPicPr>
          <p:cNvPr id="274" name="Google Shape;274;p26"/>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75" name="Google Shape;275;p26"/>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76" name="Google Shape;276;p26"/>
          <p:cNvSpPr txBox="1">
            <a:spLocks noGrp="1"/>
          </p:cNvSpPr>
          <p:nvPr>
            <p:ph type="body" idx="1"/>
          </p:nvPr>
        </p:nvSpPr>
        <p:spPr>
          <a:xfrm>
            <a:off x="3562371" y="2421299"/>
            <a:ext cx="307590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7" name="Google Shape;277;p26"/>
          <p:cNvSpPr txBox="1">
            <a:spLocks noGrp="1"/>
          </p:cNvSpPr>
          <p:nvPr>
            <p:ph type="body" idx="2"/>
          </p:nvPr>
        </p:nvSpPr>
        <p:spPr>
          <a:xfrm>
            <a:off x="3562371" y="3864517"/>
            <a:ext cx="309478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8" name="Google Shape;278;p26"/>
          <p:cNvSpPr txBox="1">
            <a:spLocks noGrp="1"/>
          </p:cNvSpPr>
          <p:nvPr>
            <p:ph type="body" idx="3"/>
          </p:nvPr>
        </p:nvSpPr>
        <p:spPr>
          <a:xfrm>
            <a:off x="3562371" y="5222027"/>
            <a:ext cx="3120376"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79" name="Google Shape;279;p26"/>
          <p:cNvSpPr txBox="1">
            <a:spLocks noGrp="1"/>
          </p:cNvSpPr>
          <p:nvPr>
            <p:ph type="body" idx="4"/>
          </p:nvPr>
        </p:nvSpPr>
        <p:spPr>
          <a:xfrm>
            <a:off x="8011122" y="2421299"/>
            <a:ext cx="3057657"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0" name="Google Shape;280;p26"/>
          <p:cNvSpPr txBox="1">
            <a:spLocks noGrp="1"/>
          </p:cNvSpPr>
          <p:nvPr>
            <p:ph type="body" idx="5"/>
          </p:nvPr>
        </p:nvSpPr>
        <p:spPr>
          <a:xfrm>
            <a:off x="8021910" y="3864492"/>
            <a:ext cx="3046869"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1" name="Google Shape;281;p26"/>
          <p:cNvSpPr txBox="1">
            <a:spLocks noGrp="1"/>
          </p:cNvSpPr>
          <p:nvPr>
            <p:ph type="body" idx="6"/>
          </p:nvPr>
        </p:nvSpPr>
        <p:spPr>
          <a:xfrm>
            <a:off x="8011122" y="5229761"/>
            <a:ext cx="3057657" cy="72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2" name="Google Shape;282;p26"/>
          <p:cNvSpPr txBox="1">
            <a:spLocks noGrp="1"/>
          </p:cNvSpPr>
          <p:nvPr>
            <p:ph type="body" idx="7"/>
          </p:nvPr>
        </p:nvSpPr>
        <p:spPr>
          <a:xfrm>
            <a:off x="2789174" y="919259"/>
            <a:ext cx="6425888" cy="503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3" name="Google Shape;283;p26"/>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84" name="Google Shape;284;p26"/>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_Linha do Tempo1">
  <p:cSld name="3_Linha do Tempo1 5">
    <p:spTree>
      <p:nvGrpSpPr>
        <p:cNvPr id="1" name="Shape 285"/>
        <p:cNvGrpSpPr/>
        <p:nvPr/>
      </p:nvGrpSpPr>
      <p:grpSpPr>
        <a:xfrm>
          <a:off x="0" y="0"/>
          <a:ext cx="0" cy="0"/>
          <a:chOff x="0" y="0"/>
          <a:chExt cx="0" cy="0"/>
        </a:xfrm>
      </p:grpSpPr>
      <p:pic>
        <p:nvPicPr>
          <p:cNvPr id="286" name="Google Shape;286;p27"/>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87" name="Google Shape;287;p27"/>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288" name="Google Shape;288;p27"/>
          <p:cNvSpPr txBox="1">
            <a:spLocks noGrp="1"/>
          </p:cNvSpPr>
          <p:nvPr>
            <p:ph type="body" idx="1"/>
          </p:nvPr>
        </p:nvSpPr>
        <p:spPr>
          <a:xfrm>
            <a:off x="3557090" y="3556357"/>
            <a:ext cx="2160687" cy="238238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89" name="Google Shape;289;p27"/>
          <p:cNvSpPr txBox="1">
            <a:spLocks noGrp="1"/>
          </p:cNvSpPr>
          <p:nvPr>
            <p:ph type="body" idx="2"/>
          </p:nvPr>
        </p:nvSpPr>
        <p:spPr>
          <a:xfrm>
            <a:off x="6054957" y="3555846"/>
            <a:ext cx="2399155" cy="78507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0" name="Google Shape;290;p27"/>
          <p:cNvSpPr txBox="1">
            <a:spLocks noGrp="1"/>
          </p:cNvSpPr>
          <p:nvPr>
            <p:ph type="body" idx="3"/>
          </p:nvPr>
        </p:nvSpPr>
        <p:spPr>
          <a:xfrm>
            <a:off x="8983149" y="3555846"/>
            <a:ext cx="2492083" cy="187975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1" name="Google Shape;291;p27"/>
          <p:cNvSpPr txBox="1">
            <a:spLocks noGrp="1"/>
          </p:cNvSpPr>
          <p:nvPr>
            <p:ph type="body" idx="4"/>
          </p:nvPr>
        </p:nvSpPr>
        <p:spPr>
          <a:xfrm>
            <a:off x="2789174" y="919259"/>
            <a:ext cx="6425888" cy="50314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2" name="Google Shape;292;p27"/>
          <p:cNvSpPr txBox="1">
            <a:spLocks noGrp="1"/>
          </p:cNvSpPr>
          <p:nvPr>
            <p:ph type="body" idx="5"/>
          </p:nvPr>
        </p:nvSpPr>
        <p:spPr>
          <a:xfrm>
            <a:off x="3548026" y="2796830"/>
            <a:ext cx="1892055"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3" name="Google Shape;293;p27"/>
          <p:cNvSpPr txBox="1">
            <a:spLocks noGrp="1"/>
          </p:cNvSpPr>
          <p:nvPr>
            <p:ph type="body" idx="6"/>
          </p:nvPr>
        </p:nvSpPr>
        <p:spPr>
          <a:xfrm>
            <a:off x="6042197" y="2807800"/>
            <a:ext cx="1901246"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4" name="Google Shape;294;p27"/>
          <p:cNvSpPr txBox="1">
            <a:spLocks noGrp="1"/>
          </p:cNvSpPr>
          <p:nvPr>
            <p:ph type="body" idx="7"/>
          </p:nvPr>
        </p:nvSpPr>
        <p:spPr>
          <a:xfrm>
            <a:off x="8983148" y="2807800"/>
            <a:ext cx="1989537" cy="62120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95" name="Google Shape;295;p2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96" name="Google Shape;296;p2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_Linha do Tempo1">
  <p:cSld name="3_Linha do Tempo1 6">
    <p:spTree>
      <p:nvGrpSpPr>
        <p:cNvPr id="1" name="Shape 297"/>
        <p:cNvGrpSpPr/>
        <p:nvPr/>
      </p:nvGrpSpPr>
      <p:grpSpPr>
        <a:xfrm>
          <a:off x="0" y="0"/>
          <a:ext cx="0" cy="0"/>
          <a:chOff x="0" y="0"/>
          <a:chExt cx="0" cy="0"/>
        </a:xfrm>
      </p:grpSpPr>
      <p:pic>
        <p:nvPicPr>
          <p:cNvPr id="298" name="Google Shape;298;p2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299" name="Google Shape;299;p28"/>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300" name="Google Shape;300;p28"/>
          <p:cNvSpPr txBox="1">
            <a:spLocks noGrp="1"/>
          </p:cNvSpPr>
          <p:nvPr>
            <p:ph type="body" idx="1"/>
          </p:nvPr>
        </p:nvSpPr>
        <p:spPr>
          <a:xfrm>
            <a:off x="3276600" y="118817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1" name="Google Shape;301;p28"/>
          <p:cNvSpPr txBox="1">
            <a:spLocks noGrp="1"/>
          </p:cNvSpPr>
          <p:nvPr>
            <p:ph type="body" idx="2"/>
          </p:nvPr>
        </p:nvSpPr>
        <p:spPr>
          <a:xfrm>
            <a:off x="3276600" y="1808050"/>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2" name="Google Shape;302;p28"/>
          <p:cNvSpPr txBox="1">
            <a:spLocks noGrp="1"/>
          </p:cNvSpPr>
          <p:nvPr>
            <p:ph type="body" idx="3"/>
          </p:nvPr>
        </p:nvSpPr>
        <p:spPr>
          <a:xfrm>
            <a:off x="3276600" y="2442212"/>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3" name="Google Shape;303;p28"/>
          <p:cNvSpPr txBox="1">
            <a:spLocks noGrp="1"/>
          </p:cNvSpPr>
          <p:nvPr>
            <p:ph type="body" idx="4"/>
          </p:nvPr>
        </p:nvSpPr>
        <p:spPr>
          <a:xfrm>
            <a:off x="3276600" y="3108857"/>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4" name="Google Shape;304;p28"/>
          <p:cNvSpPr txBox="1">
            <a:spLocks noGrp="1"/>
          </p:cNvSpPr>
          <p:nvPr>
            <p:ph type="body" idx="5"/>
          </p:nvPr>
        </p:nvSpPr>
        <p:spPr>
          <a:xfrm>
            <a:off x="3276600" y="3805543"/>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5" name="Google Shape;305;p28"/>
          <p:cNvSpPr txBox="1">
            <a:spLocks noGrp="1"/>
          </p:cNvSpPr>
          <p:nvPr>
            <p:ph type="body" idx="6"/>
          </p:nvPr>
        </p:nvSpPr>
        <p:spPr>
          <a:xfrm>
            <a:off x="3276600" y="4513114"/>
            <a:ext cx="3647017" cy="44631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06" name="Google Shape;306;p28"/>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07" name="Google Shape;307;p28"/>
          <p:cNvSpPr txBox="1"/>
          <p:nvPr/>
        </p:nvSpPr>
        <p:spPr>
          <a:xfrm>
            <a:off x="473493" y="697144"/>
            <a:ext cx="1829795"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1" i="0" u="none" strike="noStrike" cap="none" dirty="0">
              <a:solidFill>
                <a:schemeClr val="lt1"/>
              </a:solidFill>
              <a:latin typeface="Poppins"/>
              <a:ea typeface="Poppins"/>
              <a:cs typeface="Poppins"/>
              <a:sym typeface="Poppin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Atividade">
  <p:cSld name="3_Atividade">
    <p:spTree>
      <p:nvGrpSpPr>
        <p:cNvPr id="1" name="Shape 308"/>
        <p:cNvGrpSpPr/>
        <p:nvPr/>
      </p:nvGrpSpPr>
      <p:grpSpPr>
        <a:xfrm>
          <a:off x="0" y="0"/>
          <a:ext cx="0" cy="0"/>
          <a:chOff x="0" y="0"/>
          <a:chExt cx="0" cy="0"/>
        </a:xfrm>
      </p:grpSpPr>
      <p:sp>
        <p:nvSpPr>
          <p:cNvPr id="309" name="Google Shape;309;p29"/>
          <p:cNvSpPr/>
          <p:nvPr/>
        </p:nvSpPr>
        <p:spPr>
          <a:xfrm>
            <a:off x="0" y="0"/>
            <a:ext cx="12192000"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Layout Personalizado">
  <p:cSld name="1_Layout Personalizado">
    <p:spTree>
      <p:nvGrpSpPr>
        <p:cNvPr id="1" name="Shape 310"/>
        <p:cNvGrpSpPr/>
        <p:nvPr/>
      </p:nvGrpSpPr>
      <p:grpSpPr>
        <a:xfrm>
          <a:off x="0" y="0"/>
          <a:ext cx="0" cy="0"/>
          <a:chOff x="0" y="0"/>
          <a:chExt cx="0" cy="0"/>
        </a:xfrm>
      </p:grpSpPr>
      <p:pic>
        <p:nvPicPr>
          <p:cNvPr id="311" name="Google Shape;311;p30"/>
          <p:cNvPicPr preferRelativeResize="0"/>
          <p:nvPr/>
        </p:nvPicPr>
        <p:blipFill rotWithShape="1">
          <a:blip r:embed="rId2">
            <a:alphaModFix/>
          </a:blip>
          <a:srcRect/>
          <a:stretch/>
        </p:blipFill>
        <p:spPr>
          <a:xfrm>
            <a:off x="4" y="0"/>
            <a:ext cx="12192000" cy="6857989"/>
          </a:xfrm>
          <a:prstGeom prst="rect">
            <a:avLst/>
          </a:prstGeom>
          <a:noFill/>
          <a:ln>
            <a:noFill/>
          </a:ln>
        </p:spPr>
      </p:pic>
      <p:grpSp>
        <p:nvGrpSpPr>
          <p:cNvPr id="312" name="Google Shape;312;p30"/>
          <p:cNvGrpSpPr/>
          <p:nvPr/>
        </p:nvGrpSpPr>
        <p:grpSpPr>
          <a:xfrm>
            <a:off x="0" y="0"/>
            <a:ext cx="8566485" cy="5808133"/>
            <a:chOff x="0" y="0"/>
            <a:chExt cx="8566485" cy="5808133"/>
          </a:xfrm>
        </p:grpSpPr>
        <p:sp>
          <p:nvSpPr>
            <p:cNvPr id="313" name="Google Shape;313;p30"/>
            <p:cNvSpPr/>
            <p:nvPr/>
          </p:nvSpPr>
          <p:spPr>
            <a:xfrm>
              <a:off x="0" y="0"/>
              <a:ext cx="8566485" cy="465666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4" name="Google Shape;314;p30"/>
            <p:cNvSpPr/>
            <p:nvPr/>
          </p:nvSpPr>
          <p:spPr>
            <a:xfrm>
              <a:off x="0" y="0"/>
              <a:ext cx="8566485" cy="5808133"/>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15" name="Google Shape;315;p30"/>
            <p:cNvSpPr/>
            <p:nvPr/>
          </p:nvSpPr>
          <p:spPr>
            <a:xfrm>
              <a:off x="0" y="3890433"/>
              <a:ext cx="1109133" cy="19177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
        <p:nvSpPr>
          <p:cNvPr id="316" name="Google Shape;316;p30"/>
          <p:cNvSpPr txBox="1">
            <a:spLocks noGrp="1"/>
          </p:cNvSpPr>
          <p:nvPr>
            <p:ph type="body" idx="1"/>
          </p:nvPr>
        </p:nvSpPr>
        <p:spPr>
          <a:xfrm>
            <a:off x="1472540" y="999139"/>
            <a:ext cx="5135423" cy="312843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067"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17" name="Google Shape;317;p30"/>
          <p:cNvSpPr txBox="1">
            <a:spLocks noGrp="1"/>
          </p:cNvSpPr>
          <p:nvPr>
            <p:ph type="body" idx="2"/>
          </p:nvPr>
        </p:nvSpPr>
        <p:spPr>
          <a:xfrm>
            <a:off x="1472540" y="4248213"/>
            <a:ext cx="3345391" cy="40428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1_Atividade_Resposta">
  <p:cSld name="3_Atividade_Resposta">
    <p:spTree>
      <p:nvGrpSpPr>
        <p:cNvPr id="1" name="Shape 318"/>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2_Atividade_Resposta">
  <p:cSld name="3_Atividade_Resposta 2">
    <p:spTree>
      <p:nvGrpSpPr>
        <p:cNvPr id="1" name="Shape 319"/>
        <p:cNvGrpSpPr/>
        <p:nvPr/>
      </p:nvGrpSpPr>
      <p:grpSpPr>
        <a:xfrm>
          <a:off x="0" y="0"/>
          <a:ext cx="0" cy="0"/>
          <a:chOff x="0" y="0"/>
          <a:chExt cx="0" cy="0"/>
        </a:xfrm>
      </p:grpSpPr>
      <p:sp>
        <p:nvSpPr>
          <p:cNvPr id="320" name="Google Shape;320;p32"/>
          <p:cNvSpPr txBox="1">
            <a:spLocks noGrp="1"/>
          </p:cNvSpPr>
          <p:nvPr>
            <p:ph type="body" idx="1"/>
          </p:nvPr>
        </p:nvSpPr>
        <p:spPr>
          <a:xfrm>
            <a:off x="2633811" y="1324949"/>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1" name="Google Shape;321;p32"/>
          <p:cNvSpPr txBox="1">
            <a:spLocks noGrp="1"/>
          </p:cNvSpPr>
          <p:nvPr>
            <p:ph type="body" idx="2"/>
          </p:nvPr>
        </p:nvSpPr>
        <p:spPr>
          <a:xfrm>
            <a:off x="2633811" y="2340949"/>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2" name="Google Shape;322;p32"/>
          <p:cNvSpPr txBox="1">
            <a:spLocks noGrp="1"/>
          </p:cNvSpPr>
          <p:nvPr>
            <p:ph type="body" idx="3"/>
          </p:nvPr>
        </p:nvSpPr>
        <p:spPr>
          <a:xfrm>
            <a:off x="2633811" y="3365077"/>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3" name="Google Shape;323;p32"/>
          <p:cNvSpPr txBox="1">
            <a:spLocks noGrp="1"/>
          </p:cNvSpPr>
          <p:nvPr>
            <p:ph type="body" idx="4"/>
          </p:nvPr>
        </p:nvSpPr>
        <p:spPr>
          <a:xfrm>
            <a:off x="2633811" y="4486741"/>
            <a:ext cx="4998509" cy="83714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_Atividade_Resposta">
  <p:cSld name="5_Atividade_Resposta">
    <p:spTree>
      <p:nvGrpSpPr>
        <p:cNvPr id="1" name="Shape 324"/>
        <p:cNvGrpSpPr/>
        <p:nvPr/>
      </p:nvGrpSpPr>
      <p:grpSpPr>
        <a:xfrm>
          <a:off x="0" y="0"/>
          <a:ext cx="0" cy="0"/>
          <a:chOff x="0" y="0"/>
          <a:chExt cx="0" cy="0"/>
        </a:xfrm>
      </p:grpSpPr>
      <p:pic>
        <p:nvPicPr>
          <p:cNvPr id="325" name="Google Shape;325;p33"/>
          <p:cNvPicPr preferRelativeResize="0"/>
          <p:nvPr/>
        </p:nvPicPr>
        <p:blipFill rotWithShape="1">
          <a:blip r:embed="rId2">
            <a:alphaModFix/>
          </a:blip>
          <a:srcRect/>
          <a:stretch/>
        </p:blipFill>
        <p:spPr>
          <a:xfrm>
            <a:off x="0" y="9526"/>
            <a:ext cx="12192000" cy="568301"/>
          </a:xfrm>
          <a:prstGeom prst="rect">
            <a:avLst/>
          </a:prstGeom>
          <a:noFill/>
          <a:ln>
            <a:noFill/>
          </a:ln>
        </p:spPr>
      </p:pic>
      <p:sp>
        <p:nvSpPr>
          <p:cNvPr id="326" name="Google Shape;326;p33"/>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pic>
        <p:nvPicPr>
          <p:cNvPr id="327" name="Google Shape;327;p33"/>
          <p:cNvPicPr preferRelativeResize="0"/>
          <p:nvPr/>
        </p:nvPicPr>
        <p:blipFill rotWithShape="1">
          <a:blip r:embed="rId3">
            <a:alphaModFix/>
          </a:blip>
          <a:srcRect/>
          <a:stretch/>
        </p:blipFill>
        <p:spPr>
          <a:xfrm>
            <a:off x="0" y="6281734"/>
            <a:ext cx="12192000" cy="595317"/>
          </a:xfrm>
          <a:prstGeom prst="rect">
            <a:avLst/>
          </a:prstGeom>
          <a:noFill/>
          <a:ln>
            <a:noFill/>
          </a:ln>
        </p:spPr>
      </p:pic>
      <p:sp>
        <p:nvSpPr>
          <p:cNvPr id="328" name="Google Shape;328;p33"/>
          <p:cNvSpPr txBox="1">
            <a:spLocks noGrp="1"/>
          </p:cNvSpPr>
          <p:nvPr>
            <p:ph type="body" idx="1"/>
          </p:nvPr>
        </p:nvSpPr>
        <p:spPr>
          <a:xfrm>
            <a:off x="3136759" y="1056217"/>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29" name="Google Shape;329;p33"/>
          <p:cNvSpPr txBox="1">
            <a:spLocks noGrp="1"/>
          </p:cNvSpPr>
          <p:nvPr>
            <p:ph type="body" idx="2"/>
          </p:nvPr>
        </p:nvSpPr>
        <p:spPr>
          <a:xfrm>
            <a:off x="3136759" y="17714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0" name="Google Shape;330;p33"/>
          <p:cNvSpPr txBox="1">
            <a:spLocks noGrp="1"/>
          </p:cNvSpPr>
          <p:nvPr>
            <p:ph type="body" idx="3"/>
          </p:nvPr>
        </p:nvSpPr>
        <p:spPr>
          <a:xfrm>
            <a:off x="3136759" y="25842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1" name="Google Shape;331;p33"/>
          <p:cNvSpPr txBox="1">
            <a:spLocks noGrp="1"/>
          </p:cNvSpPr>
          <p:nvPr>
            <p:ph type="body" idx="4"/>
          </p:nvPr>
        </p:nvSpPr>
        <p:spPr>
          <a:xfrm>
            <a:off x="6501751" y="1056217"/>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2" name="Google Shape;332;p33"/>
          <p:cNvSpPr txBox="1">
            <a:spLocks noGrp="1"/>
          </p:cNvSpPr>
          <p:nvPr>
            <p:ph type="body" idx="5"/>
          </p:nvPr>
        </p:nvSpPr>
        <p:spPr>
          <a:xfrm>
            <a:off x="6501751" y="17714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3" name="Google Shape;333;p33"/>
          <p:cNvSpPr txBox="1">
            <a:spLocks noGrp="1"/>
          </p:cNvSpPr>
          <p:nvPr>
            <p:ph type="body" idx="6"/>
          </p:nvPr>
        </p:nvSpPr>
        <p:spPr>
          <a:xfrm>
            <a:off x="6501751" y="2584281"/>
            <a:ext cx="2958041" cy="520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4" name="Google Shape;334;p33"/>
          <p:cNvSpPr txBox="1"/>
          <p:nvPr/>
        </p:nvSpPr>
        <p:spPr>
          <a:xfrm>
            <a:off x="727002" y="749326"/>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35"/>
        <p:cNvGrpSpPr/>
        <p:nvPr/>
      </p:nvGrpSpPr>
      <p:grpSpPr>
        <a:xfrm>
          <a:off x="0" y="0"/>
          <a:ext cx="0" cy="0"/>
          <a:chOff x="0" y="0"/>
          <a:chExt cx="0" cy="0"/>
        </a:xfrm>
      </p:grpSpPr>
      <p:sp>
        <p:nvSpPr>
          <p:cNvPr id="336" name="Google Shape;336;p34"/>
          <p:cNvSpPr txBox="1"/>
          <p:nvPr/>
        </p:nvSpPr>
        <p:spPr>
          <a:xfrm>
            <a:off x="12971489" y="493676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7" name="Google Shape;337;p34"/>
          <p:cNvSpPr txBox="1"/>
          <p:nvPr/>
        </p:nvSpPr>
        <p:spPr>
          <a:xfrm>
            <a:off x="12691672" y="388744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38" name="Google Shape;338;p34"/>
          <p:cNvSpPr txBox="1">
            <a:spLocks noGrp="1"/>
          </p:cNvSpPr>
          <p:nvPr>
            <p:ph type="body" idx="1"/>
          </p:nvPr>
        </p:nvSpPr>
        <p:spPr>
          <a:xfrm>
            <a:off x="878472" y="4705246"/>
            <a:ext cx="2509305" cy="30679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39" name="Google Shape;339;p34"/>
          <p:cNvSpPr txBox="1">
            <a:spLocks noGrp="1"/>
          </p:cNvSpPr>
          <p:nvPr>
            <p:ph type="body" idx="2"/>
          </p:nvPr>
        </p:nvSpPr>
        <p:spPr>
          <a:xfrm>
            <a:off x="878472" y="5194925"/>
            <a:ext cx="2509305" cy="306793"/>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0"/>
              </a:spcBef>
              <a:spcAft>
                <a:spcPts val="0"/>
              </a:spcAft>
              <a:buClr>
                <a:srgbClr val="000000"/>
              </a:buClr>
              <a:buSzPts val="1400"/>
              <a:buFont typeface="Arial"/>
              <a:buNone/>
              <a:defRPr sz="1133" b="1"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40" name="Google Shape;340;p34"/>
          <p:cNvSpPr txBox="1"/>
          <p:nvPr/>
        </p:nvSpPr>
        <p:spPr>
          <a:xfrm>
            <a:off x="3609788" y="-1039906"/>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41" name="Google Shape;341;p34"/>
          <p:cNvSpPr txBox="1"/>
          <p:nvPr/>
        </p:nvSpPr>
        <p:spPr>
          <a:xfrm>
            <a:off x="4535254" y="1129596"/>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1</a:t>
            </a:r>
            <a:endParaRPr sz="1400" b="0" i="0" u="none" strike="noStrike" cap="none" dirty="0">
              <a:solidFill>
                <a:srgbClr val="000000"/>
              </a:solidFill>
              <a:latin typeface="Arial"/>
              <a:ea typeface="Arial"/>
              <a:cs typeface="Arial"/>
              <a:sym typeface="Arial"/>
            </a:endParaRPr>
          </a:p>
        </p:txBody>
      </p:sp>
      <p:cxnSp>
        <p:nvCxnSpPr>
          <p:cNvPr id="342" name="Google Shape;342;p34"/>
          <p:cNvCxnSpPr/>
          <p:nvPr/>
        </p:nvCxnSpPr>
        <p:spPr>
          <a:xfrm>
            <a:off x="4535253" y="1685408"/>
            <a:ext cx="6858888" cy="0"/>
          </a:xfrm>
          <a:prstGeom prst="straightConnector1">
            <a:avLst/>
          </a:prstGeom>
          <a:noFill/>
          <a:ln w="19050" cap="flat" cmpd="sng">
            <a:solidFill>
              <a:srgbClr val="A5A5A5"/>
            </a:solidFill>
            <a:prstDash val="solid"/>
            <a:round/>
            <a:headEnd type="oval" w="med" len="med"/>
            <a:tailEnd type="oval" w="med" len="med"/>
          </a:ln>
        </p:spPr>
      </p:cxnSp>
      <p:sp>
        <p:nvSpPr>
          <p:cNvPr id="343" name="Google Shape;343;p34"/>
          <p:cNvSpPr txBox="1"/>
          <p:nvPr/>
        </p:nvSpPr>
        <p:spPr>
          <a:xfrm>
            <a:off x="4535254" y="2594775"/>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2</a:t>
            </a:r>
            <a:endParaRPr sz="1400" b="0" i="0" u="none" strike="noStrike" cap="none" dirty="0">
              <a:solidFill>
                <a:srgbClr val="000000"/>
              </a:solidFill>
              <a:latin typeface="Arial"/>
              <a:ea typeface="Arial"/>
              <a:cs typeface="Arial"/>
              <a:sym typeface="Arial"/>
            </a:endParaRPr>
          </a:p>
        </p:txBody>
      </p:sp>
      <p:cxnSp>
        <p:nvCxnSpPr>
          <p:cNvPr id="344" name="Google Shape;344;p34"/>
          <p:cNvCxnSpPr/>
          <p:nvPr/>
        </p:nvCxnSpPr>
        <p:spPr>
          <a:xfrm>
            <a:off x="4535253" y="3150587"/>
            <a:ext cx="6858888" cy="0"/>
          </a:xfrm>
          <a:prstGeom prst="straightConnector1">
            <a:avLst/>
          </a:prstGeom>
          <a:noFill/>
          <a:ln w="19050" cap="flat" cmpd="sng">
            <a:solidFill>
              <a:srgbClr val="A5A5A5"/>
            </a:solidFill>
            <a:prstDash val="solid"/>
            <a:round/>
            <a:headEnd type="oval" w="med" len="med"/>
            <a:tailEnd type="oval" w="med" len="med"/>
          </a:ln>
        </p:spPr>
      </p:cxnSp>
      <p:sp>
        <p:nvSpPr>
          <p:cNvPr id="345" name="Google Shape;345;p34"/>
          <p:cNvSpPr txBox="1"/>
          <p:nvPr/>
        </p:nvSpPr>
        <p:spPr>
          <a:xfrm>
            <a:off x="4535254" y="4059954"/>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3</a:t>
            </a:r>
            <a:endParaRPr sz="1400" b="0" i="0" u="none" strike="noStrike" cap="none" dirty="0">
              <a:solidFill>
                <a:srgbClr val="000000"/>
              </a:solidFill>
              <a:latin typeface="Arial"/>
              <a:ea typeface="Arial"/>
              <a:cs typeface="Arial"/>
              <a:sym typeface="Arial"/>
            </a:endParaRPr>
          </a:p>
        </p:txBody>
      </p:sp>
      <p:cxnSp>
        <p:nvCxnSpPr>
          <p:cNvPr id="346" name="Google Shape;346;p34"/>
          <p:cNvCxnSpPr/>
          <p:nvPr/>
        </p:nvCxnSpPr>
        <p:spPr>
          <a:xfrm>
            <a:off x="4535253" y="4615765"/>
            <a:ext cx="6858888" cy="0"/>
          </a:xfrm>
          <a:prstGeom prst="straightConnector1">
            <a:avLst/>
          </a:prstGeom>
          <a:noFill/>
          <a:ln w="19050" cap="flat" cmpd="sng">
            <a:solidFill>
              <a:srgbClr val="A5A5A5"/>
            </a:solidFill>
            <a:prstDash val="solid"/>
            <a:round/>
            <a:headEnd type="oval" w="med" len="med"/>
            <a:tailEnd type="oval" w="med" len="med"/>
          </a:ln>
        </p:spPr>
      </p:cxnSp>
      <p:sp>
        <p:nvSpPr>
          <p:cNvPr id="347" name="Google Shape;347;p34"/>
          <p:cNvSpPr txBox="1"/>
          <p:nvPr/>
        </p:nvSpPr>
        <p:spPr>
          <a:xfrm>
            <a:off x="4535254" y="5525133"/>
            <a:ext cx="546847" cy="484094"/>
          </a:xfrm>
          <a:prstGeom prst="rect">
            <a:avLst/>
          </a:prstGeom>
          <a:noFill/>
          <a:ln>
            <a:noFill/>
          </a:ln>
        </p:spPr>
        <p:txBody>
          <a:bodyPr spcFirstLastPara="1" wrap="square" lIns="60950" tIns="30450" rIns="60950" bIns="30450" anchor="ctr" anchorCtr="0">
            <a:normAutofit lnSpcReduction="10000"/>
          </a:bodyPr>
          <a:lstStyle/>
          <a:p>
            <a:pPr marL="0" marR="0" lvl="0" indent="0" algn="ctr" rtl="0">
              <a:lnSpc>
                <a:spcPct val="100000"/>
              </a:lnSpc>
              <a:spcBef>
                <a:spcPts val="0"/>
              </a:spcBef>
              <a:spcAft>
                <a:spcPts val="0"/>
              </a:spcAft>
              <a:buClr>
                <a:srgbClr val="000000"/>
              </a:buClr>
              <a:buSzPts val="2933"/>
              <a:buFont typeface="Arial"/>
              <a:buNone/>
            </a:pPr>
            <a:r>
              <a:rPr lang="pt-BR" sz="2933" b="1" i="0" u="none" strike="noStrike" cap="none" dirty="0">
                <a:solidFill>
                  <a:srgbClr val="FF161F"/>
                </a:solidFill>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cxnSp>
        <p:nvCxnSpPr>
          <p:cNvPr id="348" name="Google Shape;348;p34"/>
          <p:cNvCxnSpPr/>
          <p:nvPr/>
        </p:nvCxnSpPr>
        <p:spPr>
          <a:xfrm>
            <a:off x="4535253" y="6080945"/>
            <a:ext cx="6858888" cy="0"/>
          </a:xfrm>
          <a:prstGeom prst="straightConnector1">
            <a:avLst/>
          </a:prstGeom>
          <a:noFill/>
          <a:ln w="19050" cap="flat" cmpd="sng">
            <a:solidFill>
              <a:srgbClr val="A5A5A5"/>
            </a:solidFill>
            <a:prstDash val="solid"/>
            <a:round/>
            <a:headEnd type="oval" w="med" len="med"/>
            <a:tailEnd type="oval" w="med" len="med"/>
          </a:ln>
        </p:spPr>
      </p:cxnSp>
      <p:sp>
        <p:nvSpPr>
          <p:cNvPr id="349" name="Google Shape;349;p34"/>
          <p:cNvSpPr txBox="1">
            <a:spLocks noGrp="1"/>
          </p:cNvSpPr>
          <p:nvPr>
            <p:ph type="body" idx="3"/>
          </p:nvPr>
        </p:nvSpPr>
        <p:spPr>
          <a:xfrm>
            <a:off x="5207001" y="609602"/>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0" name="Google Shape;350;p34"/>
          <p:cNvSpPr txBox="1">
            <a:spLocks noGrp="1"/>
          </p:cNvSpPr>
          <p:nvPr>
            <p:ph type="body" idx="4"/>
          </p:nvPr>
        </p:nvSpPr>
        <p:spPr>
          <a:xfrm>
            <a:off x="5207001" y="2078638"/>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1" name="Google Shape;351;p34"/>
          <p:cNvSpPr txBox="1">
            <a:spLocks noGrp="1"/>
          </p:cNvSpPr>
          <p:nvPr>
            <p:ph type="body" idx="5"/>
          </p:nvPr>
        </p:nvSpPr>
        <p:spPr>
          <a:xfrm>
            <a:off x="5207001" y="3537680"/>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2" name="Google Shape;352;p34"/>
          <p:cNvSpPr txBox="1">
            <a:spLocks noGrp="1"/>
          </p:cNvSpPr>
          <p:nvPr>
            <p:ph type="body" idx="6"/>
          </p:nvPr>
        </p:nvSpPr>
        <p:spPr>
          <a:xfrm>
            <a:off x="5207001" y="5006716"/>
            <a:ext cx="6035675" cy="92441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67"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53" name="Google Shape;353;p34"/>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54" name="Google Shape;354;p34"/>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5_OqueAprendemos">
  <p:cSld name="6_OqueAprendemos">
    <p:spTree>
      <p:nvGrpSpPr>
        <p:cNvPr id="1" name="Shape 355"/>
        <p:cNvGrpSpPr/>
        <p:nvPr/>
      </p:nvGrpSpPr>
      <p:grpSpPr>
        <a:xfrm>
          <a:off x="0" y="0"/>
          <a:ext cx="0" cy="0"/>
          <a:chOff x="0" y="0"/>
          <a:chExt cx="0" cy="0"/>
        </a:xfrm>
      </p:grpSpPr>
      <p:pic>
        <p:nvPicPr>
          <p:cNvPr id="356" name="Google Shape;356;p35"/>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357" name="Google Shape;357;p35"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136" cy="3899277"/>
          </a:xfrm>
          <a:prstGeom prst="ellipse">
            <a:avLst/>
          </a:prstGeom>
          <a:noFill/>
          <a:ln>
            <a:noFill/>
          </a:ln>
        </p:spPr>
      </p:pic>
      <p:sp>
        <p:nvSpPr>
          <p:cNvPr id="358" name="Google Shape;358;p35"/>
          <p:cNvSpPr txBox="1"/>
          <p:nvPr/>
        </p:nvSpPr>
        <p:spPr>
          <a:xfrm>
            <a:off x="918094" y="4658787"/>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359" name="Google Shape;359;p35"/>
          <p:cNvSpPr>
            <a:spLocks noGrp="1"/>
          </p:cNvSpPr>
          <p:nvPr>
            <p:ph type="pic" idx="2"/>
          </p:nvPr>
        </p:nvSpPr>
        <p:spPr>
          <a:xfrm>
            <a:off x="4868334" y="1691217"/>
            <a:ext cx="6354233" cy="4068233"/>
          </a:xfrm>
          <a:prstGeom prst="rect">
            <a:avLst/>
          </a:prstGeom>
          <a:solidFill>
            <a:srgbClr val="D8D8D8"/>
          </a:solidFill>
          <a:ln>
            <a:noFill/>
          </a:ln>
        </p:spPr>
        <p:txBody>
          <a:bodyPr/>
          <a:lstStyle/>
          <a:p>
            <a:endParaRPr lang="pt-BR" dirty="0"/>
          </a:p>
        </p:txBody>
      </p:sp>
      <p:sp>
        <p:nvSpPr>
          <p:cNvPr id="360" name="Google Shape;360;p35"/>
          <p:cNvSpPr txBox="1"/>
          <p:nvPr/>
        </p:nvSpPr>
        <p:spPr>
          <a:xfrm>
            <a:off x="4676921" y="734022"/>
            <a:ext cx="5440600" cy="718283"/>
          </a:xfrm>
          <a:prstGeom prst="rect">
            <a:avLst/>
          </a:prstGeom>
          <a:noFill/>
          <a:ln>
            <a:noFill/>
          </a:ln>
        </p:spPr>
        <p:txBody>
          <a:bodyPr spcFirstLastPara="1" wrap="square" lIns="60950" tIns="30450" rIns="60950" bIns="30450" anchor="t" anchorCtr="0">
            <a:normAutofit/>
          </a:bodyPr>
          <a:lstStyle/>
          <a:p>
            <a:pPr marL="304815" marR="0" lvl="0" indent="-152408" algn="l" rtl="0">
              <a:lnSpc>
                <a:spcPct val="100000"/>
              </a:lnSpc>
              <a:spcBef>
                <a:spcPts val="600"/>
              </a:spcBef>
              <a:spcAft>
                <a:spcPts val="0"/>
              </a:spcAft>
              <a:buClr>
                <a:schemeClr val="dk1"/>
              </a:buClr>
              <a:buSzPts val="4500"/>
              <a:buFont typeface="Poppins"/>
              <a:buNone/>
            </a:pPr>
            <a:r>
              <a:rPr lang="pt-BR" sz="3000" b="1" i="0" u="none" strike="noStrike" cap="none" dirty="0">
                <a:solidFill>
                  <a:srgbClr val="FF0000"/>
                </a:solidFill>
                <a:latin typeface="Poppins"/>
                <a:ea typeface="Poppins"/>
                <a:cs typeface="Poppins"/>
                <a:sym typeface="Poppins"/>
              </a:rPr>
              <a:t>Nuvem de palavras</a:t>
            </a:r>
            <a:endParaRPr sz="1400" b="0" i="0" u="none" strike="noStrike" cap="none" dirty="0">
              <a:solidFill>
                <a:srgbClr val="000000"/>
              </a:solidFill>
              <a:latin typeface="Arial"/>
              <a:ea typeface="Arial"/>
              <a:cs typeface="Arial"/>
              <a:sym typeface="Arial"/>
            </a:endParaRPr>
          </a:p>
        </p:txBody>
      </p:sp>
      <p:sp>
        <p:nvSpPr>
          <p:cNvPr id="361" name="Google Shape;361;p35"/>
          <p:cNvSpPr/>
          <p:nvPr/>
        </p:nvSpPr>
        <p:spPr>
          <a:xfrm>
            <a:off x="1827147" y="369589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62" name="Google Shape;362;p35"/>
          <p:cNvSpPr txBox="1"/>
          <p:nvPr/>
        </p:nvSpPr>
        <p:spPr>
          <a:xfrm>
            <a:off x="2025947" y="3952324"/>
            <a:ext cx="2001764" cy="107702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p:spTree>
      <p:nvGrpSpPr>
        <p:cNvPr id="1" name="Shape 363"/>
        <p:cNvGrpSpPr/>
        <p:nvPr/>
      </p:nvGrpSpPr>
      <p:grpSpPr>
        <a:xfrm>
          <a:off x="0" y="0"/>
          <a:ext cx="0" cy="0"/>
          <a:chOff x="0" y="0"/>
          <a:chExt cx="0" cy="0"/>
        </a:xfrm>
      </p:grpSpPr>
      <p:pic>
        <p:nvPicPr>
          <p:cNvPr id="364" name="Google Shape;364;p36"/>
          <p:cNvPicPr preferRelativeResize="0"/>
          <p:nvPr/>
        </p:nvPicPr>
        <p:blipFill rotWithShape="1">
          <a:blip r:embed="rId2">
            <a:alphaModFix/>
          </a:blip>
          <a:srcRect/>
          <a:stretch/>
        </p:blipFill>
        <p:spPr>
          <a:xfrm>
            <a:off x="0" y="9526"/>
            <a:ext cx="12192000" cy="568301"/>
          </a:xfrm>
          <a:prstGeom prst="rect">
            <a:avLst/>
          </a:prstGeom>
          <a:noFill/>
          <a:ln>
            <a:noFill/>
          </a:ln>
        </p:spPr>
      </p:pic>
      <p:pic>
        <p:nvPicPr>
          <p:cNvPr id="365" name="Google Shape;365;p36"/>
          <p:cNvPicPr preferRelativeResize="0"/>
          <p:nvPr/>
        </p:nvPicPr>
        <p:blipFill rotWithShape="1">
          <a:blip r:embed="rId3">
            <a:alphaModFix/>
          </a:blip>
          <a:srcRect/>
          <a:stretch/>
        </p:blipFill>
        <p:spPr>
          <a:xfrm>
            <a:off x="0" y="6281734"/>
            <a:ext cx="12192000" cy="595317"/>
          </a:xfrm>
          <a:prstGeom prst="rect">
            <a:avLst/>
          </a:prstGeom>
          <a:noFill/>
          <a:ln>
            <a:noFill/>
          </a:ln>
        </p:spPr>
      </p:pic>
      <p:sp>
        <p:nvSpPr>
          <p:cNvPr id="366" name="Google Shape;366;p36"/>
          <p:cNvSpPr txBox="1">
            <a:spLocks noGrp="1"/>
          </p:cNvSpPr>
          <p:nvPr>
            <p:ph type="body" idx="1"/>
          </p:nvPr>
        </p:nvSpPr>
        <p:spPr>
          <a:xfrm>
            <a:off x="2832629" y="929217"/>
            <a:ext cx="8512278" cy="40990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4400" b="1"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7" name="Google Shape;367;p36"/>
          <p:cNvSpPr txBox="1">
            <a:spLocks noGrp="1"/>
          </p:cNvSpPr>
          <p:nvPr>
            <p:ph type="body" idx="2"/>
          </p:nvPr>
        </p:nvSpPr>
        <p:spPr>
          <a:xfrm>
            <a:off x="3117954" y="1598778"/>
            <a:ext cx="8226953" cy="261279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8" name="Google Shape;368;p36"/>
          <p:cNvSpPr txBox="1">
            <a:spLocks noGrp="1"/>
          </p:cNvSpPr>
          <p:nvPr>
            <p:ph type="body" idx="3"/>
          </p:nvPr>
        </p:nvSpPr>
        <p:spPr>
          <a:xfrm>
            <a:off x="4282082" y="4997173"/>
            <a:ext cx="6770665" cy="903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69" name="Google Shape;369;p36"/>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70" name="Google Shape;370;p36"/>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Linha do Tempo2">
  <p:cSld name="1_Linha do Tempo2">
    <p:bg>
      <p:bgPr>
        <a:solidFill>
          <a:schemeClr val="lt1"/>
        </a:solidFill>
        <a:effectLst/>
      </p:bgPr>
    </p:bg>
    <p:spTree>
      <p:nvGrpSpPr>
        <p:cNvPr id="1" name="Shape 371"/>
        <p:cNvGrpSpPr/>
        <p:nvPr/>
      </p:nvGrpSpPr>
      <p:grpSpPr>
        <a:xfrm>
          <a:off x="0" y="0"/>
          <a:ext cx="0" cy="0"/>
          <a:chOff x="0" y="0"/>
          <a:chExt cx="0" cy="0"/>
        </a:xfrm>
      </p:grpSpPr>
      <p:pic>
        <p:nvPicPr>
          <p:cNvPr id="372" name="Google Shape;372;p37"/>
          <p:cNvPicPr preferRelativeResize="0"/>
          <p:nvPr/>
        </p:nvPicPr>
        <p:blipFill rotWithShape="1">
          <a:blip r:embed="rId2">
            <a:alphaModFix/>
          </a:blip>
          <a:srcRect/>
          <a:stretch/>
        </p:blipFill>
        <p:spPr>
          <a:xfrm>
            <a:off x="0" y="9526"/>
            <a:ext cx="12192000" cy="568301"/>
          </a:xfrm>
          <a:prstGeom prst="rect">
            <a:avLst/>
          </a:prstGeom>
          <a:noFill/>
          <a:ln>
            <a:noFill/>
          </a:ln>
        </p:spPr>
      </p:pic>
      <p:pic>
        <p:nvPicPr>
          <p:cNvPr id="373" name="Google Shape;373;p37"/>
          <p:cNvPicPr preferRelativeResize="0"/>
          <p:nvPr/>
        </p:nvPicPr>
        <p:blipFill rotWithShape="1">
          <a:blip r:embed="rId3">
            <a:alphaModFix/>
          </a:blip>
          <a:srcRect/>
          <a:stretch/>
        </p:blipFill>
        <p:spPr>
          <a:xfrm>
            <a:off x="0" y="6281734"/>
            <a:ext cx="12192000" cy="595317"/>
          </a:xfrm>
          <a:prstGeom prst="rect">
            <a:avLst/>
          </a:prstGeom>
          <a:noFill/>
          <a:ln>
            <a:noFill/>
          </a:ln>
        </p:spPr>
      </p:pic>
      <p:cxnSp>
        <p:nvCxnSpPr>
          <p:cNvPr id="374" name="Google Shape;374;p37"/>
          <p:cNvCxnSpPr/>
          <p:nvPr/>
        </p:nvCxnSpPr>
        <p:spPr>
          <a:xfrm>
            <a:off x="460698" y="3353252"/>
            <a:ext cx="11844716" cy="0"/>
          </a:xfrm>
          <a:prstGeom prst="straightConnector1">
            <a:avLst/>
          </a:prstGeom>
          <a:noFill/>
          <a:ln w="28575" cap="flat" cmpd="sng">
            <a:solidFill>
              <a:schemeClr val="dk1"/>
            </a:solidFill>
            <a:prstDash val="dot"/>
            <a:round/>
            <a:headEnd type="none" w="sm" len="sm"/>
            <a:tailEnd type="none" w="sm" len="sm"/>
          </a:ln>
        </p:spPr>
      </p:cxnSp>
      <p:sp>
        <p:nvSpPr>
          <p:cNvPr id="375" name="Google Shape;375;p37"/>
          <p:cNvSpPr txBox="1">
            <a:spLocks noGrp="1"/>
          </p:cNvSpPr>
          <p:nvPr>
            <p:ph type="body" idx="1"/>
          </p:nvPr>
        </p:nvSpPr>
        <p:spPr>
          <a:xfrm>
            <a:off x="3104707" y="1639685"/>
            <a:ext cx="8240200" cy="225767"/>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1467" b="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76" name="Google Shape;376;p37"/>
          <p:cNvSpPr txBox="1">
            <a:spLocks noGrp="1"/>
          </p:cNvSpPr>
          <p:nvPr>
            <p:ph type="body" idx="2"/>
          </p:nvPr>
        </p:nvSpPr>
        <p:spPr>
          <a:xfrm>
            <a:off x="3104707" y="1090293"/>
            <a:ext cx="7173432" cy="417775"/>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2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377" name="Google Shape;377;p37"/>
          <p:cNvSpPr txBox="1"/>
          <p:nvPr/>
        </p:nvSpPr>
        <p:spPr>
          <a:xfrm>
            <a:off x="1635512" y="498087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78" name="Google Shape;378;p3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79" name="Google Shape;379;p3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_Linha do Tempo1">
  <p:cSld name="3_Linha do Tempo1 7">
    <p:bg>
      <p:bgPr>
        <a:solidFill>
          <a:schemeClr val="lt1"/>
        </a:solidFill>
        <a:effectLst/>
      </p:bgPr>
    </p:bg>
    <p:spTree>
      <p:nvGrpSpPr>
        <p:cNvPr id="1" name="Shape 380"/>
        <p:cNvGrpSpPr/>
        <p:nvPr/>
      </p:nvGrpSpPr>
      <p:grpSpPr>
        <a:xfrm>
          <a:off x="0" y="0"/>
          <a:ext cx="0" cy="0"/>
          <a:chOff x="0" y="0"/>
          <a:chExt cx="0" cy="0"/>
        </a:xfrm>
      </p:grpSpPr>
      <p:pic>
        <p:nvPicPr>
          <p:cNvPr id="381" name="Google Shape;381;p3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382" name="Google Shape;382;p38"/>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383" name="Google Shape;383;p38"/>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384" name="Google Shape;384;p38"/>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385" name="Google Shape;385;p38"/>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386" name="Google Shape;386;p38"/>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387" name="Google Shape;387;p38"/>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388" name="Google Shape;388;p38"/>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389" name="Google Shape;389;p38"/>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390" name="Google Shape;390;p38"/>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391" name="Google Shape;391;p38"/>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392" name="Google Shape;392;p38"/>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393" name="Google Shape;393;p38"/>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394" name="Google Shape;394;p38"/>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Linha do Tempo1">
  <p:cSld name="3_Linha do Tempo1 8">
    <p:bg>
      <p:bgPr>
        <a:solidFill>
          <a:schemeClr val="lt1"/>
        </a:solidFill>
        <a:effectLst/>
      </p:bgPr>
    </p:bg>
    <p:spTree>
      <p:nvGrpSpPr>
        <p:cNvPr id="1" name="Shape 395"/>
        <p:cNvGrpSpPr/>
        <p:nvPr/>
      </p:nvGrpSpPr>
      <p:grpSpPr>
        <a:xfrm>
          <a:off x="0" y="0"/>
          <a:ext cx="0" cy="0"/>
          <a:chOff x="0" y="0"/>
          <a:chExt cx="0" cy="0"/>
        </a:xfrm>
      </p:grpSpPr>
      <p:pic>
        <p:nvPicPr>
          <p:cNvPr id="396" name="Google Shape;396;p39"/>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397" name="Google Shape;397;p39"/>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398" name="Google Shape;398;p39"/>
          <p:cNvCxnSpPr/>
          <p:nvPr/>
        </p:nvCxnSpPr>
        <p:spPr>
          <a:xfrm>
            <a:off x="1559442"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399" name="Google Shape;399;p39"/>
          <p:cNvCxnSpPr/>
          <p:nvPr/>
        </p:nvCxnSpPr>
        <p:spPr>
          <a:xfrm rot="10800000">
            <a:off x="1147295" y="4639450"/>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00" name="Google Shape;400;p39"/>
          <p:cNvCxnSpPr/>
          <p:nvPr/>
        </p:nvCxnSpPr>
        <p:spPr>
          <a:xfrm rot="10800000">
            <a:off x="6787299"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01" name="Google Shape;401;p39"/>
          <p:cNvCxnSpPr/>
          <p:nvPr/>
        </p:nvCxnSpPr>
        <p:spPr>
          <a:xfrm>
            <a:off x="3961499"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02" name="Google Shape;402;p39"/>
          <p:cNvCxnSpPr/>
          <p:nvPr/>
        </p:nvCxnSpPr>
        <p:spPr>
          <a:xfrm>
            <a:off x="9587327"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03" name="Google Shape;403;p39"/>
          <p:cNvSpPr>
            <a:spLocks noGrp="1"/>
          </p:cNvSpPr>
          <p:nvPr>
            <p:ph type="pic" idx="2"/>
          </p:nvPr>
        </p:nvSpPr>
        <p:spPr>
          <a:xfrm>
            <a:off x="778432" y="3092450"/>
            <a:ext cx="2016125" cy="1677459"/>
          </a:xfrm>
          <a:prstGeom prst="rect">
            <a:avLst/>
          </a:prstGeom>
          <a:solidFill>
            <a:srgbClr val="D8D8D8"/>
          </a:solidFill>
          <a:ln>
            <a:noFill/>
          </a:ln>
        </p:spPr>
        <p:txBody>
          <a:bodyPr/>
          <a:lstStyle/>
          <a:p>
            <a:endParaRPr lang="pt-BR" dirty="0"/>
          </a:p>
        </p:txBody>
      </p:sp>
      <p:sp>
        <p:nvSpPr>
          <p:cNvPr id="404" name="Google Shape;404;p39"/>
          <p:cNvSpPr>
            <a:spLocks noGrp="1"/>
          </p:cNvSpPr>
          <p:nvPr>
            <p:ph type="pic" idx="3"/>
          </p:nvPr>
        </p:nvSpPr>
        <p:spPr>
          <a:xfrm>
            <a:off x="3615829" y="3092450"/>
            <a:ext cx="2016125" cy="1677459"/>
          </a:xfrm>
          <a:prstGeom prst="rect">
            <a:avLst/>
          </a:prstGeom>
          <a:solidFill>
            <a:srgbClr val="D8D8D8"/>
          </a:solidFill>
          <a:ln>
            <a:noFill/>
          </a:ln>
        </p:spPr>
        <p:txBody>
          <a:bodyPr/>
          <a:lstStyle/>
          <a:p>
            <a:endParaRPr lang="pt-BR" dirty="0"/>
          </a:p>
        </p:txBody>
      </p:sp>
      <p:sp>
        <p:nvSpPr>
          <p:cNvPr id="405" name="Google Shape;405;p39"/>
          <p:cNvSpPr>
            <a:spLocks noGrp="1"/>
          </p:cNvSpPr>
          <p:nvPr>
            <p:ph type="pic" idx="4"/>
          </p:nvPr>
        </p:nvSpPr>
        <p:spPr>
          <a:xfrm>
            <a:off x="6432270" y="3092450"/>
            <a:ext cx="2016125" cy="1677459"/>
          </a:xfrm>
          <a:prstGeom prst="rect">
            <a:avLst/>
          </a:prstGeom>
          <a:solidFill>
            <a:srgbClr val="D8D8D8"/>
          </a:solidFill>
          <a:ln>
            <a:noFill/>
          </a:ln>
        </p:spPr>
        <p:txBody>
          <a:bodyPr/>
          <a:lstStyle/>
          <a:p>
            <a:endParaRPr lang="pt-BR" dirty="0"/>
          </a:p>
        </p:txBody>
      </p:sp>
      <p:sp>
        <p:nvSpPr>
          <p:cNvPr id="406" name="Google Shape;406;p39"/>
          <p:cNvSpPr>
            <a:spLocks noGrp="1"/>
          </p:cNvSpPr>
          <p:nvPr>
            <p:ph type="pic" idx="5"/>
          </p:nvPr>
        </p:nvSpPr>
        <p:spPr>
          <a:xfrm>
            <a:off x="9269667" y="3092450"/>
            <a:ext cx="2016125" cy="1677459"/>
          </a:xfrm>
          <a:prstGeom prst="rect">
            <a:avLst/>
          </a:prstGeom>
          <a:solidFill>
            <a:srgbClr val="D8D8D8"/>
          </a:solidFill>
          <a:ln>
            <a:noFill/>
          </a:ln>
        </p:spPr>
        <p:txBody>
          <a:bodyPr/>
          <a:lstStyle/>
          <a:p>
            <a:endParaRPr lang="pt-BR" dirty="0"/>
          </a:p>
        </p:txBody>
      </p:sp>
      <p:sp>
        <p:nvSpPr>
          <p:cNvPr id="407" name="Google Shape;407;p39"/>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08" name="Google Shape;408;p39"/>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09" name="Google Shape;409;p39"/>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_Linha do Tempo1">
  <p:cSld name="3_Linha do Tempo1 9">
    <p:bg>
      <p:bgPr>
        <a:solidFill>
          <a:schemeClr val="lt1"/>
        </a:solidFill>
        <a:effectLst/>
      </p:bgPr>
    </p:bg>
    <p:spTree>
      <p:nvGrpSpPr>
        <p:cNvPr id="1" name="Shape 410"/>
        <p:cNvGrpSpPr/>
        <p:nvPr/>
      </p:nvGrpSpPr>
      <p:grpSpPr>
        <a:xfrm>
          <a:off x="0" y="0"/>
          <a:ext cx="0" cy="0"/>
          <a:chOff x="0" y="0"/>
          <a:chExt cx="0" cy="0"/>
        </a:xfrm>
      </p:grpSpPr>
      <p:pic>
        <p:nvPicPr>
          <p:cNvPr id="411" name="Google Shape;411;p40"/>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12" name="Google Shape;412;p40"/>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13" name="Google Shape;413;p40"/>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14" name="Google Shape;414;p40"/>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15" name="Google Shape;415;p40"/>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16" name="Google Shape;416;p40"/>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17" name="Google Shape;417;p40"/>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18" name="Google Shape;418;p40"/>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19" name="Google Shape;419;p40"/>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20" name="Google Shape;420;p40"/>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21" name="Google Shape;421;p40"/>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22" name="Google Shape;422;p40"/>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23" name="Google Shape;423;p40"/>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24" name="Google Shape;424;p40"/>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25" name="Google Shape;425;p40"/>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26" name="Google Shape;426;p40"/>
          <p:cNvSpPr txBox="1"/>
          <p:nvPr/>
        </p:nvSpPr>
        <p:spPr>
          <a:xfrm>
            <a:off x="495695" y="718480"/>
            <a:ext cx="1813440"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_Linha do Tempo1">
  <p:cSld name="3_Linha do Tempo1 10">
    <p:bg>
      <p:bgPr>
        <a:solidFill>
          <a:schemeClr val="lt1"/>
        </a:solidFill>
        <a:effectLst/>
      </p:bgPr>
    </p:bg>
    <p:spTree>
      <p:nvGrpSpPr>
        <p:cNvPr id="1" name="Shape 427"/>
        <p:cNvGrpSpPr/>
        <p:nvPr/>
      </p:nvGrpSpPr>
      <p:grpSpPr>
        <a:xfrm>
          <a:off x="0" y="0"/>
          <a:ext cx="0" cy="0"/>
          <a:chOff x="0" y="0"/>
          <a:chExt cx="0" cy="0"/>
        </a:xfrm>
      </p:grpSpPr>
      <p:pic>
        <p:nvPicPr>
          <p:cNvPr id="428" name="Google Shape;428;p4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29" name="Google Shape;429;p41"/>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30" name="Google Shape;430;p41"/>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31" name="Google Shape;431;p41"/>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32" name="Google Shape;432;p41"/>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33" name="Google Shape;433;p41"/>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34" name="Google Shape;434;p41"/>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35" name="Google Shape;435;p41"/>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36" name="Google Shape;436;p41"/>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37" name="Google Shape;437;p41"/>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38" name="Google Shape;438;p41"/>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39" name="Google Shape;439;p41"/>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40" name="Google Shape;440;p41"/>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41" name="Google Shape;441;p41"/>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42" name="Google Shape;442;p41"/>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43" name="Google Shape;443;p41"/>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1_Linha do Tempo1">
  <p:cSld name="3_Linha do Tempo1 11">
    <p:bg>
      <p:bgPr>
        <a:solidFill>
          <a:schemeClr val="lt1"/>
        </a:solidFill>
        <a:effectLst/>
      </p:bgPr>
    </p:bg>
    <p:spTree>
      <p:nvGrpSpPr>
        <p:cNvPr id="1" name="Shape 444"/>
        <p:cNvGrpSpPr/>
        <p:nvPr/>
      </p:nvGrpSpPr>
      <p:grpSpPr>
        <a:xfrm>
          <a:off x="0" y="0"/>
          <a:ext cx="0" cy="0"/>
          <a:chOff x="0" y="0"/>
          <a:chExt cx="0" cy="0"/>
        </a:xfrm>
      </p:grpSpPr>
      <p:pic>
        <p:nvPicPr>
          <p:cNvPr id="445" name="Google Shape;445;p42"/>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46" name="Google Shape;446;p42"/>
          <p:cNvPicPr preferRelativeResize="0"/>
          <p:nvPr/>
        </p:nvPicPr>
        <p:blipFill rotWithShape="1">
          <a:blip r:embed="rId3">
            <a:alphaModFix/>
          </a:blip>
          <a:srcRect/>
          <a:stretch/>
        </p:blipFill>
        <p:spPr>
          <a:xfrm>
            <a:off x="0" y="9526"/>
            <a:ext cx="12192000" cy="568301"/>
          </a:xfrm>
          <a:prstGeom prst="rect">
            <a:avLst/>
          </a:prstGeom>
          <a:noFill/>
          <a:ln>
            <a:noFill/>
          </a:ln>
        </p:spPr>
      </p:pic>
      <p:cxnSp>
        <p:nvCxnSpPr>
          <p:cNvPr id="447" name="Google Shape;447;p42"/>
          <p:cNvCxnSpPr/>
          <p:nvPr/>
        </p:nvCxnSpPr>
        <p:spPr>
          <a:xfrm>
            <a:off x="1185264" y="3909375"/>
            <a:ext cx="10745972" cy="0"/>
          </a:xfrm>
          <a:prstGeom prst="straightConnector1">
            <a:avLst/>
          </a:prstGeom>
          <a:noFill/>
          <a:ln w="28575" cap="flat" cmpd="sng">
            <a:solidFill>
              <a:schemeClr val="dk1"/>
            </a:solidFill>
            <a:prstDash val="dot"/>
            <a:round/>
            <a:headEnd type="none" w="sm" len="sm"/>
            <a:tailEnd type="none" w="sm" len="sm"/>
          </a:ln>
        </p:spPr>
      </p:cxnSp>
      <p:cxnSp>
        <p:nvCxnSpPr>
          <p:cNvPr id="448" name="Google Shape;448;p42"/>
          <p:cNvCxnSpPr/>
          <p:nvPr/>
        </p:nvCxnSpPr>
        <p:spPr>
          <a:xfrm rot="10800000">
            <a:off x="620355"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49" name="Google Shape;449;p42"/>
          <p:cNvCxnSpPr/>
          <p:nvPr/>
        </p:nvCxnSpPr>
        <p:spPr>
          <a:xfrm rot="10800000">
            <a:off x="5263300" y="4624656"/>
            <a:ext cx="0" cy="1399041"/>
          </a:xfrm>
          <a:prstGeom prst="straightConnector1">
            <a:avLst/>
          </a:prstGeom>
          <a:noFill/>
          <a:ln w="19050" cap="flat" cmpd="sng">
            <a:solidFill>
              <a:schemeClr val="dk1"/>
            </a:solidFill>
            <a:prstDash val="solid"/>
            <a:round/>
            <a:headEnd type="diamond" w="med" len="med"/>
            <a:tailEnd type="none" w="sm" len="sm"/>
          </a:ln>
        </p:spPr>
      </p:cxnSp>
      <p:cxnSp>
        <p:nvCxnSpPr>
          <p:cNvPr id="450" name="Google Shape;450;p42"/>
          <p:cNvCxnSpPr/>
          <p:nvPr/>
        </p:nvCxnSpPr>
        <p:spPr>
          <a:xfrm>
            <a:off x="2959237" y="1592470"/>
            <a:ext cx="0" cy="1499614"/>
          </a:xfrm>
          <a:prstGeom prst="straightConnector1">
            <a:avLst/>
          </a:prstGeom>
          <a:noFill/>
          <a:ln w="19050" cap="flat" cmpd="sng">
            <a:solidFill>
              <a:schemeClr val="dk1"/>
            </a:solidFill>
            <a:prstDash val="solid"/>
            <a:round/>
            <a:headEnd type="diamond" w="med" len="med"/>
            <a:tailEnd type="none" w="sm" len="sm"/>
          </a:ln>
        </p:spPr>
      </p:cxnSp>
      <p:cxnSp>
        <p:nvCxnSpPr>
          <p:cNvPr id="451" name="Google Shape;451;p42"/>
          <p:cNvCxnSpPr/>
          <p:nvPr/>
        </p:nvCxnSpPr>
        <p:spPr>
          <a:xfrm>
            <a:off x="7589194" y="1577706"/>
            <a:ext cx="0" cy="1499614"/>
          </a:xfrm>
          <a:prstGeom prst="straightConnector1">
            <a:avLst/>
          </a:prstGeom>
          <a:noFill/>
          <a:ln w="19050" cap="flat" cmpd="sng">
            <a:solidFill>
              <a:schemeClr val="dk1"/>
            </a:solidFill>
            <a:prstDash val="solid"/>
            <a:round/>
            <a:headEnd type="diamond" w="med" len="med"/>
            <a:tailEnd type="none" w="sm" len="sm"/>
          </a:ln>
        </p:spPr>
      </p:cxnSp>
      <p:sp>
        <p:nvSpPr>
          <p:cNvPr id="452" name="Google Shape;452;p42"/>
          <p:cNvSpPr>
            <a:spLocks noGrp="1"/>
          </p:cNvSpPr>
          <p:nvPr>
            <p:ph type="pic" idx="2"/>
          </p:nvPr>
        </p:nvSpPr>
        <p:spPr>
          <a:xfrm>
            <a:off x="466617" y="3092450"/>
            <a:ext cx="1973681" cy="1677459"/>
          </a:xfrm>
          <a:prstGeom prst="rect">
            <a:avLst/>
          </a:prstGeom>
          <a:solidFill>
            <a:srgbClr val="D8D8D8"/>
          </a:solidFill>
          <a:ln>
            <a:noFill/>
          </a:ln>
        </p:spPr>
        <p:txBody>
          <a:bodyPr/>
          <a:lstStyle/>
          <a:p>
            <a:endParaRPr lang="pt-BR" dirty="0"/>
          </a:p>
        </p:txBody>
      </p:sp>
      <p:sp>
        <p:nvSpPr>
          <p:cNvPr id="453" name="Google Shape;453;p42"/>
          <p:cNvSpPr>
            <a:spLocks noGrp="1"/>
          </p:cNvSpPr>
          <p:nvPr>
            <p:ph type="pic" idx="3"/>
          </p:nvPr>
        </p:nvSpPr>
        <p:spPr>
          <a:xfrm>
            <a:off x="2769806" y="3092450"/>
            <a:ext cx="1973681" cy="1677459"/>
          </a:xfrm>
          <a:prstGeom prst="rect">
            <a:avLst/>
          </a:prstGeom>
          <a:solidFill>
            <a:srgbClr val="D8D8D8"/>
          </a:solidFill>
          <a:ln>
            <a:noFill/>
          </a:ln>
        </p:spPr>
        <p:txBody>
          <a:bodyPr/>
          <a:lstStyle/>
          <a:p>
            <a:endParaRPr lang="pt-BR" dirty="0"/>
          </a:p>
        </p:txBody>
      </p:sp>
      <p:sp>
        <p:nvSpPr>
          <p:cNvPr id="454" name="Google Shape;454;p42"/>
          <p:cNvSpPr>
            <a:spLocks noGrp="1"/>
          </p:cNvSpPr>
          <p:nvPr>
            <p:ph type="pic" idx="4"/>
          </p:nvPr>
        </p:nvSpPr>
        <p:spPr>
          <a:xfrm>
            <a:off x="5072996" y="3092450"/>
            <a:ext cx="1973681" cy="1677459"/>
          </a:xfrm>
          <a:prstGeom prst="rect">
            <a:avLst/>
          </a:prstGeom>
          <a:solidFill>
            <a:srgbClr val="D8D8D8"/>
          </a:solidFill>
          <a:ln>
            <a:noFill/>
          </a:ln>
        </p:spPr>
        <p:txBody>
          <a:bodyPr/>
          <a:lstStyle/>
          <a:p>
            <a:endParaRPr lang="pt-BR" dirty="0"/>
          </a:p>
        </p:txBody>
      </p:sp>
      <p:sp>
        <p:nvSpPr>
          <p:cNvPr id="455" name="Google Shape;455;p42"/>
          <p:cNvSpPr>
            <a:spLocks noGrp="1"/>
          </p:cNvSpPr>
          <p:nvPr>
            <p:ph type="pic" idx="5"/>
          </p:nvPr>
        </p:nvSpPr>
        <p:spPr>
          <a:xfrm>
            <a:off x="7376185" y="3092450"/>
            <a:ext cx="1973681" cy="1677459"/>
          </a:xfrm>
          <a:prstGeom prst="rect">
            <a:avLst/>
          </a:prstGeom>
          <a:solidFill>
            <a:srgbClr val="D8D8D8"/>
          </a:solidFill>
          <a:ln>
            <a:noFill/>
          </a:ln>
        </p:spPr>
        <p:txBody>
          <a:bodyPr/>
          <a:lstStyle/>
          <a:p>
            <a:endParaRPr lang="pt-BR" dirty="0"/>
          </a:p>
        </p:txBody>
      </p:sp>
      <p:sp>
        <p:nvSpPr>
          <p:cNvPr id="456" name="Google Shape;456;p42"/>
          <p:cNvSpPr txBox="1">
            <a:spLocks noGrp="1"/>
          </p:cNvSpPr>
          <p:nvPr>
            <p:ph type="body" idx="1"/>
          </p:nvPr>
        </p:nvSpPr>
        <p:spPr>
          <a:xfrm>
            <a:off x="3005292"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57" name="Google Shape;457;p42"/>
          <p:cNvSpPr>
            <a:spLocks noGrp="1"/>
          </p:cNvSpPr>
          <p:nvPr>
            <p:ph type="pic" idx="6"/>
          </p:nvPr>
        </p:nvSpPr>
        <p:spPr>
          <a:xfrm>
            <a:off x="9679374" y="3092450"/>
            <a:ext cx="1973681" cy="1677459"/>
          </a:xfrm>
          <a:prstGeom prst="rect">
            <a:avLst/>
          </a:prstGeom>
          <a:solidFill>
            <a:srgbClr val="D8D8D8"/>
          </a:solidFill>
          <a:ln>
            <a:noFill/>
          </a:ln>
        </p:spPr>
        <p:txBody>
          <a:bodyPr/>
          <a:lstStyle/>
          <a:p>
            <a:endParaRPr lang="pt-BR" dirty="0"/>
          </a:p>
        </p:txBody>
      </p:sp>
      <p:cxnSp>
        <p:nvCxnSpPr>
          <p:cNvPr id="458" name="Google Shape;458;p42"/>
          <p:cNvCxnSpPr/>
          <p:nvPr/>
        </p:nvCxnSpPr>
        <p:spPr>
          <a:xfrm rot="10800000">
            <a:off x="9869167" y="4624656"/>
            <a:ext cx="0" cy="1399041"/>
          </a:xfrm>
          <a:prstGeom prst="straightConnector1">
            <a:avLst/>
          </a:prstGeom>
          <a:noFill/>
          <a:ln w="19050" cap="flat" cmpd="sng">
            <a:solidFill>
              <a:schemeClr val="dk1"/>
            </a:solidFill>
            <a:prstDash val="solid"/>
            <a:round/>
            <a:headEnd type="diamond" w="med" len="med"/>
            <a:tailEnd type="none" w="sm" len="sm"/>
          </a:ln>
        </p:spPr>
      </p:cxnSp>
      <p:sp>
        <p:nvSpPr>
          <p:cNvPr id="459" name="Google Shape;459;p42"/>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60" name="Google Shape;460;p42"/>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1_Linha do Tempo1">
  <p:cSld name="3_Linha do Tempo1 12">
    <p:bg>
      <p:bgPr>
        <a:solidFill>
          <a:schemeClr val="lt1"/>
        </a:solidFill>
        <a:effectLst/>
      </p:bgPr>
    </p:bg>
    <p:spTree>
      <p:nvGrpSpPr>
        <p:cNvPr id="1" name="Shape 461"/>
        <p:cNvGrpSpPr/>
        <p:nvPr/>
      </p:nvGrpSpPr>
      <p:grpSpPr>
        <a:xfrm>
          <a:off x="0" y="0"/>
          <a:ext cx="0" cy="0"/>
          <a:chOff x="0" y="0"/>
          <a:chExt cx="0" cy="0"/>
        </a:xfrm>
      </p:grpSpPr>
      <p:pic>
        <p:nvPicPr>
          <p:cNvPr id="462" name="Google Shape;462;p43"/>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63" name="Google Shape;463;p43"/>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64" name="Google Shape;464;p43"/>
          <p:cNvSpPr>
            <a:spLocks noGrp="1"/>
          </p:cNvSpPr>
          <p:nvPr>
            <p:ph type="pic" idx="2"/>
          </p:nvPr>
        </p:nvSpPr>
        <p:spPr>
          <a:xfrm>
            <a:off x="3127810" y="1084585"/>
            <a:ext cx="2481584" cy="1744787"/>
          </a:xfrm>
          <a:prstGeom prst="rect">
            <a:avLst/>
          </a:prstGeom>
          <a:solidFill>
            <a:srgbClr val="D8D8D8"/>
          </a:solidFill>
          <a:ln>
            <a:noFill/>
          </a:ln>
        </p:spPr>
        <p:txBody>
          <a:bodyPr/>
          <a:lstStyle/>
          <a:p>
            <a:endParaRPr lang="pt-BR" dirty="0"/>
          </a:p>
        </p:txBody>
      </p:sp>
      <p:sp>
        <p:nvSpPr>
          <p:cNvPr id="465" name="Google Shape;465;p43"/>
          <p:cNvSpPr>
            <a:spLocks noGrp="1"/>
          </p:cNvSpPr>
          <p:nvPr>
            <p:ph type="pic" idx="3"/>
          </p:nvPr>
        </p:nvSpPr>
        <p:spPr>
          <a:xfrm>
            <a:off x="3127810" y="3837265"/>
            <a:ext cx="2481584" cy="1744787"/>
          </a:xfrm>
          <a:prstGeom prst="rect">
            <a:avLst/>
          </a:prstGeom>
          <a:solidFill>
            <a:srgbClr val="D8D8D8"/>
          </a:solidFill>
          <a:ln>
            <a:noFill/>
          </a:ln>
        </p:spPr>
        <p:txBody>
          <a:bodyPr/>
          <a:lstStyle/>
          <a:p>
            <a:endParaRPr lang="pt-BR" dirty="0"/>
          </a:p>
        </p:txBody>
      </p:sp>
      <p:sp>
        <p:nvSpPr>
          <p:cNvPr id="466" name="Google Shape;466;p43"/>
          <p:cNvSpPr>
            <a:spLocks noGrp="1"/>
          </p:cNvSpPr>
          <p:nvPr>
            <p:ph type="pic" idx="4"/>
          </p:nvPr>
        </p:nvSpPr>
        <p:spPr>
          <a:xfrm>
            <a:off x="8759529" y="3837265"/>
            <a:ext cx="2481584" cy="1744787"/>
          </a:xfrm>
          <a:prstGeom prst="rect">
            <a:avLst/>
          </a:prstGeom>
          <a:solidFill>
            <a:srgbClr val="D8D8D8"/>
          </a:solidFill>
          <a:ln>
            <a:noFill/>
          </a:ln>
        </p:spPr>
        <p:txBody>
          <a:bodyPr/>
          <a:lstStyle/>
          <a:p>
            <a:endParaRPr lang="pt-BR" dirty="0"/>
          </a:p>
        </p:txBody>
      </p:sp>
      <p:sp>
        <p:nvSpPr>
          <p:cNvPr id="467" name="Google Shape;467;p43"/>
          <p:cNvSpPr>
            <a:spLocks noGrp="1"/>
          </p:cNvSpPr>
          <p:nvPr>
            <p:ph type="pic" idx="5"/>
          </p:nvPr>
        </p:nvSpPr>
        <p:spPr>
          <a:xfrm>
            <a:off x="8759529" y="1084585"/>
            <a:ext cx="2481584" cy="1744787"/>
          </a:xfrm>
          <a:prstGeom prst="rect">
            <a:avLst/>
          </a:prstGeom>
          <a:solidFill>
            <a:srgbClr val="D8D8D8"/>
          </a:solidFill>
          <a:ln>
            <a:noFill/>
          </a:ln>
        </p:spPr>
        <p:txBody>
          <a:bodyPr/>
          <a:lstStyle/>
          <a:p>
            <a:endParaRPr lang="pt-BR" dirty="0"/>
          </a:p>
        </p:txBody>
      </p:sp>
      <p:grpSp>
        <p:nvGrpSpPr>
          <p:cNvPr id="468" name="Google Shape;468;p43"/>
          <p:cNvGrpSpPr/>
          <p:nvPr/>
        </p:nvGrpSpPr>
        <p:grpSpPr>
          <a:xfrm>
            <a:off x="9756405" y="6381592"/>
            <a:ext cx="2435595" cy="499855"/>
            <a:chOff x="14634602" y="9537218"/>
            <a:chExt cx="3653392" cy="749782"/>
          </a:xfrm>
        </p:grpSpPr>
        <p:pic>
          <p:nvPicPr>
            <p:cNvPr id="469" name="Google Shape;469;p43"/>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470" name="Google Shape;470;p43" descr="Logotipo"/>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471" name="Google Shape;471;p43"/>
          <p:cNvSpPr>
            <a:spLocks noGrp="1"/>
          </p:cNvSpPr>
          <p:nvPr>
            <p:ph type="pic" idx="6"/>
          </p:nvPr>
        </p:nvSpPr>
        <p:spPr>
          <a:xfrm>
            <a:off x="5943669" y="2636294"/>
            <a:ext cx="2481584" cy="1744787"/>
          </a:xfrm>
          <a:prstGeom prst="rect">
            <a:avLst/>
          </a:prstGeom>
          <a:solidFill>
            <a:srgbClr val="D8D8D8"/>
          </a:solidFill>
          <a:ln>
            <a:noFill/>
          </a:ln>
        </p:spPr>
        <p:txBody>
          <a:bodyPr/>
          <a:lstStyle/>
          <a:p>
            <a:endParaRPr lang="pt-BR" dirty="0"/>
          </a:p>
        </p:txBody>
      </p:sp>
      <p:sp>
        <p:nvSpPr>
          <p:cNvPr id="472" name="Google Shape;472;p43"/>
          <p:cNvSpPr txBox="1">
            <a:spLocks noGrp="1"/>
          </p:cNvSpPr>
          <p:nvPr>
            <p:ph type="body" idx="1"/>
          </p:nvPr>
        </p:nvSpPr>
        <p:spPr>
          <a:xfrm>
            <a:off x="3127811" y="2908275"/>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3" name="Google Shape;473;p43"/>
          <p:cNvSpPr txBox="1">
            <a:spLocks noGrp="1"/>
          </p:cNvSpPr>
          <p:nvPr>
            <p:ph type="body" idx="7"/>
          </p:nvPr>
        </p:nvSpPr>
        <p:spPr>
          <a:xfrm>
            <a:off x="3127811" y="5656962"/>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4" name="Google Shape;474;p43"/>
          <p:cNvSpPr txBox="1">
            <a:spLocks noGrp="1"/>
          </p:cNvSpPr>
          <p:nvPr>
            <p:ph type="body" idx="8"/>
          </p:nvPr>
        </p:nvSpPr>
        <p:spPr>
          <a:xfrm>
            <a:off x="8760967" y="2908275"/>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5" name="Google Shape;475;p43"/>
          <p:cNvSpPr txBox="1">
            <a:spLocks noGrp="1"/>
          </p:cNvSpPr>
          <p:nvPr>
            <p:ph type="body" idx="9"/>
          </p:nvPr>
        </p:nvSpPr>
        <p:spPr>
          <a:xfrm>
            <a:off x="8760967" y="5656962"/>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6" name="Google Shape;476;p43"/>
          <p:cNvSpPr txBox="1">
            <a:spLocks noGrp="1"/>
          </p:cNvSpPr>
          <p:nvPr>
            <p:ph type="body" idx="13"/>
          </p:nvPr>
        </p:nvSpPr>
        <p:spPr>
          <a:xfrm>
            <a:off x="5950033" y="4443564"/>
            <a:ext cx="2481583" cy="26390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chemeClr val="dk1"/>
              </a:buClr>
              <a:buSzPts val="1900"/>
              <a:buFont typeface="Poppins"/>
              <a:buNone/>
              <a:defRPr sz="933"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477" name="Google Shape;477;p43"/>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78" name="Google Shape;478;p43"/>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3_1. Desenvolvimento">
  <p:cSld name="4_1. Desenvolvimento">
    <p:spTree>
      <p:nvGrpSpPr>
        <p:cNvPr id="1" name="Shape 479"/>
        <p:cNvGrpSpPr/>
        <p:nvPr/>
      </p:nvGrpSpPr>
      <p:grpSpPr>
        <a:xfrm>
          <a:off x="0" y="0"/>
          <a:ext cx="0" cy="0"/>
          <a:chOff x="0" y="0"/>
          <a:chExt cx="0" cy="0"/>
        </a:xfrm>
      </p:grpSpPr>
      <p:pic>
        <p:nvPicPr>
          <p:cNvPr id="480" name="Google Shape;480;p44"/>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81" name="Google Shape;481;p44"/>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82" name="Google Shape;482;p44"/>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83" name="Google Shape;483;p44"/>
          <p:cNvSpPr txBox="1">
            <a:spLocks noGrp="1"/>
          </p:cNvSpPr>
          <p:nvPr>
            <p:ph type="body" idx="1"/>
          </p:nvPr>
        </p:nvSpPr>
        <p:spPr>
          <a:xfrm>
            <a:off x="3005293" y="958054"/>
            <a:ext cx="8280499" cy="45190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484" name="Google Shape;484;p44"/>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85" name="Google Shape;485;p44"/>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3_1. Desenvolvimento">
  <p:cSld name="4_1. Desenvolvimento 2">
    <p:spTree>
      <p:nvGrpSpPr>
        <p:cNvPr id="1" name="Shape 486"/>
        <p:cNvGrpSpPr/>
        <p:nvPr/>
      </p:nvGrpSpPr>
      <p:grpSpPr>
        <a:xfrm>
          <a:off x="0" y="0"/>
          <a:ext cx="0" cy="0"/>
          <a:chOff x="0" y="0"/>
          <a:chExt cx="0" cy="0"/>
        </a:xfrm>
      </p:grpSpPr>
      <p:pic>
        <p:nvPicPr>
          <p:cNvPr id="487" name="Google Shape;487;p45"/>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488" name="Google Shape;488;p45"/>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489" name="Google Shape;489;p45"/>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490" name="Google Shape;490;p45"/>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91" name="Google Shape;491;p45"/>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Quadro">
  <p:cSld name="1_Quadro">
    <p:spTree>
      <p:nvGrpSpPr>
        <p:cNvPr id="1" name="Shape 492"/>
        <p:cNvGrpSpPr/>
        <p:nvPr/>
      </p:nvGrpSpPr>
      <p:grpSpPr>
        <a:xfrm>
          <a:off x="0" y="0"/>
          <a:ext cx="0" cy="0"/>
          <a:chOff x="0" y="0"/>
          <a:chExt cx="0" cy="0"/>
        </a:xfrm>
      </p:grpSpPr>
      <p:pic>
        <p:nvPicPr>
          <p:cNvPr id="493" name="Google Shape;493;p46"/>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494" name="Google Shape;494;p46"/>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495" name="Google Shape;495;p46"/>
          <p:cNvSpPr txBox="1">
            <a:spLocks noGrp="1"/>
          </p:cNvSpPr>
          <p:nvPr>
            <p:ph type="body" idx="1"/>
          </p:nvPr>
        </p:nvSpPr>
        <p:spPr>
          <a:xfrm>
            <a:off x="500292" y="3098664"/>
            <a:ext cx="2435595" cy="130352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496" name="Google Shape;496;p46"/>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Quadro">
  <p:cSld name="1_Quadro 2">
    <p:spTree>
      <p:nvGrpSpPr>
        <p:cNvPr id="1" name="Shape 497"/>
        <p:cNvGrpSpPr/>
        <p:nvPr/>
      </p:nvGrpSpPr>
      <p:grpSpPr>
        <a:xfrm>
          <a:off x="0" y="0"/>
          <a:ext cx="0" cy="0"/>
          <a:chOff x="0" y="0"/>
          <a:chExt cx="0" cy="0"/>
        </a:xfrm>
      </p:grpSpPr>
      <p:pic>
        <p:nvPicPr>
          <p:cNvPr id="498" name="Google Shape;498;p47"/>
          <p:cNvPicPr preferRelativeResize="0"/>
          <p:nvPr/>
        </p:nvPicPr>
        <p:blipFill rotWithShape="1">
          <a:blip r:embed="rId2">
            <a:alphaModFix/>
          </a:blip>
          <a:srcRect/>
          <a:stretch/>
        </p:blipFill>
        <p:spPr>
          <a:xfrm>
            <a:off x="4" y="0"/>
            <a:ext cx="12192000" cy="6857989"/>
          </a:xfrm>
          <a:prstGeom prst="rect">
            <a:avLst/>
          </a:prstGeom>
          <a:noFill/>
          <a:ln>
            <a:noFill/>
          </a:ln>
        </p:spPr>
      </p:pic>
      <p:sp>
        <p:nvSpPr>
          <p:cNvPr id="499" name="Google Shape;499;p47"/>
          <p:cNvSpPr txBox="1">
            <a:spLocks noGrp="1"/>
          </p:cNvSpPr>
          <p:nvPr>
            <p:ph type="body" idx="1"/>
          </p:nvPr>
        </p:nvSpPr>
        <p:spPr>
          <a:xfrm>
            <a:off x="500292" y="3098664"/>
            <a:ext cx="2601182" cy="130352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2333"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Clr>
                <a:srgbClr val="000000"/>
              </a:buClr>
              <a:buSzPts val="1400"/>
              <a:buFont typeface="Poppins"/>
              <a:buNone/>
              <a:defRPr sz="933" b="0" i="0" u="none" strike="noStrike" cap="none">
                <a:solidFill>
                  <a:srgbClr val="000000"/>
                </a:solidFill>
                <a:latin typeface="Poppins"/>
                <a:ea typeface="Poppins"/>
                <a:cs typeface="Poppins"/>
                <a:sym typeface="Poppins"/>
              </a:defRPr>
            </a:lvl9pPr>
          </a:lstStyle>
          <a:p>
            <a:endParaRPr/>
          </a:p>
        </p:txBody>
      </p:sp>
      <p:sp>
        <p:nvSpPr>
          <p:cNvPr id="500" name="Google Shape;500;p47"/>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01" name="Google Shape;501;p47"/>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2">
    <p:spTree>
      <p:nvGrpSpPr>
        <p:cNvPr id="1" name="Shape 502"/>
        <p:cNvGrpSpPr/>
        <p:nvPr/>
      </p:nvGrpSpPr>
      <p:grpSpPr>
        <a:xfrm>
          <a:off x="0" y="0"/>
          <a:ext cx="0" cy="0"/>
          <a:chOff x="0" y="0"/>
          <a:chExt cx="0" cy="0"/>
        </a:xfrm>
      </p:grpSpPr>
      <p:pic>
        <p:nvPicPr>
          <p:cNvPr id="503" name="Google Shape;503;p48"/>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04" name="Google Shape;504;p48"/>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05" name="Google Shape;505;p48"/>
          <p:cNvSpPr txBox="1">
            <a:spLocks noGrp="1"/>
          </p:cNvSpPr>
          <p:nvPr>
            <p:ph type="body" idx="1"/>
          </p:nvPr>
        </p:nvSpPr>
        <p:spPr>
          <a:xfrm>
            <a:off x="3163359" y="1023409"/>
            <a:ext cx="4888441" cy="10816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06" name="Google Shape;506;p48"/>
          <p:cNvSpPr txBox="1">
            <a:spLocks noGrp="1"/>
          </p:cNvSpPr>
          <p:nvPr>
            <p:ph type="body" idx="2"/>
          </p:nvPr>
        </p:nvSpPr>
        <p:spPr>
          <a:xfrm>
            <a:off x="3163359" y="2334624"/>
            <a:ext cx="4888441" cy="10816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07" name="Google Shape;507;p48"/>
          <p:cNvSpPr>
            <a:spLocks noGrp="1"/>
          </p:cNvSpPr>
          <p:nvPr>
            <p:ph type="pic" idx="3"/>
          </p:nvPr>
        </p:nvSpPr>
        <p:spPr>
          <a:xfrm>
            <a:off x="3163359" y="3645959"/>
            <a:ext cx="4888441" cy="1667933"/>
          </a:xfrm>
          <a:prstGeom prst="rect">
            <a:avLst/>
          </a:prstGeom>
          <a:noFill/>
          <a:ln>
            <a:noFill/>
          </a:ln>
        </p:spPr>
        <p:txBody>
          <a:bodyPr/>
          <a:lstStyle/>
          <a:p>
            <a:endParaRPr lang="pt-BR" dirty="0"/>
          </a:p>
        </p:txBody>
      </p:sp>
      <p:sp>
        <p:nvSpPr>
          <p:cNvPr id="508" name="Google Shape;508;p48"/>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09" name="Google Shape;509;p48"/>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3">
    <p:spTree>
      <p:nvGrpSpPr>
        <p:cNvPr id="1" name="Shape 510"/>
        <p:cNvGrpSpPr/>
        <p:nvPr/>
      </p:nvGrpSpPr>
      <p:grpSpPr>
        <a:xfrm>
          <a:off x="0" y="0"/>
          <a:ext cx="0" cy="0"/>
          <a:chOff x="0" y="0"/>
          <a:chExt cx="0" cy="0"/>
        </a:xfrm>
      </p:grpSpPr>
      <p:pic>
        <p:nvPicPr>
          <p:cNvPr id="511" name="Google Shape;511;p49"/>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12" name="Google Shape;512;p49"/>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13" name="Google Shape;513;p49"/>
          <p:cNvSpPr>
            <a:spLocks noGrp="1"/>
          </p:cNvSpPr>
          <p:nvPr>
            <p:ph type="pic" idx="2"/>
          </p:nvPr>
        </p:nvSpPr>
        <p:spPr>
          <a:xfrm>
            <a:off x="2805141" y="2431243"/>
            <a:ext cx="9004568" cy="3295901"/>
          </a:xfrm>
          <a:prstGeom prst="rect">
            <a:avLst/>
          </a:prstGeom>
          <a:solidFill>
            <a:srgbClr val="D8D8D8"/>
          </a:solidFill>
          <a:ln>
            <a:noFill/>
          </a:ln>
        </p:spPr>
        <p:txBody>
          <a:bodyPr/>
          <a:lstStyle/>
          <a:p>
            <a:endParaRPr lang="pt-BR" dirty="0"/>
          </a:p>
        </p:txBody>
      </p:sp>
      <p:sp>
        <p:nvSpPr>
          <p:cNvPr id="514" name="Google Shape;514;p49"/>
          <p:cNvSpPr txBox="1">
            <a:spLocks noGrp="1"/>
          </p:cNvSpPr>
          <p:nvPr>
            <p:ph type="body" idx="1"/>
          </p:nvPr>
        </p:nvSpPr>
        <p:spPr>
          <a:xfrm>
            <a:off x="2805142" y="5860191"/>
            <a:ext cx="9004801" cy="279351"/>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5" name="Google Shape;515;p49"/>
          <p:cNvSpPr txBox="1">
            <a:spLocks noGrp="1"/>
          </p:cNvSpPr>
          <p:nvPr>
            <p:ph type="body" idx="3"/>
          </p:nvPr>
        </p:nvSpPr>
        <p:spPr>
          <a:xfrm>
            <a:off x="2805142" y="823383"/>
            <a:ext cx="9004801" cy="136311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16" name="Google Shape;516;p49"/>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17" name="Google Shape;517;p49"/>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ítulo e Conteúdo">
  <p:cSld name="1_Título e Conteúdo 4">
    <p:spTree>
      <p:nvGrpSpPr>
        <p:cNvPr id="1" name="Shape 518"/>
        <p:cNvGrpSpPr/>
        <p:nvPr/>
      </p:nvGrpSpPr>
      <p:grpSpPr>
        <a:xfrm>
          <a:off x="0" y="0"/>
          <a:ext cx="0" cy="0"/>
          <a:chOff x="0" y="0"/>
          <a:chExt cx="0" cy="0"/>
        </a:xfrm>
      </p:grpSpPr>
      <p:pic>
        <p:nvPicPr>
          <p:cNvPr id="519" name="Google Shape;519;p50"/>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20" name="Google Shape;520;p50"/>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21" name="Google Shape;521;p50"/>
          <p:cNvSpPr txBox="1">
            <a:spLocks noGrp="1"/>
          </p:cNvSpPr>
          <p:nvPr>
            <p:ph type="body" idx="1"/>
          </p:nvPr>
        </p:nvSpPr>
        <p:spPr>
          <a:xfrm>
            <a:off x="2967826" y="931395"/>
            <a:ext cx="8540120" cy="52069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22" name="Google Shape;522;p50"/>
          <p:cNvSpPr txBox="1">
            <a:spLocks noGrp="1"/>
          </p:cNvSpPr>
          <p:nvPr>
            <p:ph type="body" idx="2"/>
          </p:nvPr>
        </p:nvSpPr>
        <p:spPr>
          <a:xfrm>
            <a:off x="2967826" y="2012830"/>
            <a:ext cx="3829789" cy="376111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23" name="Google Shape;523;p50"/>
          <p:cNvSpPr>
            <a:spLocks noGrp="1"/>
          </p:cNvSpPr>
          <p:nvPr>
            <p:ph type="pic" idx="3"/>
          </p:nvPr>
        </p:nvSpPr>
        <p:spPr>
          <a:xfrm>
            <a:off x="7131171" y="2012830"/>
            <a:ext cx="4376775" cy="3761117"/>
          </a:xfrm>
          <a:prstGeom prst="rect">
            <a:avLst/>
          </a:prstGeom>
          <a:solidFill>
            <a:srgbClr val="D8D8D8"/>
          </a:solidFill>
          <a:ln>
            <a:noFill/>
          </a:ln>
        </p:spPr>
        <p:txBody>
          <a:bodyPr/>
          <a:lstStyle/>
          <a:p>
            <a:endParaRPr lang="pt-BR" dirty="0"/>
          </a:p>
        </p:txBody>
      </p:sp>
      <p:sp>
        <p:nvSpPr>
          <p:cNvPr id="524" name="Google Shape;524;p50"/>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25" name="Google Shape;525;p50"/>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1. Conteudo">
  <p:cSld name="2_1. Conteudo 3">
    <p:spTree>
      <p:nvGrpSpPr>
        <p:cNvPr id="1" name="Shape 526"/>
        <p:cNvGrpSpPr/>
        <p:nvPr/>
      </p:nvGrpSpPr>
      <p:grpSpPr>
        <a:xfrm>
          <a:off x="0" y="0"/>
          <a:ext cx="0" cy="0"/>
          <a:chOff x="0" y="0"/>
          <a:chExt cx="0" cy="0"/>
        </a:xfrm>
      </p:grpSpPr>
      <p:pic>
        <p:nvPicPr>
          <p:cNvPr id="527" name="Google Shape;527;p51"/>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28" name="Google Shape;528;p51"/>
          <p:cNvPicPr preferRelativeResize="0"/>
          <p:nvPr/>
        </p:nvPicPr>
        <p:blipFill rotWithShape="1">
          <a:blip r:embed="rId3">
            <a:alphaModFix/>
          </a:blip>
          <a:srcRect/>
          <a:stretch/>
        </p:blipFill>
        <p:spPr>
          <a:xfrm>
            <a:off x="0" y="9526"/>
            <a:ext cx="12192000" cy="568301"/>
          </a:xfrm>
          <a:prstGeom prst="rect">
            <a:avLst/>
          </a:prstGeom>
          <a:noFill/>
          <a:ln>
            <a:noFill/>
          </a:ln>
        </p:spPr>
      </p:pic>
      <p:sp>
        <p:nvSpPr>
          <p:cNvPr id="529" name="Google Shape;529;p51"/>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0" name="Google Shape;530;p51"/>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1" name="Google Shape;531;p51"/>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2" name="Google Shape;532;p51"/>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33" name="Google Shape;533;p51"/>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1. Conteudo">
  <p:cSld name="2_1. Conteudo 4">
    <p:spTree>
      <p:nvGrpSpPr>
        <p:cNvPr id="1" name="Shape 534"/>
        <p:cNvGrpSpPr/>
        <p:nvPr/>
      </p:nvGrpSpPr>
      <p:grpSpPr>
        <a:xfrm>
          <a:off x="0" y="0"/>
          <a:ext cx="0" cy="0"/>
          <a:chOff x="0" y="0"/>
          <a:chExt cx="0" cy="0"/>
        </a:xfrm>
      </p:grpSpPr>
      <p:pic>
        <p:nvPicPr>
          <p:cNvPr id="535" name="Google Shape;535;p52"/>
          <p:cNvPicPr preferRelativeResize="0"/>
          <p:nvPr/>
        </p:nvPicPr>
        <p:blipFill rotWithShape="1">
          <a:blip r:embed="rId2">
            <a:alphaModFix/>
          </a:blip>
          <a:srcRect/>
          <a:stretch/>
        </p:blipFill>
        <p:spPr>
          <a:xfrm>
            <a:off x="0" y="6281734"/>
            <a:ext cx="12192000" cy="595317"/>
          </a:xfrm>
          <a:prstGeom prst="rect">
            <a:avLst/>
          </a:prstGeom>
          <a:noFill/>
          <a:ln>
            <a:noFill/>
          </a:ln>
        </p:spPr>
      </p:pic>
      <p:pic>
        <p:nvPicPr>
          <p:cNvPr id="536" name="Google Shape;536;p52"/>
          <p:cNvPicPr preferRelativeResize="0"/>
          <p:nvPr/>
        </p:nvPicPr>
        <p:blipFill rotWithShape="1">
          <a:blip r:embed="rId3">
            <a:alphaModFix/>
          </a:blip>
          <a:srcRect/>
          <a:stretch/>
        </p:blipFill>
        <p:spPr>
          <a:xfrm>
            <a:off x="0" y="1434"/>
            <a:ext cx="12192000" cy="568301"/>
          </a:xfrm>
          <a:prstGeom prst="rect">
            <a:avLst/>
          </a:prstGeom>
          <a:noFill/>
          <a:ln>
            <a:noFill/>
          </a:ln>
        </p:spPr>
      </p:pic>
      <p:sp>
        <p:nvSpPr>
          <p:cNvPr id="537" name="Google Shape;537;p52"/>
          <p:cNvSpPr txBox="1">
            <a:spLocks noGrp="1"/>
          </p:cNvSpPr>
          <p:nvPr>
            <p:ph type="body" idx="1"/>
          </p:nvPr>
        </p:nvSpPr>
        <p:spPr>
          <a:xfrm>
            <a:off x="3236779" y="2362200"/>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8" name="Google Shape;538;p52"/>
          <p:cNvSpPr txBox="1">
            <a:spLocks noGrp="1"/>
          </p:cNvSpPr>
          <p:nvPr>
            <p:ph type="body" idx="2"/>
          </p:nvPr>
        </p:nvSpPr>
        <p:spPr>
          <a:xfrm>
            <a:off x="3236867" y="1170031"/>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39" name="Google Shape;539;p52"/>
          <p:cNvSpPr txBox="1">
            <a:spLocks noGrp="1"/>
          </p:cNvSpPr>
          <p:nvPr>
            <p:ph type="body" idx="3"/>
          </p:nvPr>
        </p:nvSpPr>
        <p:spPr>
          <a:xfrm>
            <a:off x="3236778" y="4403072"/>
            <a:ext cx="7240049" cy="163942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40" name="Google Shape;540;p52"/>
          <p:cNvSpPr/>
          <p:nvPr/>
        </p:nvSpPr>
        <p:spPr>
          <a:xfrm>
            <a:off x="200184" y="224527"/>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41" name="Google Shape;541;p52"/>
          <p:cNvSpPr txBox="1"/>
          <p:nvPr/>
        </p:nvSpPr>
        <p:spPr>
          <a:xfrm>
            <a:off x="527108" y="662359"/>
            <a:ext cx="1727281"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1_3. Conteudo">
  <p:cSld name="2_3. Conteudo 7">
    <p:bg>
      <p:bgPr>
        <a:solidFill>
          <a:srgbClr val="28566E"/>
        </a:solidFill>
        <a:effectLst/>
      </p:bgPr>
    </p:bg>
    <p:spTree>
      <p:nvGrpSpPr>
        <p:cNvPr id="1" name="Shape 542"/>
        <p:cNvGrpSpPr/>
        <p:nvPr/>
      </p:nvGrpSpPr>
      <p:grpSpPr>
        <a:xfrm>
          <a:off x="0" y="0"/>
          <a:ext cx="0" cy="0"/>
          <a:chOff x="0" y="0"/>
          <a:chExt cx="0" cy="0"/>
        </a:xfrm>
      </p:grpSpPr>
      <p:pic>
        <p:nvPicPr>
          <p:cNvPr id="543" name="Google Shape;543;p53"/>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44" name="Google Shape;544;p53"/>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a:alphaModFix/>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545" name="Google Shape;545;p53"/>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46" name="Google Shape;546;p53"/>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47" name="Google Shape;547;p53"/>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48" name="Google Shape;548;p53"/>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49" name="Google Shape;549;p53"/>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0" name="Google Shape;550;p53"/>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1" name="Google Shape;551;p53"/>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52" name="Google Shape;552;p53"/>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53" name="Google Shape;553;p53"/>
          <p:cNvSpPr txBox="1"/>
          <p:nvPr/>
        </p:nvSpPr>
        <p:spPr>
          <a:xfrm>
            <a:off x="6265889" y="14990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54" name="Google Shape;554;p53"/>
          <p:cNvSpPr txBox="1"/>
          <p:nvPr/>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_3. Conteudo">
  <p:cSld name="2_3. Conteudo 8">
    <p:bg>
      <p:bgPr>
        <a:solidFill>
          <a:srgbClr val="28566E"/>
        </a:solidFill>
        <a:effectLst/>
      </p:bgPr>
    </p:bg>
    <p:spTree>
      <p:nvGrpSpPr>
        <p:cNvPr id="1" name="Shape 555"/>
        <p:cNvGrpSpPr/>
        <p:nvPr/>
      </p:nvGrpSpPr>
      <p:grpSpPr>
        <a:xfrm>
          <a:off x="0" y="0"/>
          <a:ext cx="0" cy="0"/>
          <a:chOff x="0" y="0"/>
          <a:chExt cx="0" cy="0"/>
        </a:xfrm>
      </p:grpSpPr>
      <p:pic>
        <p:nvPicPr>
          <p:cNvPr id="556" name="Google Shape;556;p54"/>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57" name="Google Shape;557;p54"/>
          <p:cNvSpPr/>
          <p:nvPr/>
        </p:nvSpPr>
        <p:spPr>
          <a:xfrm>
            <a:off x="448134" y="414865"/>
            <a:ext cx="3223941" cy="3223928"/>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33" b="0" i="0" u="none" strike="noStrike" cap="none" dirty="0">
              <a:solidFill>
                <a:srgbClr val="000000"/>
              </a:solidFill>
              <a:latin typeface="Arial"/>
              <a:ea typeface="Arial"/>
              <a:cs typeface="Arial"/>
              <a:sym typeface="Arial"/>
            </a:endParaRPr>
          </a:p>
        </p:txBody>
      </p:sp>
      <p:sp>
        <p:nvSpPr>
          <p:cNvPr id="558" name="Google Shape;558;p54"/>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59" name="Google Shape;559;p54"/>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60" name="Google Shape;560;p54"/>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61" name="Google Shape;561;p54"/>
          <p:cNvSpPr txBox="1"/>
          <p:nvPr/>
        </p:nvSpPr>
        <p:spPr>
          <a:xfrm>
            <a:off x="12279086" y="384144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2" name="Google Shape;562;p54"/>
          <p:cNvSpPr txBox="1"/>
          <p:nvPr/>
        </p:nvSpPr>
        <p:spPr>
          <a:xfrm>
            <a:off x="4744995" y="191117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3" name="Google Shape;563;p54"/>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64" name="Google Shape;564;p54"/>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65" name="Google Shape;565;p54"/>
          <p:cNvSpPr txBox="1"/>
          <p:nvPr/>
        </p:nvSpPr>
        <p:spPr>
          <a:xfrm>
            <a:off x="12638314" y="38317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6" name="Google Shape;566;p54"/>
          <p:cNvSpPr txBox="1"/>
          <p:nvPr/>
        </p:nvSpPr>
        <p:spPr>
          <a:xfrm>
            <a:off x="12442371" y="124097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67" name="Google Shape;567;p54"/>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68" name="Google Shape;568;p54"/>
          <p:cNvSpPr txBox="1"/>
          <p:nvPr/>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_3. Conteudo">
  <p:cSld name="2_3. Conteudo 9">
    <p:bg>
      <p:bgPr>
        <a:solidFill>
          <a:srgbClr val="28566E"/>
        </a:solidFill>
        <a:effectLst/>
      </p:bgPr>
    </p:bg>
    <p:spTree>
      <p:nvGrpSpPr>
        <p:cNvPr id="1" name="Shape 569"/>
        <p:cNvGrpSpPr/>
        <p:nvPr/>
      </p:nvGrpSpPr>
      <p:grpSpPr>
        <a:xfrm>
          <a:off x="0" y="0"/>
          <a:ext cx="0" cy="0"/>
          <a:chOff x="0" y="0"/>
          <a:chExt cx="0" cy="0"/>
        </a:xfrm>
      </p:grpSpPr>
      <p:pic>
        <p:nvPicPr>
          <p:cNvPr id="570" name="Google Shape;570;p55"/>
          <p:cNvPicPr preferRelativeResize="0"/>
          <p:nvPr/>
        </p:nvPicPr>
        <p:blipFill rotWithShape="1">
          <a:blip r:embed="rId2">
            <a:alphaModFix/>
          </a:blip>
          <a:srcRect/>
          <a:stretch/>
        </p:blipFill>
        <p:spPr>
          <a:xfrm>
            <a:off x="0" y="17"/>
            <a:ext cx="4630818" cy="6857983"/>
          </a:xfrm>
          <a:prstGeom prst="rect">
            <a:avLst/>
          </a:prstGeom>
          <a:noFill/>
          <a:ln>
            <a:noFill/>
          </a:ln>
        </p:spPr>
      </p:pic>
      <p:pic>
        <p:nvPicPr>
          <p:cNvPr id="571" name="Google Shape;571;p55" descr="Câmera fotográfica preta&#10;&#10;Descrição gerada automaticamente"/>
          <p:cNvPicPr preferRelativeResize="0"/>
          <p:nvPr/>
        </p:nvPicPr>
        <p:blipFill rotWithShape="1">
          <a:blip r:embed="rId3" cstate="hqprint">
            <a:alphaModFix/>
            <a:extLst>
              <a:ext uri="{28A0092B-C50C-407E-A947-70E740481C1C}">
                <a14:useLocalDpi xmlns:a14="http://schemas.microsoft.com/office/drawing/2010/main"/>
              </a:ext>
            </a:extLst>
          </a:blip>
          <a:srcRect t="-268"/>
          <a:stretch/>
        </p:blipFill>
        <p:spPr>
          <a:xfrm>
            <a:off x="428798" y="386760"/>
            <a:ext cx="3243277" cy="3243277"/>
          </a:xfrm>
          <a:prstGeom prst="ellipse">
            <a:avLst/>
          </a:prstGeom>
          <a:noFill/>
          <a:ln>
            <a:noFill/>
          </a:ln>
        </p:spPr>
      </p:pic>
      <p:sp>
        <p:nvSpPr>
          <p:cNvPr id="572" name="Google Shape;572;p55"/>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73" name="Google Shape;573;p55"/>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74" name="Google Shape;574;p55"/>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75" name="Google Shape;575;p55"/>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76" name="Google Shape;576;p55"/>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77" name="Google Shape;577;p55"/>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78" name="Google Shape;578;p55"/>
          <p:cNvSpPr txBox="1"/>
          <p:nvPr/>
        </p:nvSpPr>
        <p:spPr>
          <a:xfrm>
            <a:off x="2806376" y="3120112"/>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1_3. Conteudo">
  <p:cSld name="2_3. Conteudo 10">
    <p:bg>
      <p:bgPr>
        <a:solidFill>
          <a:srgbClr val="28566E"/>
        </a:solidFill>
        <a:effectLst/>
      </p:bgPr>
    </p:bg>
    <p:spTree>
      <p:nvGrpSpPr>
        <p:cNvPr id="1" name="Shape 579"/>
        <p:cNvGrpSpPr/>
        <p:nvPr/>
      </p:nvGrpSpPr>
      <p:grpSpPr>
        <a:xfrm>
          <a:off x="0" y="0"/>
          <a:ext cx="0" cy="0"/>
          <a:chOff x="0" y="0"/>
          <a:chExt cx="0" cy="0"/>
        </a:xfrm>
      </p:grpSpPr>
      <p:pic>
        <p:nvPicPr>
          <p:cNvPr id="580" name="Google Shape;580;p56"/>
          <p:cNvPicPr preferRelativeResize="0"/>
          <p:nvPr/>
        </p:nvPicPr>
        <p:blipFill rotWithShape="1">
          <a:blip r:embed="rId2">
            <a:alphaModFix/>
          </a:blip>
          <a:srcRect/>
          <a:stretch/>
        </p:blipFill>
        <p:spPr>
          <a:xfrm>
            <a:off x="0" y="17"/>
            <a:ext cx="4630818" cy="6857983"/>
          </a:xfrm>
          <a:prstGeom prst="rect">
            <a:avLst/>
          </a:prstGeom>
          <a:noFill/>
          <a:ln>
            <a:noFill/>
          </a:ln>
        </p:spPr>
      </p:pic>
      <p:sp>
        <p:nvSpPr>
          <p:cNvPr id="581" name="Google Shape;581;p56" descr="Câmera fotográfica preta&#10;&#10;Descrição gerada automaticamente"/>
          <p:cNvSpPr/>
          <p:nvPr/>
        </p:nvSpPr>
        <p:spPr>
          <a:xfrm>
            <a:off x="428798" y="386760"/>
            <a:ext cx="3243277" cy="3243277"/>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2" name="Google Shape;582;p56"/>
          <p:cNvSpPr txBox="1"/>
          <p:nvPr/>
        </p:nvSpPr>
        <p:spPr>
          <a:xfrm>
            <a:off x="485664" y="3463802"/>
            <a:ext cx="833169" cy="14875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1400" b="0" i="0" u="none" strike="noStrike" cap="none" dirty="0">
              <a:solidFill>
                <a:srgbClr val="000000"/>
              </a:solidFill>
              <a:latin typeface="Arial"/>
              <a:ea typeface="Arial"/>
              <a:cs typeface="Arial"/>
              <a:sym typeface="Arial"/>
            </a:endParaRPr>
          </a:p>
        </p:txBody>
      </p:sp>
      <p:sp>
        <p:nvSpPr>
          <p:cNvPr id="583" name="Google Shape;583;p56"/>
          <p:cNvSpPr txBox="1">
            <a:spLocks noGrp="1"/>
          </p:cNvSpPr>
          <p:nvPr>
            <p:ph type="body" idx="1"/>
          </p:nvPr>
        </p:nvSpPr>
        <p:spPr>
          <a:xfrm>
            <a:off x="5128182" y="414865"/>
            <a:ext cx="5625143"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lt1"/>
              </a:buClr>
              <a:buSzPts val="4500"/>
              <a:buFont typeface="Poppins"/>
              <a:buNone/>
              <a:defRPr sz="30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84" name="Google Shape;584;p56"/>
          <p:cNvSpPr txBox="1">
            <a:spLocks noGrp="1"/>
          </p:cNvSpPr>
          <p:nvPr>
            <p:ph type="body" idx="2"/>
          </p:nvPr>
        </p:nvSpPr>
        <p:spPr>
          <a:xfrm>
            <a:off x="5128182" y="1447420"/>
            <a:ext cx="6553730" cy="9576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73"/>
              </a:spcBef>
              <a:spcAft>
                <a:spcPts val="0"/>
              </a:spcAft>
              <a:buClr>
                <a:schemeClr val="lt1"/>
              </a:buClr>
              <a:buSzPts val="2800"/>
              <a:buFont typeface="Poppins"/>
              <a:buNone/>
              <a:defRPr sz="1867" b="0"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lt1"/>
              </a:buClr>
              <a:buSzPts val="2800"/>
              <a:buFont typeface="Poppins"/>
              <a:buChar char="–"/>
              <a:defRPr sz="1867"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lt1"/>
              </a:buClr>
              <a:buSzPts val="2400"/>
              <a:buFont typeface="Poppins"/>
              <a:buChar char="•"/>
              <a:defRPr sz="16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lt1"/>
              </a:buClr>
              <a:buSzPts val="2000"/>
              <a:buFont typeface="Poppins"/>
              <a:buChar char="•"/>
              <a:defRPr sz="1333" b="0" i="0" u="none" strike="noStrike" cap="none">
                <a:solidFill>
                  <a:schemeClr val="lt1"/>
                </a:solidFill>
                <a:latin typeface="Poppins"/>
                <a:ea typeface="Poppins"/>
                <a:cs typeface="Poppins"/>
                <a:sym typeface="Poppins"/>
              </a:defRPr>
            </a:lvl9pPr>
          </a:lstStyle>
          <a:p>
            <a:endParaRPr/>
          </a:p>
        </p:txBody>
      </p:sp>
      <p:sp>
        <p:nvSpPr>
          <p:cNvPr id="585" name="Google Shape;585;p56"/>
          <p:cNvSpPr txBox="1">
            <a:spLocks noGrp="1"/>
          </p:cNvSpPr>
          <p:nvPr>
            <p:ph type="body" idx="3"/>
          </p:nvPr>
        </p:nvSpPr>
        <p:spPr>
          <a:xfrm>
            <a:off x="5128181" y="5971893"/>
            <a:ext cx="65532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lt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86" name="Google Shape;586;p56"/>
          <p:cNvSpPr txBox="1">
            <a:spLocks noGrp="1"/>
          </p:cNvSpPr>
          <p:nvPr>
            <p:ph type="body" idx="4"/>
          </p:nvPr>
        </p:nvSpPr>
        <p:spPr>
          <a:xfrm>
            <a:off x="5128181" y="2547964"/>
            <a:ext cx="6553200" cy="331712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587" name="Google Shape;587;p56"/>
          <p:cNvSpPr/>
          <p:nvPr/>
        </p:nvSpPr>
        <p:spPr>
          <a:xfrm>
            <a:off x="2256369" y="2700818"/>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88" name="Google Shape;588;p56"/>
          <p:cNvSpPr txBox="1"/>
          <p:nvPr/>
        </p:nvSpPr>
        <p:spPr>
          <a:xfrm>
            <a:off x="2578394" y="3162010"/>
            <a:ext cx="1600935" cy="65646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133" b="0" i="0" u="none" strike="noStrike" cap="none" dirty="0">
                <a:solidFill>
                  <a:srgbClr val="FFFFFF"/>
                </a:solidFill>
                <a:latin typeface="Poppins Light"/>
                <a:ea typeface="Poppins Light"/>
                <a:cs typeface="Poppins Light"/>
                <a:sym typeface="Poppins Light"/>
              </a:rPr>
              <a:t>Colocando</a:t>
            </a:r>
            <a:br>
              <a:rPr lang="pt-BR" sz="2133" b="0" i="0" u="none" strike="noStrike" cap="none" dirty="0">
                <a:solidFill>
                  <a:srgbClr val="FFFFFF"/>
                </a:solidFill>
                <a:latin typeface="Poppins Light"/>
                <a:ea typeface="Poppins Light"/>
                <a:cs typeface="Poppins Light"/>
                <a:sym typeface="Poppins Light"/>
              </a:rPr>
            </a:br>
            <a:r>
              <a:rPr lang="pt-BR" sz="2133" b="0" i="0" u="none" strike="noStrike" cap="none" dirty="0">
                <a:solidFill>
                  <a:srgbClr val="FFFFFF"/>
                </a:solidFill>
                <a:latin typeface="Poppins Light"/>
                <a:ea typeface="Poppins Light"/>
                <a:cs typeface="Poppins Light"/>
                <a:sym typeface="Poppins Light"/>
              </a:rPr>
              <a:t>em </a:t>
            </a:r>
            <a:r>
              <a:rPr lang="pt-BR" sz="2133" b="1" i="0" u="none" strike="noStrike" cap="none" dirty="0">
                <a:solidFill>
                  <a:srgbClr val="FFFFFF"/>
                </a:solidFill>
                <a:latin typeface="Poppins"/>
                <a:ea typeface="Poppins"/>
                <a:cs typeface="Poppins"/>
                <a:sym typeface="Poppins"/>
              </a:rPr>
              <a:t>prática</a:t>
            </a:r>
            <a:endParaRPr sz="21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4. Exposição">
  <p:cSld name="2_4. Exposição 2">
    <p:spTree>
      <p:nvGrpSpPr>
        <p:cNvPr id="1" name="Shape 589"/>
        <p:cNvGrpSpPr/>
        <p:nvPr/>
      </p:nvGrpSpPr>
      <p:grpSpPr>
        <a:xfrm>
          <a:off x="0" y="0"/>
          <a:ext cx="0" cy="0"/>
          <a:chOff x="0" y="0"/>
          <a:chExt cx="0" cy="0"/>
        </a:xfrm>
      </p:grpSpPr>
      <p:pic>
        <p:nvPicPr>
          <p:cNvPr id="590" name="Google Shape;590;p57"/>
          <p:cNvPicPr preferRelativeResize="0"/>
          <p:nvPr/>
        </p:nvPicPr>
        <p:blipFill rotWithShape="1">
          <a:blip r:embed="rId2">
            <a:alphaModFix/>
          </a:blip>
          <a:srcRect/>
          <a:stretch/>
        </p:blipFill>
        <p:spPr>
          <a:xfrm>
            <a:off x="-3" y="0"/>
            <a:ext cx="3218118" cy="6857983"/>
          </a:xfrm>
          <a:prstGeom prst="rect">
            <a:avLst/>
          </a:prstGeom>
          <a:noFill/>
          <a:ln>
            <a:noFill/>
          </a:ln>
        </p:spPr>
      </p:pic>
      <p:sp>
        <p:nvSpPr>
          <p:cNvPr id="591" name="Google Shape;591;p57"/>
          <p:cNvSpPr txBox="1">
            <a:spLocks noGrp="1"/>
          </p:cNvSpPr>
          <p:nvPr>
            <p:ph type="body" idx="1"/>
          </p:nvPr>
        </p:nvSpPr>
        <p:spPr>
          <a:xfrm>
            <a:off x="3969778" y="768737"/>
            <a:ext cx="6553730" cy="95768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600"/>
              </a:spcBef>
              <a:spcAft>
                <a:spcPts val="0"/>
              </a:spcAft>
              <a:buClr>
                <a:schemeClr val="dk1"/>
              </a:buClr>
              <a:buSzPts val="4500"/>
              <a:buFont typeface="Poppins"/>
              <a:buNone/>
              <a:defRPr sz="30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592" name="Google Shape;592;p57"/>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593" name="Google Shape;593;p57"/>
          <p:cNvSpPr>
            <a:spLocks noGrp="1"/>
          </p:cNvSpPr>
          <p:nvPr>
            <p:ph type="pic" idx="2"/>
          </p:nvPr>
        </p:nvSpPr>
        <p:spPr>
          <a:xfrm>
            <a:off x="3979525" y="1953131"/>
            <a:ext cx="7268633" cy="3781425"/>
          </a:xfrm>
          <a:prstGeom prst="rect">
            <a:avLst/>
          </a:prstGeom>
          <a:noFill/>
          <a:ln>
            <a:noFill/>
          </a:ln>
        </p:spPr>
        <p:txBody>
          <a:bodyPr/>
          <a:lstStyle/>
          <a:p>
            <a:endParaRPr lang="pt-BR" dirty="0"/>
          </a:p>
        </p:txBody>
      </p:sp>
      <p:sp>
        <p:nvSpPr>
          <p:cNvPr id="594" name="Google Shape;594;p57"/>
          <p:cNvSpPr txBox="1">
            <a:spLocks noGrp="1"/>
          </p:cNvSpPr>
          <p:nvPr>
            <p:ph type="body" idx="3"/>
          </p:nvPr>
        </p:nvSpPr>
        <p:spPr>
          <a:xfrm>
            <a:off x="3969778" y="5831202"/>
            <a:ext cx="7268600" cy="148759"/>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240"/>
              </a:spcBef>
              <a:spcAft>
                <a:spcPts val="0"/>
              </a:spcAft>
              <a:buClr>
                <a:schemeClr val="dk1"/>
              </a:buClr>
              <a:buSzPts val="1200"/>
              <a:buFont typeface="Poppins"/>
              <a:buNone/>
              <a:defRPr sz="800" b="0" i="0" u="none" strike="noStrike" cap="none">
                <a:solidFill>
                  <a:schemeClr val="dk1"/>
                </a:solidFill>
                <a:latin typeface="Poppins"/>
                <a:ea typeface="Poppins"/>
                <a:cs typeface="Poppins"/>
                <a:sym typeface="Poppins"/>
              </a:defRPr>
            </a:lvl1pPr>
            <a:lvl2pPr marL="914400" marR="0" lvl="1" indent="-304800" algn="l" rtl="0">
              <a:lnSpc>
                <a:spcPct val="100000"/>
              </a:lnSpc>
              <a:spcBef>
                <a:spcPts val="373"/>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320"/>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267"/>
              </a:spcBef>
              <a:spcAft>
                <a:spcPts val="0"/>
              </a:spcAft>
              <a:buClr>
                <a:schemeClr val="dk1"/>
              </a:buClr>
              <a:buSzPts val="1200"/>
              <a:buFont typeface="Poppins"/>
              <a:buChar char="•"/>
              <a:defRPr sz="800" b="0" i="0" u="none" strike="noStrike" cap="none">
                <a:solidFill>
                  <a:schemeClr val="dk1"/>
                </a:solidFill>
                <a:latin typeface="Poppins"/>
                <a:ea typeface="Poppins"/>
                <a:cs typeface="Poppins"/>
                <a:sym typeface="Poppins"/>
              </a:defRPr>
            </a:lvl9pPr>
          </a:lstStyle>
          <a:p>
            <a:endParaRPr/>
          </a:p>
        </p:txBody>
      </p:sp>
      <p:sp>
        <p:nvSpPr>
          <p:cNvPr id="595" name="Google Shape;595;p57"/>
          <p:cNvSpPr/>
          <p:nvPr/>
        </p:nvSpPr>
        <p:spPr>
          <a:xfrm>
            <a:off x="214209" y="231883"/>
            <a:ext cx="2290073" cy="1593683"/>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96" name="Google Shape;596;p57"/>
          <p:cNvSpPr txBox="1"/>
          <p:nvPr/>
        </p:nvSpPr>
        <p:spPr>
          <a:xfrm>
            <a:off x="779302" y="669715"/>
            <a:ext cx="1313833" cy="71801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4. Exposição">
  <p:cSld name="2_4. Exposição 3">
    <p:spTree>
      <p:nvGrpSpPr>
        <p:cNvPr id="1" name="Shape 597"/>
        <p:cNvGrpSpPr/>
        <p:nvPr/>
      </p:nvGrpSpPr>
      <p:grpSpPr>
        <a:xfrm>
          <a:off x="0" y="0"/>
          <a:ext cx="0" cy="0"/>
          <a:chOff x="0" y="0"/>
          <a:chExt cx="0" cy="0"/>
        </a:xfrm>
      </p:grpSpPr>
      <p:sp>
        <p:nvSpPr>
          <p:cNvPr id="598" name="Google Shape;598;p58"/>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cxnSp>
        <p:nvCxnSpPr>
          <p:cNvPr id="599" name="Google Shape;599;p58"/>
          <p:cNvCxnSpPr/>
          <p:nvPr/>
        </p:nvCxnSpPr>
        <p:spPr>
          <a:xfrm>
            <a:off x="343022" y="609127"/>
            <a:ext cx="7496113" cy="0"/>
          </a:xfrm>
          <a:prstGeom prst="straightConnector1">
            <a:avLst/>
          </a:prstGeom>
          <a:noFill/>
          <a:ln w="12700" cap="flat" cmpd="sng">
            <a:solidFill>
              <a:schemeClr val="dk1"/>
            </a:solidFill>
            <a:prstDash val="solid"/>
            <a:round/>
            <a:headEnd type="none" w="sm" len="sm"/>
            <a:tailEnd type="none" w="sm" len="sm"/>
          </a:ln>
        </p:spPr>
      </p:cxnSp>
      <p:sp>
        <p:nvSpPr>
          <p:cNvPr id="600" name="Google Shape;600;p58"/>
          <p:cNvSpPr txBox="1"/>
          <p:nvPr/>
        </p:nvSpPr>
        <p:spPr>
          <a:xfrm>
            <a:off x="343021" y="409155"/>
            <a:ext cx="4153598" cy="233185"/>
          </a:xfrm>
          <a:prstGeom prst="rect">
            <a:avLst/>
          </a:prstGeom>
          <a:noFill/>
          <a:ln>
            <a:noFill/>
          </a:ln>
        </p:spPr>
        <p:txBody>
          <a:bodyPr spcFirstLastPara="1" wrap="square" lIns="60950" tIns="60950" rIns="60950" bIns="60950" anchor="ctr" anchorCtr="0">
            <a:spAutoFit/>
          </a:bodyPr>
          <a:lstStyle/>
          <a:p>
            <a:pPr marL="0" marR="0" lvl="0" indent="0" algn="l" rtl="0">
              <a:lnSpc>
                <a:spcPct val="115000"/>
              </a:lnSpc>
              <a:spcBef>
                <a:spcPts val="0"/>
              </a:spcBef>
              <a:spcAft>
                <a:spcPts val="0"/>
              </a:spcAft>
              <a:buClr>
                <a:srgbClr val="000000"/>
              </a:buClr>
              <a:buSzPts val="3400"/>
              <a:buFont typeface="Arial"/>
              <a:buNone/>
            </a:pPr>
            <a:r>
              <a:rPr lang="pt-BR" sz="622" b="1" i="0" u="none" strike="noStrike" cap="none" dirty="0">
                <a:solidFill>
                  <a:srgbClr val="000000"/>
                </a:solidFill>
                <a:latin typeface="Arial"/>
                <a:ea typeface="Arial"/>
                <a:cs typeface="Arial"/>
                <a:sym typeface="Arial"/>
              </a:rPr>
              <a:t>Diversas aplicações</a:t>
            </a:r>
            <a:endParaRPr sz="933" b="1"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4. Exposição">
  <p:cSld name="2_4. Exposição 4">
    <p:spTree>
      <p:nvGrpSpPr>
        <p:cNvPr id="1" name="Shape 601"/>
        <p:cNvGrpSpPr/>
        <p:nvPr/>
      </p:nvGrpSpPr>
      <p:grpSpPr>
        <a:xfrm>
          <a:off x="0" y="0"/>
          <a:ext cx="0" cy="0"/>
          <a:chOff x="0" y="0"/>
          <a:chExt cx="0" cy="0"/>
        </a:xfrm>
      </p:grpSpPr>
      <p:sp>
        <p:nvSpPr>
          <p:cNvPr id="602" name="Google Shape;602;p59"/>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3_Layout Personalizado">
  <p:cSld name="6_Layout Personalizado">
    <p:spTree>
      <p:nvGrpSpPr>
        <p:cNvPr id="1" name="Shape 604"/>
        <p:cNvGrpSpPr/>
        <p:nvPr/>
      </p:nvGrpSpPr>
      <p:grpSpPr>
        <a:xfrm>
          <a:off x="0" y="0"/>
          <a:ext cx="0" cy="0"/>
          <a:chOff x="0" y="0"/>
          <a:chExt cx="0" cy="0"/>
        </a:xfrm>
      </p:grpSpPr>
      <p:sp>
        <p:nvSpPr>
          <p:cNvPr id="605" name="Google Shape;605;p61"/>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622" b="0" i="0" u="none" strike="noStrike" cap="none" dirty="0">
              <a:solidFill>
                <a:schemeClr val="lt1"/>
              </a:solidFill>
              <a:latin typeface="Arial"/>
              <a:ea typeface="Arial"/>
              <a:cs typeface="Arial"/>
              <a:sym typeface="Arial"/>
            </a:endParaRPr>
          </a:p>
        </p:txBody>
      </p:sp>
      <p:sp>
        <p:nvSpPr>
          <p:cNvPr id="606" name="Google Shape;606;p61"/>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607" name="Google Shape;607;p61"/>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None/>
            </a:pPr>
            <a:r>
              <a:rPr lang="pt-BR" sz="4266" b="1" i="0" u="none" strike="noStrike" cap="none" dirty="0">
                <a:solidFill>
                  <a:srgbClr val="000000"/>
                </a:solidFill>
                <a:latin typeface="Poppins"/>
                <a:ea typeface="Poppins"/>
                <a:cs typeface="Poppins"/>
                <a:sym typeface="Poppins"/>
              </a:rPr>
              <a:t>Educação Profissional Paulista</a:t>
            </a:r>
            <a:endParaRPr dirty="0"/>
          </a:p>
        </p:txBody>
      </p:sp>
      <p:sp>
        <p:nvSpPr>
          <p:cNvPr id="608" name="Google Shape;608;p61"/>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None/>
            </a:pPr>
            <a:r>
              <a:rPr lang="pt-BR" sz="3334" b="0" i="0" u="none" strike="noStrike" cap="none" dirty="0">
                <a:solidFill>
                  <a:srgbClr val="FFFFFF"/>
                </a:solidFill>
                <a:latin typeface="Poppins Light"/>
                <a:ea typeface="Poppins Light"/>
                <a:cs typeface="Poppins Light"/>
                <a:sym typeface="Poppins Light"/>
              </a:rPr>
              <a:t>Técnico em </a:t>
            </a:r>
            <a:endParaRPr dirty="0"/>
          </a:p>
        </p:txBody>
      </p:sp>
      <p:sp>
        <p:nvSpPr>
          <p:cNvPr id="609" name="Google Shape;609;p61"/>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pt-BR" sz="3133" b="1" i="0" u="none" strike="noStrike" cap="none" dirty="0">
                <a:solidFill>
                  <a:srgbClr val="FFFFFF"/>
                </a:solidFill>
                <a:latin typeface="Poppins"/>
                <a:ea typeface="Poppins"/>
                <a:cs typeface="Poppins"/>
                <a:sym typeface="Poppins"/>
              </a:rPr>
              <a:t>Desenvolvimento de Sistemas</a:t>
            </a:r>
            <a:endParaRPr dirty="0"/>
          </a:p>
        </p:txBody>
      </p:sp>
      <p:pic>
        <p:nvPicPr>
          <p:cNvPr id="610" name="Google Shape;610;p61"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75" cy="1147457"/>
          </a:xfrm>
          <a:prstGeom prst="rect">
            <a:avLst/>
          </a:prstGeom>
          <a:noFill/>
          <a:ln>
            <a:noFill/>
          </a:ln>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Layout Personalizado">
  <p:cSld name="5_Layout Personalizado">
    <p:spTree>
      <p:nvGrpSpPr>
        <p:cNvPr id="1" name="Shape 611"/>
        <p:cNvGrpSpPr/>
        <p:nvPr/>
      </p:nvGrpSpPr>
      <p:grpSpPr>
        <a:xfrm>
          <a:off x="0" y="0"/>
          <a:ext cx="0" cy="0"/>
          <a:chOff x="0" y="0"/>
          <a:chExt cx="0" cy="0"/>
        </a:xfrm>
      </p:grpSpPr>
      <p:pic>
        <p:nvPicPr>
          <p:cNvPr id="612" name="Google Shape;612;p62"/>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6" cy="6857999"/>
          </a:xfrm>
          <a:prstGeom prst="rect">
            <a:avLst/>
          </a:prstGeom>
          <a:noFill/>
          <a:ln>
            <a:noFill/>
          </a:ln>
        </p:spPr>
      </p:pic>
      <p:grpSp>
        <p:nvGrpSpPr>
          <p:cNvPr id="613" name="Google Shape;613;p62"/>
          <p:cNvGrpSpPr/>
          <p:nvPr/>
        </p:nvGrpSpPr>
        <p:grpSpPr>
          <a:xfrm>
            <a:off x="9767223" y="6379123"/>
            <a:ext cx="2435717" cy="499880"/>
            <a:chOff x="14634602" y="9537218"/>
            <a:chExt cx="3653392" cy="749782"/>
          </a:xfrm>
        </p:grpSpPr>
        <p:pic>
          <p:nvPicPr>
            <p:cNvPr id="614" name="Google Shape;614;p62"/>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615" name="Google Shape;615;p62"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616" name="Google Shape;616;p62"/>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pic>
        <p:nvPicPr>
          <p:cNvPr id="617" name="Google Shape;617;p62"/>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618" name="Google Shape;618;p62"/>
          <p:cNvGrpSpPr/>
          <p:nvPr/>
        </p:nvGrpSpPr>
        <p:grpSpPr>
          <a:xfrm>
            <a:off x="10400796" y="6090630"/>
            <a:ext cx="1791300" cy="767400"/>
            <a:chOff x="10400796" y="6090630"/>
            <a:chExt cx="1791300" cy="767400"/>
          </a:xfrm>
        </p:grpSpPr>
        <p:sp>
          <p:nvSpPr>
            <p:cNvPr id="619" name="Google Shape;619;p62"/>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620" name="Google Shape;620;p62"/>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grpSp>
      <p:pic>
        <p:nvPicPr>
          <p:cNvPr id="621" name="Google Shape;621;p62"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5" cy="696428"/>
          </a:xfrm>
          <a:prstGeom prst="rect">
            <a:avLst/>
          </a:prstGeom>
          <a:noFill/>
          <a:ln>
            <a:noFill/>
          </a:ln>
        </p:spPr>
      </p:pic>
      <p:grpSp>
        <p:nvGrpSpPr>
          <p:cNvPr id="622" name="Google Shape;622;p62"/>
          <p:cNvGrpSpPr/>
          <p:nvPr/>
        </p:nvGrpSpPr>
        <p:grpSpPr>
          <a:xfrm>
            <a:off x="0" y="1"/>
            <a:ext cx="8566500" cy="5379981"/>
            <a:chOff x="0" y="0"/>
            <a:chExt cx="8566500" cy="5808033"/>
          </a:xfrm>
        </p:grpSpPr>
        <p:sp>
          <p:nvSpPr>
            <p:cNvPr id="623" name="Google Shape;623;p62"/>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624" name="Google Shape;624;p62"/>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625" name="Google Shape;625;p62"/>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1_Atividade_embranco">
  <p:cSld name="3_Atividade_embranco">
    <p:spTree>
      <p:nvGrpSpPr>
        <p:cNvPr id="1" name="Shape 626"/>
        <p:cNvGrpSpPr/>
        <p:nvPr/>
      </p:nvGrpSpPr>
      <p:grpSpPr>
        <a:xfrm>
          <a:off x="0" y="0"/>
          <a:ext cx="0" cy="0"/>
          <a:chOff x="0" y="0"/>
          <a:chExt cx="0" cy="0"/>
        </a:xfrm>
      </p:grpSpPr>
      <p:sp>
        <p:nvSpPr>
          <p:cNvPr id="627" name="Google Shape;627;p63"/>
          <p:cNvSpPr>
            <a:spLocks noGrp="1"/>
          </p:cNvSpPr>
          <p:nvPr>
            <p:ph type="pic" idx="2"/>
          </p:nvPr>
        </p:nvSpPr>
        <p:spPr>
          <a:xfrm>
            <a:off x="0" y="0"/>
            <a:ext cx="12192000" cy="6858000"/>
          </a:xfrm>
          <a:prstGeom prst="rect">
            <a:avLst/>
          </a:prstGeom>
          <a:solidFill>
            <a:srgbClr val="D8D8D8"/>
          </a:solidFill>
          <a:ln>
            <a:noFill/>
          </a:ln>
        </p:spPr>
        <p:txBody>
          <a:bodyPr/>
          <a:lstStyle/>
          <a:p>
            <a:endParaRPr lang="pt-BR" dirty="0"/>
          </a:p>
        </p:txBody>
      </p:sp>
      <p:sp>
        <p:nvSpPr>
          <p:cNvPr id="628" name="Google Shape;628;p63"/>
          <p:cNvSpPr>
            <a:spLocks noGrp="1"/>
          </p:cNvSpPr>
          <p:nvPr>
            <p:ph type="media" idx="3"/>
          </p:nvPr>
        </p:nvSpPr>
        <p:spPr>
          <a:xfrm>
            <a:off x="862542" y="887942"/>
            <a:ext cx="4092600" cy="36057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1_1. Conteudo">
  <p:cSld name="3_1. Conteudo">
    <p:spTree>
      <p:nvGrpSpPr>
        <p:cNvPr id="1" name="Shape 629"/>
        <p:cNvGrpSpPr/>
        <p:nvPr/>
      </p:nvGrpSpPr>
      <p:grpSpPr>
        <a:xfrm>
          <a:off x="0" y="0"/>
          <a:ext cx="0" cy="0"/>
          <a:chOff x="0" y="0"/>
          <a:chExt cx="0" cy="0"/>
        </a:xfrm>
      </p:grpSpPr>
      <p:cxnSp>
        <p:nvCxnSpPr>
          <p:cNvPr id="630" name="Google Shape;630;p64"/>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631" name="Google Shape;631;p64"/>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632" name="Google Shape;632;p64"/>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633" name="Google Shape;633;p64"/>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634" name="Google Shape;634;p64"/>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635" name="Google Shape;635;p64"/>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636" name="Google Shape;636;p64"/>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637" name="Google Shape;637;p64"/>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dirty="0"/>
          </a:p>
        </p:txBody>
      </p:sp>
      <p:sp>
        <p:nvSpPr>
          <p:cNvPr id="638" name="Google Shape;638;p64"/>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639" name="Google Shape;639;p64"/>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640" name="Google Shape;640;p64"/>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641" name="Google Shape;641;p64"/>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grpSp>
        <p:nvGrpSpPr>
          <p:cNvPr id="642" name="Google Shape;642;p64"/>
          <p:cNvGrpSpPr/>
          <p:nvPr/>
        </p:nvGrpSpPr>
        <p:grpSpPr>
          <a:xfrm>
            <a:off x="9756891" y="6381906"/>
            <a:ext cx="2435717" cy="499880"/>
            <a:chOff x="14634602" y="9537218"/>
            <a:chExt cx="3653392" cy="749782"/>
          </a:xfrm>
        </p:grpSpPr>
        <p:pic>
          <p:nvPicPr>
            <p:cNvPr id="643" name="Google Shape;643;p64"/>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644" name="Google Shape;644;p64"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645" name="Google Shape;645;p64"/>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pic>
        <p:nvPicPr>
          <p:cNvPr id="646" name="Google Shape;646;p64"/>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647" name="Google Shape;647;p64"/>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648" name="Google Shape;648;p64"/>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649" name="Google Shape;649;p64"/>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650" name="Google Shape;650;p64"/>
          <p:cNvGrpSpPr/>
          <p:nvPr/>
        </p:nvGrpSpPr>
        <p:grpSpPr>
          <a:xfrm>
            <a:off x="632922" y="3096780"/>
            <a:ext cx="486856" cy="481187"/>
            <a:chOff x="8278989" y="8660410"/>
            <a:chExt cx="569755" cy="563121"/>
          </a:xfrm>
        </p:grpSpPr>
        <p:grpSp>
          <p:nvGrpSpPr>
            <p:cNvPr id="651" name="Google Shape;651;p64"/>
            <p:cNvGrpSpPr/>
            <p:nvPr/>
          </p:nvGrpSpPr>
          <p:grpSpPr>
            <a:xfrm>
              <a:off x="8278989" y="8852628"/>
              <a:ext cx="265651" cy="370903"/>
              <a:chOff x="8278989" y="8852628"/>
              <a:chExt cx="265651" cy="370903"/>
            </a:xfrm>
          </p:grpSpPr>
          <p:sp>
            <p:nvSpPr>
              <p:cNvPr id="652" name="Google Shape;652;p64"/>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53" name="Google Shape;653;p64"/>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54" name="Google Shape;654;p64"/>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55" name="Google Shape;655;p64"/>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56" name="Google Shape;656;p64"/>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57" name="Google Shape;657;p64"/>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658" name="Google Shape;658;p64"/>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659" name="Google Shape;659;p64"/>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660" name="Google Shape;660;p64"/>
          <p:cNvGrpSpPr/>
          <p:nvPr/>
        </p:nvGrpSpPr>
        <p:grpSpPr>
          <a:xfrm>
            <a:off x="6643473" y="1077261"/>
            <a:ext cx="472792" cy="435252"/>
            <a:chOff x="8560697" y="2808577"/>
            <a:chExt cx="496370" cy="456957"/>
          </a:xfrm>
        </p:grpSpPr>
        <p:sp>
          <p:nvSpPr>
            <p:cNvPr id="661" name="Google Shape;661;p64"/>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662" name="Google Shape;662;p64"/>
            <p:cNvGrpSpPr/>
            <p:nvPr/>
          </p:nvGrpSpPr>
          <p:grpSpPr>
            <a:xfrm>
              <a:off x="8560697" y="2875026"/>
              <a:ext cx="496370" cy="324059"/>
              <a:chOff x="8560697" y="2875026"/>
              <a:chExt cx="496370" cy="324059"/>
            </a:xfrm>
          </p:grpSpPr>
          <p:sp>
            <p:nvSpPr>
              <p:cNvPr id="663" name="Google Shape;663;p64"/>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64" name="Google Shape;664;p64"/>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65" name="Google Shape;665;p64"/>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66" name="Google Shape;666;p64"/>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67" name="Google Shape;667;p64"/>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68" name="Google Shape;668;p64"/>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669" name="Google Shape;669;p64"/>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670" name="Google Shape;670;p64"/>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671" name="Google Shape;671;p64"/>
          <p:cNvGrpSpPr/>
          <p:nvPr/>
        </p:nvGrpSpPr>
        <p:grpSpPr>
          <a:xfrm>
            <a:off x="664824" y="1066107"/>
            <a:ext cx="428521" cy="428520"/>
            <a:chOff x="9358184" y="2764785"/>
            <a:chExt cx="495514" cy="495513"/>
          </a:xfrm>
        </p:grpSpPr>
        <p:grpSp>
          <p:nvGrpSpPr>
            <p:cNvPr id="672" name="Google Shape;672;p64"/>
            <p:cNvGrpSpPr/>
            <p:nvPr/>
          </p:nvGrpSpPr>
          <p:grpSpPr>
            <a:xfrm>
              <a:off x="9358184" y="2802389"/>
              <a:ext cx="457909" cy="457909"/>
              <a:chOff x="9358184" y="2802389"/>
              <a:chExt cx="457909" cy="457909"/>
            </a:xfrm>
          </p:grpSpPr>
          <p:sp>
            <p:nvSpPr>
              <p:cNvPr id="673" name="Google Shape;673;p64"/>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74" name="Google Shape;674;p64"/>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75" name="Google Shape;675;p64"/>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676" name="Google Shape;676;p64"/>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677" name="Google Shape;677;p64"/>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5_OqueAprendemos">
  <p:cSld name="8_OqueAprendemos">
    <p:spTree>
      <p:nvGrpSpPr>
        <p:cNvPr id="1" name="Shape 699"/>
        <p:cNvGrpSpPr/>
        <p:nvPr/>
      </p:nvGrpSpPr>
      <p:grpSpPr>
        <a:xfrm>
          <a:off x="0" y="0"/>
          <a:ext cx="0" cy="0"/>
          <a:chOff x="0" y="0"/>
          <a:chExt cx="0" cy="0"/>
        </a:xfrm>
      </p:grpSpPr>
      <p:pic>
        <p:nvPicPr>
          <p:cNvPr id="700" name="Google Shape;700;p68"/>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701" name="Google Shape;701;p68"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702" name="Google Shape;702;p68"/>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703" name="Google Shape;703;p68"/>
          <p:cNvSpPr txBox="1">
            <a:spLocks noGrp="1"/>
          </p:cNvSpPr>
          <p:nvPr>
            <p:ph type="body" idx="1"/>
          </p:nvPr>
        </p:nvSpPr>
        <p:spPr>
          <a:xfrm>
            <a:off x="4867932" y="1691622"/>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04" name="Google Shape;704;p68"/>
          <p:cNvSpPr txBox="1">
            <a:spLocks noGrp="1"/>
          </p:cNvSpPr>
          <p:nvPr>
            <p:ph type="body" idx="2"/>
          </p:nvPr>
        </p:nvSpPr>
        <p:spPr>
          <a:xfrm>
            <a:off x="4867932" y="3080015"/>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05" name="Google Shape;705;p68"/>
          <p:cNvSpPr txBox="1">
            <a:spLocks noGrp="1"/>
          </p:cNvSpPr>
          <p:nvPr>
            <p:ph type="body" idx="3"/>
          </p:nvPr>
        </p:nvSpPr>
        <p:spPr>
          <a:xfrm>
            <a:off x="4867932" y="4490837"/>
            <a:ext cx="6354600" cy="12690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33"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06" name="Google Shape;706;p68"/>
          <p:cNvSpPr txBox="1"/>
          <p:nvPr/>
        </p:nvSpPr>
        <p:spPr>
          <a:xfrm>
            <a:off x="4603178" y="173762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1</a:t>
            </a:r>
            <a:endParaRPr sz="933" b="0" i="0" u="none" strike="noStrike" cap="none" dirty="0">
              <a:solidFill>
                <a:schemeClr val="dk1"/>
              </a:solidFill>
              <a:latin typeface="Arial"/>
              <a:ea typeface="Arial"/>
              <a:cs typeface="Arial"/>
              <a:sym typeface="Arial"/>
            </a:endParaRPr>
          </a:p>
        </p:txBody>
      </p:sp>
      <p:sp>
        <p:nvSpPr>
          <p:cNvPr id="707" name="Google Shape;707;p68"/>
          <p:cNvSpPr txBox="1"/>
          <p:nvPr/>
        </p:nvSpPr>
        <p:spPr>
          <a:xfrm>
            <a:off x="4574825" y="293423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2</a:t>
            </a:r>
            <a:endParaRPr sz="933" b="0" i="0" u="none" strike="noStrike" cap="none" dirty="0">
              <a:solidFill>
                <a:schemeClr val="dk1"/>
              </a:solidFill>
              <a:latin typeface="Arial"/>
              <a:ea typeface="Arial"/>
              <a:cs typeface="Arial"/>
              <a:sym typeface="Arial"/>
            </a:endParaRPr>
          </a:p>
        </p:txBody>
      </p:sp>
      <p:sp>
        <p:nvSpPr>
          <p:cNvPr id="708" name="Google Shape;708;p68"/>
          <p:cNvSpPr txBox="1"/>
          <p:nvPr/>
        </p:nvSpPr>
        <p:spPr>
          <a:xfrm>
            <a:off x="4574825" y="4130845"/>
            <a:ext cx="221100" cy="420600"/>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2733" b="1" i="0" u="none" strike="noStrike" cap="none" dirty="0">
                <a:solidFill>
                  <a:schemeClr val="dk1"/>
                </a:solidFill>
                <a:latin typeface="Poppins"/>
                <a:ea typeface="Poppins"/>
                <a:cs typeface="Poppins"/>
                <a:sym typeface="Poppins"/>
              </a:rPr>
              <a:t>3</a:t>
            </a:r>
            <a:endParaRPr sz="933" b="0" i="0" u="none" strike="noStrike" cap="none" dirty="0">
              <a:solidFill>
                <a:schemeClr val="dk1"/>
              </a:solidFill>
              <a:latin typeface="Arial"/>
              <a:ea typeface="Arial"/>
              <a:cs typeface="Arial"/>
              <a:sym typeface="Arial"/>
            </a:endParaRPr>
          </a:p>
        </p:txBody>
      </p:sp>
      <p:sp>
        <p:nvSpPr>
          <p:cNvPr id="709" name="Google Shape;709;p68"/>
          <p:cNvSpPr txBox="1"/>
          <p:nvPr/>
        </p:nvSpPr>
        <p:spPr>
          <a:xfrm>
            <a:off x="12302837" y="90516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710" name="Google Shape;710;p68"/>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711" name="Google Shape;711;p68"/>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dirty="0"/>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1_4. Exposição">
  <p:cSld name="4_4. Exposição">
    <p:spTree>
      <p:nvGrpSpPr>
        <p:cNvPr id="1" name="Shape 712"/>
        <p:cNvGrpSpPr/>
        <p:nvPr/>
      </p:nvGrpSpPr>
      <p:grpSpPr>
        <a:xfrm>
          <a:off x="0" y="0"/>
          <a:ext cx="0" cy="0"/>
          <a:chOff x="0" y="0"/>
          <a:chExt cx="0" cy="0"/>
        </a:xfrm>
      </p:grpSpPr>
      <p:pic>
        <p:nvPicPr>
          <p:cNvPr id="713" name="Google Shape;713;p69"/>
          <p:cNvPicPr preferRelativeResize="0"/>
          <p:nvPr/>
        </p:nvPicPr>
        <p:blipFill rotWithShape="1">
          <a:blip r:embed="rId2">
            <a:alphaModFix/>
          </a:blip>
          <a:srcRect/>
          <a:stretch/>
        </p:blipFill>
        <p:spPr>
          <a:xfrm>
            <a:off x="4" y="0"/>
            <a:ext cx="12192002" cy="6857989"/>
          </a:xfrm>
          <a:prstGeom prst="rect">
            <a:avLst/>
          </a:prstGeom>
          <a:noFill/>
          <a:ln>
            <a:noFill/>
          </a:ln>
        </p:spPr>
      </p:pic>
      <p:sp>
        <p:nvSpPr>
          <p:cNvPr id="714" name="Google Shape;714;p69"/>
          <p:cNvSpPr/>
          <p:nvPr/>
        </p:nvSpPr>
        <p:spPr>
          <a:xfrm>
            <a:off x="5260792" y="304269"/>
            <a:ext cx="6553800" cy="5568300"/>
          </a:xfrm>
          <a:prstGeom prst="roundRect">
            <a:avLst>
              <a:gd name="adj" fmla="val 16667"/>
            </a:avLst>
          </a:prstGeom>
          <a:solidFill>
            <a:schemeClr val="lt1"/>
          </a:solidFill>
          <a:ln>
            <a:noFill/>
          </a:ln>
          <a:effectLst>
            <a:outerShdw blurRad="50800" dist="38100" dir="8100000" algn="tr"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715" name="Google Shape;715;p69"/>
          <p:cNvSpPr txBox="1">
            <a:spLocks noGrp="1"/>
          </p:cNvSpPr>
          <p:nvPr>
            <p:ph type="body" idx="1"/>
          </p:nvPr>
        </p:nvSpPr>
        <p:spPr>
          <a:xfrm>
            <a:off x="6087875" y="1378003"/>
            <a:ext cx="5071800" cy="22962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73"/>
              </a:spcBef>
              <a:spcAft>
                <a:spcPts val="0"/>
              </a:spcAft>
              <a:buClr>
                <a:schemeClr val="dk1"/>
              </a:buClr>
              <a:buSzPts val="2800"/>
              <a:buFont typeface="Poppins"/>
              <a:buNone/>
              <a:defRPr sz="1867"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16" name="Google Shape;716;p69"/>
          <p:cNvSpPr txBox="1"/>
          <p:nvPr/>
        </p:nvSpPr>
        <p:spPr>
          <a:xfrm>
            <a:off x="3178098" y="-289932"/>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None/>
            </a:pPr>
            <a:endParaRPr sz="2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3_Atividade_Seminario">
  <p:cSld name="5_Atividade_Seminario">
    <p:spTree>
      <p:nvGrpSpPr>
        <p:cNvPr id="1" name="Shape 717"/>
        <p:cNvGrpSpPr/>
        <p:nvPr/>
      </p:nvGrpSpPr>
      <p:grpSpPr>
        <a:xfrm>
          <a:off x="0" y="0"/>
          <a:ext cx="0" cy="0"/>
          <a:chOff x="0" y="0"/>
          <a:chExt cx="0" cy="0"/>
        </a:xfrm>
      </p:grpSpPr>
      <p:pic>
        <p:nvPicPr>
          <p:cNvPr id="718" name="Google Shape;718;p70"/>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719" name="Google Shape;719;p70"/>
          <p:cNvPicPr preferRelativeResize="0"/>
          <p:nvPr/>
        </p:nvPicPr>
        <p:blipFill rotWithShape="1">
          <a:blip r:embed="rId3">
            <a:alphaModFix/>
          </a:blip>
          <a:srcRect/>
          <a:stretch/>
        </p:blipFill>
        <p:spPr>
          <a:xfrm>
            <a:off x="0" y="1"/>
            <a:ext cx="12191999" cy="568301"/>
          </a:xfrm>
          <a:prstGeom prst="rect">
            <a:avLst/>
          </a:prstGeom>
          <a:noFill/>
          <a:ln>
            <a:noFill/>
          </a:ln>
        </p:spPr>
      </p:pic>
      <p:sp>
        <p:nvSpPr>
          <p:cNvPr id="720" name="Google Shape;720;p70"/>
          <p:cNvSpPr txBox="1">
            <a:spLocks noGrp="1"/>
          </p:cNvSpPr>
          <p:nvPr>
            <p:ph type="body" idx="1"/>
          </p:nvPr>
        </p:nvSpPr>
        <p:spPr>
          <a:xfrm>
            <a:off x="632648" y="1701800"/>
            <a:ext cx="11081700" cy="414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347"/>
              </a:spcBef>
              <a:spcAft>
                <a:spcPts val="0"/>
              </a:spcAft>
              <a:buClr>
                <a:schemeClr val="dk1"/>
              </a:buClr>
              <a:buSzPts val="2600"/>
              <a:buFont typeface="Poppins"/>
              <a:buNone/>
              <a:defRPr sz="1700" b="0" i="0" u="none" strike="noStrike" cap="none">
                <a:solidFill>
                  <a:schemeClr val="dk1"/>
                </a:solidFill>
                <a:latin typeface="Poppins"/>
                <a:ea typeface="Poppins"/>
                <a:cs typeface="Poppins"/>
                <a:sym typeface="Poppins"/>
              </a:defRPr>
            </a:lvl1pPr>
            <a:lvl2pPr marL="914400" marR="0" lvl="1" indent="-406400" algn="l">
              <a:lnSpc>
                <a:spcPct val="100000"/>
              </a:lnSpc>
              <a:spcBef>
                <a:spcPts val="373"/>
              </a:spcBef>
              <a:spcAft>
                <a:spcPts val="0"/>
              </a:spcAft>
              <a:buClr>
                <a:schemeClr val="dk1"/>
              </a:buClr>
              <a:buSzPts val="2800"/>
              <a:buFont typeface="Poppins"/>
              <a:buChar char="–"/>
              <a:defRPr sz="1867" b="0" i="0" u="none" strike="noStrike" cap="none">
                <a:solidFill>
                  <a:schemeClr val="dk1"/>
                </a:solidFill>
                <a:latin typeface="Poppins"/>
                <a:ea typeface="Poppins"/>
                <a:cs typeface="Poppins"/>
                <a:sym typeface="Poppins"/>
              </a:defRPr>
            </a:lvl2pPr>
            <a:lvl3pPr marL="1371600" marR="0" lvl="2" indent="-381000" algn="l">
              <a:lnSpc>
                <a:spcPct val="100000"/>
              </a:lnSpc>
              <a:spcBef>
                <a:spcPts val="320"/>
              </a:spcBef>
              <a:spcAft>
                <a:spcPts val="0"/>
              </a:spcAft>
              <a:buClr>
                <a:schemeClr val="dk1"/>
              </a:buClr>
              <a:buSzPts val="2400"/>
              <a:buFont typeface="Poppins"/>
              <a:buChar char="•"/>
              <a:defRPr sz="1600" b="0" i="0" u="none" strike="noStrike" cap="none">
                <a:solidFill>
                  <a:schemeClr val="dk1"/>
                </a:solidFill>
                <a:latin typeface="Poppins"/>
                <a:ea typeface="Poppins"/>
                <a:cs typeface="Poppins"/>
                <a:sym typeface="Poppins"/>
              </a:defRPr>
            </a:lvl3pPr>
            <a:lvl4pPr marL="1828800" marR="0" lvl="3"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4pPr>
            <a:lvl5pPr marL="2286000" marR="0" lvl="4"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5pPr>
            <a:lvl6pPr marL="2743200" marR="0" lvl="5"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6pPr>
            <a:lvl7pPr marL="3200400" marR="0" lvl="6"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7pPr>
            <a:lvl8pPr marL="3657600" marR="0" lvl="7"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8pPr>
            <a:lvl9pPr marL="4114800" marR="0" lvl="8" indent="-355600" algn="l">
              <a:lnSpc>
                <a:spcPct val="100000"/>
              </a:lnSpc>
              <a:spcBef>
                <a:spcPts val="267"/>
              </a:spcBef>
              <a:spcAft>
                <a:spcPts val="0"/>
              </a:spcAft>
              <a:buClr>
                <a:schemeClr val="dk1"/>
              </a:buClr>
              <a:buSzPts val="2000"/>
              <a:buFont typeface="Poppins"/>
              <a:buChar char="•"/>
              <a:defRPr sz="1333" b="0" i="0" u="none" strike="noStrike" cap="none">
                <a:solidFill>
                  <a:schemeClr val="dk1"/>
                </a:solidFill>
                <a:latin typeface="Poppins"/>
                <a:ea typeface="Poppins"/>
                <a:cs typeface="Poppins"/>
                <a:sym typeface="Poppins"/>
              </a:defRPr>
            </a:lvl9pPr>
          </a:lstStyle>
          <a:p>
            <a:endParaRPr/>
          </a:p>
        </p:txBody>
      </p:sp>
      <p:sp>
        <p:nvSpPr>
          <p:cNvPr id="721" name="Google Shape;721;p70"/>
          <p:cNvSpPr txBox="1"/>
          <p:nvPr/>
        </p:nvSpPr>
        <p:spPr>
          <a:xfrm>
            <a:off x="632648" y="1011053"/>
            <a:ext cx="6345600" cy="492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3200" b="1" i="0" u="none" strike="noStrike" cap="none" dirty="0">
                <a:solidFill>
                  <a:srgbClr val="FF161F"/>
                </a:solidFill>
                <a:latin typeface="Poppins"/>
                <a:ea typeface="Poppins"/>
                <a:cs typeface="Poppins"/>
                <a:sym typeface="Poppins"/>
              </a:rPr>
              <a:t>Referências da aula</a:t>
            </a:r>
            <a:endParaRPr sz="3200" b="0" i="0" u="none" strike="noStrike" cap="none" dirty="0">
              <a:solidFill>
                <a:srgbClr val="FF161F"/>
              </a:solidFill>
              <a:latin typeface="Poppins"/>
              <a:ea typeface="Poppins"/>
              <a:cs typeface="Poppins"/>
              <a:sym typeface="Poppin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Layout Personalizado">
  <p:cSld name="4_Layout Personalizado">
    <p:spTree>
      <p:nvGrpSpPr>
        <p:cNvPr id="1" name="Shape 722"/>
        <p:cNvGrpSpPr/>
        <p:nvPr/>
      </p:nvGrpSpPr>
      <p:grpSpPr>
        <a:xfrm>
          <a:off x="0" y="0"/>
          <a:ext cx="0" cy="0"/>
          <a:chOff x="0" y="0"/>
          <a:chExt cx="0" cy="0"/>
        </a:xfrm>
      </p:grpSpPr>
      <p:pic>
        <p:nvPicPr>
          <p:cNvPr id="723" name="Google Shape;723;p71"/>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724" name="Google Shape;724;p71"/>
          <p:cNvGrpSpPr/>
          <p:nvPr/>
        </p:nvGrpSpPr>
        <p:grpSpPr>
          <a:xfrm>
            <a:off x="0" y="1"/>
            <a:ext cx="8566500" cy="5379981"/>
            <a:chOff x="0" y="0"/>
            <a:chExt cx="8566500" cy="5808033"/>
          </a:xfrm>
        </p:grpSpPr>
        <p:sp>
          <p:nvSpPr>
            <p:cNvPr id="725" name="Google Shape;725;p71"/>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726" name="Google Shape;726;p71"/>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727" name="Google Shape;727;p71"/>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grpSp>
      <p:sp>
        <p:nvSpPr>
          <p:cNvPr id="729" name="Google Shape;729;p71"/>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professor</a:t>
            </a:r>
            <a:endParaRPr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4. Exposição">
  <p:cSld name="3_4. Exposição">
    <p:spTree>
      <p:nvGrpSpPr>
        <p:cNvPr id="1" name="Shape 730"/>
        <p:cNvGrpSpPr/>
        <p:nvPr/>
      </p:nvGrpSpPr>
      <p:grpSpPr>
        <a:xfrm>
          <a:off x="0" y="0"/>
          <a:ext cx="0" cy="0"/>
          <a:chOff x="0" y="0"/>
          <a:chExt cx="0" cy="0"/>
        </a:xfrm>
      </p:grpSpPr>
      <p:sp>
        <p:nvSpPr>
          <p:cNvPr id="731" name="Google Shape;731;p72"/>
          <p:cNvSpPr txBox="1"/>
          <p:nvPr/>
        </p:nvSpPr>
        <p:spPr>
          <a:xfrm>
            <a:off x="4135395" y="-103796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3_1. Desenvolvimento">
  <p:cSld name="5_1. Desenvolvimento">
    <p:spTree>
      <p:nvGrpSpPr>
        <p:cNvPr id="1" name="Shape 732"/>
        <p:cNvGrpSpPr/>
        <p:nvPr/>
      </p:nvGrpSpPr>
      <p:grpSpPr>
        <a:xfrm>
          <a:off x="0" y="0"/>
          <a:ext cx="0" cy="0"/>
          <a:chOff x="0" y="0"/>
          <a:chExt cx="0" cy="0"/>
        </a:xfrm>
      </p:grpSpPr>
      <p:pic>
        <p:nvPicPr>
          <p:cNvPr id="733" name="Google Shape;733;p73"/>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734" name="Google Shape;734;p73"/>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735" name="Google Shape;735;p73"/>
          <p:cNvSpPr txBox="1"/>
          <p:nvPr/>
        </p:nvSpPr>
        <p:spPr>
          <a:xfrm>
            <a:off x="5562600" y="23622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736" name="Google Shape;736;p73"/>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737" name="Google Shape;737;p73"/>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Only">
  <p:cSld name="3_Title Only">
    <p:spTree>
      <p:nvGrpSpPr>
        <p:cNvPr id="1" name="Shape 738"/>
        <p:cNvGrpSpPr/>
        <p:nvPr/>
      </p:nvGrpSpPr>
      <p:grpSpPr>
        <a:xfrm>
          <a:off x="0" y="0"/>
          <a:ext cx="0" cy="0"/>
          <a:chOff x="0" y="0"/>
          <a:chExt cx="0" cy="0"/>
        </a:xfrm>
      </p:grpSpPr>
      <p:pic>
        <p:nvPicPr>
          <p:cNvPr id="739" name="Google Shape;739;p74"/>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740" name="Google Shape;740;p74"/>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622" b="0" i="0" u="none" strike="noStrike" cap="none" dirty="0">
              <a:solidFill>
                <a:schemeClr val="lt1"/>
              </a:solidFill>
              <a:latin typeface="Arial"/>
              <a:ea typeface="Arial"/>
              <a:cs typeface="Arial"/>
              <a:sym typeface="Arial"/>
            </a:endParaRPr>
          </a:p>
        </p:txBody>
      </p:sp>
      <p:sp>
        <p:nvSpPr>
          <p:cNvPr id="741" name="Google Shape;741;p74"/>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742" name="Google Shape;742;p74"/>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43" name="Google Shape;743;p74"/>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cxnSp>
        <p:nvCxnSpPr>
          <p:cNvPr id="744" name="Google Shape;744;p74"/>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745" name="Google Shape;745;p74"/>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746" name="Google Shape;746;p74"/>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747" name="Google Shape;747;p74"/>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48" name="Google Shape;748;p74"/>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49" name="Google Shape;749;p74"/>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50" name="Google Shape;750;p74"/>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51" name="Google Shape;751;p74"/>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52" name="Google Shape;752;p74"/>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53" name="Google Shape;753;p74"/>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54" name="Google Shape;754;p74"/>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755" name="Google Shape;755;p7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756" name="Google Shape;756;p74"/>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p:cSld name="2_Title Only">
    <p:spTree>
      <p:nvGrpSpPr>
        <p:cNvPr id="1" name="Shape 757"/>
        <p:cNvGrpSpPr/>
        <p:nvPr/>
      </p:nvGrpSpPr>
      <p:grpSpPr>
        <a:xfrm>
          <a:off x="0" y="0"/>
          <a:ext cx="0" cy="0"/>
          <a:chOff x="0" y="0"/>
          <a:chExt cx="0" cy="0"/>
        </a:xfrm>
      </p:grpSpPr>
      <p:pic>
        <p:nvPicPr>
          <p:cNvPr id="758" name="Google Shape;758;p75"/>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759" name="Google Shape;759;p7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760" name="Google Shape;760;p75"/>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761" name="Google Shape;761;p75"/>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62" name="Google Shape;762;p75"/>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cxnSp>
        <p:nvCxnSpPr>
          <p:cNvPr id="763" name="Google Shape;763;p75"/>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764" name="Google Shape;764;p75"/>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765" name="Google Shape;765;p75"/>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766" name="Google Shape;766;p75"/>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67" name="Google Shape;767;p75"/>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68" name="Google Shape;768;p75"/>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69" name="Google Shape;769;p75"/>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70" name="Google Shape;770;p75"/>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71" name="Google Shape;771;p75"/>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72" name="Google Shape;772;p75"/>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773" name="Google Shape;773;p75"/>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774" name="Google Shape;774;p75"/>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dirty="0"/>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5_OqueAprendemos">
  <p:cSld name="7_OqueAprendemos">
    <p:spTree>
      <p:nvGrpSpPr>
        <p:cNvPr id="1" name="Shape 947"/>
        <p:cNvGrpSpPr/>
        <p:nvPr/>
      </p:nvGrpSpPr>
      <p:grpSpPr>
        <a:xfrm>
          <a:off x="0" y="0"/>
          <a:ext cx="0" cy="0"/>
          <a:chOff x="0" y="0"/>
          <a:chExt cx="0" cy="0"/>
        </a:xfrm>
      </p:grpSpPr>
      <p:pic>
        <p:nvPicPr>
          <p:cNvPr id="948" name="Google Shape;948;p95"/>
          <p:cNvPicPr preferRelativeResize="0"/>
          <p:nvPr/>
        </p:nvPicPr>
        <p:blipFill rotWithShape="1">
          <a:blip r:embed="rId2">
            <a:alphaModFix/>
          </a:blip>
          <a:srcRect/>
          <a:stretch/>
        </p:blipFill>
        <p:spPr>
          <a:xfrm>
            <a:off x="0" y="0"/>
            <a:ext cx="3775249" cy="6857983"/>
          </a:xfrm>
          <a:prstGeom prst="rect">
            <a:avLst/>
          </a:prstGeom>
          <a:noFill/>
          <a:ln>
            <a:noFill/>
          </a:ln>
        </p:spPr>
      </p:pic>
      <p:pic>
        <p:nvPicPr>
          <p:cNvPr id="949" name="Google Shape;949;p95"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32497" y="695158"/>
            <a:ext cx="3823200" cy="3899400"/>
          </a:xfrm>
          <a:prstGeom prst="ellipse">
            <a:avLst/>
          </a:prstGeom>
          <a:noFill/>
          <a:ln>
            <a:noFill/>
          </a:ln>
        </p:spPr>
      </p:pic>
      <p:sp>
        <p:nvSpPr>
          <p:cNvPr id="950" name="Google Shape;950;p95"/>
          <p:cNvSpPr txBox="1"/>
          <p:nvPr/>
        </p:nvSpPr>
        <p:spPr>
          <a:xfrm>
            <a:off x="918094" y="4658787"/>
            <a:ext cx="833100" cy="1230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240"/>
              </a:spcBef>
              <a:spcAft>
                <a:spcPts val="0"/>
              </a:spcAft>
              <a:buClr>
                <a:srgbClr val="000000"/>
              </a:buClr>
              <a:buSzPts val="1200"/>
              <a:buFont typeface="Arial"/>
              <a:buNone/>
            </a:pPr>
            <a:r>
              <a:rPr lang="pt-BR" sz="800" b="0" i="0" u="none" strike="noStrike" cap="none" dirty="0">
                <a:solidFill>
                  <a:schemeClr val="lt1"/>
                </a:solidFill>
                <a:latin typeface="Poppins Light"/>
                <a:ea typeface="Poppins Light"/>
                <a:cs typeface="Poppins Light"/>
                <a:sym typeface="Poppins Light"/>
              </a:rPr>
              <a:t>© Getty Images</a:t>
            </a:r>
            <a:endParaRPr sz="800" b="0" i="0" u="none" strike="noStrike" cap="none" dirty="0">
              <a:solidFill>
                <a:schemeClr val="lt1"/>
              </a:solidFill>
              <a:latin typeface="Poppins Light"/>
              <a:ea typeface="Poppins Light"/>
              <a:cs typeface="Poppins Light"/>
              <a:sym typeface="Poppins Light"/>
            </a:endParaRPr>
          </a:p>
        </p:txBody>
      </p:sp>
      <p:sp>
        <p:nvSpPr>
          <p:cNvPr id="951" name="Google Shape;951;p95"/>
          <p:cNvSpPr/>
          <p:nvPr/>
        </p:nvSpPr>
        <p:spPr>
          <a:xfrm>
            <a:off x="1827147" y="369589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952" name="Google Shape;952;p95"/>
          <p:cNvSpPr txBox="1"/>
          <p:nvPr/>
        </p:nvSpPr>
        <p:spPr>
          <a:xfrm>
            <a:off x="2025947" y="3952324"/>
            <a:ext cx="2001900" cy="10773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O que nós</a:t>
            </a:r>
            <a:endParaRPr dirty="0"/>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aprendemos hoje?</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2_Atividade_Resposta 1">
  <p:cSld name="2_Atividade_Resposta 1">
    <p:spTree>
      <p:nvGrpSpPr>
        <p:cNvPr id="1" name="Shape 1187"/>
        <p:cNvGrpSpPr/>
        <p:nvPr/>
      </p:nvGrpSpPr>
      <p:grpSpPr>
        <a:xfrm>
          <a:off x="0" y="0"/>
          <a:ext cx="0" cy="0"/>
          <a:chOff x="0" y="0"/>
          <a:chExt cx="0" cy="0"/>
        </a:xfrm>
      </p:grpSpPr>
      <p:sp>
        <p:nvSpPr>
          <p:cNvPr id="1188" name="Google Shape;1188;p119"/>
          <p:cNvSpPr/>
          <p:nvPr/>
        </p:nvSpPr>
        <p:spPr>
          <a:xfrm>
            <a:off x="2883290" y="2029005"/>
            <a:ext cx="4047000" cy="3766949"/>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189" name="Google Shape;1189;p119"/>
          <p:cNvSpPr/>
          <p:nvPr/>
        </p:nvSpPr>
        <p:spPr>
          <a:xfrm>
            <a:off x="7220006" y="2029005"/>
            <a:ext cx="4047000" cy="3766949"/>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190" name="Google Shape;1190;p119"/>
          <p:cNvSpPr txBox="1"/>
          <p:nvPr/>
        </p:nvSpPr>
        <p:spPr>
          <a:xfrm>
            <a:off x="2883290"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Materiais necessários</a:t>
            </a:r>
            <a:endParaRPr sz="1400" b="0" i="0" u="none" strike="noStrike" cap="none" dirty="0">
              <a:solidFill>
                <a:srgbClr val="000000"/>
              </a:solidFill>
              <a:latin typeface="Arial"/>
              <a:ea typeface="Arial"/>
              <a:cs typeface="Arial"/>
              <a:sym typeface="Arial"/>
            </a:endParaRPr>
          </a:p>
        </p:txBody>
      </p:sp>
      <p:sp>
        <p:nvSpPr>
          <p:cNvPr id="1191" name="Google Shape;1191;p119"/>
          <p:cNvSpPr txBox="1"/>
          <p:nvPr/>
        </p:nvSpPr>
        <p:spPr>
          <a:xfrm>
            <a:off x="7220007"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Passo a passo</a:t>
            </a:r>
            <a:endParaRPr sz="1400" b="0" i="0" u="none" strike="noStrike" cap="none" dirty="0">
              <a:solidFill>
                <a:srgbClr val="000000"/>
              </a:solidFill>
              <a:latin typeface="Arial"/>
              <a:ea typeface="Arial"/>
              <a:cs typeface="Arial"/>
              <a:sym typeface="Arial"/>
            </a:endParaRPr>
          </a:p>
        </p:txBody>
      </p:sp>
      <p:sp>
        <p:nvSpPr>
          <p:cNvPr id="1192" name="Google Shape;1192;p119"/>
          <p:cNvSpPr txBox="1">
            <a:spLocks noGrp="1"/>
          </p:cNvSpPr>
          <p:nvPr>
            <p:ph type="body" idx="1"/>
          </p:nvPr>
        </p:nvSpPr>
        <p:spPr>
          <a:xfrm>
            <a:off x="3071283" y="619126"/>
            <a:ext cx="6680700" cy="483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93" name="Google Shape;1193;p119"/>
          <p:cNvSpPr txBox="1">
            <a:spLocks noGrp="1"/>
          </p:cNvSpPr>
          <p:nvPr>
            <p:ph type="body" idx="2"/>
          </p:nvPr>
        </p:nvSpPr>
        <p:spPr>
          <a:xfrm>
            <a:off x="427780" y="3025735"/>
            <a:ext cx="18654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94" name="Google Shape;1194;p119"/>
          <p:cNvSpPr txBox="1">
            <a:spLocks noGrp="1"/>
          </p:cNvSpPr>
          <p:nvPr>
            <p:ph type="body" idx="3"/>
          </p:nvPr>
        </p:nvSpPr>
        <p:spPr>
          <a:xfrm>
            <a:off x="925094" y="4056434"/>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95" name="Google Shape;1195;p119"/>
          <p:cNvSpPr txBox="1">
            <a:spLocks noGrp="1"/>
          </p:cNvSpPr>
          <p:nvPr>
            <p:ph type="body" idx="4"/>
          </p:nvPr>
        </p:nvSpPr>
        <p:spPr>
          <a:xfrm>
            <a:off x="906044" y="4847009"/>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196" name="Google Shape;1196;p119"/>
          <p:cNvSpPr txBox="1"/>
          <p:nvPr/>
        </p:nvSpPr>
        <p:spPr>
          <a:xfrm>
            <a:off x="3305837" y="6053552"/>
            <a:ext cx="6190500" cy="246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dirty="0">
                <a:solidFill>
                  <a:schemeClr val="dk1"/>
                </a:solidFill>
                <a:latin typeface="Poppins"/>
                <a:ea typeface="Poppins"/>
                <a:cs typeface="Poppins"/>
                <a:sym typeface="Poppins"/>
              </a:rPr>
              <a:t>Baixe o roteiro dessa atividade / Baixe o material de apoio dessa atividade</a:t>
            </a:r>
            <a:endParaRPr sz="1200" b="0" i="0" u="none" strike="noStrike" cap="none" dirty="0">
              <a:solidFill>
                <a:srgbClr val="000000"/>
              </a:solidFill>
              <a:latin typeface="Poppins"/>
              <a:ea typeface="Poppins"/>
              <a:cs typeface="Poppins"/>
              <a:sym typeface="Poppins"/>
            </a:endParaRPr>
          </a:p>
        </p:txBody>
      </p:sp>
      <p:sp>
        <p:nvSpPr>
          <p:cNvPr id="1198" name="Google Shape;1198;p119"/>
          <p:cNvSpPr/>
          <p:nvPr/>
        </p:nvSpPr>
        <p:spPr>
          <a:xfrm rot="10800000">
            <a:off x="4522934"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pic>
        <p:nvPicPr>
          <p:cNvPr id="1199" name="Google Shape;1199;p119"/>
          <p:cNvPicPr preferRelativeResize="0"/>
          <p:nvPr/>
        </p:nvPicPr>
        <p:blipFill rotWithShape="1">
          <a:blip r:embed="rId2">
            <a:alphaModFix/>
          </a:blip>
          <a:srcRect/>
          <a:stretch/>
        </p:blipFill>
        <p:spPr>
          <a:xfrm>
            <a:off x="4625052" y="1652486"/>
            <a:ext cx="613321" cy="417058"/>
          </a:xfrm>
          <a:prstGeom prst="rect">
            <a:avLst/>
          </a:prstGeom>
          <a:noFill/>
          <a:ln>
            <a:noFill/>
          </a:ln>
        </p:spPr>
      </p:pic>
      <p:sp>
        <p:nvSpPr>
          <p:cNvPr id="1200" name="Google Shape;1200;p119"/>
          <p:cNvSpPr/>
          <p:nvPr/>
        </p:nvSpPr>
        <p:spPr>
          <a:xfrm rot="10800000">
            <a:off x="8859652"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pic>
        <p:nvPicPr>
          <p:cNvPr id="1201" name="Google Shape;1201;p119"/>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9045782" y="1632977"/>
            <a:ext cx="450550" cy="440964"/>
          </a:xfrm>
          <a:prstGeom prst="rect">
            <a:avLst/>
          </a:prstGeom>
          <a:noFill/>
          <a:ln>
            <a:noFill/>
          </a:ln>
        </p:spPr>
      </p:pic>
      <p:sp>
        <p:nvSpPr>
          <p:cNvPr id="1202" name="Google Shape;1202;p119"/>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203" name="Google Shape;1203;p119"/>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pic>
        <p:nvPicPr>
          <p:cNvPr id="2" name="Imagem 1">
            <a:extLst>
              <a:ext uri="{FF2B5EF4-FFF2-40B4-BE49-F238E27FC236}">
                <a16:creationId xmlns:a16="http://schemas.microsoft.com/office/drawing/2014/main" id="{EC73875E-84C1-E2A1-1D22-868A431CA3A7}"/>
              </a:ext>
            </a:extLst>
          </p:cNvPr>
          <p:cNvPicPr>
            <a:picLocks noChangeAspect="1"/>
          </p:cNvPicPr>
          <p:nvPr userDrawn="1"/>
        </p:nvPicPr>
        <p:blipFill>
          <a:blip r:embed="rId4"/>
          <a:stretch>
            <a:fillRect/>
          </a:stretch>
        </p:blipFill>
        <p:spPr>
          <a:xfrm>
            <a:off x="2902047" y="5900730"/>
            <a:ext cx="363559" cy="436271"/>
          </a:xfrm>
          <a:prstGeom prst="rect">
            <a:avLst/>
          </a:prstGeom>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ítulo e Conteúdo">
  <p:cSld name="4_Título e Conteúdo">
    <p:spTree>
      <p:nvGrpSpPr>
        <p:cNvPr id="1" name="Shape 1205"/>
        <p:cNvGrpSpPr/>
        <p:nvPr/>
      </p:nvGrpSpPr>
      <p:grpSpPr>
        <a:xfrm>
          <a:off x="0" y="0"/>
          <a:ext cx="0" cy="0"/>
          <a:chOff x="0" y="0"/>
          <a:chExt cx="0" cy="0"/>
        </a:xfrm>
      </p:grpSpPr>
      <p:pic>
        <p:nvPicPr>
          <p:cNvPr id="1206" name="Google Shape;1206;p121"/>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1207" name="Google Shape;1207;p121"/>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1208" name="Google Shape;1208;p121"/>
          <p:cNvSpPr txBox="1">
            <a:spLocks noGrp="1"/>
          </p:cNvSpPr>
          <p:nvPr>
            <p:ph type="body" idx="1"/>
          </p:nvPr>
        </p:nvSpPr>
        <p:spPr>
          <a:xfrm>
            <a:off x="3163359" y="1023409"/>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09" name="Google Shape;1209;p121"/>
          <p:cNvSpPr txBox="1">
            <a:spLocks noGrp="1"/>
          </p:cNvSpPr>
          <p:nvPr>
            <p:ph type="body" idx="2"/>
          </p:nvPr>
        </p:nvSpPr>
        <p:spPr>
          <a:xfrm>
            <a:off x="3163359" y="2334624"/>
            <a:ext cx="4888500" cy="1081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10" name="Google Shape;1210;p121"/>
          <p:cNvSpPr>
            <a:spLocks noGrp="1"/>
          </p:cNvSpPr>
          <p:nvPr>
            <p:ph type="pic" idx="3"/>
          </p:nvPr>
        </p:nvSpPr>
        <p:spPr>
          <a:xfrm>
            <a:off x="3163359" y="3645959"/>
            <a:ext cx="4888500" cy="1668000"/>
          </a:xfrm>
          <a:prstGeom prst="rect">
            <a:avLst/>
          </a:prstGeom>
          <a:noFill/>
          <a:ln>
            <a:noFill/>
          </a:ln>
        </p:spPr>
        <p:txBody>
          <a:bodyPr/>
          <a:lstStyle/>
          <a:p>
            <a:endParaRPr lang="pt-BR" dirty="0"/>
          </a:p>
        </p:txBody>
      </p:sp>
      <p:sp>
        <p:nvSpPr>
          <p:cNvPr id="1211" name="Google Shape;1211;p121"/>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212" name="Google Shape;1212;p121"/>
          <p:cNvSpPr txBox="1"/>
          <p:nvPr/>
        </p:nvSpPr>
        <p:spPr>
          <a:xfrm>
            <a:off x="779302" y="669715"/>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dirty="0"/>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2_Atividade_Resposta">
  <p:cSld name="6_Atividade_Resposta">
    <p:spTree>
      <p:nvGrpSpPr>
        <p:cNvPr id="1" name="Shape 1213"/>
        <p:cNvGrpSpPr/>
        <p:nvPr/>
      </p:nvGrpSpPr>
      <p:grpSpPr>
        <a:xfrm>
          <a:off x="0" y="0"/>
          <a:ext cx="0" cy="0"/>
          <a:chOff x="0" y="0"/>
          <a:chExt cx="0" cy="0"/>
        </a:xfrm>
      </p:grpSpPr>
      <p:sp>
        <p:nvSpPr>
          <p:cNvPr id="1214" name="Google Shape;1214;p122"/>
          <p:cNvSpPr/>
          <p:nvPr/>
        </p:nvSpPr>
        <p:spPr>
          <a:xfrm>
            <a:off x="2883290"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215" name="Google Shape;1215;p122"/>
          <p:cNvSpPr/>
          <p:nvPr/>
        </p:nvSpPr>
        <p:spPr>
          <a:xfrm>
            <a:off x="7220006" y="2029006"/>
            <a:ext cx="4047000" cy="3616800"/>
          </a:xfrm>
          <a:prstGeom prst="rect">
            <a:avLst/>
          </a:prstGeom>
          <a:noFill/>
          <a:ln w="19050" cap="flat" cmpd="sng">
            <a:solidFill>
              <a:srgbClr val="434343"/>
            </a:solidFill>
            <a:prstDash val="solid"/>
            <a:round/>
            <a:headEnd type="none" w="sm" len="sm"/>
            <a:tailEnd type="none" w="sm" len="sm"/>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216" name="Google Shape;1216;p122"/>
          <p:cNvSpPr txBox="1"/>
          <p:nvPr/>
        </p:nvSpPr>
        <p:spPr>
          <a:xfrm>
            <a:off x="2883290"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Materiais necessários</a:t>
            </a:r>
            <a:endParaRPr dirty="0"/>
          </a:p>
        </p:txBody>
      </p:sp>
      <p:sp>
        <p:nvSpPr>
          <p:cNvPr id="1217" name="Google Shape;1217;p122"/>
          <p:cNvSpPr txBox="1"/>
          <p:nvPr/>
        </p:nvSpPr>
        <p:spPr>
          <a:xfrm>
            <a:off x="7220007" y="2509149"/>
            <a:ext cx="4047000" cy="2772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1800" b="1" i="0" u="none" strike="noStrike" cap="none" dirty="0">
                <a:solidFill>
                  <a:schemeClr val="dk1"/>
                </a:solidFill>
                <a:latin typeface="Poppins"/>
                <a:ea typeface="Poppins"/>
                <a:cs typeface="Poppins"/>
                <a:sym typeface="Poppins"/>
              </a:rPr>
              <a:t>Passo a passo</a:t>
            </a:r>
            <a:endParaRPr dirty="0"/>
          </a:p>
        </p:txBody>
      </p:sp>
      <p:sp>
        <p:nvSpPr>
          <p:cNvPr id="1218" name="Google Shape;1218;p122"/>
          <p:cNvSpPr txBox="1">
            <a:spLocks noGrp="1"/>
          </p:cNvSpPr>
          <p:nvPr>
            <p:ph type="body" idx="1"/>
          </p:nvPr>
        </p:nvSpPr>
        <p:spPr>
          <a:xfrm>
            <a:off x="3071283" y="619126"/>
            <a:ext cx="6680700" cy="483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19" name="Google Shape;1219;p122"/>
          <p:cNvSpPr txBox="1">
            <a:spLocks noGrp="1"/>
          </p:cNvSpPr>
          <p:nvPr>
            <p:ph type="body" idx="2"/>
          </p:nvPr>
        </p:nvSpPr>
        <p:spPr>
          <a:xfrm>
            <a:off x="427780" y="3025735"/>
            <a:ext cx="18654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20" name="Google Shape;1220;p122"/>
          <p:cNvSpPr txBox="1">
            <a:spLocks noGrp="1"/>
          </p:cNvSpPr>
          <p:nvPr>
            <p:ph type="body" idx="3"/>
          </p:nvPr>
        </p:nvSpPr>
        <p:spPr>
          <a:xfrm>
            <a:off x="925094" y="4056434"/>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21" name="Google Shape;1221;p122"/>
          <p:cNvSpPr txBox="1">
            <a:spLocks noGrp="1"/>
          </p:cNvSpPr>
          <p:nvPr>
            <p:ph type="body" idx="4"/>
          </p:nvPr>
        </p:nvSpPr>
        <p:spPr>
          <a:xfrm>
            <a:off x="906044" y="4847009"/>
            <a:ext cx="1839300" cy="428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22" name="Google Shape;1222;p122"/>
          <p:cNvSpPr txBox="1"/>
          <p:nvPr/>
        </p:nvSpPr>
        <p:spPr>
          <a:xfrm>
            <a:off x="3305837" y="5948777"/>
            <a:ext cx="6190500" cy="246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200" b="1" i="0" u="none" strike="noStrike" cap="none" dirty="0">
                <a:solidFill>
                  <a:schemeClr val="dk1"/>
                </a:solidFill>
                <a:latin typeface="Poppins"/>
                <a:ea typeface="Poppins"/>
                <a:cs typeface="Poppins"/>
                <a:sym typeface="Poppins"/>
              </a:rPr>
              <a:t>Baixe o roteiro dessa atividade / Baixe o material de apoio dessa atividade</a:t>
            </a:r>
            <a:endParaRPr sz="1200" b="0" i="0" u="none" strike="noStrike" cap="none" dirty="0">
              <a:solidFill>
                <a:srgbClr val="000000"/>
              </a:solidFill>
              <a:latin typeface="Poppins"/>
              <a:ea typeface="Poppins"/>
              <a:cs typeface="Poppins"/>
              <a:sym typeface="Poppins"/>
            </a:endParaRPr>
          </a:p>
        </p:txBody>
      </p:sp>
      <p:pic>
        <p:nvPicPr>
          <p:cNvPr id="1223" name="Google Shape;1223;p122"/>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2902047" y="5795955"/>
            <a:ext cx="363560" cy="436271"/>
          </a:xfrm>
          <a:prstGeom prst="rect">
            <a:avLst/>
          </a:prstGeom>
          <a:noFill/>
          <a:ln>
            <a:noFill/>
          </a:ln>
        </p:spPr>
      </p:pic>
      <p:sp>
        <p:nvSpPr>
          <p:cNvPr id="1224" name="Google Shape;1224;p122"/>
          <p:cNvSpPr/>
          <p:nvPr/>
        </p:nvSpPr>
        <p:spPr>
          <a:xfrm rot="10800000">
            <a:off x="4522934"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Poppins"/>
              <a:ea typeface="Poppins"/>
              <a:cs typeface="Poppins"/>
              <a:sym typeface="Poppins"/>
            </a:endParaRPr>
          </a:p>
        </p:txBody>
      </p:sp>
      <p:sp>
        <p:nvSpPr>
          <p:cNvPr id="1225" name="Google Shape;1225;p122"/>
          <p:cNvSpPr/>
          <p:nvPr/>
        </p:nvSpPr>
        <p:spPr>
          <a:xfrm>
            <a:off x="4625052" y="1652486"/>
            <a:ext cx="613200" cy="417000"/>
          </a:xfrm>
          <a:prstGeom prst="rect">
            <a:avLst/>
          </a:prstGeom>
          <a:noFill/>
          <a:ln>
            <a:noFill/>
          </a:ln>
        </p:spPr>
        <p:txBody>
          <a:bodyPr/>
          <a:lstStyle/>
          <a:p>
            <a:endParaRPr lang="pt-BR" dirty="0"/>
          </a:p>
        </p:txBody>
      </p:sp>
      <p:sp>
        <p:nvSpPr>
          <p:cNvPr id="1226" name="Google Shape;1226;p122"/>
          <p:cNvSpPr/>
          <p:nvPr/>
        </p:nvSpPr>
        <p:spPr>
          <a:xfrm rot="10800000">
            <a:off x="8859652" y="1517739"/>
            <a:ext cx="767604" cy="849508"/>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60950" tIns="60950" rIns="60950" bIns="6095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200" b="0" i="0" u="none" strike="noStrike" cap="none" dirty="0">
              <a:solidFill>
                <a:schemeClr val="dk1"/>
              </a:solidFill>
              <a:latin typeface="Calibri"/>
              <a:ea typeface="Calibri"/>
              <a:cs typeface="Calibri"/>
              <a:sym typeface="Calibri"/>
            </a:endParaRPr>
          </a:p>
        </p:txBody>
      </p:sp>
      <p:sp>
        <p:nvSpPr>
          <p:cNvPr id="1227" name="Google Shape;1227;p122"/>
          <p:cNvSpPr/>
          <p:nvPr/>
        </p:nvSpPr>
        <p:spPr>
          <a:xfrm>
            <a:off x="9045782" y="1632977"/>
            <a:ext cx="450600" cy="441000"/>
          </a:xfrm>
          <a:prstGeom prst="rect">
            <a:avLst/>
          </a:prstGeom>
          <a:noFill/>
          <a:ln>
            <a:noFill/>
          </a:ln>
        </p:spPr>
        <p:txBody>
          <a:bodyPr/>
          <a:lstStyle/>
          <a:p>
            <a:endParaRPr lang="pt-BR" dirty="0"/>
          </a:p>
        </p:txBody>
      </p:sp>
      <p:sp>
        <p:nvSpPr>
          <p:cNvPr id="1228" name="Google Shape;1228;p122"/>
          <p:cNvSpPr/>
          <p:nvPr/>
        </p:nvSpPr>
        <p:spPr>
          <a:xfrm>
            <a:off x="200184" y="224527"/>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229" name="Google Shape;1229;p122"/>
          <p:cNvSpPr txBox="1"/>
          <p:nvPr/>
        </p:nvSpPr>
        <p:spPr>
          <a:xfrm>
            <a:off x="527108" y="662359"/>
            <a:ext cx="17274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rgbClr val="FFFFFF"/>
                </a:solidFill>
                <a:latin typeface="Poppins Light"/>
                <a:ea typeface="Poppins Light"/>
                <a:cs typeface="Poppins Light"/>
                <a:sym typeface="Poppins Light"/>
              </a:rPr>
              <a:t>Colocando</a:t>
            </a:r>
            <a:br>
              <a:rPr lang="pt-BR" sz="2333" b="0" i="0" u="none" strike="noStrike" cap="none" dirty="0">
                <a:solidFill>
                  <a:srgbClr val="FFFFFF"/>
                </a:solidFill>
                <a:latin typeface="Poppins Light"/>
                <a:ea typeface="Poppins Light"/>
                <a:cs typeface="Poppins Light"/>
                <a:sym typeface="Poppins Light"/>
              </a:rPr>
            </a:br>
            <a:r>
              <a:rPr lang="pt-BR" sz="2333" b="0" i="0" u="none" strike="noStrike" cap="none" dirty="0">
                <a:solidFill>
                  <a:srgbClr val="FFFFFF"/>
                </a:solidFill>
                <a:latin typeface="Poppins Light"/>
                <a:ea typeface="Poppins Light"/>
                <a:cs typeface="Poppins Light"/>
                <a:sym typeface="Poppins Light"/>
              </a:rPr>
              <a:t>em </a:t>
            </a:r>
            <a:r>
              <a:rPr lang="pt-BR" sz="2333" b="1" i="0" u="none" strike="noStrike" cap="none" dirty="0">
                <a:solidFill>
                  <a:srgbClr val="FFFFFF"/>
                </a:solidFill>
                <a:latin typeface="Poppins"/>
                <a:ea typeface="Poppins"/>
                <a:cs typeface="Poppins"/>
                <a:sym typeface="Poppins"/>
              </a:rPr>
              <a:t>prática</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3_Layout Personalizado">
  <p:cSld name="9_Layout Personalizado">
    <p:spTree>
      <p:nvGrpSpPr>
        <p:cNvPr id="1" name="Shape 1230"/>
        <p:cNvGrpSpPr/>
        <p:nvPr/>
      </p:nvGrpSpPr>
      <p:grpSpPr>
        <a:xfrm>
          <a:off x="0" y="0"/>
          <a:ext cx="0" cy="0"/>
          <a:chOff x="0" y="0"/>
          <a:chExt cx="0" cy="0"/>
        </a:xfrm>
      </p:grpSpPr>
      <p:sp>
        <p:nvSpPr>
          <p:cNvPr id="1231" name="Google Shape;1231;p123"/>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622" b="0" i="0" u="none" strike="noStrike" cap="none" dirty="0">
              <a:solidFill>
                <a:schemeClr val="lt1"/>
              </a:solidFill>
              <a:latin typeface="Arial"/>
              <a:ea typeface="Arial"/>
              <a:cs typeface="Arial"/>
              <a:sym typeface="Arial"/>
            </a:endParaRPr>
          </a:p>
        </p:txBody>
      </p:sp>
      <p:sp>
        <p:nvSpPr>
          <p:cNvPr id="1232" name="Google Shape;1232;p123"/>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233" name="Google Shape;1233;p123"/>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None/>
            </a:pPr>
            <a:r>
              <a:rPr lang="pt-BR" sz="4266" b="1" i="0" u="none" strike="noStrike" cap="none" dirty="0">
                <a:solidFill>
                  <a:srgbClr val="000000"/>
                </a:solidFill>
                <a:latin typeface="Poppins"/>
                <a:ea typeface="Poppins"/>
                <a:cs typeface="Poppins"/>
                <a:sym typeface="Poppins"/>
              </a:rPr>
              <a:t>Educação Profissional Paulista</a:t>
            </a:r>
            <a:endParaRPr dirty="0"/>
          </a:p>
        </p:txBody>
      </p:sp>
      <p:sp>
        <p:nvSpPr>
          <p:cNvPr id="1234" name="Google Shape;1234;p123"/>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None/>
            </a:pPr>
            <a:r>
              <a:rPr lang="pt-BR" sz="3334" b="0" i="0" u="none" strike="noStrike" cap="none" dirty="0">
                <a:solidFill>
                  <a:srgbClr val="FFFFFF"/>
                </a:solidFill>
                <a:latin typeface="Poppins Light"/>
                <a:ea typeface="Poppins Light"/>
                <a:cs typeface="Poppins Light"/>
                <a:sym typeface="Poppins Light"/>
              </a:rPr>
              <a:t>Técnico em </a:t>
            </a:r>
            <a:endParaRPr dirty="0"/>
          </a:p>
        </p:txBody>
      </p:sp>
      <p:sp>
        <p:nvSpPr>
          <p:cNvPr id="1235" name="Google Shape;1235;p123"/>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pt-BR" sz="3133" b="1" i="0" u="none" strike="noStrike" cap="none" dirty="0">
                <a:solidFill>
                  <a:srgbClr val="FFFFFF"/>
                </a:solidFill>
                <a:latin typeface="Poppins"/>
                <a:ea typeface="Poppins"/>
                <a:cs typeface="Poppins"/>
                <a:sym typeface="Poppins"/>
              </a:rPr>
              <a:t>Desenvolvimento de Sistemas</a:t>
            </a:r>
            <a:endParaRPr dirty="0"/>
          </a:p>
        </p:txBody>
      </p:sp>
      <p:pic>
        <p:nvPicPr>
          <p:cNvPr id="1236" name="Google Shape;1236;p123"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75" cy="1147457"/>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Layout Personalizado">
  <p:cSld name="8_Layout Personalizado">
    <p:spTree>
      <p:nvGrpSpPr>
        <p:cNvPr id="1" name="Shape 1237"/>
        <p:cNvGrpSpPr/>
        <p:nvPr/>
      </p:nvGrpSpPr>
      <p:grpSpPr>
        <a:xfrm>
          <a:off x="0" y="0"/>
          <a:ext cx="0" cy="0"/>
          <a:chOff x="0" y="0"/>
          <a:chExt cx="0" cy="0"/>
        </a:xfrm>
      </p:grpSpPr>
      <p:pic>
        <p:nvPicPr>
          <p:cNvPr id="1238" name="Google Shape;1238;p124"/>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6" cy="6857999"/>
          </a:xfrm>
          <a:prstGeom prst="rect">
            <a:avLst/>
          </a:prstGeom>
          <a:noFill/>
          <a:ln>
            <a:noFill/>
          </a:ln>
        </p:spPr>
      </p:pic>
      <p:grpSp>
        <p:nvGrpSpPr>
          <p:cNvPr id="1239" name="Google Shape;1239;p124"/>
          <p:cNvGrpSpPr/>
          <p:nvPr/>
        </p:nvGrpSpPr>
        <p:grpSpPr>
          <a:xfrm>
            <a:off x="9767223" y="6379123"/>
            <a:ext cx="2435717" cy="499880"/>
            <a:chOff x="14634602" y="9537218"/>
            <a:chExt cx="3653392" cy="749782"/>
          </a:xfrm>
        </p:grpSpPr>
        <p:pic>
          <p:nvPicPr>
            <p:cNvPr id="1240" name="Google Shape;1240;p124"/>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241" name="Google Shape;1241;p124"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242" name="Google Shape;1242;p124"/>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pic>
        <p:nvPicPr>
          <p:cNvPr id="1243" name="Google Shape;1243;p124"/>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1244" name="Google Shape;1244;p124"/>
          <p:cNvGrpSpPr/>
          <p:nvPr/>
        </p:nvGrpSpPr>
        <p:grpSpPr>
          <a:xfrm>
            <a:off x="10400796" y="6090630"/>
            <a:ext cx="1791300" cy="767400"/>
            <a:chOff x="10400796" y="6090630"/>
            <a:chExt cx="1791300" cy="767400"/>
          </a:xfrm>
        </p:grpSpPr>
        <p:sp>
          <p:nvSpPr>
            <p:cNvPr id="1245" name="Google Shape;1245;p124"/>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246" name="Google Shape;1246;p124"/>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grpSp>
      <p:pic>
        <p:nvPicPr>
          <p:cNvPr id="1247" name="Google Shape;1247;p124"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5" cy="696428"/>
          </a:xfrm>
          <a:prstGeom prst="rect">
            <a:avLst/>
          </a:prstGeom>
          <a:noFill/>
          <a:ln>
            <a:noFill/>
          </a:ln>
        </p:spPr>
      </p:pic>
      <p:grpSp>
        <p:nvGrpSpPr>
          <p:cNvPr id="1248" name="Google Shape;1248;p124"/>
          <p:cNvGrpSpPr/>
          <p:nvPr/>
        </p:nvGrpSpPr>
        <p:grpSpPr>
          <a:xfrm>
            <a:off x="0" y="1"/>
            <a:ext cx="8566500" cy="5379981"/>
            <a:chOff x="0" y="0"/>
            <a:chExt cx="8566500" cy="5808033"/>
          </a:xfrm>
        </p:grpSpPr>
        <p:sp>
          <p:nvSpPr>
            <p:cNvPr id="1249" name="Google Shape;1249;p124"/>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250" name="Google Shape;1250;p124"/>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251" name="Google Shape;1251;p124"/>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Layout Personalizado">
  <p:cSld name="7_Layout Personalizado">
    <p:spTree>
      <p:nvGrpSpPr>
        <p:cNvPr id="1" name="Shape 1252"/>
        <p:cNvGrpSpPr/>
        <p:nvPr/>
      </p:nvGrpSpPr>
      <p:grpSpPr>
        <a:xfrm>
          <a:off x="0" y="0"/>
          <a:ext cx="0" cy="0"/>
          <a:chOff x="0" y="0"/>
          <a:chExt cx="0" cy="0"/>
        </a:xfrm>
      </p:grpSpPr>
      <p:pic>
        <p:nvPicPr>
          <p:cNvPr id="1253" name="Google Shape;1253;p125"/>
          <p:cNvPicPr preferRelativeResize="0"/>
          <p:nvPr/>
        </p:nvPicPr>
        <p:blipFill rotWithShape="1">
          <a:blip r:embed="rId2">
            <a:alphaModFix/>
          </a:blip>
          <a:srcRect/>
          <a:stretch/>
        </p:blipFill>
        <p:spPr>
          <a:xfrm>
            <a:off x="0" y="0"/>
            <a:ext cx="12191999" cy="6859201"/>
          </a:xfrm>
          <a:prstGeom prst="rect">
            <a:avLst/>
          </a:prstGeom>
          <a:noFill/>
          <a:ln>
            <a:noFill/>
          </a:ln>
        </p:spPr>
      </p:pic>
      <p:grpSp>
        <p:nvGrpSpPr>
          <p:cNvPr id="1254" name="Google Shape;1254;p125"/>
          <p:cNvGrpSpPr/>
          <p:nvPr/>
        </p:nvGrpSpPr>
        <p:grpSpPr>
          <a:xfrm>
            <a:off x="0" y="1"/>
            <a:ext cx="8566500" cy="5379981"/>
            <a:chOff x="0" y="0"/>
            <a:chExt cx="8566500" cy="5808033"/>
          </a:xfrm>
        </p:grpSpPr>
        <p:sp>
          <p:nvSpPr>
            <p:cNvPr id="1255" name="Google Shape;1255;p125"/>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256" name="Google Shape;1256;p125"/>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257" name="Google Shape;1257;p125"/>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grpSp>
      <p:sp>
        <p:nvSpPr>
          <p:cNvPr id="1258" name="Google Shape;1258;p125"/>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259" name="Google Shape;1259;p125"/>
          <p:cNvSpPr txBox="1"/>
          <p:nvPr/>
        </p:nvSpPr>
        <p:spPr>
          <a:xfrm>
            <a:off x="625132" y="255329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4500"/>
              <a:buFont typeface="Arial"/>
              <a:buNone/>
            </a:pPr>
            <a:r>
              <a:rPr lang="pt-BR" sz="3000" b="1" i="0" u="none" strike="noStrike" cap="none" dirty="0">
                <a:solidFill>
                  <a:srgbClr val="FF161F"/>
                </a:solidFill>
                <a:latin typeface="Poppins"/>
                <a:ea typeface="Poppins"/>
                <a:cs typeface="Poppins"/>
                <a:sym typeface="Poppins"/>
              </a:rPr>
              <a:t>Orientações ao </a:t>
            </a:r>
            <a:r>
              <a:rPr lang="pt-BR" sz="3000" b="1" i="0" u="none" strike="noStrike" cap="none" dirty="0">
                <a:solidFill>
                  <a:srgbClr val="FF161F"/>
                </a:solidFill>
                <a:highlight>
                  <a:srgbClr val="00FFFF"/>
                </a:highlight>
                <a:latin typeface="Poppins"/>
                <a:ea typeface="Poppins"/>
                <a:cs typeface="Poppins"/>
                <a:sym typeface="Poppins"/>
              </a:rPr>
              <a:t>professor</a:t>
            </a:r>
            <a:endParaRPr dirty="0">
              <a:highlight>
                <a:srgbClr val="00FFFF"/>
              </a:highlight>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itle Only">
  <p:cSld name="5_Title Only">
    <p:spTree>
      <p:nvGrpSpPr>
        <p:cNvPr id="1" name="Shape 1260"/>
        <p:cNvGrpSpPr/>
        <p:nvPr/>
      </p:nvGrpSpPr>
      <p:grpSpPr>
        <a:xfrm>
          <a:off x="0" y="0"/>
          <a:ext cx="0" cy="0"/>
          <a:chOff x="0" y="0"/>
          <a:chExt cx="0" cy="0"/>
        </a:xfrm>
      </p:grpSpPr>
      <p:pic>
        <p:nvPicPr>
          <p:cNvPr id="1261" name="Google Shape;1261;p126"/>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262" name="Google Shape;1262;p126"/>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622" b="0" i="0" u="none" strike="noStrike" cap="none" dirty="0">
              <a:solidFill>
                <a:schemeClr val="lt1"/>
              </a:solidFill>
              <a:latin typeface="Arial"/>
              <a:ea typeface="Arial"/>
              <a:cs typeface="Arial"/>
              <a:sym typeface="Arial"/>
            </a:endParaRPr>
          </a:p>
        </p:txBody>
      </p:sp>
      <p:sp>
        <p:nvSpPr>
          <p:cNvPr id="1263" name="Google Shape;1263;p126"/>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264" name="Google Shape;1264;p126"/>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65" name="Google Shape;1265;p126"/>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cxnSp>
        <p:nvCxnSpPr>
          <p:cNvPr id="1266" name="Google Shape;1266;p126"/>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267" name="Google Shape;1267;p126"/>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1268" name="Google Shape;1268;p126"/>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1269" name="Google Shape;1269;p126"/>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70" name="Google Shape;1270;p126"/>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71" name="Google Shape;1271;p126"/>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72" name="Google Shape;1272;p126"/>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73" name="Google Shape;1273;p126"/>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74" name="Google Shape;1274;p126"/>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75" name="Google Shape;1275;p126"/>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76" name="Google Shape;1276;p126"/>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1277" name="Google Shape;1277;p126"/>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278" name="Google Shape;1278;p126"/>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Only">
  <p:cSld name="4_Title Only">
    <p:spTree>
      <p:nvGrpSpPr>
        <p:cNvPr id="1" name="Shape 1279"/>
        <p:cNvGrpSpPr/>
        <p:nvPr/>
      </p:nvGrpSpPr>
      <p:grpSpPr>
        <a:xfrm>
          <a:off x="0" y="0"/>
          <a:ext cx="0" cy="0"/>
          <a:chOff x="0" y="0"/>
          <a:chExt cx="0" cy="0"/>
        </a:xfrm>
      </p:grpSpPr>
      <p:pic>
        <p:nvPicPr>
          <p:cNvPr id="1280" name="Google Shape;1280;p127"/>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1281" name="Google Shape;1281;p127"/>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282" name="Google Shape;1282;p127"/>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283" name="Google Shape;1283;p127"/>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84" name="Google Shape;1284;p127"/>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cxnSp>
        <p:nvCxnSpPr>
          <p:cNvPr id="1285" name="Google Shape;1285;p127"/>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1286" name="Google Shape;1286;p127"/>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1287" name="Google Shape;1287;p127"/>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1288" name="Google Shape;1288;p127"/>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89" name="Google Shape;1289;p127"/>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90" name="Google Shape;1290;p127"/>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91" name="Google Shape;1291;p127"/>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92" name="Google Shape;1292;p127"/>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93" name="Google Shape;1293;p127"/>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94" name="Google Shape;1294;p127"/>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295" name="Google Shape;1295;p127"/>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1296" name="Google Shape;1296;p127"/>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Prática</a:t>
            </a:r>
            <a:endParaRPr dirty="0"/>
          </a:p>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chemeClr val="lt1"/>
                </a:solidFill>
                <a:latin typeface="Poppins"/>
                <a:ea typeface="Poppins"/>
                <a:cs typeface="Poppins"/>
                <a:sym typeface="Poppins"/>
              </a:rPr>
              <a:t>Guiada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1_1. Conteudo">
  <p:cSld name="5_1. Conteudo">
    <p:spTree>
      <p:nvGrpSpPr>
        <p:cNvPr id="1" name="Shape 1297"/>
        <p:cNvGrpSpPr/>
        <p:nvPr/>
      </p:nvGrpSpPr>
      <p:grpSpPr>
        <a:xfrm>
          <a:off x="0" y="0"/>
          <a:ext cx="0" cy="0"/>
          <a:chOff x="0" y="0"/>
          <a:chExt cx="0" cy="0"/>
        </a:xfrm>
      </p:grpSpPr>
      <p:cxnSp>
        <p:nvCxnSpPr>
          <p:cNvPr id="1298" name="Google Shape;1298;p128"/>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1299" name="Google Shape;1299;p128"/>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1300" name="Google Shape;1300;p128"/>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1301" name="Google Shape;1301;p128"/>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1302" name="Google Shape;1302;p128"/>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1303" name="Google Shape;1303;p128"/>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1304" name="Google Shape;1304;p128"/>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05" name="Google Shape;1305;p128"/>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dirty="0"/>
          </a:p>
        </p:txBody>
      </p:sp>
      <p:sp>
        <p:nvSpPr>
          <p:cNvPr id="1306" name="Google Shape;1306;p128"/>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07" name="Google Shape;1307;p128"/>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08" name="Google Shape;1308;p128"/>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09" name="Google Shape;1309;p128"/>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grpSp>
        <p:nvGrpSpPr>
          <p:cNvPr id="1310" name="Google Shape;1310;p128"/>
          <p:cNvGrpSpPr/>
          <p:nvPr/>
        </p:nvGrpSpPr>
        <p:grpSpPr>
          <a:xfrm>
            <a:off x="9756891" y="6381906"/>
            <a:ext cx="2435717" cy="499880"/>
            <a:chOff x="14634602" y="9537218"/>
            <a:chExt cx="3653392" cy="749782"/>
          </a:xfrm>
        </p:grpSpPr>
        <p:pic>
          <p:nvPicPr>
            <p:cNvPr id="1311" name="Google Shape;1311;p128"/>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312" name="Google Shape;1312;p128"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313" name="Google Shape;1313;p128"/>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pic>
        <p:nvPicPr>
          <p:cNvPr id="1314" name="Google Shape;1314;p128"/>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1315" name="Google Shape;1315;p128"/>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1316" name="Google Shape;1316;p128"/>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317" name="Google Shape;1317;p128"/>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318" name="Google Shape;1318;p128"/>
          <p:cNvGrpSpPr/>
          <p:nvPr/>
        </p:nvGrpSpPr>
        <p:grpSpPr>
          <a:xfrm>
            <a:off x="632922" y="3096780"/>
            <a:ext cx="486856" cy="481187"/>
            <a:chOff x="8278989" y="8660410"/>
            <a:chExt cx="569755" cy="563121"/>
          </a:xfrm>
        </p:grpSpPr>
        <p:grpSp>
          <p:nvGrpSpPr>
            <p:cNvPr id="1319" name="Google Shape;1319;p128"/>
            <p:cNvGrpSpPr/>
            <p:nvPr/>
          </p:nvGrpSpPr>
          <p:grpSpPr>
            <a:xfrm>
              <a:off x="8278989" y="8852628"/>
              <a:ext cx="265651" cy="370903"/>
              <a:chOff x="8278989" y="8852628"/>
              <a:chExt cx="265651" cy="370903"/>
            </a:xfrm>
          </p:grpSpPr>
          <p:sp>
            <p:nvSpPr>
              <p:cNvPr id="1320" name="Google Shape;1320;p128"/>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21" name="Google Shape;1321;p128"/>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322" name="Google Shape;1322;p128"/>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23" name="Google Shape;1323;p128"/>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24" name="Google Shape;1324;p128"/>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325" name="Google Shape;1325;p128"/>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1326" name="Google Shape;1326;p128"/>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1327" name="Google Shape;1327;p128"/>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328" name="Google Shape;1328;p128"/>
          <p:cNvGrpSpPr/>
          <p:nvPr/>
        </p:nvGrpSpPr>
        <p:grpSpPr>
          <a:xfrm>
            <a:off x="6643473" y="1077261"/>
            <a:ext cx="472792" cy="435252"/>
            <a:chOff x="8560697" y="2808577"/>
            <a:chExt cx="496370" cy="456957"/>
          </a:xfrm>
        </p:grpSpPr>
        <p:sp>
          <p:nvSpPr>
            <p:cNvPr id="1329" name="Google Shape;1329;p128"/>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330" name="Google Shape;1330;p128"/>
            <p:cNvGrpSpPr/>
            <p:nvPr/>
          </p:nvGrpSpPr>
          <p:grpSpPr>
            <a:xfrm>
              <a:off x="8560697" y="2875026"/>
              <a:ext cx="496370" cy="324059"/>
              <a:chOff x="8560697" y="2875026"/>
              <a:chExt cx="496370" cy="324059"/>
            </a:xfrm>
          </p:grpSpPr>
          <p:sp>
            <p:nvSpPr>
              <p:cNvPr id="1331" name="Google Shape;1331;p128"/>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32" name="Google Shape;1332;p128"/>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33" name="Google Shape;1333;p128"/>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34" name="Google Shape;1334;p128"/>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35" name="Google Shape;1335;p128"/>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36" name="Google Shape;1336;p128"/>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1337" name="Google Shape;1337;p128"/>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338" name="Google Shape;1338;p128"/>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339" name="Google Shape;1339;p128"/>
          <p:cNvGrpSpPr/>
          <p:nvPr/>
        </p:nvGrpSpPr>
        <p:grpSpPr>
          <a:xfrm>
            <a:off x="664824" y="1066107"/>
            <a:ext cx="428521" cy="428520"/>
            <a:chOff x="9358184" y="2764785"/>
            <a:chExt cx="495514" cy="495513"/>
          </a:xfrm>
        </p:grpSpPr>
        <p:grpSp>
          <p:nvGrpSpPr>
            <p:cNvPr id="1340" name="Google Shape;1340;p128"/>
            <p:cNvGrpSpPr/>
            <p:nvPr/>
          </p:nvGrpSpPr>
          <p:grpSpPr>
            <a:xfrm>
              <a:off x="9358184" y="2802389"/>
              <a:ext cx="457909" cy="457909"/>
              <a:chOff x="9358184" y="2802389"/>
              <a:chExt cx="457909" cy="457909"/>
            </a:xfrm>
          </p:grpSpPr>
          <p:sp>
            <p:nvSpPr>
              <p:cNvPr id="1341" name="Google Shape;1341;p128"/>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42" name="Google Shape;1342;p128"/>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43" name="Google Shape;1343;p128"/>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344" name="Google Shape;1344;p128"/>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345" name="Google Shape;1345;p128"/>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 Conteudo">
  <p:cSld name="4_1. Conteudo">
    <p:spTree>
      <p:nvGrpSpPr>
        <p:cNvPr id="1" name="Shape 1346"/>
        <p:cNvGrpSpPr/>
        <p:nvPr/>
      </p:nvGrpSpPr>
      <p:grpSpPr>
        <a:xfrm>
          <a:off x="0" y="0"/>
          <a:ext cx="0" cy="0"/>
          <a:chOff x="0" y="0"/>
          <a:chExt cx="0" cy="0"/>
        </a:xfrm>
      </p:grpSpPr>
      <p:sp>
        <p:nvSpPr>
          <p:cNvPr id="1347" name="Google Shape;1347;p129"/>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48" name="Google Shape;1348;p129"/>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49" name="Google Shape;1349;p129"/>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50" name="Google Shape;1350;p129"/>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51" name="Google Shape;1351;p129"/>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52" name="Google Shape;1352;p129"/>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353" name="Google Shape;1353;p129"/>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3. Conteudo">
  <p:cSld name="9_3. Conteudo">
    <p:spTree>
      <p:nvGrpSpPr>
        <p:cNvPr id="1" name="Shape 1354"/>
        <p:cNvGrpSpPr/>
        <p:nvPr/>
      </p:nvGrpSpPr>
      <p:grpSpPr>
        <a:xfrm>
          <a:off x="0" y="0"/>
          <a:ext cx="0" cy="0"/>
          <a:chOff x="0" y="0"/>
          <a:chExt cx="0" cy="0"/>
        </a:xfrm>
      </p:grpSpPr>
      <p:pic>
        <p:nvPicPr>
          <p:cNvPr id="1355" name="Google Shape;1355;p130"/>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356" name="Google Shape;1356;p13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57" name="Google Shape;1357;p13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58" name="Google Shape;1358;p13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59" name="Google Shape;1359;p130"/>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60" name="Google Shape;1360;p130"/>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361" name="Google Shape;1361;p130"/>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3. Conteudo">
  <p:cSld name="8_3. Conteudo">
    <p:spTree>
      <p:nvGrpSpPr>
        <p:cNvPr id="1" name="Shape 1362"/>
        <p:cNvGrpSpPr/>
        <p:nvPr/>
      </p:nvGrpSpPr>
      <p:grpSpPr>
        <a:xfrm>
          <a:off x="0" y="0"/>
          <a:ext cx="0" cy="0"/>
          <a:chOff x="0" y="0"/>
          <a:chExt cx="0" cy="0"/>
        </a:xfrm>
      </p:grpSpPr>
      <p:pic>
        <p:nvPicPr>
          <p:cNvPr id="1363" name="Google Shape;1363;p131"/>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364" name="Google Shape;1364;p13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65" name="Google Shape;1365;p13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66" name="Google Shape;1366;p13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67" name="Google Shape;1367;p131"/>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68" name="Google Shape;1368;p131"/>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69" name="Google Shape;1369;p131"/>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370" name="Google Shape;1370;p131"/>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3. Conteudo">
  <p:cSld name="7_3. Conteudo">
    <p:spTree>
      <p:nvGrpSpPr>
        <p:cNvPr id="1" name="Shape 1371"/>
        <p:cNvGrpSpPr/>
        <p:nvPr/>
      </p:nvGrpSpPr>
      <p:grpSpPr>
        <a:xfrm>
          <a:off x="0" y="0"/>
          <a:ext cx="0" cy="0"/>
          <a:chOff x="0" y="0"/>
          <a:chExt cx="0" cy="0"/>
        </a:xfrm>
      </p:grpSpPr>
      <p:pic>
        <p:nvPicPr>
          <p:cNvPr id="1372" name="Google Shape;1372;p132"/>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373" name="Google Shape;1373;p132"/>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74" name="Google Shape;1374;p132"/>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75" name="Google Shape;1375;p132"/>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76" name="Google Shape;1376;p132"/>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77" name="Google Shape;1377;p132"/>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78" name="Google Shape;1378;p132"/>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79" name="Google Shape;1379;p132"/>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1380" name="Google Shape;1380;p132"/>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381" name="Google Shape;1381;p132"/>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3. Conteudo">
  <p:cSld name="6_3. Conteudo">
    <p:spTree>
      <p:nvGrpSpPr>
        <p:cNvPr id="1" name="Shape 1382"/>
        <p:cNvGrpSpPr/>
        <p:nvPr/>
      </p:nvGrpSpPr>
      <p:grpSpPr>
        <a:xfrm>
          <a:off x="0" y="0"/>
          <a:ext cx="0" cy="0"/>
          <a:chOff x="0" y="0"/>
          <a:chExt cx="0" cy="0"/>
        </a:xfrm>
      </p:grpSpPr>
      <p:pic>
        <p:nvPicPr>
          <p:cNvPr id="1383" name="Google Shape;1383;p13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384" name="Google Shape;1384;p13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85" name="Google Shape;1385;p13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86" name="Google Shape;1386;p13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87" name="Google Shape;1387;p133"/>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88" name="Google Shape;1388;p133"/>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89" name="Google Shape;1389;p133"/>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90" name="Google Shape;1390;p133"/>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391" name="Google Shape;1391;p13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392" name="Google Shape;1392;p13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3. Conteudo">
  <p:cSld name="5_3. Conteudo">
    <p:spTree>
      <p:nvGrpSpPr>
        <p:cNvPr id="1" name="Shape 1393"/>
        <p:cNvGrpSpPr/>
        <p:nvPr/>
      </p:nvGrpSpPr>
      <p:grpSpPr>
        <a:xfrm>
          <a:off x="0" y="0"/>
          <a:ext cx="0" cy="0"/>
          <a:chOff x="0" y="0"/>
          <a:chExt cx="0" cy="0"/>
        </a:xfrm>
      </p:grpSpPr>
      <p:pic>
        <p:nvPicPr>
          <p:cNvPr id="1394" name="Google Shape;1394;p134"/>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395" name="Google Shape;1395;p134"/>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96" name="Google Shape;1396;p134"/>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97" name="Google Shape;1397;p134"/>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398" name="Google Shape;1398;p134"/>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1399" name="Google Shape;1399;p134"/>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400" name="Google Shape;1400;p134"/>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SzPts val="1400"/>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401" name="Google Shape;1401;p134"/>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402" name="Google Shape;1402;p134"/>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3. Conteudo">
  <p:cSld name="4_3. Conteudo">
    <p:spTree>
      <p:nvGrpSpPr>
        <p:cNvPr id="1" name="Shape 1403"/>
        <p:cNvGrpSpPr/>
        <p:nvPr/>
      </p:nvGrpSpPr>
      <p:grpSpPr>
        <a:xfrm>
          <a:off x="0" y="0"/>
          <a:ext cx="0" cy="0"/>
          <a:chOff x="0" y="0"/>
          <a:chExt cx="0" cy="0"/>
        </a:xfrm>
      </p:grpSpPr>
      <p:pic>
        <p:nvPicPr>
          <p:cNvPr id="1404" name="Google Shape;1404;p135"/>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405" name="Google Shape;1405;p135"/>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406" name="Google Shape;1406;p135"/>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407" name="Google Shape;1407;p135"/>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None/>
            </a:pPr>
            <a:endParaRPr sz="1600" b="0" i="0" u="none" strike="noStrike" cap="none" dirty="0">
              <a:solidFill>
                <a:srgbClr val="000000"/>
              </a:solidFill>
              <a:latin typeface="Arial"/>
              <a:ea typeface="Arial"/>
              <a:cs typeface="Arial"/>
              <a:sym typeface="Arial"/>
            </a:endParaRPr>
          </a:p>
        </p:txBody>
      </p:sp>
      <p:sp>
        <p:nvSpPr>
          <p:cNvPr id="1408" name="Google Shape;1408;p135"/>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409" name="Google Shape;1409;p135"/>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SzPts val="1400"/>
              <a:buNone/>
              <a:defRPr sz="933" b="0" i="0" u="none" strike="noStrike" cap="none">
                <a:solidFill>
                  <a:srgbClr val="000000"/>
                </a:solidFill>
                <a:latin typeface="Arial"/>
                <a:ea typeface="Arial"/>
                <a:cs typeface="Arial"/>
                <a:sym typeface="Arial"/>
              </a:defRPr>
            </a:lvl9pPr>
          </a:lstStyle>
          <a:p>
            <a:endParaRPr/>
          </a:p>
        </p:txBody>
      </p:sp>
      <p:sp>
        <p:nvSpPr>
          <p:cNvPr id="1410" name="Google Shape;1410;p135"/>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933" b="0" i="0" u="none" strike="noStrike" cap="none" dirty="0">
              <a:solidFill>
                <a:schemeClr val="lt1"/>
              </a:solidFill>
              <a:latin typeface="Arial"/>
              <a:ea typeface="Arial"/>
              <a:cs typeface="Arial"/>
              <a:sym typeface="Arial"/>
            </a:endParaRPr>
          </a:p>
        </p:txBody>
      </p:sp>
      <p:sp>
        <p:nvSpPr>
          <p:cNvPr id="1411" name="Google Shape;1411;p135"/>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3_Layout Personalizado">
  <p:cSld name="11_Layout Personalizado">
    <p:spTree>
      <p:nvGrpSpPr>
        <p:cNvPr id="1" name="Shape 1810"/>
        <p:cNvGrpSpPr/>
        <p:nvPr/>
      </p:nvGrpSpPr>
      <p:grpSpPr>
        <a:xfrm>
          <a:off x="0" y="0"/>
          <a:ext cx="0" cy="0"/>
          <a:chOff x="0" y="0"/>
          <a:chExt cx="0" cy="0"/>
        </a:xfrm>
      </p:grpSpPr>
      <p:sp>
        <p:nvSpPr>
          <p:cNvPr id="1811" name="Google Shape;1811;p181"/>
          <p:cNvSpPr/>
          <p:nvPr/>
        </p:nvSpPr>
        <p:spPr>
          <a:xfrm>
            <a:off x="0" y="0"/>
            <a:ext cx="12192000" cy="6858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1812" name="Google Shape;1812;p181"/>
          <p:cNvSpPr/>
          <p:nvPr/>
        </p:nvSpPr>
        <p:spPr>
          <a:xfrm>
            <a:off x="5802699" y="1543035"/>
            <a:ext cx="4206000" cy="3044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13" name="Google Shape;1813;p181"/>
          <p:cNvSpPr txBox="1"/>
          <p:nvPr/>
        </p:nvSpPr>
        <p:spPr>
          <a:xfrm>
            <a:off x="2149362" y="2398780"/>
            <a:ext cx="3401700" cy="1851600"/>
          </a:xfrm>
          <a:prstGeom prst="rect">
            <a:avLst/>
          </a:prstGeom>
          <a:noFill/>
          <a:ln>
            <a:noFill/>
          </a:ln>
        </p:spPr>
        <p:txBody>
          <a:bodyPr spcFirstLastPara="1" wrap="square" lIns="0" tIns="0" rIns="0" bIns="0" anchor="t" anchorCtr="0">
            <a:spAutoFit/>
          </a:bodyPr>
          <a:lstStyle/>
          <a:p>
            <a:pPr marL="0" marR="0" lvl="0" indent="0" algn="r" rtl="0">
              <a:lnSpc>
                <a:spcPct val="93999"/>
              </a:lnSpc>
              <a:spcBef>
                <a:spcPts val="0"/>
              </a:spcBef>
              <a:spcAft>
                <a:spcPts val="0"/>
              </a:spcAft>
              <a:buClr>
                <a:srgbClr val="000000"/>
              </a:buClr>
              <a:buSzPts val="4266"/>
              <a:buFont typeface="Arial"/>
              <a:buNone/>
            </a:pPr>
            <a:r>
              <a:rPr lang="pt-BR" sz="4266" b="1" i="0" u="none" strike="noStrike" cap="none" dirty="0">
                <a:solidFill>
                  <a:srgbClr val="000000"/>
                </a:solidFill>
                <a:latin typeface="Poppins"/>
                <a:ea typeface="Poppins"/>
                <a:cs typeface="Poppins"/>
                <a:sym typeface="Poppins"/>
              </a:rPr>
              <a:t>Educação Profissional Paulista</a:t>
            </a:r>
            <a:endParaRPr sz="1400" b="0" i="0" u="none" strike="noStrike" cap="none" dirty="0">
              <a:solidFill>
                <a:srgbClr val="000000"/>
              </a:solidFill>
              <a:latin typeface="Arial"/>
              <a:ea typeface="Arial"/>
              <a:cs typeface="Arial"/>
              <a:sym typeface="Arial"/>
            </a:endParaRPr>
          </a:p>
        </p:txBody>
      </p:sp>
      <p:sp>
        <p:nvSpPr>
          <p:cNvPr id="1814" name="Google Shape;1814;p181"/>
          <p:cNvSpPr txBox="1"/>
          <p:nvPr/>
        </p:nvSpPr>
        <p:spPr>
          <a:xfrm>
            <a:off x="6069602" y="2317274"/>
            <a:ext cx="3578400" cy="513300"/>
          </a:xfrm>
          <a:prstGeom prst="rect">
            <a:avLst/>
          </a:prstGeom>
          <a:noFill/>
          <a:ln>
            <a:noFill/>
          </a:ln>
        </p:spPr>
        <p:txBody>
          <a:bodyPr spcFirstLastPara="1" wrap="square" lIns="0" tIns="0" rIns="0" bIns="0" anchor="t" anchorCtr="0">
            <a:spAutoFit/>
          </a:bodyPr>
          <a:lstStyle/>
          <a:p>
            <a:pPr marL="0" marR="0" lvl="0" indent="0" algn="l" rtl="0">
              <a:lnSpc>
                <a:spcPct val="136892"/>
              </a:lnSpc>
              <a:spcBef>
                <a:spcPts val="0"/>
              </a:spcBef>
              <a:spcAft>
                <a:spcPts val="0"/>
              </a:spcAft>
              <a:buClr>
                <a:srgbClr val="000000"/>
              </a:buClr>
              <a:buSzPts val="3334"/>
              <a:buFont typeface="Arial"/>
              <a:buNone/>
            </a:pPr>
            <a:r>
              <a:rPr lang="pt-BR" sz="3334" b="0" i="0" u="none" strike="noStrike" cap="none" dirty="0">
                <a:solidFill>
                  <a:srgbClr val="FFFFFF"/>
                </a:solidFill>
                <a:latin typeface="Poppins Light"/>
                <a:ea typeface="Poppins Light"/>
                <a:cs typeface="Poppins Light"/>
                <a:sym typeface="Poppins Light"/>
              </a:rPr>
              <a:t>Técnico em </a:t>
            </a:r>
            <a:endParaRPr sz="1400" b="0" i="0" u="none" strike="noStrike" cap="none" dirty="0">
              <a:solidFill>
                <a:srgbClr val="000000"/>
              </a:solidFill>
              <a:latin typeface="Arial"/>
              <a:ea typeface="Arial"/>
              <a:cs typeface="Arial"/>
              <a:sym typeface="Arial"/>
            </a:endParaRPr>
          </a:p>
        </p:txBody>
      </p:sp>
      <p:sp>
        <p:nvSpPr>
          <p:cNvPr id="1815" name="Google Shape;1815;p181"/>
          <p:cNvSpPr txBox="1"/>
          <p:nvPr/>
        </p:nvSpPr>
        <p:spPr>
          <a:xfrm>
            <a:off x="6116400" y="2896479"/>
            <a:ext cx="3673800" cy="964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133"/>
              <a:buFont typeface="Arial"/>
              <a:buNone/>
            </a:pPr>
            <a:r>
              <a:rPr lang="pt-BR" sz="3133" b="1" i="0" u="none" strike="noStrike" cap="none" dirty="0">
                <a:solidFill>
                  <a:srgbClr val="FFFFFF"/>
                </a:solidFill>
                <a:latin typeface="Poppins"/>
                <a:ea typeface="Poppins"/>
                <a:cs typeface="Poppins"/>
                <a:sym typeface="Poppins"/>
              </a:rPr>
              <a:t>Desenvolvimento de Sistemas</a:t>
            </a:r>
            <a:endParaRPr sz="1400" b="0" i="0" u="none" strike="noStrike" cap="none" dirty="0">
              <a:solidFill>
                <a:srgbClr val="000000"/>
              </a:solidFill>
              <a:latin typeface="Arial"/>
              <a:ea typeface="Arial"/>
              <a:cs typeface="Arial"/>
              <a:sym typeface="Arial"/>
            </a:endParaRPr>
          </a:p>
        </p:txBody>
      </p:sp>
      <p:pic>
        <p:nvPicPr>
          <p:cNvPr id="1816" name="Google Shape;1816;p181" descr="Logotipo&#10;&#10;O conteúdo gerado por IA pode estar incorreto."/>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4828111" y="5385674"/>
            <a:ext cx="2535781" cy="1147459"/>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michoca">
  <p:cSld name="michoca">
    <p:spTree>
      <p:nvGrpSpPr>
        <p:cNvPr id="1" name="Shape 1817"/>
        <p:cNvGrpSpPr/>
        <p:nvPr/>
      </p:nvGrpSpPr>
      <p:grpSpPr>
        <a:xfrm>
          <a:off x="0" y="0"/>
          <a:ext cx="0" cy="0"/>
          <a:chOff x="0" y="0"/>
          <a:chExt cx="0" cy="0"/>
        </a:xfrm>
      </p:grpSpPr>
      <p:pic>
        <p:nvPicPr>
          <p:cNvPr id="1818" name="Google Shape;1818;p182"/>
          <p:cNvPicPr preferRelativeResize="0"/>
          <p:nvPr/>
        </p:nvPicPr>
        <p:blipFill rotWithShape="1">
          <a:blip r:embed="rId2" cstate="hqprint">
            <a:alphaModFix/>
            <a:extLst>
              <a:ext uri="{28A0092B-C50C-407E-A947-70E740481C1C}">
                <a14:useLocalDpi xmlns:a14="http://schemas.microsoft.com/office/drawing/2010/main"/>
              </a:ext>
            </a:extLst>
          </a:blip>
          <a:srcRect l="1999" r="951"/>
          <a:stretch/>
        </p:blipFill>
        <p:spPr>
          <a:xfrm>
            <a:off x="-5171" y="1336655"/>
            <a:ext cx="12197169" cy="4987270"/>
          </a:xfrm>
          <a:prstGeom prst="rect">
            <a:avLst/>
          </a:prstGeom>
          <a:noFill/>
          <a:ln>
            <a:noFill/>
          </a:ln>
        </p:spPr>
      </p:pic>
      <p:sp>
        <p:nvSpPr>
          <p:cNvPr id="1819" name="Google Shape;1819;p182"/>
          <p:cNvSpPr/>
          <p:nvPr/>
        </p:nvSpPr>
        <p:spPr>
          <a:xfrm rot="-3439711">
            <a:off x="3101904" y="4687022"/>
            <a:ext cx="210625" cy="210625"/>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1820" name="Google Shape;1820;p182"/>
          <p:cNvSpPr/>
          <p:nvPr/>
        </p:nvSpPr>
        <p:spPr>
          <a:xfrm rot="8953936">
            <a:off x="6038159" y="1499754"/>
            <a:ext cx="210533" cy="210533"/>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1821" name="Google Shape;1821;p182"/>
          <p:cNvSpPr/>
          <p:nvPr/>
        </p:nvSpPr>
        <p:spPr>
          <a:xfrm rot="-4953060">
            <a:off x="7445868" y="2445423"/>
            <a:ext cx="210577" cy="210577"/>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1822" name="Google Shape;1822;p182"/>
          <p:cNvSpPr/>
          <p:nvPr/>
        </p:nvSpPr>
        <p:spPr>
          <a:xfrm rot="-2290533">
            <a:off x="8128906" y="5906016"/>
            <a:ext cx="210655" cy="21065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1823" name="Google Shape;1823;p182"/>
          <p:cNvSpPr/>
          <p:nvPr/>
        </p:nvSpPr>
        <p:spPr>
          <a:xfrm rot="4159189">
            <a:off x="9504251" y="4023316"/>
            <a:ext cx="210675" cy="210675"/>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1824" name="Google Shape;1824;p182"/>
          <p:cNvGrpSpPr/>
          <p:nvPr/>
        </p:nvGrpSpPr>
        <p:grpSpPr>
          <a:xfrm>
            <a:off x="587322" y="1618499"/>
            <a:ext cx="11456514" cy="4435193"/>
            <a:chOff x="880938" y="2427625"/>
            <a:chExt cx="17183911" cy="6652457"/>
          </a:xfrm>
        </p:grpSpPr>
        <p:sp>
          <p:nvSpPr>
            <p:cNvPr id="1825" name="Google Shape;1825;p182"/>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26" name="Google Shape;1826;p182"/>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27" name="Google Shape;1827;p182"/>
            <p:cNvSpPr/>
            <p:nvPr/>
          </p:nvSpPr>
          <p:spPr>
            <a:xfrm>
              <a:off x="3751845" y="8108805"/>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28" name="Google Shape;1828;p182"/>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29" name="Google Shape;1829;p182"/>
            <p:cNvSpPr/>
            <p:nvPr/>
          </p:nvSpPr>
          <p:spPr>
            <a:xfrm rot="-911871">
              <a:off x="6624196" y="5419647"/>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30" name="Google Shape;1830;p182"/>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31" name="Google Shape;1831;p182"/>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32" name="Google Shape;1832;p182"/>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33" name="Google Shape;1833;p182"/>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34" name="Google Shape;1834;p182"/>
            <p:cNvSpPr/>
            <p:nvPr/>
          </p:nvSpPr>
          <p:spPr>
            <a:xfrm rot="-4951441">
              <a:off x="11209836" y="5069980"/>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35" name="Google Shape;1835;p182"/>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36" name="Google Shape;1836;p182"/>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37" name="Google Shape;1837;p182"/>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38" name="Google Shape;1838;p182"/>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39" name="Google Shape;1839;p182"/>
            <p:cNvSpPr/>
            <p:nvPr/>
          </p:nvSpPr>
          <p:spPr>
            <a:xfrm rot="-9744530">
              <a:off x="17708869" y="4757143"/>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1840" name="Google Shape;1840;p182"/>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1841" name="Google Shape;1841;p182"/>
          <p:cNvSpPr/>
          <p:nvPr/>
        </p:nvSpPr>
        <p:spPr>
          <a:xfrm>
            <a:off x="2933526" y="2830191"/>
            <a:ext cx="536100" cy="5361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1</a:t>
            </a:r>
            <a:endParaRPr sz="2000" b="0" i="0" u="none" strike="noStrike" cap="none" dirty="0">
              <a:solidFill>
                <a:srgbClr val="FFFFFF"/>
              </a:solidFill>
              <a:latin typeface="Calibri"/>
              <a:ea typeface="Calibri"/>
              <a:cs typeface="Calibri"/>
              <a:sym typeface="Calibri"/>
            </a:endParaRPr>
          </a:p>
        </p:txBody>
      </p:sp>
      <p:cxnSp>
        <p:nvCxnSpPr>
          <p:cNvPr id="1842" name="Google Shape;1842;p182"/>
          <p:cNvCxnSpPr>
            <a:stCxn id="1841" idx="4"/>
          </p:cNvCxnSpPr>
          <p:nvPr/>
        </p:nvCxnSpPr>
        <p:spPr>
          <a:xfrm>
            <a:off x="3201576" y="3366291"/>
            <a:ext cx="0" cy="1323300"/>
          </a:xfrm>
          <a:prstGeom prst="straightConnector1">
            <a:avLst/>
          </a:prstGeom>
          <a:noFill/>
          <a:ln w="9525" cap="flat" cmpd="sng">
            <a:solidFill>
              <a:srgbClr val="FA161E"/>
            </a:solidFill>
            <a:prstDash val="solid"/>
            <a:round/>
            <a:headEnd type="none" w="sm" len="sm"/>
            <a:tailEnd type="none" w="sm" len="sm"/>
          </a:ln>
        </p:spPr>
      </p:cxnSp>
      <p:cxnSp>
        <p:nvCxnSpPr>
          <p:cNvPr id="1843" name="Google Shape;1843;p182"/>
          <p:cNvCxnSpPr>
            <a:endCxn id="1822" idx="1"/>
          </p:cNvCxnSpPr>
          <p:nvPr/>
        </p:nvCxnSpPr>
        <p:spPr>
          <a:xfrm rot="10800000" flipH="1">
            <a:off x="7013652" y="5998827"/>
            <a:ext cx="1116000" cy="15300"/>
          </a:xfrm>
          <a:prstGeom prst="straightConnector1">
            <a:avLst/>
          </a:prstGeom>
          <a:noFill/>
          <a:ln w="9525" cap="flat" cmpd="sng">
            <a:solidFill>
              <a:schemeClr val="dk1"/>
            </a:solidFill>
            <a:prstDash val="solid"/>
            <a:round/>
            <a:headEnd type="none" w="sm" len="sm"/>
            <a:tailEnd type="none" w="sm" len="sm"/>
          </a:ln>
        </p:spPr>
      </p:cxnSp>
      <p:sp>
        <p:nvSpPr>
          <p:cNvPr id="1844" name="Google Shape;1844;p182"/>
          <p:cNvSpPr/>
          <p:nvPr/>
        </p:nvSpPr>
        <p:spPr>
          <a:xfrm>
            <a:off x="5860040" y="62685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a:t>
            </a:r>
            <a:endParaRPr sz="2000" b="0" i="0" u="none" strike="noStrike" cap="none" dirty="0">
              <a:solidFill>
                <a:srgbClr val="FFFFFF"/>
              </a:solidFill>
              <a:latin typeface="Calibri"/>
              <a:ea typeface="Calibri"/>
              <a:cs typeface="Calibri"/>
              <a:sym typeface="Calibri"/>
            </a:endParaRPr>
          </a:p>
        </p:txBody>
      </p:sp>
      <p:cxnSp>
        <p:nvCxnSpPr>
          <p:cNvPr id="1845" name="Google Shape;1845;p182"/>
          <p:cNvCxnSpPr>
            <a:stCxn id="1844" idx="4"/>
            <a:endCxn id="1820" idx="7"/>
          </p:cNvCxnSpPr>
          <p:nvPr/>
        </p:nvCxnSpPr>
        <p:spPr>
          <a:xfrm flipH="1">
            <a:off x="6117590" y="1162952"/>
            <a:ext cx="10500" cy="544200"/>
          </a:xfrm>
          <a:prstGeom prst="straightConnector1">
            <a:avLst/>
          </a:prstGeom>
          <a:noFill/>
          <a:ln w="9525" cap="flat" cmpd="sng">
            <a:solidFill>
              <a:schemeClr val="dk1"/>
            </a:solidFill>
            <a:prstDash val="solid"/>
            <a:round/>
            <a:headEnd type="none" w="sm" len="sm"/>
            <a:tailEnd type="none" w="sm" len="sm"/>
          </a:ln>
        </p:spPr>
      </p:cxnSp>
      <p:sp>
        <p:nvSpPr>
          <p:cNvPr id="1846" name="Google Shape;1846;p182"/>
          <p:cNvSpPr/>
          <p:nvPr/>
        </p:nvSpPr>
        <p:spPr>
          <a:xfrm>
            <a:off x="8025148" y="1688132"/>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3</a:t>
            </a:r>
            <a:endParaRPr sz="2000" b="0" i="0" u="none" strike="noStrike" cap="none" dirty="0">
              <a:solidFill>
                <a:srgbClr val="FFFFFF"/>
              </a:solidFill>
              <a:latin typeface="Calibri"/>
              <a:ea typeface="Calibri"/>
              <a:cs typeface="Calibri"/>
              <a:sym typeface="Calibri"/>
            </a:endParaRPr>
          </a:p>
        </p:txBody>
      </p:sp>
      <p:cxnSp>
        <p:nvCxnSpPr>
          <p:cNvPr id="1847" name="Google Shape;1847;p182"/>
          <p:cNvCxnSpPr>
            <a:stCxn id="1846" idx="3"/>
            <a:endCxn id="1821" idx="5"/>
          </p:cNvCxnSpPr>
          <p:nvPr/>
        </p:nvCxnSpPr>
        <p:spPr>
          <a:xfrm flipH="1">
            <a:off x="7634758" y="2145722"/>
            <a:ext cx="468900" cy="340800"/>
          </a:xfrm>
          <a:prstGeom prst="straightConnector1">
            <a:avLst/>
          </a:prstGeom>
          <a:noFill/>
          <a:ln w="9525" cap="flat" cmpd="sng">
            <a:solidFill>
              <a:schemeClr val="dk1"/>
            </a:solidFill>
            <a:prstDash val="solid"/>
            <a:round/>
            <a:headEnd type="none" w="sm" len="sm"/>
            <a:tailEnd type="none" w="sm" len="sm"/>
          </a:ln>
        </p:spPr>
      </p:cxnSp>
      <p:sp>
        <p:nvSpPr>
          <p:cNvPr id="1848" name="Google Shape;1848;p182"/>
          <p:cNvSpPr txBox="1"/>
          <p:nvPr/>
        </p:nvSpPr>
        <p:spPr>
          <a:xfrm>
            <a:off x="772402" y="3726604"/>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1849" name="Google Shape;1849;p182"/>
          <p:cNvPicPr preferRelativeResize="0"/>
          <p:nvPr/>
        </p:nvPicPr>
        <p:blipFill rotWithShape="1">
          <a:blip r:embed="rId3">
            <a:alphaModFix/>
          </a:blip>
          <a:srcRect/>
          <a:stretch/>
        </p:blipFill>
        <p:spPr>
          <a:xfrm rot="-2744266">
            <a:off x="2787582" y="2677006"/>
            <a:ext cx="595814" cy="351746"/>
          </a:xfrm>
          <a:prstGeom prst="rect">
            <a:avLst/>
          </a:prstGeom>
          <a:noFill/>
          <a:ln>
            <a:noFill/>
          </a:ln>
        </p:spPr>
      </p:pic>
      <p:pic>
        <p:nvPicPr>
          <p:cNvPr id="1850" name="Google Shape;1850;p182"/>
          <p:cNvPicPr preferRelativeResize="0"/>
          <p:nvPr/>
        </p:nvPicPr>
        <p:blipFill rotWithShape="1">
          <a:blip r:embed="rId4">
            <a:alphaModFix/>
          </a:blip>
          <a:srcRect/>
          <a:stretch/>
        </p:blipFill>
        <p:spPr>
          <a:xfrm rot="-2744266">
            <a:off x="6507085" y="5594780"/>
            <a:ext cx="595814" cy="351746"/>
          </a:xfrm>
          <a:prstGeom prst="rect">
            <a:avLst/>
          </a:prstGeom>
          <a:noFill/>
          <a:ln>
            <a:noFill/>
          </a:ln>
        </p:spPr>
      </p:pic>
      <p:pic>
        <p:nvPicPr>
          <p:cNvPr id="1851" name="Google Shape;1851;p182"/>
          <p:cNvPicPr preferRelativeResize="0"/>
          <p:nvPr/>
        </p:nvPicPr>
        <p:blipFill rotWithShape="1">
          <a:blip r:embed="rId4">
            <a:alphaModFix/>
          </a:blip>
          <a:srcRect/>
          <a:stretch/>
        </p:blipFill>
        <p:spPr>
          <a:xfrm rot="-2744266">
            <a:off x="5742058" y="459308"/>
            <a:ext cx="595814" cy="351746"/>
          </a:xfrm>
          <a:prstGeom prst="rect">
            <a:avLst/>
          </a:prstGeom>
          <a:noFill/>
          <a:ln>
            <a:noFill/>
          </a:ln>
        </p:spPr>
      </p:pic>
      <p:pic>
        <p:nvPicPr>
          <p:cNvPr id="1852" name="Google Shape;1852;p182"/>
          <p:cNvPicPr preferRelativeResize="0"/>
          <p:nvPr/>
        </p:nvPicPr>
        <p:blipFill rotWithShape="1">
          <a:blip r:embed="rId4">
            <a:alphaModFix/>
          </a:blip>
          <a:srcRect/>
          <a:stretch/>
        </p:blipFill>
        <p:spPr>
          <a:xfrm rot="-2744266">
            <a:off x="7905615" y="1533372"/>
            <a:ext cx="595814" cy="351746"/>
          </a:xfrm>
          <a:prstGeom prst="rect">
            <a:avLst/>
          </a:prstGeom>
          <a:noFill/>
          <a:ln>
            <a:noFill/>
          </a:ln>
        </p:spPr>
      </p:pic>
      <p:sp>
        <p:nvSpPr>
          <p:cNvPr id="1853" name="Google Shape;1853;p182"/>
          <p:cNvSpPr/>
          <p:nvPr/>
        </p:nvSpPr>
        <p:spPr>
          <a:xfrm>
            <a:off x="10174052" y="3851166"/>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5</a:t>
            </a:r>
            <a:endParaRPr sz="2000" b="0" i="0" u="none" strike="noStrike" cap="none" dirty="0">
              <a:solidFill>
                <a:srgbClr val="FFFFFF"/>
              </a:solidFill>
              <a:latin typeface="Calibri"/>
              <a:ea typeface="Calibri"/>
              <a:cs typeface="Calibri"/>
              <a:sym typeface="Calibri"/>
            </a:endParaRPr>
          </a:p>
        </p:txBody>
      </p:sp>
      <p:cxnSp>
        <p:nvCxnSpPr>
          <p:cNvPr id="1854" name="Google Shape;1854;p182"/>
          <p:cNvCxnSpPr>
            <a:stCxn id="1853" idx="2"/>
          </p:cNvCxnSpPr>
          <p:nvPr/>
        </p:nvCxnSpPr>
        <p:spPr>
          <a:xfrm flipH="1">
            <a:off x="9579752" y="4119216"/>
            <a:ext cx="594300" cy="12300"/>
          </a:xfrm>
          <a:prstGeom prst="straightConnector1">
            <a:avLst/>
          </a:prstGeom>
          <a:noFill/>
          <a:ln w="9525" cap="flat" cmpd="sng">
            <a:solidFill>
              <a:schemeClr val="dk1"/>
            </a:solidFill>
            <a:prstDash val="solid"/>
            <a:round/>
            <a:headEnd type="none" w="sm" len="sm"/>
            <a:tailEnd type="none" w="sm" len="sm"/>
          </a:ln>
        </p:spPr>
      </p:cxnSp>
      <p:pic>
        <p:nvPicPr>
          <p:cNvPr id="1855" name="Google Shape;1855;p182"/>
          <p:cNvPicPr preferRelativeResize="0"/>
          <p:nvPr/>
        </p:nvPicPr>
        <p:blipFill rotWithShape="1">
          <a:blip r:embed="rId4">
            <a:alphaModFix/>
          </a:blip>
          <a:srcRect/>
          <a:stretch/>
        </p:blipFill>
        <p:spPr>
          <a:xfrm rot="-2744266">
            <a:off x="10032072" y="3710602"/>
            <a:ext cx="595814" cy="351746"/>
          </a:xfrm>
          <a:prstGeom prst="rect">
            <a:avLst/>
          </a:prstGeom>
          <a:noFill/>
          <a:ln>
            <a:noFill/>
          </a:ln>
        </p:spPr>
      </p:pic>
      <p:sp>
        <p:nvSpPr>
          <p:cNvPr id="1856" name="Google Shape;1856;p182"/>
          <p:cNvSpPr txBox="1"/>
          <p:nvPr/>
        </p:nvSpPr>
        <p:spPr>
          <a:xfrm>
            <a:off x="772403" y="3963595"/>
            <a:ext cx="2832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rgbClr val="000000"/>
                </a:solidFill>
                <a:latin typeface="Poppins"/>
                <a:ea typeface="Poppins"/>
                <a:cs typeface="Poppins"/>
                <a:sym typeface="Poppins"/>
              </a:rPr>
              <a:t>Tema da semana 1</a:t>
            </a:r>
            <a:endParaRPr sz="1700" b="0" i="0" u="none" strike="noStrike" cap="none" dirty="0">
              <a:solidFill>
                <a:srgbClr val="000000"/>
              </a:solidFill>
              <a:latin typeface="Poppins"/>
              <a:ea typeface="Poppins"/>
              <a:cs typeface="Poppins"/>
              <a:sym typeface="Poppins"/>
            </a:endParaRPr>
          </a:p>
        </p:txBody>
      </p:sp>
      <p:sp>
        <p:nvSpPr>
          <p:cNvPr id="1857" name="Google Shape;1857;p182"/>
          <p:cNvSpPr txBox="1"/>
          <p:nvPr/>
        </p:nvSpPr>
        <p:spPr>
          <a:xfrm>
            <a:off x="4258768" y="5830396"/>
            <a:ext cx="22476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4</a:t>
            </a:r>
            <a:endParaRPr sz="1700" b="0" i="0" u="none" strike="noStrike" cap="none" dirty="0">
              <a:solidFill>
                <a:srgbClr val="000000"/>
              </a:solidFill>
              <a:latin typeface="Poppins"/>
              <a:ea typeface="Poppins"/>
              <a:cs typeface="Poppins"/>
              <a:sym typeface="Poppins"/>
            </a:endParaRPr>
          </a:p>
        </p:txBody>
      </p:sp>
      <p:sp>
        <p:nvSpPr>
          <p:cNvPr id="1858" name="Google Shape;1858;p182"/>
          <p:cNvSpPr txBox="1"/>
          <p:nvPr/>
        </p:nvSpPr>
        <p:spPr>
          <a:xfrm>
            <a:off x="6510730" y="504694"/>
            <a:ext cx="37245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2</a:t>
            </a:r>
            <a:endParaRPr sz="1700" b="0" i="0" u="none" strike="noStrike" cap="none" dirty="0">
              <a:solidFill>
                <a:srgbClr val="000000"/>
              </a:solidFill>
              <a:latin typeface="Poppins"/>
              <a:ea typeface="Poppins"/>
              <a:cs typeface="Poppins"/>
              <a:sym typeface="Poppins"/>
            </a:endParaRPr>
          </a:p>
        </p:txBody>
      </p:sp>
      <p:sp>
        <p:nvSpPr>
          <p:cNvPr id="1859" name="Google Shape;1859;p182"/>
          <p:cNvSpPr txBox="1"/>
          <p:nvPr/>
        </p:nvSpPr>
        <p:spPr>
          <a:xfrm>
            <a:off x="8673545" y="1652519"/>
            <a:ext cx="2756400" cy="3231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3</a:t>
            </a:r>
            <a:endParaRPr sz="1700" b="0" i="0" u="none" strike="noStrike" cap="none" dirty="0">
              <a:solidFill>
                <a:srgbClr val="000000"/>
              </a:solidFill>
              <a:latin typeface="Poppins"/>
              <a:ea typeface="Poppins"/>
              <a:cs typeface="Poppins"/>
              <a:sym typeface="Poppins"/>
            </a:endParaRPr>
          </a:p>
        </p:txBody>
      </p:sp>
      <p:sp>
        <p:nvSpPr>
          <p:cNvPr id="1860" name="Google Shape;1860;p182"/>
          <p:cNvSpPr txBox="1"/>
          <p:nvPr/>
        </p:nvSpPr>
        <p:spPr>
          <a:xfrm>
            <a:off x="9949275" y="4530800"/>
            <a:ext cx="2197500" cy="5850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b="0" i="0" u="none" strike="noStrike" cap="none" dirty="0">
                <a:solidFill>
                  <a:schemeClr val="dk1"/>
                </a:solidFill>
                <a:latin typeface="Poppins"/>
                <a:ea typeface="Poppins"/>
                <a:cs typeface="Poppins"/>
                <a:sym typeface="Poppins"/>
              </a:rPr>
              <a:t>Tema da semana 5</a:t>
            </a:r>
            <a:endParaRPr sz="1700" b="0" i="0" u="none" strike="noStrike" cap="none" dirty="0">
              <a:solidFill>
                <a:srgbClr val="000000"/>
              </a:solidFill>
              <a:latin typeface="Poppins"/>
              <a:ea typeface="Poppins"/>
              <a:cs typeface="Poppins"/>
              <a:sym typeface="Poppins"/>
            </a:endParaRPr>
          </a:p>
        </p:txBody>
      </p:sp>
      <p:sp>
        <p:nvSpPr>
          <p:cNvPr id="1861" name="Google Shape;1861;p182"/>
          <p:cNvSpPr/>
          <p:nvPr/>
        </p:nvSpPr>
        <p:spPr>
          <a:xfrm>
            <a:off x="6649008" y="5735630"/>
            <a:ext cx="536100" cy="5361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4</a:t>
            </a:r>
            <a:endParaRPr sz="2000" b="0" i="0" u="none" strike="noStrike" cap="none" dirty="0">
              <a:solidFill>
                <a:srgbClr val="FFFFFF"/>
              </a:solidFill>
              <a:latin typeface="Calibri"/>
              <a:ea typeface="Calibri"/>
              <a:cs typeface="Calibri"/>
              <a:sym typeface="Calibri"/>
            </a:endParaRPr>
          </a:p>
        </p:txBody>
      </p:sp>
      <p:sp>
        <p:nvSpPr>
          <p:cNvPr id="1862" name="Google Shape;1862;p182"/>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63" name="Google Shape;1863;p182"/>
          <p:cNvSpPr txBox="1"/>
          <p:nvPr/>
        </p:nvSpPr>
        <p:spPr>
          <a:xfrm>
            <a:off x="135519" y="1439639"/>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i="0" u="none" strike="noStrike" cap="none" dirty="0">
                <a:solidFill>
                  <a:srgbClr val="FFFFFF"/>
                </a:solidFill>
                <a:latin typeface="Poppins"/>
                <a:ea typeface="Poppins"/>
                <a:cs typeface="Poppins"/>
                <a:sym typeface="Poppins"/>
              </a:rPr>
              <a:t>Nome da unidade curricular</a:t>
            </a:r>
            <a:endParaRPr sz="1300" b="0" i="0" u="none" strike="noStrike" cap="none" dirty="0">
              <a:solidFill>
                <a:srgbClr val="000000"/>
              </a:solidFill>
              <a:latin typeface="Arial"/>
              <a:ea typeface="Arial"/>
              <a:cs typeface="Arial"/>
              <a:sym typeface="Arial"/>
            </a:endParaRPr>
          </a:p>
        </p:txBody>
      </p:sp>
      <p:sp>
        <p:nvSpPr>
          <p:cNvPr id="1864" name="Google Shape;1864;p182"/>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65" name="Google Shape;1865;p182"/>
          <p:cNvSpPr txBox="1"/>
          <p:nvPr/>
        </p:nvSpPr>
        <p:spPr>
          <a:xfrm>
            <a:off x="2160045" y="891153"/>
            <a:ext cx="2435700" cy="1031100"/>
          </a:xfrm>
          <a:prstGeom prst="rect">
            <a:avLst/>
          </a:prstGeom>
          <a:noFill/>
          <a:ln>
            <a:noFill/>
          </a:ln>
        </p:spPr>
        <p:txBody>
          <a:bodyPr spcFirstLastPara="1" wrap="square" lIns="60950" tIns="30450" rIns="60950" bIns="30450" anchor="t" anchorCtr="0">
            <a:spAutoFit/>
          </a:bodyPr>
          <a:lstStyle/>
          <a:p>
            <a:pPr marL="0" marR="0" lvl="0" indent="0" algn="ctr" rtl="0">
              <a:lnSpc>
                <a:spcPct val="100000"/>
              </a:lnSpc>
              <a:spcBef>
                <a:spcPts val="0"/>
              </a:spcBef>
              <a:spcAft>
                <a:spcPts val="0"/>
              </a:spcAft>
              <a:buClr>
                <a:srgbClr val="000000"/>
              </a:buClr>
              <a:buSzPts val="2100"/>
              <a:buFont typeface="Arial"/>
              <a:buNone/>
            </a:pPr>
            <a:r>
              <a:rPr lang="pt-BR" sz="2100" b="1" i="0" u="none" strike="noStrike" cap="none" dirty="0">
                <a:solidFill>
                  <a:srgbClr val="FFFFFF"/>
                </a:solidFill>
                <a:latin typeface="Poppins"/>
                <a:ea typeface="Poppins"/>
                <a:cs typeface="Poppins"/>
                <a:sym typeface="Poppins"/>
              </a:rPr>
              <a:t>Mapa da Unidade X   Componente Y</a:t>
            </a:r>
            <a:endParaRPr sz="21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Layout Personalizado">
  <p:cSld name="10_Layout Personalizado">
    <p:spTree>
      <p:nvGrpSpPr>
        <p:cNvPr id="1" name="Shape 1866"/>
        <p:cNvGrpSpPr/>
        <p:nvPr/>
      </p:nvGrpSpPr>
      <p:grpSpPr>
        <a:xfrm>
          <a:off x="0" y="0"/>
          <a:ext cx="0" cy="0"/>
          <a:chOff x="0" y="0"/>
          <a:chExt cx="0" cy="0"/>
        </a:xfrm>
      </p:grpSpPr>
      <p:pic>
        <p:nvPicPr>
          <p:cNvPr id="1867" name="Google Shape;1867;p183"/>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0" y="0"/>
            <a:ext cx="8566486" cy="6857999"/>
          </a:xfrm>
          <a:prstGeom prst="rect">
            <a:avLst/>
          </a:prstGeom>
          <a:noFill/>
          <a:ln>
            <a:noFill/>
          </a:ln>
        </p:spPr>
      </p:pic>
      <p:grpSp>
        <p:nvGrpSpPr>
          <p:cNvPr id="1868" name="Google Shape;1868;p183"/>
          <p:cNvGrpSpPr/>
          <p:nvPr/>
        </p:nvGrpSpPr>
        <p:grpSpPr>
          <a:xfrm>
            <a:off x="9767223" y="6379123"/>
            <a:ext cx="2435717" cy="499880"/>
            <a:chOff x="14634602" y="9537218"/>
            <a:chExt cx="3653392" cy="749782"/>
          </a:xfrm>
        </p:grpSpPr>
        <p:pic>
          <p:nvPicPr>
            <p:cNvPr id="1869" name="Google Shape;1869;p183"/>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870" name="Google Shape;1870;p183" descr="Logotipo"/>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871" name="Google Shape;1871;p183"/>
          <p:cNvSpPr txBox="1"/>
          <p:nvPr/>
        </p:nvSpPr>
        <p:spPr>
          <a:xfrm>
            <a:off x="13050982" y="194887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1872" name="Google Shape;1872;p183"/>
          <p:cNvPicPr preferRelativeResize="0"/>
          <p:nvPr/>
        </p:nvPicPr>
        <p:blipFill rotWithShape="1">
          <a:blip r:embed="rId5">
            <a:alphaModFix/>
          </a:blip>
          <a:srcRect/>
          <a:stretch/>
        </p:blipFill>
        <p:spPr>
          <a:xfrm>
            <a:off x="0" y="0"/>
            <a:ext cx="12191999" cy="6859201"/>
          </a:xfrm>
          <a:prstGeom prst="rect">
            <a:avLst/>
          </a:prstGeom>
          <a:noFill/>
          <a:ln>
            <a:noFill/>
          </a:ln>
        </p:spPr>
      </p:pic>
      <p:grpSp>
        <p:nvGrpSpPr>
          <p:cNvPr id="1873" name="Google Shape;1873;p183"/>
          <p:cNvGrpSpPr/>
          <p:nvPr/>
        </p:nvGrpSpPr>
        <p:grpSpPr>
          <a:xfrm>
            <a:off x="10400796" y="6090630"/>
            <a:ext cx="1791300" cy="767400"/>
            <a:chOff x="10400796" y="6090630"/>
            <a:chExt cx="1791300" cy="767400"/>
          </a:xfrm>
        </p:grpSpPr>
        <p:sp>
          <p:nvSpPr>
            <p:cNvPr id="1874" name="Google Shape;1874;p183"/>
            <p:cNvSpPr/>
            <p:nvPr/>
          </p:nvSpPr>
          <p:spPr>
            <a:xfrm>
              <a:off x="10400796" y="6090630"/>
              <a:ext cx="1791300" cy="767400"/>
            </a:xfrm>
            <a:prstGeom prst="round2SameRect">
              <a:avLst>
                <a:gd name="adj1" fmla="val 15454"/>
                <a:gd name="adj2" fmla="val 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75" name="Google Shape;1875;p183"/>
            <p:cNvSpPr/>
            <p:nvPr/>
          </p:nvSpPr>
          <p:spPr>
            <a:xfrm>
              <a:off x="11842890" y="6090630"/>
              <a:ext cx="349200" cy="306000"/>
            </a:xfrm>
            <a:prstGeom prst="rect">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pic>
        <p:nvPicPr>
          <p:cNvPr id="1876" name="Google Shape;1876;p183" descr="Logotipo&#10;&#10;O conteúdo gerado por IA pode estar incorreto."/>
          <p:cNvPicPr preferRelativeResize="0"/>
          <p:nvPr/>
        </p:nvPicPr>
        <p:blipFill rotWithShape="1">
          <a:blip r:embed="rId6" cstate="hqprint">
            <a:alphaModFix/>
            <a:extLst>
              <a:ext uri="{28A0092B-C50C-407E-A947-70E740481C1C}">
                <a14:useLocalDpi xmlns:a14="http://schemas.microsoft.com/office/drawing/2010/main"/>
              </a:ext>
            </a:extLst>
          </a:blip>
          <a:srcRect/>
          <a:stretch/>
        </p:blipFill>
        <p:spPr>
          <a:xfrm>
            <a:off x="10534930" y="6126882"/>
            <a:ext cx="1539044" cy="696428"/>
          </a:xfrm>
          <a:prstGeom prst="rect">
            <a:avLst/>
          </a:prstGeom>
          <a:noFill/>
          <a:ln>
            <a:noFill/>
          </a:ln>
        </p:spPr>
      </p:pic>
      <p:grpSp>
        <p:nvGrpSpPr>
          <p:cNvPr id="1877" name="Google Shape;1877;p183"/>
          <p:cNvGrpSpPr/>
          <p:nvPr/>
        </p:nvGrpSpPr>
        <p:grpSpPr>
          <a:xfrm>
            <a:off x="0" y="1"/>
            <a:ext cx="8566500" cy="5379981"/>
            <a:chOff x="0" y="0"/>
            <a:chExt cx="8566500" cy="5808033"/>
          </a:xfrm>
        </p:grpSpPr>
        <p:sp>
          <p:nvSpPr>
            <p:cNvPr id="1878" name="Google Shape;1878;p183"/>
            <p:cNvSpPr/>
            <p:nvPr/>
          </p:nvSpPr>
          <p:spPr>
            <a:xfrm>
              <a:off x="0" y="0"/>
              <a:ext cx="8566500" cy="4656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79" name="Google Shape;1879;p183"/>
            <p:cNvSpPr/>
            <p:nvPr/>
          </p:nvSpPr>
          <p:spPr>
            <a:xfrm>
              <a:off x="0" y="0"/>
              <a:ext cx="8566500" cy="5808000"/>
            </a:xfrm>
            <a:prstGeom prst="roundRect">
              <a:avLst>
                <a:gd name="adj" fmla="val 12503"/>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880" name="Google Shape;1880;p183"/>
            <p:cNvSpPr/>
            <p:nvPr/>
          </p:nvSpPr>
          <p:spPr>
            <a:xfrm>
              <a:off x="0" y="3890433"/>
              <a:ext cx="1109100" cy="1917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1_1. Conteudo">
  <p:cSld name="7_1. Conteudo">
    <p:spTree>
      <p:nvGrpSpPr>
        <p:cNvPr id="1" name="Shape 1884"/>
        <p:cNvGrpSpPr/>
        <p:nvPr/>
      </p:nvGrpSpPr>
      <p:grpSpPr>
        <a:xfrm>
          <a:off x="0" y="0"/>
          <a:ext cx="0" cy="0"/>
          <a:chOff x="0" y="0"/>
          <a:chExt cx="0" cy="0"/>
        </a:xfrm>
      </p:grpSpPr>
      <p:cxnSp>
        <p:nvCxnSpPr>
          <p:cNvPr id="1885" name="Google Shape;1885;p185"/>
          <p:cNvCxnSpPr/>
          <p:nvPr/>
        </p:nvCxnSpPr>
        <p:spPr>
          <a:xfrm>
            <a:off x="6090044" y="840916"/>
            <a:ext cx="0" cy="5100900"/>
          </a:xfrm>
          <a:prstGeom prst="straightConnector1">
            <a:avLst/>
          </a:prstGeom>
          <a:noFill/>
          <a:ln w="38100" cap="flat" cmpd="sng">
            <a:solidFill>
              <a:srgbClr val="BFBFBF"/>
            </a:solidFill>
            <a:prstDash val="solid"/>
            <a:round/>
            <a:headEnd type="none" w="sm" len="sm"/>
            <a:tailEnd type="none" w="sm" len="sm"/>
          </a:ln>
        </p:spPr>
      </p:cxnSp>
      <p:sp>
        <p:nvSpPr>
          <p:cNvPr id="1886" name="Google Shape;1886;p185"/>
          <p:cNvSpPr txBox="1"/>
          <p:nvPr/>
        </p:nvSpPr>
        <p:spPr>
          <a:xfrm>
            <a:off x="1467545" y="885957"/>
            <a:ext cx="40455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Objetivos da aula</a:t>
            </a:r>
            <a:endParaRPr sz="2000" b="1" i="0" u="none" strike="noStrike" cap="none" dirty="0">
              <a:solidFill>
                <a:srgbClr val="000000"/>
              </a:solidFill>
              <a:latin typeface="Poppins"/>
              <a:ea typeface="Poppins"/>
              <a:cs typeface="Poppins"/>
              <a:sym typeface="Poppins"/>
            </a:endParaRPr>
          </a:p>
        </p:txBody>
      </p:sp>
      <p:sp>
        <p:nvSpPr>
          <p:cNvPr id="1887" name="Google Shape;1887;p185"/>
          <p:cNvSpPr txBox="1"/>
          <p:nvPr/>
        </p:nvSpPr>
        <p:spPr>
          <a:xfrm>
            <a:off x="7467011" y="885654"/>
            <a:ext cx="43017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técnicas</a:t>
            </a:r>
            <a:endParaRPr sz="2000" b="0" i="0" u="none" strike="noStrike" cap="none" dirty="0">
              <a:solidFill>
                <a:srgbClr val="000000"/>
              </a:solidFill>
              <a:latin typeface="Poppins"/>
              <a:ea typeface="Poppins"/>
              <a:cs typeface="Poppins"/>
              <a:sym typeface="Poppins"/>
            </a:endParaRPr>
          </a:p>
        </p:txBody>
      </p:sp>
      <p:sp>
        <p:nvSpPr>
          <p:cNvPr id="1888" name="Google Shape;1888;p185"/>
          <p:cNvSpPr txBox="1"/>
          <p:nvPr/>
        </p:nvSpPr>
        <p:spPr>
          <a:xfrm>
            <a:off x="1433188" y="2910758"/>
            <a:ext cx="33690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Recursos didáticos</a:t>
            </a:r>
            <a:endParaRPr sz="2000" b="0" i="0" u="none" strike="noStrike" cap="none" dirty="0">
              <a:solidFill>
                <a:srgbClr val="000000"/>
              </a:solidFill>
              <a:latin typeface="Poppins"/>
              <a:ea typeface="Poppins"/>
              <a:cs typeface="Poppins"/>
              <a:sym typeface="Poppins"/>
            </a:endParaRPr>
          </a:p>
        </p:txBody>
      </p:sp>
      <p:sp>
        <p:nvSpPr>
          <p:cNvPr id="1889" name="Google Shape;1889;p185"/>
          <p:cNvSpPr txBox="1"/>
          <p:nvPr/>
        </p:nvSpPr>
        <p:spPr>
          <a:xfrm>
            <a:off x="1445466" y="4649652"/>
            <a:ext cx="32673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Duração da aula</a:t>
            </a:r>
            <a:endParaRPr sz="2000" b="0" i="0" u="none" strike="noStrike" cap="none" dirty="0">
              <a:solidFill>
                <a:srgbClr val="000000"/>
              </a:solidFill>
              <a:latin typeface="Poppins"/>
              <a:ea typeface="Poppins"/>
              <a:cs typeface="Poppins"/>
              <a:sym typeface="Poppins"/>
            </a:endParaRPr>
          </a:p>
        </p:txBody>
      </p:sp>
      <p:sp>
        <p:nvSpPr>
          <p:cNvPr id="1890" name="Google Shape;1890;p185"/>
          <p:cNvSpPr txBox="1"/>
          <p:nvPr/>
        </p:nvSpPr>
        <p:spPr>
          <a:xfrm>
            <a:off x="7467011" y="3115942"/>
            <a:ext cx="4381200" cy="307800"/>
          </a:xfrm>
          <a:prstGeom prst="rect">
            <a:avLst/>
          </a:prstGeom>
          <a:noFill/>
          <a:ln>
            <a:noFill/>
          </a:ln>
        </p:spPr>
        <p:txBody>
          <a:bodyPr spcFirstLastPara="1" wrap="square" lIns="0" tIns="0" rIns="0" bIns="0" anchor="t" anchorCtr="0">
            <a:spAutoFit/>
          </a:bodyPr>
          <a:lstStyle/>
          <a:p>
            <a:pPr marL="0" marR="0" lvl="0" indent="0" algn="l" rtl="0">
              <a:lnSpc>
                <a:spcPct val="145148"/>
              </a:lnSpc>
              <a:spcBef>
                <a:spcPts val="0"/>
              </a:spcBef>
              <a:spcAft>
                <a:spcPts val="0"/>
              </a:spcAft>
              <a:buClr>
                <a:srgbClr val="000000"/>
              </a:buClr>
              <a:buSzPts val="2700"/>
              <a:buFont typeface="Arial"/>
              <a:buNone/>
            </a:pPr>
            <a:r>
              <a:rPr lang="pt-BR" sz="2000" b="1" i="0" u="none" strike="noStrike" cap="none" dirty="0">
                <a:solidFill>
                  <a:srgbClr val="000000"/>
                </a:solidFill>
                <a:latin typeface="Poppins"/>
                <a:ea typeface="Poppins"/>
                <a:cs typeface="Poppins"/>
                <a:sym typeface="Poppins"/>
              </a:rPr>
              <a:t>Habilidades socioemocionais</a:t>
            </a:r>
            <a:endParaRPr sz="2000" b="0" i="0" u="none" strike="noStrike" cap="none" dirty="0">
              <a:solidFill>
                <a:srgbClr val="000000"/>
              </a:solidFill>
              <a:latin typeface="Poppins"/>
              <a:ea typeface="Poppins"/>
              <a:cs typeface="Poppins"/>
              <a:sym typeface="Poppins"/>
            </a:endParaRPr>
          </a:p>
        </p:txBody>
      </p:sp>
      <p:sp>
        <p:nvSpPr>
          <p:cNvPr id="1891" name="Google Shape;1891;p185"/>
          <p:cNvSpPr txBox="1"/>
          <p:nvPr/>
        </p:nvSpPr>
        <p:spPr>
          <a:xfrm>
            <a:off x="4717774" y="224403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892" name="Google Shape;1892;p185"/>
          <p:cNvSpPr txBox="1"/>
          <p:nvPr/>
        </p:nvSpPr>
        <p:spPr>
          <a:xfrm>
            <a:off x="1395562" y="5079496"/>
            <a:ext cx="1723800" cy="292500"/>
          </a:xfrm>
          <a:prstGeom prst="rect">
            <a:avLst/>
          </a:prstGeom>
          <a:solidFill>
            <a:schemeClr val="lt1"/>
          </a:solid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1500" b="0" i="0" u="none" strike="noStrike" cap="none" dirty="0">
                <a:solidFill>
                  <a:srgbClr val="000000"/>
                </a:solidFill>
                <a:latin typeface="Poppins"/>
                <a:ea typeface="Poppins"/>
                <a:cs typeface="Poppins"/>
                <a:sym typeface="Poppins"/>
              </a:rPr>
              <a:t>50 minutos.</a:t>
            </a:r>
            <a:endParaRPr sz="1400" b="0" i="0" u="none" strike="noStrike" cap="none" dirty="0">
              <a:solidFill>
                <a:srgbClr val="000000"/>
              </a:solidFill>
              <a:latin typeface="Arial"/>
              <a:ea typeface="Arial"/>
              <a:cs typeface="Arial"/>
              <a:sym typeface="Arial"/>
            </a:endParaRPr>
          </a:p>
        </p:txBody>
      </p:sp>
      <p:sp>
        <p:nvSpPr>
          <p:cNvPr id="1893" name="Google Shape;1893;p185"/>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chemeClr val="dk1"/>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94" name="Google Shape;1894;p185"/>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95" name="Google Shape;1895;p185"/>
          <p:cNvSpPr txBox="1">
            <a:spLocks noGrp="1"/>
          </p:cNvSpPr>
          <p:nvPr>
            <p:ph type="body" idx="3"/>
          </p:nvPr>
        </p:nvSpPr>
        <p:spPr>
          <a:xfrm>
            <a:off x="7467375" y="3649330"/>
            <a:ext cx="4044900" cy="15903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896" name="Google Shape;1896;p185"/>
          <p:cNvSpPr txBox="1">
            <a:spLocks noGrp="1"/>
          </p:cNvSpPr>
          <p:nvPr>
            <p:ph type="body" idx="4"/>
          </p:nvPr>
        </p:nvSpPr>
        <p:spPr>
          <a:xfrm>
            <a:off x="1443515" y="3489566"/>
            <a:ext cx="4044900" cy="1045500"/>
          </a:xfrm>
          <a:prstGeom prst="rect">
            <a:avLst/>
          </a:prstGeom>
          <a:noFill/>
          <a:ln>
            <a:noFill/>
          </a:ln>
        </p:spPr>
        <p:txBody>
          <a:bodyPr spcFirstLastPara="1" wrap="square" lIns="91425" tIns="45700" rIns="91425" bIns="45700" anchor="t" anchorCtr="0">
            <a:noAutofit/>
          </a:bodyPr>
          <a:lstStyle>
            <a:lvl1pPr marL="457200" marR="0" lvl="0" indent="-323850" algn="l">
              <a:lnSpc>
                <a:spcPct val="100000"/>
              </a:lnSpc>
              <a:spcBef>
                <a:spcPts val="0"/>
              </a:spcBef>
              <a:spcAft>
                <a:spcPts val="0"/>
              </a:spcAft>
              <a:buClr>
                <a:srgbClr val="000000"/>
              </a:buClr>
              <a:buSzPts val="1500"/>
              <a:buFont typeface="Arial"/>
              <a:buChar char="•"/>
              <a:defRPr sz="15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grpSp>
        <p:nvGrpSpPr>
          <p:cNvPr id="1897" name="Google Shape;1897;p185"/>
          <p:cNvGrpSpPr/>
          <p:nvPr/>
        </p:nvGrpSpPr>
        <p:grpSpPr>
          <a:xfrm>
            <a:off x="9756891" y="6381906"/>
            <a:ext cx="2435717" cy="499880"/>
            <a:chOff x="14634602" y="9537218"/>
            <a:chExt cx="3653392" cy="749782"/>
          </a:xfrm>
        </p:grpSpPr>
        <p:pic>
          <p:nvPicPr>
            <p:cNvPr id="1898" name="Google Shape;1898;p185"/>
            <p:cNvPicPr preferRelativeResize="0"/>
            <p:nvPr/>
          </p:nvPicPr>
          <p:blipFill rotWithShape="1">
            <a:blip r:embed="rId2" cstate="hqprint">
              <a:alphaModFix/>
              <a:extLst>
                <a:ext uri="{28A0092B-C50C-407E-A947-70E740481C1C}">
                  <a14:useLocalDpi xmlns:a14="http://schemas.microsoft.com/office/drawing/2010/main"/>
                </a:ext>
              </a:extLst>
            </a:blip>
            <a:srcRect/>
            <a:stretch/>
          </p:blipFill>
          <p:spPr>
            <a:xfrm>
              <a:off x="14634602" y="9537218"/>
              <a:ext cx="3653392" cy="749782"/>
            </a:xfrm>
            <a:prstGeom prst="rect">
              <a:avLst/>
            </a:prstGeom>
            <a:noFill/>
            <a:ln>
              <a:noFill/>
            </a:ln>
          </p:spPr>
        </p:pic>
        <p:pic>
          <p:nvPicPr>
            <p:cNvPr id="1899" name="Google Shape;1899;p185" descr="Logotipo"/>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5016163" y="9710738"/>
              <a:ext cx="3271831" cy="487362"/>
            </a:xfrm>
            <a:prstGeom prst="rect">
              <a:avLst/>
            </a:prstGeom>
            <a:noFill/>
            <a:ln>
              <a:noFill/>
            </a:ln>
          </p:spPr>
        </p:pic>
      </p:grpSp>
      <p:sp>
        <p:nvSpPr>
          <p:cNvPr id="1900" name="Google Shape;1900;p185"/>
          <p:cNvSpPr txBox="1"/>
          <p:nvPr/>
        </p:nvSpPr>
        <p:spPr>
          <a:xfrm>
            <a:off x="13188461" y="472440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1901" name="Google Shape;1901;p185"/>
          <p:cNvPicPr preferRelativeResize="0"/>
          <p:nvPr/>
        </p:nvPicPr>
        <p:blipFill rotWithShape="1">
          <a:blip r:embed="rId4">
            <a:alphaModFix/>
          </a:blip>
          <a:srcRect/>
          <a:stretch/>
        </p:blipFill>
        <p:spPr>
          <a:xfrm>
            <a:off x="0" y="6281734"/>
            <a:ext cx="12191999" cy="595317"/>
          </a:xfrm>
          <a:prstGeom prst="rect">
            <a:avLst/>
          </a:prstGeom>
          <a:noFill/>
          <a:ln>
            <a:noFill/>
          </a:ln>
        </p:spPr>
      </p:pic>
      <p:pic>
        <p:nvPicPr>
          <p:cNvPr id="1902" name="Google Shape;1902;p185"/>
          <p:cNvPicPr preferRelativeResize="0"/>
          <p:nvPr/>
        </p:nvPicPr>
        <p:blipFill rotWithShape="1">
          <a:blip r:embed="rId5">
            <a:alphaModFix/>
          </a:blip>
          <a:srcRect/>
          <a:stretch/>
        </p:blipFill>
        <p:spPr>
          <a:xfrm>
            <a:off x="0" y="9526"/>
            <a:ext cx="12191999" cy="568301"/>
          </a:xfrm>
          <a:prstGeom prst="rect">
            <a:avLst/>
          </a:prstGeom>
          <a:noFill/>
          <a:ln>
            <a:noFill/>
          </a:ln>
        </p:spPr>
      </p:pic>
      <p:sp>
        <p:nvSpPr>
          <p:cNvPr id="1903" name="Google Shape;1903;p185"/>
          <p:cNvSpPr/>
          <p:nvPr/>
        </p:nvSpPr>
        <p:spPr>
          <a:xfrm>
            <a:off x="538284" y="96008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904" name="Google Shape;1904;p185"/>
          <p:cNvSpPr/>
          <p:nvPr/>
        </p:nvSpPr>
        <p:spPr>
          <a:xfrm>
            <a:off x="514540" y="2965834"/>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905" name="Google Shape;1905;p185"/>
          <p:cNvGrpSpPr/>
          <p:nvPr/>
        </p:nvGrpSpPr>
        <p:grpSpPr>
          <a:xfrm>
            <a:off x="632922" y="3096780"/>
            <a:ext cx="486856" cy="481187"/>
            <a:chOff x="8278989" y="8660410"/>
            <a:chExt cx="569755" cy="563121"/>
          </a:xfrm>
        </p:grpSpPr>
        <p:grpSp>
          <p:nvGrpSpPr>
            <p:cNvPr id="1906" name="Google Shape;1906;p185"/>
            <p:cNvGrpSpPr/>
            <p:nvPr/>
          </p:nvGrpSpPr>
          <p:grpSpPr>
            <a:xfrm>
              <a:off x="8278989" y="8852628"/>
              <a:ext cx="265651" cy="370903"/>
              <a:chOff x="8278989" y="8852628"/>
              <a:chExt cx="265651" cy="370903"/>
            </a:xfrm>
          </p:grpSpPr>
          <p:sp>
            <p:nvSpPr>
              <p:cNvPr id="1907" name="Google Shape;1907;p185"/>
              <p:cNvSpPr/>
              <p:nvPr/>
            </p:nvSpPr>
            <p:spPr>
              <a:xfrm>
                <a:off x="8358808" y="8932768"/>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08" name="Google Shape;1908;p185"/>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909" name="Google Shape;1909;p185"/>
            <p:cNvSpPr/>
            <p:nvPr/>
          </p:nvSpPr>
          <p:spPr>
            <a:xfrm>
              <a:off x="8397765" y="8660410"/>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10" name="Google Shape;1910;p185"/>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11" name="Google Shape;1911;p185"/>
            <p:cNvSpPr/>
            <p:nvPr/>
          </p:nvSpPr>
          <p:spPr>
            <a:xfrm>
              <a:off x="8534039"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912" name="Google Shape;1912;p185"/>
          <p:cNvSpPr/>
          <p:nvPr/>
        </p:nvSpPr>
        <p:spPr>
          <a:xfrm>
            <a:off x="516205" y="4700100"/>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pic>
        <p:nvPicPr>
          <p:cNvPr id="1913" name="Google Shape;1913;p185"/>
          <p:cNvPicPr preferRelativeResize="0"/>
          <p:nvPr/>
        </p:nvPicPr>
        <p:blipFill rotWithShape="1">
          <a:blip r:embed="rId6">
            <a:alphaModFix/>
          </a:blip>
          <a:srcRect/>
          <a:stretch/>
        </p:blipFill>
        <p:spPr>
          <a:xfrm>
            <a:off x="658917" y="4858582"/>
            <a:ext cx="380919" cy="380919"/>
          </a:xfrm>
          <a:prstGeom prst="rect">
            <a:avLst/>
          </a:prstGeom>
          <a:noFill/>
          <a:ln>
            <a:noFill/>
          </a:ln>
        </p:spPr>
      </p:pic>
      <p:sp>
        <p:nvSpPr>
          <p:cNvPr id="1914" name="Google Shape;1914;p185"/>
          <p:cNvSpPr/>
          <p:nvPr/>
        </p:nvSpPr>
        <p:spPr>
          <a:xfrm>
            <a:off x="6537750" y="974816"/>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grpSp>
        <p:nvGrpSpPr>
          <p:cNvPr id="1915" name="Google Shape;1915;p185"/>
          <p:cNvGrpSpPr/>
          <p:nvPr/>
        </p:nvGrpSpPr>
        <p:grpSpPr>
          <a:xfrm>
            <a:off x="6643473" y="1077261"/>
            <a:ext cx="472792" cy="435252"/>
            <a:chOff x="8560697" y="2808577"/>
            <a:chExt cx="496370" cy="456957"/>
          </a:xfrm>
        </p:grpSpPr>
        <p:sp>
          <p:nvSpPr>
            <p:cNvPr id="1916" name="Google Shape;1916;p185"/>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917" name="Google Shape;1917;p185"/>
            <p:cNvGrpSpPr/>
            <p:nvPr/>
          </p:nvGrpSpPr>
          <p:grpSpPr>
            <a:xfrm>
              <a:off x="8560697" y="2875026"/>
              <a:ext cx="496370" cy="324059"/>
              <a:chOff x="8560697" y="2875026"/>
              <a:chExt cx="496370" cy="324059"/>
            </a:xfrm>
          </p:grpSpPr>
          <p:sp>
            <p:nvSpPr>
              <p:cNvPr id="1918" name="Google Shape;1918;p185"/>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19" name="Google Shape;1919;p185"/>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20" name="Google Shape;1920;p185"/>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21" name="Google Shape;1921;p185"/>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22" name="Google Shape;1922;p185"/>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23" name="Google Shape;1923;p185"/>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grpSp>
      <p:sp>
        <p:nvSpPr>
          <p:cNvPr id="1924" name="Google Shape;1924;p185"/>
          <p:cNvSpPr/>
          <p:nvPr/>
        </p:nvSpPr>
        <p:spPr>
          <a:xfrm>
            <a:off x="6537750" y="3144691"/>
            <a:ext cx="667500" cy="667500"/>
          </a:xfrm>
          <a:prstGeom prst="ellipse">
            <a:avLst/>
          </a:prstGeom>
          <a:solidFill>
            <a:srgbClr val="529AC2"/>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200" b="0" i="0" u="none" strike="noStrike" cap="none" dirty="0">
              <a:solidFill>
                <a:schemeClr val="lt1"/>
              </a:solidFill>
              <a:latin typeface="Calibri"/>
              <a:ea typeface="Calibri"/>
              <a:cs typeface="Calibri"/>
              <a:sym typeface="Calibri"/>
            </a:endParaRPr>
          </a:p>
        </p:txBody>
      </p:sp>
      <p:sp>
        <p:nvSpPr>
          <p:cNvPr id="1925" name="Google Shape;1925;p185"/>
          <p:cNvSpPr/>
          <p:nvPr/>
        </p:nvSpPr>
        <p:spPr>
          <a:xfrm>
            <a:off x="6637986" y="3252609"/>
            <a:ext cx="458764" cy="458662"/>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lt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nvGrpSpPr>
          <p:cNvPr id="1926" name="Google Shape;1926;p185"/>
          <p:cNvGrpSpPr/>
          <p:nvPr/>
        </p:nvGrpSpPr>
        <p:grpSpPr>
          <a:xfrm>
            <a:off x="664824" y="1066107"/>
            <a:ext cx="428521" cy="428520"/>
            <a:chOff x="9358184" y="2764785"/>
            <a:chExt cx="495514" cy="495513"/>
          </a:xfrm>
        </p:grpSpPr>
        <p:grpSp>
          <p:nvGrpSpPr>
            <p:cNvPr id="1927" name="Google Shape;1927;p185"/>
            <p:cNvGrpSpPr/>
            <p:nvPr/>
          </p:nvGrpSpPr>
          <p:grpSpPr>
            <a:xfrm>
              <a:off x="9358184" y="2802389"/>
              <a:ext cx="457909" cy="457909"/>
              <a:chOff x="9358184" y="2802389"/>
              <a:chExt cx="457909" cy="457909"/>
            </a:xfrm>
          </p:grpSpPr>
          <p:sp>
            <p:nvSpPr>
              <p:cNvPr id="1928" name="Google Shape;1928;p185"/>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29" name="Google Shape;1929;p185"/>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30" name="Google Shape;1930;p185"/>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
          <p:nvSpPr>
            <p:cNvPr id="1931" name="Google Shape;1931;p185"/>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sp>
          <p:nvSpPr>
            <p:cNvPr id="1932" name="Google Shape;1932;p185"/>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19050"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chemeClr val="dk1"/>
                </a:solidFill>
                <a:latin typeface="Calibri"/>
                <a:ea typeface="Calibri"/>
                <a:cs typeface="Calibri"/>
                <a:sym typeface="Calibri"/>
              </a:endParaRPr>
            </a:p>
          </p:txBody>
        </p: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3. Conteudo">
  <p:cSld name="16_3. Conteudo">
    <p:spTree>
      <p:nvGrpSpPr>
        <p:cNvPr id="1" name="Shape 1933"/>
        <p:cNvGrpSpPr/>
        <p:nvPr/>
      </p:nvGrpSpPr>
      <p:grpSpPr>
        <a:xfrm>
          <a:off x="0" y="0"/>
          <a:ext cx="0" cy="0"/>
          <a:chOff x="0" y="0"/>
          <a:chExt cx="0" cy="0"/>
        </a:xfrm>
      </p:grpSpPr>
      <p:pic>
        <p:nvPicPr>
          <p:cNvPr id="1934" name="Google Shape;1934;p186"/>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935" name="Google Shape;1935;p186"/>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36" name="Google Shape;1936;p186"/>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37" name="Google Shape;1937;p186"/>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38" name="Google Shape;1938;p186"/>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39" name="Google Shape;1939;p186"/>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40" name="Google Shape;1940;p186"/>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41" name="Google Shape;1941;p186"/>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3. Conteudo">
  <p:cSld name="15_3. Conteudo">
    <p:spTree>
      <p:nvGrpSpPr>
        <p:cNvPr id="1" name="Shape 1942"/>
        <p:cNvGrpSpPr/>
        <p:nvPr/>
      </p:nvGrpSpPr>
      <p:grpSpPr>
        <a:xfrm>
          <a:off x="0" y="0"/>
          <a:ext cx="0" cy="0"/>
          <a:chOff x="0" y="0"/>
          <a:chExt cx="0" cy="0"/>
        </a:xfrm>
      </p:grpSpPr>
      <p:pic>
        <p:nvPicPr>
          <p:cNvPr id="1943" name="Google Shape;1943;p187"/>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944" name="Google Shape;1944;p187"/>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45" name="Google Shape;1945;p187"/>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46" name="Google Shape;1946;p187"/>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47" name="Google Shape;1947;p187"/>
          <p:cNvSpPr txBox="1">
            <a:spLocks noGrp="1"/>
          </p:cNvSpPr>
          <p:nvPr>
            <p:ph type="body" idx="1"/>
          </p:nvPr>
        </p:nvSpPr>
        <p:spPr>
          <a:xfrm>
            <a:off x="3598334" y="2009776"/>
            <a:ext cx="8080500" cy="3739200"/>
          </a:xfrm>
          <a:prstGeom prst="rect">
            <a:avLst/>
          </a:prstGeom>
          <a:solidFill>
            <a:srgbClr val="D9D9D9"/>
          </a:solid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48" name="Google Shape;1948;p187"/>
          <p:cNvSpPr/>
          <p:nvPr/>
        </p:nvSpPr>
        <p:spPr>
          <a:xfrm>
            <a:off x="200185" y="269162"/>
            <a:ext cx="2290200" cy="16713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49" name="Google Shape;1949;p187"/>
          <p:cNvSpPr txBox="1"/>
          <p:nvPr/>
        </p:nvSpPr>
        <p:spPr>
          <a:xfrm>
            <a:off x="727002" y="749326"/>
            <a:ext cx="13137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Ponto</a:t>
            </a:r>
            <a:r>
              <a:rPr lang="pt-BR" sz="2333" b="0" i="0" u="none" strike="noStrike" cap="none" dirty="0">
                <a:solidFill>
                  <a:schemeClr val="lt1"/>
                </a:solidFill>
                <a:latin typeface="Poppins Medium"/>
                <a:ea typeface="Poppins Medium"/>
                <a:cs typeface="Poppins Medium"/>
                <a:sym typeface="Poppins Medium"/>
              </a:rPr>
              <a:t> </a:t>
            </a:r>
            <a:r>
              <a:rPr lang="pt-BR" sz="2333" b="0" i="0" u="none" strike="noStrike" cap="none" dirty="0">
                <a:solidFill>
                  <a:schemeClr val="lt1"/>
                </a:solidFill>
                <a:latin typeface="Poppins Light"/>
                <a:ea typeface="Poppins Light"/>
                <a:cs typeface="Poppins Light"/>
                <a:sym typeface="Poppins Light"/>
              </a:rPr>
              <a:t>de</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partida</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1. Conteudo">
  <p:cSld name="6_1. Conteudo">
    <p:spTree>
      <p:nvGrpSpPr>
        <p:cNvPr id="1" name="Shape 1950"/>
        <p:cNvGrpSpPr/>
        <p:nvPr/>
      </p:nvGrpSpPr>
      <p:grpSpPr>
        <a:xfrm>
          <a:off x="0" y="0"/>
          <a:ext cx="0" cy="0"/>
          <a:chOff x="0" y="0"/>
          <a:chExt cx="0" cy="0"/>
        </a:xfrm>
      </p:grpSpPr>
      <p:sp>
        <p:nvSpPr>
          <p:cNvPr id="1951" name="Google Shape;1951;p188"/>
          <p:cNvSpPr txBox="1">
            <a:spLocks noGrp="1"/>
          </p:cNvSpPr>
          <p:nvPr>
            <p:ph type="body" idx="1"/>
          </p:nvPr>
        </p:nvSpPr>
        <p:spPr>
          <a:xfrm>
            <a:off x="3751838" y="21702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52" name="Google Shape;1952;p188"/>
          <p:cNvSpPr txBox="1">
            <a:spLocks noGrp="1"/>
          </p:cNvSpPr>
          <p:nvPr>
            <p:ph type="body" idx="2"/>
          </p:nvPr>
        </p:nvSpPr>
        <p:spPr>
          <a:xfrm>
            <a:off x="3751838" y="31227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53" name="Google Shape;1953;p188"/>
          <p:cNvSpPr txBox="1">
            <a:spLocks noGrp="1"/>
          </p:cNvSpPr>
          <p:nvPr>
            <p:ph type="body" idx="3"/>
          </p:nvPr>
        </p:nvSpPr>
        <p:spPr>
          <a:xfrm>
            <a:off x="3751838" y="40498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54" name="Google Shape;1954;p188"/>
          <p:cNvSpPr txBox="1">
            <a:spLocks noGrp="1"/>
          </p:cNvSpPr>
          <p:nvPr>
            <p:ph type="body" idx="4"/>
          </p:nvPr>
        </p:nvSpPr>
        <p:spPr>
          <a:xfrm>
            <a:off x="3751838" y="4989664"/>
            <a:ext cx="4044900" cy="7209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chemeClr val="dk1"/>
              </a:buClr>
              <a:buSzPts val="1333"/>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55" name="Google Shape;1955;p188"/>
          <p:cNvSpPr txBox="1">
            <a:spLocks noGrp="1"/>
          </p:cNvSpPr>
          <p:nvPr>
            <p:ph type="body" idx="5"/>
          </p:nvPr>
        </p:nvSpPr>
        <p:spPr>
          <a:xfrm>
            <a:off x="3514725" y="559205"/>
            <a:ext cx="7208400" cy="1260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56" name="Google Shape;1956;p188"/>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57" name="Google Shape;1957;p188"/>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3. Conteudo">
  <p:cSld name="14_3. Conteudo">
    <p:spTree>
      <p:nvGrpSpPr>
        <p:cNvPr id="1" name="Shape 1958"/>
        <p:cNvGrpSpPr/>
        <p:nvPr/>
      </p:nvGrpSpPr>
      <p:grpSpPr>
        <a:xfrm>
          <a:off x="0" y="0"/>
          <a:ext cx="0" cy="0"/>
          <a:chOff x="0" y="0"/>
          <a:chExt cx="0" cy="0"/>
        </a:xfrm>
      </p:grpSpPr>
      <p:pic>
        <p:nvPicPr>
          <p:cNvPr id="1959" name="Google Shape;1959;p189"/>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960" name="Google Shape;1960;p189"/>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61" name="Google Shape;1961;p189"/>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62" name="Google Shape;1962;p189"/>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63" name="Google Shape;1963;p189"/>
          <p:cNvSpPr txBox="1">
            <a:spLocks noGrp="1"/>
          </p:cNvSpPr>
          <p:nvPr>
            <p:ph type="body" idx="1"/>
          </p:nvPr>
        </p:nvSpPr>
        <p:spPr>
          <a:xfrm>
            <a:off x="3598410" y="633520"/>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64" name="Google Shape;1964;p189"/>
          <p:cNvSpPr txBox="1">
            <a:spLocks noGrp="1"/>
          </p:cNvSpPr>
          <p:nvPr>
            <p:ph type="body" idx="2"/>
          </p:nvPr>
        </p:nvSpPr>
        <p:spPr>
          <a:xfrm>
            <a:off x="7767637" y="630987"/>
            <a:ext cx="3804000" cy="54651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65" name="Google Shape;1965;p189"/>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66" name="Google Shape;1966;p189"/>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3. Conteudo">
  <p:cSld name="13_3. Conteudo">
    <p:spTree>
      <p:nvGrpSpPr>
        <p:cNvPr id="1" name="Shape 1967"/>
        <p:cNvGrpSpPr/>
        <p:nvPr/>
      </p:nvGrpSpPr>
      <p:grpSpPr>
        <a:xfrm>
          <a:off x="0" y="0"/>
          <a:ext cx="0" cy="0"/>
          <a:chOff x="0" y="0"/>
          <a:chExt cx="0" cy="0"/>
        </a:xfrm>
      </p:grpSpPr>
      <p:pic>
        <p:nvPicPr>
          <p:cNvPr id="1968" name="Google Shape;1968;p190"/>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969" name="Google Shape;1969;p190"/>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70" name="Google Shape;1970;p190"/>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71" name="Google Shape;1971;p190"/>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72" name="Google Shape;1972;p190"/>
          <p:cNvSpPr>
            <a:spLocks noGrp="1"/>
          </p:cNvSpPr>
          <p:nvPr>
            <p:ph type="pic" idx="2"/>
          </p:nvPr>
        </p:nvSpPr>
        <p:spPr>
          <a:xfrm>
            <a:off x="3598408" y="2027345"/>
            <a:ext cx="8052600" cy="3699900"/>
          </a:xfrm>
          <a:prstGeom prst="rect">
            <a:avLst/>
          </a:prstGeom>
          <a:solidFill>
            <a:srgbClr val="D8D8D8"/>
          </a:solidFill>
          <a:ln>
            <a:noFill/>
          </a:ln>
        </p:spPr>
        <p:txBody>
          <a:bodyPr/>
          <a:lstStyle/>
          <a:p>
            <a:endParaRPr lang="pt-BR" dirty="0"/>
          </a:p>
        </p:txBody>
      </p:sp>
      <p:sp>
        <p:nvSpPr>
          <p:cNvPr id="1973" name="Google Shape;1973;p190"/>
          <p:cNvSpPr txBox="1">
            <a:spLocks noGrp="1"/>
          </p:cNvSpPr>
          <p:nvPr>
            <p:ph type="body" idx="1"/>
          </p:nvPr>
        </p:nvSpPr>
        <p:spPr>
          <a:xfrm>
            <a:off x="3598407"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74" name="Google Shape;1974;p190"/>
          <p:cNvSpPr txBox="1">
            <a:spLocks noGrp="1"/>
          </p:cNvSpPr>
          <p:nvPr>
            <p:ph type="body" idx="3"/>
          </p:nvPr>
        </p:nvSpPr>
        <p:spPr>
          <a:xfrm>
            <a:off x="3598407" y="5842824"/>
            <a:ext cx="8052900" cy="310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75" name="Google Shape;1975;p190"/>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76" name="Google Shape;1976;p190"/>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3. Conteudo">
  <p:cSld name="12_3. Conteudo">
    <p:spTree>
      <p:nvGrpSpPr>
        <p:cNvPr id="1" name="Shape 1977"/>
        <p:cNvGrpSpPr/>
        <p:nvPr/>
      </p:nvGrpSpPr>
      <p:grpSpPr>
        <a:xfrm>
          <a:off x="0" y="0"/>
          <a:ext cx="0" cy="0"/>
          <a:chOff x="0" y="0"/>
          <a:chExt cx="0" cy="0"/>
        </a:xfrm>
      </p:grpSpPr>
      <p:pic>
        <p:nvPicPr>
          <p:cNvPr id="1978" name="Google Shape;1978;p191"/>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979" name="Google Shape;1979;p191"/>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80" name="Google Shape;1980;p191"/>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81" name="Google Shape;1981;p191"/>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82" name="Google Shape;1982;p191"/>
          <p:cNvSpPr txBox="1">
            <a:spLocks noGrp="1"/>
          </p:cNvSpPr>
          <p:nvPr>
            <p:ph type="body" idx="1"/>
          </p:nvPr>
        </p:nvSpPr>
        <p:spPr>
          <a:xfrm>
            <a:off x="3598409" y="619125"/>
            <a:ext cx="8052900" cy="1189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83" name="Google Shape;1983;p191"/>
          <p:cNvSpPr txBox="1">
            <a:spLocks noGrp="1"/>
          </p:cNvSpPr>
          <p:nvPr>
            <p:ph type="body" idx="2"/>
          </p:nvPr>
        </p:nvSpPr>
        <p:spPr>
          <a:xfrm>
            <a:off x="3598409" y="5860191"/>
            <a:ext cx="8052600" cy="295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84" name="Google Shape;1984;p191"/>
          <p:cNvSpPr txBox="1"/>
          <p:nvPr/>
        </p:nvSpPr>
        <p:spPr>
          <a:xfrm>
            <a:off x="12032105" y="578620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85" name="Google Shape;1985;p191"/>
          <p:cNvSpPr txBox="1">
            <a:spLocks noGrp="1"/>
          </p:cNvSpPr>
          <p:nvPr>
            <p:ph type="body" idx="3"/>
          </p:nvPr>
        </p:nvSpPr>
        <p:spPr>
          <a:xfrm>
            <a:off x="3598409" y="2012716"/>
            <a:ext cx="8052600" cy="3736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2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86" name="Google Shape;1986;p191"/>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87" name="Google Shape;1987;p191"/>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3. Conteudo">
  <p:cSld name="11_3. Conteudo">
    <p:spTree>
      <p:nvGrpSpPr>
        <p:cNvPr id="1" name="Shape 1988"/>
        <p:cNvGrpSpPr/>
        <p:nvPr/>
      </p:nvGrpSpPr>
      <p:grpSpPr>
        <a:xfrm>
          <a:off x="0" y="0"/>
          <a:ext cx="0" cy="0"/>
          <a:chOff x="0" y="0"/>
          <a:chExt cx="0" cy="0"/>
        </a:xfrm>
      </p:grpSpPr>
      <p:pic>
        <p:nvPicPr>
          <p:cNvPr id="1989" name="Google Shape;1989;p192"/>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1990" name="Google Shape;1990;p192"/>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91" name="Google Shape;1991;p192"/>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92" name="Google Shape;1992;p192"/>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1993" name="Google Shape;1993;p192"/>
          <p:cNvSpPr txBox="1">
            <a:spLocks noGrp="1"/>
          </p:cNvSpPr>
          <p:nvPr>
            <p:ph type="body" idx="1"/>
          </p:nvPr>
        </p:nvSpPr>
        <p:spPr>
          <a:xfrm>
            <a:off x="3598410" y="633942"/>
            <a:ext cx="8052900" cy="11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94" name="Google Shape;1994;p192"/>
          <p:cNvSpPr txBox="1">
            <a:spLocks noGrp="1"/>
          </p:cNvSpPr>
          <p:nvPr>
            <p:ph type="body" idx="2"/>
          </p:nvPr>
        </p:nvSpPr>
        <p:spPr>
          <a:xfrm>
            <a:off x="6374268" y="2372801"/>
            <a:ext cx="5277000" cy="3572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95" name="Google Shape;1995;p192"/>
          <p:cNvSpPr txBox="1">
            <a:spLocks noGrp="1"/>
          </p:cNvSpPr>
          <p:nvPr>
            <p:ph type="body" idx="3"/>
          </p:nvPr>
        </p:nvSpPr>
        <p:spPr>
          <a:xfrm>
            <a:off x="3596090" y="5702430"/>
            <a:ext cx="2497500" cy="2430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1996" name="Google Shape;1996;p192"/>
          <p:cNvSpPr>
            <a:spLocks noGrp="1"/>
          </p:cNvSpPr>
          <p:nvPr>
            <p:ph type="pic" idx="4"/>
          </p:nvPr>
        </p:nvSpPr>
        <p:spPr>
          <a:xfrm>
            <a:off x="3596091" y="2364317"/>
            <a:ext cx="2497800" cy="3216300"/>
          </a:xfrm>
          <a:prstGeom prst="rect">
            <a:avLst/>
          </a:prstGeom>
          <a:solidFill>
            <a:srgbClr val="D9D9D9"/>
          </a:solidFill>
          <a:ln>
            <a:noFill/>
          </a:ln>
        </p:spPr>
        <p:txBody>
          <a:bodyPr/>
          <a:lstStyle/>
          <a:p>
            <a:endParaRPr lang="pt-BR" dirty="0"/>
          </a:p>
        </p:txBody>
      </p:sp>
      <p:sp>
        <p:nvSpPr>
          <p:cNvPr id="1997" name="Google Shape;1997;p192"/>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1998" name="Google Shape;1998;p192"/>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3. Conteudo">
  <p:cSld name="10_3. Conteudo">
    <p:spTree>
      <p:nvGrpSpPr>
        <p:cNvPr id="1" name="Shape 1999"/>
        <p:cNvGrpSpPr/>
        <p:nvPr/>
      </p:nvGrpSpPr>
      <p:grpSpPr>
        <a:xfrm>
          <a:off x="0" y="0"/>
          <a:ext cx="0" cy="0"/>
          <a:chOff x="0" y="0"/>
          <a:chExt cx="0" cy="0"/>
        </a:xfrm>
      </p:grpSpPr>
      <p:pic>
        <p:nvPicPr>
          <p:cNvPr id="2000" name="Google Shape;2000;p193"/>
          <p:cNvPicPr preferRelativeResize="0"/>
          <p:nvPr/>
        </p:nvPicPr>
        <p:blipFill rotWithShape="1">
          <a:blip r:embed="rId2">
            <a:alphaModFix/>
          </a:blip>
          <a:srcRect/>
          <a:stretch/>
        </p:blipFill>
        <p:spPr>
          <a:xfrm>
            <a:off x="-3" y="0"/>
            <a:ext cx="3095626" cy="6857983"/>
          </a:xfrm>
          <a:prstGeom prst="rect">
            <a:avLst/>
          </a:prstGeom>
          <a:noFill/>
          <a:ln>
            <a:noFill/>
          </a:ln>
        </p:spPr>
      </p:pic>
      <p:sp>
        <p:nvSpPr>
          <p:cNvPr id="2001" name="Google Shape;2001;p193"/>
          <p:cNvSpPr txBox="1"/>
          <p:nvPr/>
        </p:nvSpPr>
        <p:spPr>
          <a:xfrm>
            <a:off x="8734269" y="-189875"/>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02" name="Google Shape;2002;p193"/>
          <p:cNvSpPr txBox="1"/>
          <p:nvPr/>
        </p:nvSpPr>
        <p:spPr>
          <a:xfrm>
            <a:off x="3131671" y="-47811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03" name="Google Shape;2003;p193"/>
          <p:cNvSpPr txBox="1"/>
          <p:nvPr/>
        </p:nvSpPr>
        <p:spPr>
          <a:xfrm>
            <a:off x="2342777" y="-537883"/>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04" name="Google Shape;2004;p193"/>
          <p:cNvSpPr txBox="1">
            <a:spLocks noGrp="1"/>
          </p:cNvSpPr>
          <p:nvPr>
            <p:ph type="body" idx="1"/>
          </p:nvPr>
        </p:nvSpPr>
        <p:spPr>
          <a:xfrm>
            <a:off x="3707268" y="641350"/>
            <a:ext cx="7366200" cy="17325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05" name="Google Shape;2005;p193"/>
          <p:cNvSpPr txBox="1">
            <a:spLocks noGrp="1"/>
          </p:cNvSpPr>
          <p:nvPr>
            <p:ph type="body" idx="2"/>
          </p:nvPr>
        </p:nvSpPr>
        <p:spPr>
          <a:xfrm>
            <a:off x="4428690" y="2540104"/>
            <a:ext cx="6644700" cy="34866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16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06" name="Google Shape;2006;p193"/>
          <p:cNvSpPr/>
          <p:nvPr/>
        </p:nvSpPr>
        <p:spPr>
          <a:xfrm>
            <a:off x="214209" y="372431"/>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07" name="Google Shape;2007;p193"/>
          <p:cNvSpPr txBox="1"/>
          <p:nvPr/>
        </p:nvSpPr>
        <p:spPr>
          <a:xfrm>
            <a:off x="664925" y="998108"/>
            <a:ext cx="1486200" cy="3591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1" i="0" u="none" strike="noStrike" cap="none" dirty="0">
                <a:solidFill>
                  <a:srgbClr val="FFFFFF"/>
                </a:solidFill>
                <a:latin typeface="Poppins"/>
                <a:ea typeface="Poppins"/>
                <a:cs typeface="Poppins"/>
                <a:sym typeface="Poppins"/>
              </a:rPr>
              <a:t>Relembre</a:t>
            </a:r>
            <a:endParaRPr sz="2333" b="0" i="0" u="none" strike="noStrike" cap="none" dirty="0">
              <a:solidFill>
                <a:srgbClr val="FFFFFF"/>
              </a:solidFill>
              <a:latin typeface="Poppins Light"/>
              <a:ea typeface="Poppins Light"/>
              <a:cs typeface="Poppins Light"/>
              <a:sym typeface="Poppins Light"/>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195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Title Only">
  <p:cSld name="6_Title Only">
    <p:spTree>
      <p:nvGrpSpPr>
        <p:cNvPr id="1" name="Shape 2008"/>
        <p:cNvGrpSpPr/>
        <p:nvPr/>
      </p:nvGrpSpPr>
      <p:grpSpPr>
        <a:xfrm>
          <a:off x="0" y="0"/>
          <a:ext cx="0" cy="0"/>
          <a:chOff x="0" y="0"/>
          <a:chExt cx="0" cy="0"/>
        </a:xfrm>
      </p:grpSpPr>
      <p:pic>
        <p:nvPicPr>
          <p:cNvPr id="2009" name="Google Shape;2009;p194"/>
          <p:cNvPicPr preferRelativeResize="0"/>
          <p:nvPr/>
        </p:nvPicPr>
        <p:blipFill rotWithShape="1">
          <a:blip r:embed="rId2">
            <a:alphaModFix/>
          </a:blip>
          <a:srcRect/>
          <a:stretch/>
        </p:blipFill>
        <p:spPr>
          <a:xfrm>
            <a:off x="-1" y="0"/>
            <a:ext cx="3426935" cy="6858000"/>
          </a:xfrm>
          <a:prstGeom prst="rect">
            <a:avLst/>
          </a:prstGeom>
          <a:noFill/>
          <a:ln>
            <a:noFill/>
          </a:ln>
        </p:spPr>
      </p:pic>
      <p:sp>
        <p:nvSpPr>
          <p:cNvPr id="2010" name="Google Shape;2010;p194"/>
          <p:cNvSpPr/>
          <p:nvPr/>
        </p:nvSpPr>
        <p:spPr>
          <a:xfrm>
            <a:off x="3426936" y="0"/>
            <a:ext cx="8781600" cy="6886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lt1"/>
              </a:solidFill>
              <a:latin typeface="Arial"/>
              <a:ea typeface="Arial"/>
              <a:cs typeface="Arial"/>
              <a:sym typeface="Arial"/>
            </a:endParaRPr>
          </a:p>
        </p:txBody>
      </p:sp>
      <p:sp>
        <p:nvSpPr>
          <p:cNvPr id="2011" name="Google Shape;2011;p194"/>
          <p:cNvSpPr txBox="1"/>
          <p:nvPr/>
        </p:nvSpPr>
        <p:spPr>
          <a:xfrm>
            <a:off x="-1469036" y="1009338"/>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2012" name="Google Shape;2012;p194"/>
          <p:cNvSpPr txBox="1">
            <a:spLocks noGrp="1"/>
          </p:cNvSpPr>
          <p:nvPr>
            <p:ph type="body" idx="1"/>
          </p:nvPr>
        </p:nvSpPr>
        <p:spPr>
          <a:xfrm>
            <a:off x="6095993" y="2930526"/>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3" name="Google Shape;2013;p194"/>
          <p:cNvSpPr txBox="1">
            <a:spLocks noGrp="1"/>
          </p:cNvSpPr>
          <p:nvPr>
            <p:ph type="body" idx="2"/>
          </p:nvPr>
        </p:nvSpPr>
        <p:spPr>
          <a:xfrm>
            <a:off x="6095995" y="328084"/>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cxnSp>
        <p:nvCxnSpPr>
          <p:cNvPr id="2014" name="Google Shape;2014;p194"/>
          <p:cNvCxnSpPr/>
          <p:nvPr/>
        </p:nvCxnSpPr>
        <p:spPr>
          <a:xfrm>
            <a:off x="5817173" y="28287"/>
            <a:ext cx="0" cy="6858000"/>
          </a:xfrm>
          <a:prstGeom prst="straightConnector1">
            <a:avLst/>
          </a:prstGeom>
          <a:noFill/>
          <a:ln w="28575" cap="flat" cmpd="sng">
            <a:solidFill>
              <a:schemeClr val="dk1"/>
            </a:solidFill>
            <a:prstDash val="dot"/>
            <a:round/>
            <a:headEnd type="none" w="sm" len="sm"/>
            <a:tailEnd type="none" w="sm" len="sm"/>
          </a:ln>
        </p:spPr>
      </p:cxnSp>
      <p:sp>
        <p:nvSpPr>
          <p:cNvPr id="2015" name="Google Shape;2015;p194"/>
          <p:cNvSpPr>
            <a:spLocks noGrp="1"/>
          </p:cNvSpPr>
          <p:nvPr>
            <p:ph type="pic" idx="3"/>
          </p:nvPr>
        </p:nvSpPr>
        <p:spPr>
          <a:xfrm>
            <a:off x="2916086" y="2386130"/>
            <a:ext cx="2615100" cy="1630200"/>
          </a:xfrm>
          <a:prstGeom prst="rect">
            <a:avLst/>
          </a:prstGeom>
          <a:solidFill>
            <a:srgbClr val="D8D8D8"/>
          </a:solidFill>
          <a:ln>
            <a:noFill/>
          </a:ln>
        </p:spPr>
        <p:txBody>
          <a:bodyPr/>
          <a:lstStyle/>
          <a:p>
            <a:endParaRPr lang="pt-BR" dirty="0"/>
          </a:p>
        </p:txBody>
      </p:sp>
      <p:sp>
        <p:nvSpPr>
          <p:cNvPr id="2016" name="Google Shape;2016;p194"/>
          <p:cNvSpPr>
            <a:spLocks noGrp="1"/>
          </p:cNvSpPr>
          <p:nvPr>
            <p:ph type="pic" idx="4"/>
          </p:nvPr>
        </p:nvSpPr>
        <p:spPr>
          <a:xfrm>
            <a:off x="2916086" y="4507889"/>
            <a:ext cx="2615100" cy="1674600"/>
          </a:xfrm>
          <a:prstGeom prst="rect">
            <a:avLst/>
          </a:prstGeom>
          <a:solidFill>
            <a:srgbClr val="D8D8D8"/>
          </a:solidFill>
          <a:ln>
            <a:noFill/>
          </a:ln>
        </p:spPr>
        <p:txBody>
          <a:bodyPr/>
          <a:lstStyle/>
          <a:p>
            <a:endParaRPr lang="pt-BR" dirty="0"/>
          </a:p>
        </p:txBody>
      </p:sp>
      <p:sp>
        <p:nvSpPr>
          <p:cNvPr id="2017" name="Google Shape;2017;p194"/>
          <p:cNvSpPr txBox="1">
            <a:spLocks noGrp="1"/>
          </p:cNvSpPr>
          <p:nvPr>
            <p:ph type="body" idx="5"/>
          </p:nvPr>
        </p:nvSpPr>
        <p:spPr>
          <a:xfrm>
            <a:off x="2909636" y="1999635"/>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8" name="Google Shape;2018;p194"/>
          <p:cNvSpPr txBox="1">
            <a:spLocks noGrp="1"/>
          </p:cNvSpPr>
          <p:nvPr>
            <p:ph type="body" idx="6"/>
          </p:nvPr>
        </p:nvSpPr>
        <p:spPr>
          <a:xfrm>
            <a:off x="2909636" y="4093478"/>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19" name="Google Shape;2019;p194"/>
          <p:cNvSpPr txBox="1">
            <a:spLocks noGrp="1"/>
          </p:cNvSpPr>
          <p:nvPr>
            <p:ph type="body" idx="7"/>
          </p:nvPr>
        </p:nvSpPr>
        <p:spPr>
          <a:xfrm>
            <a:off x="2909636" y="6265047"/>
            <a:ext cx="2628600" cy="199800"/>
          </a:xfrm>
          <a:prstGeom prst="rect">
            <a:avLst/>
          </a:prstGeom>
          <a:noFill/>
          <a:ln>
            <a:noFill/>
          </a:ln>
        </p:spPr>
        <p:txBody>
          <a:bodyPr spcFirstLastPara="1" wrap="square" lIns="91425" tIns="45700" rIns="91425" bIns="45700" anchor="t" anchorCtr="0">
            <a:noAutofit/>
          </a:bodyPr>
          <a:lstStyle>
            <a:lvl1pPr marL="457200" marR="0" lvl="0" indent="-228600" algn="r">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2pPr>
            <a:lvl3pPr marL="1371600" marR="0" lvl="2"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3pPr>
            <a:lvl4pPr marL="1828800" marR="0" lvl="3"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4pPr>
            <a:lvl5pPr marL="2286000" marR="0" lvl="4" indent="-228600" algn="l">
              <a:lnSpc>
                <a:spcPct val="100000"/>
              </a:lnSpc>
              <a:spcBef>
                <a:spcPts val="0"/>
              </a:spcBef>
              <a:spcAft>
                <a:spcPts val="0"/>
              </a:spcAft>
              <a:buClr>
                <a:srgbClr val="000000"/>
              </a:buClr>
              <a:buSzPts val="1400"/>
              <a:buFont typeface="Arial"/>
              <a:buNone/>
              <a:defRPr sz="800" b="0" i="0" u="none" strike="noStrike" cap="none">
                <a:solidFill>
                  <a:srgbClr val="000000"/>
                </a:solidFill>
                <a:latin typeface="Poppins"/>
                <a:ea typeface="Poppins"/>
                <a:cs typeface="Poppins"/>
                <a:sym typeface="Poppins"/>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0" name="Google Shape;2020;p194"/>
          <p:cNvSpPr txBox="1">
            <a:spLocks noGrp="1"/>
          </p:cNvSpPr>
          <p:nvPr>
            <p:ph type="body" idx="8"/>
          </p:nvPr>
        </p:nvSpPr>
        <p:spPr>
          <a:xfrm>
            <a:off x="6095995" y="24532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1" name="Google Shape;2021;p194"/>
          <p:cNvSpPr txBox="1">
            <a:spLocks noGrp="1"/>
          </p:cNvSpPr>
          <p:nvPr>
            <p:ph type="body" idx="9"/>
          </p:nvPr>
        </p:nvSpPr>
        <p:spPr>
          <a:xfrm>
            <a:off x="6095995" y="4586817"/>
            <a:ext cx="5714700" cy="3453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600" b="1"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2" name="Google Shape;2022;p194"/>
          <p:cNvSpPr txBox="1">
            <a:spLocks noGrp="1"/>
          </p:cNvSpPr>
          <p:nvPr>
            <p:ph type="body" idx="13"/>
          </p:nvPr>
        </p:nvSpPr>
        <p:spPr>
          <a:xfrm>
            <a:off x="6095993" y="813859"/>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3" name="Google Shape;2023;p194"/>
          <p:cNvSpPr txBox="1">
            <a:spLocks noGrp="1"/>
          </p:cNvSpPr>
          <p:nvPr>
            <p:ph type="body" idx="14"/>
          </p:nvPr>
        </p:nvSpPr>
        <p:spPr>
          <a:xfrm>
            <a:off x="6095993" y="5072592"/>
            <a:ext cx="5714700" cy="13854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1333" b="0" i="0" u="none" strike="noStrike" cap="none">
                <a:solidFill>
                  <a:srgbClr val="000000"/>
                </a:solidFill>
                <a:latin typeface="Poppins"/>
                <a:ea typeface="Poppins"/>
                <a:cs typeface="Poppins"/>
                <a:sym typeface="Poppins"/>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24" name="Google Shape;2024;p194"/>
          <p:cNvSpPr>
            <a:spLocks noGrp="1"/>
          </p:cNvSpPr>
          <p:nvPr>
            <p:ph type="pic" idx="15"/>
          </p:nvPr>
        </p:nvSpPr>
        <p:spPr>
          <a:xfrm>
            <a:off x="2916086" y="300154"/>
            <a:ext cx="2615100" cy="1630200"/>
          </a:xfrm>
          <a:prstGeom prst="rect">
            <a:avLst/>
          </a:prstGeom>
          <a:solidFill>
            <a:srgbClr val="D8D8D8"/>
          </a:solidFill>
          <a:ln>
            <a:noFill/>
          </a:ln>
        </p:spPr>
        <p:txBody>
          <a:bodyPr/>
          <a:lstStyle/>
          <a:p>
            <a:endParaRPr lang="pt-BR" dirty="0"/>
          </a:p>
        </p:txBody>
      </p:sp>
      <p:sp>
        <p:nvSpPr>
          <p:cNvPr id="2025" name="Google Shape;2025;p194"/>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26" name="Google Shape;2026;p194"/>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Título e Conteúdo">
  <p:cSld name="5_Título e Conteúdo">
    <p:spTree>
      <p:nvGrpSpPr>
        <p:cNvPr id="1" name="Shape 2027"/>
        <p:cNvGrpSpPr/>
        <p:nvPr/>
      </p:nvGrpSpPr>
      <p:grpSpPr>
        <a:xfrm>
          <a:off x="0" y="0"/>
          <a:ext cx="0" cy="0"/>
          <a:chOff x="0" y="0"/>
          <a:chExt cx="0" cy="0"/>
        </a:xfrm>
      </p:grpSpPr>
      <p:pic>
        <p:nvPicPr>
          <p:cNvPr id="2028" name="Google Shape;2028;p195"/>
          <p:cNvPicPr preferRelativeResize="0"/>
          <p:nvPr/>
        </p:nvPicPr>
        <p:blipFill rotWithShape="1">
          <a:blip r:embed="rId2">
            <a:alphaModFix/>
          </a:blip>
          <a:srcRect/>
          <a:stretch/>
        </p:blipFill>
        <p:spPr>
          <a:xfrm>
            <a:off x="0" y="6281734"/>
            <a:ext cx="12191999" cy="595317"/>
          </a:xfrm>
          <a:prstGeom prst="rect">
            <a:avLst/>
          </a:prstGeom>
          <a:noFill/>
          <a:ln>
            <a:noFill/>
          </a:ln>
        </p:spPr>
      </p:pic>
      <p:pic>
        <p:nvPicPr>
          <p:cNvPr id="2029" name="Google Shape;2029;p195"/>
          <p:cNvPicPr preferRelativeResize="0"/>
          <p:nvPr/>
        </p:nvPicPr>
        <p:blipFill rotWithShape="1">
          <a:blip r:embed="rId3">
            <a:alphaModFix/>
          </a:blip>
          <a:srcRect/>
          <a:stretch/>
        </p:blipFill>
        <p:spPr>
          <a:xfrm>
            <a:off x="0" y="9526"/>
            <a:ext cx="12191999" cy="568301"/>
          </a:xfrm>
          <a:prstGeom prst="rect">
            <a:avLst/>
          </a:prstGeom>
          <a:noFill/>
          <a:ln>
            <a:noFill/>
          </a:ln>
        </p:spPr>
      </p:pic>
      <p:sp>
        <p:nvSpPr>
          <p:cNvPr id="2030" name="Google Shape;2030;p195"/>
          <p:cNvSpPr txBox="1">
            <a:spLocks noGrp="1"/>
          </p:cNvSpPr>
          <p:nvPr>
            <p:ph type="body" idx="1"/>
          </p:nvPr>
        </p:nvSpPr>
        <p:spPr>
          <a:xfrm>
            <a:off x="3178176" y="1031875"/>
            <a:ext cx="4616400" cy="5367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1pPr>
            <a:lvl2pPr marL="914400" marR="0" lvl="1"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2pPr>
            <a:lvl3pPr marL="1371600" marR="0" lvl="2"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3pPr>
            <a:lvl4pPr marL="1828800" marR="0" lvl="3"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4pPr>
            <a:lvl5pPr marL="2286000" marR="0" lvl="4"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5pPr>
            <a:lvl6pPr marL="2743200" marR="0" lvl="5"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6pPr>
            <a:lvl7pPr marL="3200400" marR="0" lvl="6"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7pPr>
            <a:lvl8pPr marL="3657600" marR="0" lvl="7"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8pPr>
            <a:lvl9pPr marL="4114800" marR="0" lvl="8" indent="-228600" algn="l">
              <a:lnSpc>
                <a:spcPct val="100000"/>
              </a:lnSpc>
              <a:spcBef>
                <a:spcPts val="0"/>
              </a:spcBef>
              <a:spcAft>
                <a:spcPts val="0"/>
              </a:spcAft>
              <a:buClr>
                <a:srgbClr val="000000"/>
              </a:buClr>
              <a:buSzPts val="1400"/>
              <a:buFont typeface="Arial"/>
              <a:buNone/>
              <a:defRPr sz="933" b="0" i="0" u="none" strike="noStrike" cap="none">
                <a:solidFill>
                  <a:srgbClr val="000000"/>
                </a:solidFill>
                <a:latin typeface="Arial"/>
                <a:ea typeface="Arial"/>
                <a:cs typeface="Arial"/>
                <a:sym typeface="Arial"/>
              </a:defRPr>
            </a:lvl9pPr>
          </a:lstStyle>
          <a:p>
            <a:endParaRPr/>
          </a:p>
        </p:txBody>
      </p:sp>
      <p:sp>
        <p:nvSpPr>
          <p:cNvPr id="2031" name="Google Shape;2031;p195"/>
          <p:cNvSpPr/>
          <p:nvPr/>
        </p:nvSpPr>
        <p:spPr>
          <a:xfrm>
            <a:off x="214209" y="231883"/>
            <a:ext cx="2290200" cy="1593600"/>
          </a:xfrm>
          <a:prstGeom prst="roundRect">
            <a:avLst>
              <a:gd name="adj" fmla="val 1666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032" name="Google Shape;2032;p195"/>
          <p:cNvSpPr txBox="1"/>
          <p:nvPr/>
        </p:nvSpPr>
        <p:spPr>
          <a:xfrm>
            <a:off x="495695" y="718480"/>
            <a:ext cx="1813500" cy="718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2333" b="0" i="0" u="none" strike="noStrike" cap="none" dirty="0">
                <a:solidFill>
                  <a:schemeClr val="lt1"/>
                </a:solidFill>
                <a:latin typeface="Poppins Light"/>
                <a:ea typeface="Poppins Light"/>
                <a:cs typeface="Poppins Light"/>
                <a:sym typeface="Poppins Light"/>
              </a:rPr>
              <a:t>Construindo o</a:t>
            </a:r>
            <a:r>
              <a:rPr lang="pt-BR" sz="2333" b="0" i="0" u="none" strike="noStrike" cap="none" dirty="0">
                <a:solidFill>
                  <a:schemeClr val="lt1"/>
                </a:solidFill>
                <a:latin typeface="Poppins Medium"/>
                <a:ea typeface="Poppins Medium"/>
                <a:cs typeface="Poppins Medium"/>
                <a:sym typeface="Poppins Medium"/>
              </a:rPr>
              <a:t> </a:t>
            </a:r>
            <a:r>
              <a:rPr lang="pt-BR" sz="2333" b="1" i="0" u="none" strike="noStrike" cap="none" dirty="0">
                <a:solidFill>
                  <a:schemeClr val="lt1"/>
                </a:solidFill>
                <a:latin typeface="Poppins"/>
                <a:ea typeface="Poppins"/>
                <a:cs typeface="Poppins"/>
                <a:sym typeface="Poppins"/>
              </a:rPr>
              <a:t>conceito</a:t>
            </a:r>
            <a:endParaRPr sz="2333" b="0" i="0" u="none" strike="noStrike" cap="none" dirty="0">
              <a:solidFill>
                <a:schemeClr val="lt1"/>
              </a:solidFill>
              <a:latin typeface="Poppins Light"/>
              <a:ea typeface="Poppins Light"/>
              <a:cs typeface="Poppins Light"/>
              <a:sym typeface="Poppins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3" r:id="rId62"/>
    <p:sldLayoutId id="2147483714" r:id="rId63"/>
    <p:sldLayoutId id="2147483715" r:id="rId64"/>
    <p:sldLayoutId id="2147483716" r:id="rId65"/>
    <p:sldLayoutId id="2147483717" r:id="rId66"/>
    <p:sldLayoutId id="2147483718" r:id="rId67"/>
    <p:sldLayoutId id="2147483719" r:id="rId68"/>
    <p:sldLayoutId id="2147483720" r:id="rId69"/>
    <p:sldLayoutId id="2147483740" r:id="rId70"/>
    <p:sldLayoutId id="2147483764" r:id="rId71"/>
    <p:sldLayoutId id="2147483765" r:id="rId72"/>
    <p:sldLayoutId id="2147483766" r:id="rId73"/>
    <p:sldLayoutId id="2147483767" r:id="rId74"/>
    <p:sldLayoutId id="2147483768" r:id="rId75"/>
    <p:sldLayoutId id="2147483769" r:id="rId76"/>
    <p:sldLayoutId id="2147483770" r:id="rId77"/>
    <p:sldLayoutId id="2147483771" r:id="rId78"/>
    <p:sldLayoutId id="2147483772" r:id="rId79"/>
    <p:sldLayoutId id="2147483773" r:id="rId80"/>
    <p:sldLayoutId id="2147483774" r:id="rId81"/>
    <p:sldLayoutId id="2147483775" r:id="rId82"/>
    <p:sldLayoutId id="2147483776" r:id="rId83"/>
    <p:sldLayoutId id="2147483777" r:id="rId84"/>
    <p:sldLayoutId id="2147483778" r:id="rId85"/>
    <p:sldLayoutId id="2147483779" r:id="rId86"/>
    <p:sldLayoutId id="2147483824" r:id="rId87"/>
    <p:sldLayoutId id="2147483825" r:id="rId88"/>
    <p:sldLayoutId id="2147483826" r:id="rId89"/>
    <p:sldLayoutId id="2147483828" r:id="rId90"/>
    <p:sldLayoutId id="2147483829" r:id="rId91"/>
    <p:sldLayoutId id="2147483830" r:id="rId92"/>
    <p:sldLayoutId id="2147483831" r:id="rId93"/>
    <p:sldLayoutId id="2147483832" r:id="rId94"/>
    <p:sldLayoutId id="2147483833" r:id="rId95"/>
    <p:sldLayoutId id="2147483834" r:id="rId96"/>
    <p:sldLayoutId id="2147483835" r:id="rId97"/>
    <p:sldLayoutId id="2147483836" r:id="rId98"/>
    <p:sldLayoutId id="2147483837" r:id="rId99"/>
    <p:sldLayoutId id="2147483838" r:id="rId10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6.xml"/><Relationship Id="rId1" Type="http://schemas.openxmlformats.org/officeDocument/2006/relationships/slideLayout" Target="../slideLayouts/slideLayout50.xml"/><Relationship Id="rId4" Type="http://schemas.openxmlformats.org/officeDocument/2006/relationships/image" Target="../media/image33.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71.xml"/><Relationship Id="rId5" Type="http://schemas.openxmlformats.org/officeDocument/2006/relationships/image" Target="../media/image36.png"/><Relationship Id="rId4" Type="http://schemas.openxmlformats.org/officeDocument/2006/relationships/image" Target="../media/image35.svg"/></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70.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watch?v=gsWHvW6eJ6M" TargetMode="External"/><Relationship Id="rId2" Type="http://schemas.openxmlformats.org/officeDocument/2006/relationships/notesSlide" Target="../notesSlides/notesSlide10.xml"/><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3" Type="http://schemas.openxmlformats.org/officeDocument/2006/relationships/hyperlink" Target="https://realpython.com/python-quiz-application/" TargetMode="External"/><Relationship Id="rId2" Type="http://schemas.openxmlformats.org/officeDocument/2006/relationships/notesSlide" Target="../notesSlides/notesSlide11.xml"/><Relationship Id="rId1" Type="http://schemas.openxmlformats.org/officeDocument/2006/relationships/slideLayout" Target="../slideLayouts/slideLayout64.xml"/><Relationship Id="rId5" Type="http://schemas.openxmlformats.org/officeDocument/2006/relationships/hyperlink" Target="https://docs.python.org/pt-br/3/tutorial/controlflow.html" TargetMode="External"/><Relationship Id="rId4" Type="http://schemas.openxmlformats.org/officeDocument/2006/relationships/hyperlink" Target="https://pythonacademy.com.br/blog/estruturas-de-repeticao"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5.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66.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66.xml"/><Relationship Id="rId5" Type="http://schemas.openxmlformats.org/officeDocument/2006/relationships/image" Target="../media/image38.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3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37"/>
        <p:cNvGrpSpPr/>
        <p:nvPr/>
      </p:nvGrpSpPr>
      <p:grpSpPr>
        <a:xfrm>
          <a:off x="0" y="0"/>
          <a:ext cx="0" cy="0"/>
          <a:chOff x="0" y="0"/>
          <a:chExt cx="0" cy="0"/>
        </a:xfrm>
      </p:grpSpPr>
      <p:sp>
        <p:nvSpPr>
          <p:cNvPr id="3639" name="Google Shape;3639;p329"/>
          <p:cNvSpPr txBox="1"/>
          <p:nvPr/>
        </p:nvSpPr>
        <p:spPr>
          <a:xfrm>
            <a:off x="864820" y="3612741"/>
            <a:ext cx="6814800" cy="6993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0" i="0" u="none" strike="noStrike" cap="none" dirty="0">
                <a:solidFill>
                  <a:srgbClr val="000000"/>
                </a:solidFill>
                <a:latin typeface="Poppins"/>
                <a:ea typeface="Poppins"/>
                <a:cs typeface="Poppins"/>
                <a:sym typeface="Poppins"/>
              </a:rPr>
              <a:t>Código da aula: SISANO1C</a:t>
            </a:r>
            <a:r>
              <a:rPr lang="pt-BR" sz="2000" dirty="0">
                <a:latin typeface="Poppins"/>
                <a:ea typeface="Poppins"/>
                <a:cs typeface="Poppins"/>
                <a:sym typeface="Poppins"/>
              </a:rPr>
              <a:t>1</a:t>
            </a:r>
            <a:r>
              <a:rPr lang="pt-BR" sz="2000" b="0" i="0" u="none" strike="noStrike" cap="none" dirty="0">
                <a:solidFill>
                  <a:srgbClr val="000000"/>
                </a:solidFill>
                <a:latin typeface="Poppins"/>
                <a:ea typeface="Poppins"/>
                <a:cs typeface="Poppins"/>
                <a:sym typeface="Poppins"/>
              </a:rPr>
              <a:t>B</a:t>
            </a:r>
            <a:r>
              <a:rPr lang="pt-BR" sz="2000" dirty="0">
                <a:latin typeface="Poppins"/>
                <a:ea typeface="Poppins"/>
                <a:cs typeface="Poppins"/>
                <a:sym typeface="Poppins"/>
              </a:rPr>
              <a:t>4</a:t>
            </a:r>
            <a:r>
              <a:rPr lang="pt-BR" sz="2000" b="0" i="0" u="none" strike="noStrike" cap="none" dirty="0">
                <a:solidFill>
                  <a:srgbClr val="000000"/>
                </a:solidFill>
                <a:latin typeface="Poppins"/>
                <a:ea typeface="Poppins"/>
                <a:cs typeface="Poppins"/>
                <a:sym typeface="Poppins"/>
              </a:rPr>
              <a:t>S</a:t>
            </a:r>
            <a:r>
              <a:rPr lang="pt-BR" sz="2000" dirty="0">
                <a:latin typeface="Poppins"/>
                <a:ea typeface="Poppins"/>
                <a:cs typeface="Poppins"/>
                <a:sym typeface="Poppins"/>
              </a:rPr>
              <a:t>24</a:t>
            </a:r>
            <a:r>
              <a:rPr lang="pt-BR" sz="2000" b="0" i="0" u="none" strike="noStrike" cap="none" dirty="0">
                <a:solidFill>
                  <a:srgbClr val="000000"/>
                </a:solidFill>
                <a:latin typeface="Poppins"/>
                <a:ea typeface="Poppins"/>
                <a:cs typeface="Poppins"/>
                <a:sym typeface="Poppins"/>
              </a:rPr>
              <a:t>A</a:t>
            </a:r>
            <a:r>
              <a:rPr lang="pt-BR" sz="2000" dirty="0">
                <a:latin typeface="Poppins"/>
                <a:ea typeface="Poppins"/>
                <a:cs typeface="Poppins"/>
                <a:sym typeface="Poppins"/>
              </a:rPr>
              <a:t>4</a:t>
            </a:r>
            <a:endParaRPr sz="1400" b="0" i="0" u="none" strike="noStrike" cap="none" dirty="0">
              <a:solidFill>
                <a:srgbClr val="000000"/>
              </a:solidFill>
              <a:latin typeface="Arial"/>
              <a:ea typeface="Arial"/>
              <a:cs typeface="Arial"/>
              <a:sym typeface="Arial"/>
            </a:endParaRPr>
          </a:p>
        </p:txBody>
      </p:sp>
      <p:sp>
        <p:nvSpPr>
          <p:cNvPr id="3641" name="Google Shape;3641;p329"/>
          <p:cNvSpPr txBox="1"/>
          <p:nvPr/>
        </p:nvSpPr>
        <p:spPr>
          <a:xfrm>
            <a:off x="864820" y="2863470"/>
            <a:ext cx="6814800" cy="535500"/>
          </a:xfrm>
          <a:prstGeom prst="rect">
            <a:avLst/>
          </a:prstGeom>
          <a:noFill/>
          <a:ln>
            <a:noFill/>
          </a:ln>
        </p:spPr>
        <p:txBody>
          <a:bodyPr spcFirstLastPara="1" wrap="square" lIns="60950" tIns="30450" rIns="60950" bIns="30450" anchor="t" anchorCtr="0">
            <a:noAutofit/>
          </a:bodyPr>
          <a:lstStyle/>
          <a:p>
            <a:pPr marL="0" marR="0" lvl="0" indent="0" algn="ctr" rtl="0">
              <a:lnSpc>
                <a:spcPct val="100000"/>
              </a:lnSpc>
              <a:spcBef>
                <a:spcPts val="0"/>
              </a:spcBef>
              <a:spcAft>
                <a:spcPts val="0"/>
              </a:spcAft>
              <a:buClr>
                <a:schemeClr val="dk1"/>
              </a:buClr>
              <a:buSzPts val="2500"/>
              <a:buFont typeface="Arial"/>
              <a:buNone/>
            </a:pPr>
            <a:r>
              <a:rPr lang="pt-BR" sz="2200" dirty="0">
                <a:solidFill>
                  <a:srgbClr val="BFBFBF"/>
                </a:solidFill>
                <a:latin typeface="Poppins Medium"/>
                <a:ea typeface="Poppins Medium"/>
                <a:cs typeface="Poppins Medium"/>
                <a:sym typeface="Poppins Medium"/>
              </a:rPr>
              <a:t>Aula 4: Ampliando com o </a:t>
            </a:r>
            <a:r>
              <a:rPr lang="pt-BR" sz="2200" i="1" dirty="0">
                <a:solidFill>
                  <a:srgbClr val="BFBFBF"/>
                </a:solidFill>
                <a:latin typeface="Poppins Medium"/>
                <a:ea typeface="Poppins Medium"/>
                <a:cs typeface="Poppins Medium"/>
                <a:sym typeface="Poppins Medium"/>
              </a:rPr>
              <a:t>quiz</a:t>
            </a:r>
            <a:r>
              <a:rPr lang="pt-BR" sz="2200" dirty="0">
                <a:solidFill>
                  <a:srgbClr val="BFBFBF"/>
                </a:solidFill>
                <a:latin typeface="Poppins Medium"/>
                <a:ea typeface="Poppins Medium"/>
                <a:cs typeface="Poppins Medium"/>
                <a:sym typeface="Poppins Medium"/>
              </a:rPr>
              <a:t> temático</a:t>
            </a:r>
            <a:endParaRPr sz="2200" b="0" i="0" u="none" strike="noStrike" cap="none" dirty="0">
              <a:solidFill>
                <a:srgbClr val="BFBFBF"/>
              </a:solidFill>
              <a:latin typeface="Poppins Medium"/>
              <a:ea typeface="Poppins Medium"/>
              <a:cs typeface="Poppins Medium"/>
              <a:sym typeface="Poppins Medium"/>
            </a:endParaRPr>
          </a:p>
        </p:txBody>
      </p:sp>
      <p:sp>
        <p:nvSpPr>
          <p:cNvPr id="2" name="Google Shape;2720;p265">
            <a:extLst>
              <a:ext uri="{FF2B5EF4-FFF2-40B4-BE49-F238E27FC236}">
                <a16:creationId xmlns:a16="http://schemas.microsoft.com/office/drawing/2014/main" id="{D853E428-5E49-E4A3-DF59-5510AF077D55}"/>
              </a:ext>
            </a:extLst>
          </p:cNvPr>
          <p:cNvSpPr txBox="1"/>
          <p:nvPr/>
        </p:nvSpPr>
        <p:spPr>
          <a:xfrm>
            <a:off x="864820" y="2026072"/>
            <a:ext cx="6814800" cy="469200"/>
          </a:xfrm>
          <a:prstGeom prst="rect">
            <a:avLst/>
          </a:prstGeom>
          <a:noFill/>
          <a:ln>
            <a:noFill/>
          </a:ln>
        </p:spPr>
        <p:txBody>
          <a:bodyPr spcFirstLastPara="1" wrap="square" lIns="60950" tIns="30450" rIns="60950" bIns="30450" anchor="t" anchorCtr="0">
            <a:noAutofit/>
          </a:bodyPr>
          <a:lstStyle/>
          <a:p>
            <a:pPr marL="0" lvl="0" indent="0" algn="ctr" rtl="0">
              <a:spcBef>
                <a:spcPts val="0"/>
              </a:spcBef>
              <a:spcAft>
                <a:spcPts val="0"/>
              </a:spcAft>
              <a:buClr>
                <a:schemeClr val="dk1"/>
              </a:buClr>
              <a:buSzPts val="1100"/>
              <a:buFont typeface="Arial"/>
              <a:buNone/>
            </a:pPr>
            <a:r>
              <a:rPr lang="pt-BR" sz="2800" b="1" i="1" dirty="0">
                <a:solidFill>
                  <a:schemeClr val="dk1"/>
                </a:solidFill>
                <a:latin typeface="Poppins"/>
                <a:ea typeface="Poppins"/>
                <a:cs typeface="Poppins"/>
                <a:sym typeface="Poppins"/>
              </a:rPr>
              <a:t>Quiz</a:t>
            </a:r>
            <a:r>
              <a:rPr lang="pt-BR" sz="2800" b="1" dirty="0">
                <a:solidFill>
                  <a:schemeClr val="dk1"/>
                </a:solidFill>
                <a:latin typeface="Poppins"/>
                <a:ea typeface="Poppins"/>
                <a:cs typeface="Poppins"/>
                <a:sym typeface="Poppins"/>
              </a:rPr>
              <a:t> e desafios no terminal</a:t>
            </a:r>
            <a:endParaRPr sz="2800" b="1" dirty="0">
              <a:solidFill>
                <a:schemeClr val="dk1"/>
              </a:solidFill>
              <a:latin typeface="Poppins"/>
              <a:ea typeface="Poppins"/>
              <a:cs typeface="Poppins"/>
              <a:sym typeface="Poppins"/>
            </a:endParaRPr>
          </a:p>
        </p:txBody>
      </p:sp>
      <p:sp>
        <p:nvSpPr>
          <p:cNvPr id="3" name="Google Shape;2722;p265">
            <a:extLst>
              <a:ext uri="{FF2B5EF4-FFF2-40B4-BE49-F238E27FC236}">
                <a16:creationId xmlns:a16="http://schemas.microsoft.com/office/drawing/2014/main" id="{1CDC7895-800A-6EA2-D05E-39E1825F75F9}"/>
              </a:ext>
            </a:extLst>
          </p:cNvPr>
          <p:cNvSpPr txBox="1"/>
          <p:nvPr/>
        </p:nvSpPr>
        <p:spPr>
          <a:xfrm>
            <a:off x="785407" y="1238583"/>
            <a:ext cx="6973626" cy="535430"/>
          </a:xfrm>
          <a:prstGeom prst="rect">
            <a:avLst/>
          </a:prstGeom>
          <a:noFill/>
          <a:ln>
            <a:noFill/>
          </a:ln>
        </p:spPr>
        <p:txBody>
          <a:bodyPr spcFirstLastPara="1" wrap="square" lIns="60950" tIns="30450" rIns="60950" bIns="30450" anchor="t" anchorCtr="0">
            <a:noAutofit/>
          </a:bodyPr>
          <a:lstStyle/>
          <a:p>
            <a:pPr marL="0" lvl="0" indent="0" algn="ctr" rtl="0">
              <a:spcBef>
                <a:spcPts val="0"/>
              </a:spcBef>
              <a:spcAft>
                <a:spcPts val="0"/>
              </a:spcAft>
              <a:buClr>
                <a:schemeClr val="dk1"/>
              </a:buClr>
              <a:buSzPts val="1100"/>
              <a:buFont typeface="Arial"/>
              <a:buNone/>
            </a:pPr>
            <a:r>
              <a:rPr lang="pt-BR" sz="3200" b="1" dirty="0">
                <a:solidFill>
                  <a:srgbClr val="FF161F"/>
                </a:solidFill>
                <a:latin typeface="Poppins"/>
                <a:ea typeface="Poppins"/>
                <a:cs typeface="Poppins"/>
                <a:sym typeface="Poppins"/>
              </a:rPr>
              <a:t>Estruturas de repetição</a:t>
            </a:r>
            <a:endParaRPr sz="3200" b="1" dirty="0">
              <a:solidFill>
                <a:srgbClr val="FF161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29"/>
        <p:cNvGrpSpPr/>
        <p:nvPr/>
      </p:nvGrpSpPr>
      <p:grpSpPr>
        <a:xfrm>
          <a:off x="0" y="0"/>
          <a:ext cx="0" cy="0"/>
          <a:chOff x="0" y="0"/>
          <a:chExt cx="0" cy="0"/>
        </a:xfrm>
      </p:grpSpPr>
      <p:pic>
        <p:nvPicPr>
          <p:cNvPr id="2730" name="Google Shape;2730;p266"/>
          <p:cNvPicPr preferRelativeResize="0"/>
          <p:nvPr/>
        </p:nvPicPr>
        <p:blipFill rotWithShape="1">
          <a:blip r:embed="rId3" cstate="hqprint">
            <a:alphaModFix/>
            <a:extLst>
              <a:ext uri="{28A0092B-C50C-407E-A947-70E740481C1C}">
                <a14:useLocalDpi xmlns:a14="http://schemas.microsoft.com/office/drawing/2010/main"/>
              </a:ext>
            </a:extLst>
          </a:blip>
          <a:srcRect l="1999" r="951"/>
          <a:stretch/>
        </p:blipFill>
        <p:spPr>
          <a:xfrm>
            <a:off x="-5171" y="1336655"/>
            <a:ext cx="12197169" cy="4987270"/>
          </a:xfrm>
          <a:prstGeom prst="rect">
            <a:avLst/>
          </a:prstGeom>
          <a:noFill/>
          <a:ln>
            <a:noFill/>
          </a:ln>
        </p:spPr>
      </p:pic>
      <p:sp>
        <p:nvSpPr>
          <p:cNvPr id="2731" name="Google Shape;2731;p266"/>
          <p:cNvSpPr/>
          <p:nvPr/>
        </p:nvSpPr>
        <p:spPr>
          <a:xfrm rot="-3439711">
            <a:off x="3101904" y="4687022"/>
            <a:ext cx="210625" cy="210625"/>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32" name="Google Shape;2732;p266"/>
          <p:cNvSpPr/>
          <p:nvPr/>
        </p:nvSpPr>
        <p:spPr>
          <a:xfrm rot="8953936">
            <a:off x="6038159" y="1499754"/>
            <a:ext cx="210533" cy="21053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33" name="Google Shape;2733;p266"/>
          <p:cNvSpPr/>
          <p:nvPr/>
        </p:nvSpPr>
        <p:spPr>
          <a:xfrm rot="-4953060">
            <a:off x="7445868" y="2445423"/>
            <a:ext cx="210577" cy="21057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34" name="Google Shape;2734;p266"/>
          <p:cNvSpPr/>
          <p:nvPr/>
        </p:nvSpPr>
        <p:spPr>
          <a:xfrm rot="-2290533">
            <a:off x="8128906" y="5906016"/>
            <a:ext cx="210655" cy="21065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2735" name="Google Shape;2735;p266"/>
          <p:cNvSpPr/>
          <p:nvPr/>
        </p:nvSpPr>
        <p:spPr>
          <a:xfrm rot="4159189">
            <a:off x="9504251" y="4023316"/>
            <a:ext cx="210675" cy="21067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grpSp>
        <p:nvGrpSpPr>
          <p:cNvPr id="2736" name="Google Shape;2736;p266"/>
          <p:cNvGrpSpPr/>
          <p:nvPr/>
        </p:nvGrpSpPr>
        <p:grpSpPr>
          <a:xfrm>
            <a:off x="587322" y="1657552"/>
            <a:ext cx="10504795" cy="4353604"/>
            <a:chOff x="880938" y="2486202"/>
            <a:chExt cx="15756404" cy="6530079"/>
          </a:xfrm>
        </p:grpSpPr>
        <p:sp>
          <p:nvSpPr>
            <p:cNvPr id="2737" name="Google Shape;2737;p266"/>
            <p:cNvSpPr/>
            <p:nvPr/>
          </p:nvSpPr>
          <p:spPr>
            <a:xfrm>
              <a:off x="880938"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8" name="Google Shape;2738;p266"/>
            <p:cNvSpPr/>
            <p:nvPr/>
          </p:nvSpPr>
          <p:spPr>
            <a:xfrm>
              <a:off x="2332293" y="8194174"/>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39" name="Google Shape;2739;p266"/>
            <p:cNvSpPr/>
            <p:nvPr/>
          </p:nvSpPr>
          <p:spPr>
            <a:xfrm>
              <a:off x="3751845" y="8108805"/>
              <a:ext cx="315900" cy="315900"/>
            </a:xfrm>
            <a:prstGeom prst="ellipse">
              <a:avLst/>
            </a:prstGeom>
            <a:solidFill>
              <a:schemeClr val="tx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tx1"/>
                </a:solidFill>
                <a:latin typeface="Calibri"/>
                <a:ea typeface="Calibri"/>
                <a:cs typeface="Calibri"/>
                <a:sym typeface="Calibri"/>
              </a:endParaRPr>
            </a:p>
          </p:txBody>
        </p:sp>
        <p:sp>
          <p:nvSpPr>
            <p:cNvPr id="2740" name="Google Shape;2740;p266"/>
            <p:cNvSpPr/>
            <p:nvPr/>
          </p:nvSpPr>
          <p:spPr>
            <a:xfrm rot="-3437456">
              <a:off x="5201675" y="5679979"/>
              <a:ext cx="315893" cy="315893"/>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1" name="Google Shape;2741;p266"/>
            <p:cNvSpPr/>
            <p:nvPr/>
          </p:nvSpPr>
          <p:spPr>
            <a:xfrm rot="-911871">
              <a:off x="6624196" y="5419647"/>
              <a:ext cx="315846" cy="315846"/>
            </a:xfrm>
            <a:prstGeom prst="ellipse">
              <a:avLst/>
            </a:prstGeom>
            <a:solidFill>
              <a:schemeClr val="tx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2" name="Google Shape;2742;p266"/>
            <p:cNvSpPr/>
            <p:nvPr/>
          </p:nvSpPr>
          <p:spPr>
            <a:xfrm rot="-911871">
              <a:off x="7693784" y="4751289"/>
              <a:ext cx="315846" cy="31584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3" name="Google Shape;2743;p266"/>
            <p:cNvSpPr/>
            <p:nvPr/>
          </p:nvSpPr>
          <p:spPr>
            <a:xfrm rot="8951697">
              <a:off x="10518648" y="248620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4" name="Google Shape;2744;p266"/>
            <p:cNvSpPr/>
            <p:nvPr/>
          </p:nvSpPr>
          <p:spPr>
            <a:xfrm rot="8951697">
              <a:off x="8026147" y="3148552"/>
              <a:ext cx="315747" cy="31574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5" name="Google Shape;2745;p266"/>
            <p:cNvSpPr/>
            <p:nvPr/>
          </p:nvSpPr>
          <p:spPr>
            <a:xfrm rot="-4951441">
              <a:off x="11180622" y="6509015"/>
              <a:ext cx="315885" cy="31588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6" name="Google Shape;2746;p266"/>
            <p:cNvSpPr/>
            <p:nvPr/>
          </p:nvSpPr>
          <p:spPr>
            <a:xfrm rot="-4951441">
              <a:off x="11209836" y="5069980"/>
              <a:ext cx="315885" cy="315885"/>
            </a:xfrm>
            <a:prstGeom prst="ellipse">
              <a:avLst/>
            </a:prstGeom>
            <a:solidFill>
              <a:schemeClr val="tx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7" name="Google Shape;2747;p266"/>
            <p:cNvSpPr/>
            <p:nvPr/>
          </p:nvSpPr>
          <p:spPr>
            <a:xfrm rot="-2287966">
              <a:off x="13545981" y="8700484"/>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8" name="Google Shape;2748;p266"/>
            <p:cNvSpPr/>
            <p:nvPr/>
          </p:nvSpPr>
          <p:spPr>
            <a:xfrm rot="-2287966">
              <a:off x="14277258" y="7524968"/>
              <a:ext cx="315797" cy="31579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49" name="Google Shape;2749;p266"/>
            <p:cNvSpPr/>
            <p:nvPr/>
          </p:nvSpPr>
          <p:spPr>
            <a:xfrm rot="5403265">
              <a:off x="11261393" y="7971458"/>
              <a:ext cx="315900" cy="315900"/>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50" name="Google Shape;2750;p266"/>
            <p:cNvSpPr/>
            <p:nvPr/>
          </p:nvSpPr>
          <p:spPr>
            <a:xfrm rot="4161668">
              <a:off x="14897321" y="4884642"/>
              <a:ext cx="315766" cy="315766"/>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sp>
          <p:nvSpPr>
            <p:cNvPr id="2752" name="Google Shape;2752;p266"/>
            <p:cNvSpPr/>
            <p:nvPr/>
          </p:nvSpPr>
          <p:spPr>
            <a:xfrm rot="-9744530">
              <a:off x="16321681" y="4758619"/>
              <a:ext cx="315661" cy="315661"/>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E38099"/>
                </a:solidFill>
                <a:latin typeface="Calibri"/>
                <a:ea typeface="Calibri"/>
                <a:cs typeface="Calibri"/>
                <a:sym typeface="Calibri"/>
              </a:endParaRPr>
            </a:p>
          </p:txBody>
        </p:sp>
      </p:grpSp>
      <p:sp>
        <p:nvSpPr>
          <p:cNvPr id="2753" name="Google Shape;2753;p266"/>
          <p:cNvSpPr/>
          <p:nvPr/>
        </p:nvSpPr>
        <p:spPr>
          <a:xfrm>
            <a:off x="10447149" y="3771622"/>
            <a:ext cx="572400" cy="5724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24</a:t>
            </a:r>
            <a:endParaRPr sz="2000" b="0" i="0" u="none" strike="noStrike" cap="none" dirty="0">
              <a:solidFill>
                <a:srgbClr val="FFFFFF"/>
              </a:solidFill>
              <a:latin typeface="Calibri"/>
              <a:ea typeface="Calibri"/>
              <a:cs typeface="Calibri"/>
              <a:sym typeface="Calibri"/>
            </a:endParaRPr>
          </a:p>
        </p:txBody>
      </p:sp>
      <p:cxnSp>
        <p:nvCxnSpPr>
          <p:cNvPr id="2754" name="Google Shape;2754;p266"/>
          <p:cNvCxnSpPr>
            <a:cxnSpLocks/>
            <a:stCxn id="2753" idx="2"/>
            <a:endCxn id="6" idx="3"/>
          </p:cNvCxnSpPr>
          <p:nvPr/>
        </p:nvCxnSpPr>
        <p:spPr>
          <a:xfrm flipH="1">
            <a:off x="9513599" y="4057822"/>
            <a:ext cx="933550" cy="27451"/>
          </a:xfrm>
          <a:prstGeom prst="straightConnector1">
            <a:avLst/>
          </a:prstGeom>
          <a:noFill/>
          <a:ln w="9525" cap="flat" cmpd="sng">
            <a:solidFill>
              <a:srgbClr val="FA161E"/>
            </a:solidFill>
            <a:prstDash val="solid"/>
            <a:round/>
            <a:headEnd type="none" w="sm" len="sm"/>
            <a:tailEnd type="none" w="sm" len="sm"/>
          </a:ln>
        </p:spPr>
      </p:cxnSp>
      <p:sp>
        <p:nvSpPr>
          <p:cNvPr id="2755" name="Google Shape;2755;p266"/>
          <p:cNvSpPr txBox="1"/>
          <p:nvPr/>
        </p:nvSpPr>
        <p:spPr>
          <a:xfrm>
            <a:off x="10238542" y="4377015"/>
            <a:ext cx="1728600" cy="2769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pt-BR" sz="1400" b="1" i="0" u="none" strike="noStrike" cap="none" dirty="0">
                <a:solidFill>
                  <a:srgbClr val="FA161E"/>
                </a:solidFill>
                <a:latin typeface="Poppins"/>
                <a:ea typeface="Poppins"/>
                <a:cs typeface="Poppins"/>
                <a:sym typeface="Poppins"/>
              </a:rPr>
              <a:t>Você está aqui!</a:t>
            </a:r>
            <a:endParaRPr sz="1400" b="0" i="0" u="none" strike="noStrike" cap="none" dirty="0">
              <a:solidFill>
                <a:srgbClr val="000000"/>
              </a:solidFill>
              <a:latin typeface="Arial"/>
              <a:ea typeface="Arial"/>
              <a:cs typeface="Arial"/>
              <a:sym typeface="Arial"/>
            </a:endParaRPr>
          </a:p>
        </p:txBody>
      </p:sp>
      <p:pic>
        <p:nvPicPr>
          <p:cNvPr id="2756" name="Google Shape;2756;p266"/>
          <p:cNvPicPr preferRelativeResize="0"/>
          <p:nvPr/>
        </p:nvPicPr>
        <p:blipFill rotWithShape="1">
          <a:blip r:embed="rId4">
            <a:alphaModFix/>
          </a:blip>
          <a:srcRect/>
          <a:stretch/>
        </p:blipFill>
        <p:spPr>
          <a:xfrm rot="-2744266">
            <a:off x="10301205" y="3618437"/>
            <a:ext cx="595814" cy="351746"/>
          </a:xfrm>
          <a:prstGeom prst="rect">
            <a:avLst/>
          </a:prstGeom>
          <a:noFill/>
          <a:ln>
            <a:noFill/>
          </a:ln>
        </p:spPr>
      </p:pic>
      <p:sp>
        <p:nvSpPr>
          <p:cNvPr id="2757" name="Google Shape;2757;p266"/>
          <p:cNvSpPr txBox="1"/>
          <p:nvPr/>
        </p:nvSpPr>
        <p:spPr>
          <a:xfrm>
            <a:off x="10238542" y="4654410"/>
            <a:ext cx="1750126" cy="846600"/>
          </a:xfrm>
          <a:prstGeom prst="rect">
            <a:avLst/>
          </a:prstGeom>
          <a:noFill/>
          <a:ln>
            <a:noFill/>
          </a:ln>
        </p:spPr>
        <p:txBody>
          <a:bodyPr spcFirstLastPara="1" wrap="square" lIns="60950" tIns="30450" rIns="60950" bIns="30450" anchor="t" anchorCtr="0">
            <a:spAutoFit/>
          </a:bodyPr>
          <a:lstStyle/>
          <a:p>
            <a:pPr marL="0" lvl="0" indent="0" algn="l" rtl="0">
              <a:spcBef>
                <a:spcPts val="0"/>
              </a:spcBef>
              <a:spcAft>
                <a:spcPts val="0"/>
              </a:spcAft>
              <a:buClr>
                <a:schemeClr val="dk1"/>
              </a:buClr>
              <a:buSzPts val="1100"/>
              <a:buFont typeface="Arial"/>
              <a:buNone/>
            </a:pPr>
            <a:r>
              <a:rPr lang="pt-BR" sz="1700" i="1" dirty="0">
                <a:latin typeface="Poppins"/>
                <a:ea typeface="Poppins"/>
                <a:cs typeface="Poppins"/>
                <a:sym typeface="Poppins"/>
              </a:rPr>
              <a:t>Quiz</a:t>
            </a:r>
            <a:r>
              <a:rPr lang="pt-BR" sz="1700" dirty="0">
                <a:latin typeface="Poppins"/>
                <a:ea typeface="Poppins"/>
                <a:cs typeface="Poppins"/>
                <a:sym typeface="Poppins"/>
              </a:rPr>
              <a:t> e desafios no terminal</a:t>
            </a:r>
            <a:endParaRPr sz="1700" dirty="0">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700"/>
              <a:buFont typeface="Arial"/>
              <a:buNone/>
            </a:pPr>
            <a:endParaRPr sz="1700" dirty="0">
              <a:latin typeface="Poppins"/>
              <a:ea typeface="Poppins"/>
              <a:cs typeface="Poppins"/>
              <a:sym typeface="Poppins"/>
            </a:endParaRPr>
          </a:p>
        </p:txBody>
      </p:sp>
      <p:sp>
        <p:nvSpPr>
          <p:cNvPr id="2758" name="Google Shape;2758;p266"/>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59" name="Google Shape;2759;p266"/>
          <p:cNvSpPr txBox="1"/>
          <p:nvPr/>
        </p:nvSpPr>
        <p:spPr>
          <a:xfrm>
            <a:off x="135519" y="1439639"/>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dirty="0">
                <a:solidFill>
                  <a:srgbClr val="FFFFFF"/>
                </a:solidFill>
                <a:latin typeface="Poppins"/>
                <a:ea typeface="Poppins"/>
                <a:cs typeface="Poppins"/>
                <a:sym typeface="Poppins"/>
              </a:rPr>
              <a:t>Estruturas de repetição</a:t>
            </a:r>
            <a:endParaRPr sz="1300" b="1" dirty="0">
              <a:solidFill>
                <a:srgbClr val="FFFFFF"/>
              </a:solidFill>
              <a:latin typeface="Poppins"/>
              <a:ea typeface="Poppins"/>
              <a:cs typeface="Poppins"/>
              <a:sym typeface="Poppins"/>
            </a:endParaRPr>
          </a:p>
        </p:txBody>
      </p:sp>
      <p:sp>
        <p:nvSpPr>
          <p:cNvPr id="2760" name="Google Shape;2760;p266"/>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2761" name="Google Shape;2761;p266"/>
          <p:cNvSpPr txBox="1"/>
          <p:nvPr/>
        </p:nvSpPr>
        <p:spPr>
          <a:xfrm>
            <a:off x="2141191" y="891153"/>
            <a:ext cx="2435700" cy="1030991"/>
          </a:xfrm>
          <a:prstGeom prst="rect">
            <a:avLst/>
          </a:prstGeom>
          <a:noFill/>
          <a:ln>
            <a:noFill/>
          </a:ln>
        </p:spPr>
        <p:txBody>
          <a:bodyPr spcFirstLastPara="1" wrap="square" lIns="60950" tIns="30450" rIns="60950" bIns="30450" anchor="t" anchorCtr="0">
            <a:spAutoFit/>
          </a:bodyPr>
          <a:lstStyle/>
          <a:p>
            <a:pPr marL="0" lvl="0" indent="0" algn="ctr" rtl="0">
              <a:spcBef>
                <a:spcPts val="0"/>
              </a:spcBef>
              <a:spcAft>
                <a:spcPts val="0"/>
              </a:spcAft>
              <a:buClr>
                <a:schemeClr val="dk1"/>
              </a:buClr>
              <a:buSzPts val="2100"/>
              <a:buFont typeface="Arial"/>
              <a:buNone/>
            </a:pPr>
            <a:r>
              <a:rPr lang="pt-BR" sz="2100" b="1" dirty="0">
                <a:solidFill>
                  <a:schemeClr val="lt1"/>
                </a:solidFill>
                <a:latin typeface="Poppins"/>
                <a:ea typeface="Poppins"/>
                <a:cs typeface="Poppins"/>
                <a:sym typeface="Poppins"/>
              </a:rPr>
              <a:t>Mapa da Unidade 5   Componente 1</a:t>
            </a:r>
            <a:endParaRPr sz="2100" dirty="0">
              <a:solidFill>
                <a:schemeClr val="dk1"/>
              </a:solidFill>
            </a:endParaRPr>
          </a:p>
        </p:txBody>
      </p:sp>
      <p:sp>
        <p:nvSpPr>
          <p:cNvPr id="2" name="Google Shape;2732;p266">
            <a:extLst>
              <a:ext uri="{FF2B5EF4-FFF2-40B4-BE49-F238E27FC236}">
                <a16:creationId xmlns:a16="http://schemas.microsoft.com/office/drawing/2014/main" id="{A9EC2E08-291D-75F2-FB5D-7366B0F13932}"/>
              </a:ext>
            </a:extLst>
          </p:cNvPr>
          <p:cNvSpPr/>
          <p:nvPr/>
        </p:nvSpPr>
        <p:spPr>
          <a:xfrm rot="-3439711">
            <a:off x="3101904" y="4687022"/>
            <a:ext cx="210625" cy="210625"/>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 name="Google Shape;2733;p266">
            <a:extLst>
              <a:ext uri="{FF2B5EF4-FFF2-40B4-BE49-F238E27FC236}">
                <a16:creationId xmlns:a16="http://schemas.microsoft.com/office/drawing/2014/main" id="{263B21B0-E991-5CEB-2E50-08A0745A79A7}"/>
              </a:ext>
            </a:extLst>
          </p:cNvPr>
          <p:cNvSpPr/>
          <p:nvPr/>
        </p:nvSpPr>
        <p:spPr>
          <a:xfrm rot="8953936">
            <a:off x="6038159" y="1499754"/>
            <a:ext cx="210533" cy="210533"/>
          </a:xfrm>
          <a:prstGeom prst="ellipse">
            <a:avLst/>
          </a:prstGeom>
          <a:solidFill>
            <a:schemeClr val="dk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4" name="Google Shape;2734;p266">
            <a:extLst>
              <a:ext uri="{FF2B5EF4-FFF2-40B4-BE49-F238E27FC236}">
                <a16:creationId xmlns:a16="http://schemas.microsoft.com/office/drawing/2014/main" id="{40FB4219-A263-C788-C74A-C26859AFE525}"/>
              </a:ext>
            </a:extLst>
          </p:cNvPr>
          <p:cNvSpPr/>
          <p:nvPr/>
        </p:nvSpPr>
        <p:spPr>
          <a:xfrm rot="-4953060">
            <a:off x="7445868" y="2445423"/>
            <a:ext cx="210577" cy="210577"/>
          </a:xfrm>
          <a:prstGeom prst="ellipse">
            <a:avLst/>
          </a:prstGeom>
          <a:solidFill>
            <a:srgbClr val="28566E"/>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5" name="Google Shape;2735;p266">
            <a:extLst>
              <a:ext uri="{FF2B5EF4-FFF2-40B4-BE49-F238E27FC236}">
                <a16:creationId xmlns:a16="http://schemas.microsoft.com/office/drawing/2014/main" id="{5C60ACF9-7A0B-E6B5-333F-0FF34B738616}"/>
              </a:ext>
            </a:extLst>
          </p:cNvPr>
          <p:cNvSpPr/>
          <p:nvPr/>
        </p:nvSpPr>
        <p:spPr>
          <a:xfrm rot="-2290533">
            <a:off x="8128906" y="5906016"/>
            <a:ext cx="210655" cy="210655"/>
          </a:xfrm>
          <a:prstGeom prst="ellipse">
            <a:avLst/>
          </a:prstGeom>
          <a:solidFill>
            <a:schemeClr val="tx1"/>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6" name="Google Shape;2736;p266">
            <a:extLst>
              <a:ext uri="{FF2B5EF4-FFF2-40B4-BE49-F238E27FC236}">
                <a16:creationId xmlns:a16="http://schemas.microsoft.com/office/drawing/2014/main" id="{2CDAD20D-0102-1049-EB24-B3BA6514C21B}"/>
              </a:ext>
            </a:extLst>
          </p:cNvPr>
          <p:cNvSpPr/>
          <p:nvPr/>
        </p:nvSpPr>
        <p:spPr>
          <a:xfrm rot="4159189">
            <a:off x="9504251" y="4023316"/>
            <a:ext cx="210675" cy="210675"/>
          </a:xfrm>
          <a:prstGeom prst="ellipse">
            <a:avLst/>
          </a:prstGeom>
          <a:solidFill>
            <a:srgbClr val="FF0000"/>
          </a:solidFill>
          <a:ln>
            <a:noFill/>
          </a:ln>
        </p:spPr>
        <p:txBody>
          <a:bodyPr spcFirstLastPara="1" wrap="square" lIns="60950" tIns="30450" rIns="60950" bIns="3045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7" name="Google Shape;2754;p266">
            <a:extLst>
              <a:ext uri="{FF2B5EF4-FFF2-40B4-BE49-F238E27FC236}">
                <a16:creationId xmlns:a16="http://schemas.microsoft.com/office/drawing/2014/main" id="{3DD5CBE1-49AA-BFBC-9A5D-18A9D74354FF}"/>
              </a:ext>
            </a:extLst>
          </p:cNvPr>
          <p:cNvSpPr/>
          <p:nvPr/>
        </p:nvSpPr>
        <p:spPr>
          <a:xfrm>
            <a:off x="5896707" y="534862"/>
            <a:ext cx="536100" cy="536100"/>
          </a:xfrm>
          <a:prstGeom prst="ellipse">
            <a:avLst/>
          </a:prstGeom>
          <a:solidFill>
            <a:schemeClr val="tx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21</a:t>
            </a:r>
            <a:endParaRPr sz="2000" b="0" i="0" u="none" strike="noStrike" cap="none" dirty="0">
              <a:solidFill>
                <a:srgbClr val="FFFFFF"/>
              </a:solidFill>
              <a:latin typeface="Calibri"/>
              <a:ea typeface="Calibri"/>
              <a:cs typeface="Calibri"/>
              <a:sym typeface="Calibri"/>
            </a:endParaRPr>
          </a:p>
        </p:txBody>
      </p:sp>
      <p:cxnSp>
        <p:nvCxnSpPr>
          <p:cNvPr id="8" name="Google Shape;2755;p266">
            <a:extLst>
              <a:ext uri="{FF2B5EF4-FFF2-40B4-BE49-F238E27FC236}">
                <a16:creationId xmlns:a16="http://schemas.microsoft.com/office/drawing/2014/main" id="{287591EC-4E48-CB72-7774-E1A0DC06D226}"/>
              </a:ext>
            </a:extLst>
          </p:cNvPr>
          <p:cNvCxnSpPr>
            <a:cxnSpLocks/>
            <a:stCxn id="7" idx="4"/>
            <a:endCxn id="3" idx="3"/>
          </p:cNvCxnSpPr>
          <p:nvPr/>
        </p:nvCxnSpPr>
        <p:spPr>
          <a:xfrm>
            <a:off x="6164757" y="1070962"/>
            <a:ext cx="4549" cy="432023"/>
          </a:xfrm>
          <a:prstGeom prst="straightConnector1">
            <a:avLst/>
          </a:prstGeom>
          <a:noFill/>
          <a:ln w="9525" cap="flat" cmpd="sng">
            <a:solidFill>
              <a:schemeClr val="tx1"/>
            </a:solidFill>
            <a:prstDash val="solid"/>
            <a:round/>
            <a:headEnd type="none" w="sm" len="sm"/>
            <a:tailEnd type="none" w="sm" len="sm"/>
          </a:ln>
        </p:spPr>
      </p:cxnSp>
      <p:sp>
        <p:nvSpPr>
          <p:cNvPr id="9" name="Google Shape;2756;p266">
            <a:extLst>
              <a:ext uri="{FF2B5EF4-FFF2-40B4-BE49-F238E27FC236}">
                <a16:creationId xmlns:a16="http://schemas.microsoft.com/office/drawing/2014/main" id="{B1D1ED8D-6B62-5C88-9984-7E613D8DC8C3}"/>
              </a:ext>
            </a:extLst>
          </p:cNvPr>
          <p:cNvSpPr/>
          <p:nvPr/>
        </p:nvSpPr>
        <p:spPr>
          <a:xfrm>
            <a:off x="5558708" y="3770029"/>
            <a:ext cx="572400" cy="5724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19</a:t>
            </a:r>
            <a:endParaRPr sz="2000" b="0" i="0" u="none" strike="noStrike" cap="none" dirty="0">
              <a:solidFill>
                <a:srgbClr val="FFFFFF"/>
              </a:solidFill>
              <a:latin typeface="Calibri"/>
              <a:ea typeface="Calibri"/>
              <a:cs typeface="Calibri"/>
              <a:sym typeface="Calibri"/>
            </a:endParaRPr>
          </a:p>
        </p:txBody>
      </p:sp>
      <p:cxnSp>
        <p:nvCxnSpPr>
          <p:cNvPr id="10" name="Google Shape;2757;p266">
            <a:extLst>
              <a:ext uri="{FF2B5EF4-FFF2-40B4-BE49-F238E27FC236}">
                <a16:creationId xmlns:a16="http://schemas.microsoft.com/office/drawing/2014/main" id="{367D23F1-B661-7B72-46AC-083439B307F7}"/>
              </a:ext>
            </a:extLst>
          </p:cNvPr>
          <p:cNvCxnSpPr>
            <a:cxnSpLocks/>
            <a:endCxn id="2741" idx="5"/>
          </p:cNvCxnSpPr>
          <p:nvPr/>
        </p:nvCxnSpPr>
        <p:spPr>
          <a:xfrm flipH="1" flipV="1">
            <a:off x="4613002" y="3770896"/>
            <a:ext cx="945706" cy="321775"/>
          </a:xfrm>
          <a:prstGeom prst="straightConnector1">
            <a:avLst/>
          </a:prstGeom>
          <a:noFill/>
          <a:ln w="9525" cap="flat" cmpd="sng">
            <a:solidFill>
              <a:schemeClr val="dk1"/>
            </a:solidFill>
            <a:prstDash val="solid"/>
            <a:round/>
            <a:headEnd type="none" w="sm" len="sm"/>
            <a:tailEnd type="none" w="sm" len="sm"/>
          </a:ln>
        </p:spPr>
      </p:cxnSp>
      <p:pic>
        <p:nvPicPr>
          <p:cNvPr id="13" name="Google Shape;2760;p266">
            <a:extLst>
              <a:ext uri="{FF2B5EF4-FFF2-40B4-BE49-F238E27FC236}">
                <a16:creationId xmlns:a16="http://schemas.microsoft.com/office/drawing/2014/main" id="{C4313F1E-71F9-A692-8EE3-E5B3E8E76D11}"/>
              </a:ext>
            </a:extLst>
          </p:cNvPr>
          <p:cNvPicPr preferRelativeResize="0"/>
          <p:nvPr/>
        </p:nvPicPr>
        <p:blipFill rotWithShape="1">
          <a:blip r:embed="rId5">
            <a:alphaModFix/>
          </a:blip>
          <a:srcRect/>
          <a:stretch/>
        </p:blipFill>
        <p:spPr>
          <a:xfrm rot="20306579">
            <a:off x="5565855" y="3613010"/>
            <a:ext cx="595814" cy="351746"/>
          </a:xfrm>
          <a:prstGeom prst="rect">
            <a:avLst/>
          </a:prstGeom>
          <a:noFill/>
          <a:ln>
            <a:noFill/>
          </a:ln>
        </p:spPr>
      </p:pic>
      <p:sp>
        <p:nvSpPr>
          <p:cNvPr id="15" name="Google Shape;2762;p266">
            <a:extLst>
              <a:ext uri="{FF2B5EF4-FFF2-40B4-BE49-F238E27FC236}">
                <a16:creationId xmlns:a16="http://schemas.microsoft.com/office/drawing/2014/main" id="{6CD12BF9-99D6-52A6-2429-2174DAA63599}"/>
              </a:ext>
            </a:extLst>
          </p:cNvPr>
          <p:cNvSpPr txBox="1"/>
          <p:nvPr/>
        </p:nvSpPr>
        <p:spPr>
          <a:xfrm>
            <a:off x="4020832" y="4217738"/>
            <a:ext cx="1868148" cy="846325"/>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Manipulação de </a:t>
            </a:r>
            <a:r>
              <a:rPr lang="pt-BR" sz="1700" i="1" dirty="0">
                <a:solidFill>
                  <a:schemeClr val="dk1"/>
                </a:solidFill>
                <a:latin typeface="Poppins"/>
                <a:ea typeface="Poppins"/>
                <a:cs typeface="Poppins"/>
                <a:sym typeface="Poppins"/>
              </a:rPr>
              <a:t>strings</a:t>
            </a:r>
          </a:p>
          <a:p>
            <a:pPr marL="0" marR="0" lvl="0" indent="0" algn="l" rtl="0">
              <a:lnSpc>
                <a:spcPct val="100000"/>
              </a:lnSpc>
              <a:spcBef>
                <a:spcPts val="0"/>
              </a:spcBef>
              <a:spcAft>
                <a:spcPts val="0"/>
              </a:spcAft>
              <a:buClr>
                <a:srgbClr val="000000"/>
              </a:buClr>
              <a:buSzPts val="1700"/>
              <a:buFont typeface="Arial"/>
              <a:buNone/>
            </a:pPr>
            <a:endParaRPr sz="1700" dirty="0">
              <a:solidFill>
                <a:schemeClr val="dk1"/>
              </a:solidFill>
              <a:latin typeface="Poppins"/>
              <a:ea typeface="Poppins"/>
              <a:cs typeface="Poppins"/>
              <a:sym typeface="Poppins"/>
            </a:endParaRPr>
          </a:p>
        </p:txBody>
      </p:sp>
      <p:sp>
        <p:nvSpPr>
          <p:cNvPr id="16" name="Google Shape;2767;p266">
            <a:extLst>
              <a:ext uri="{FF2B5EF4-FFF2-40B4-BE49-F238E27FC236}">
                <a16:creationId xmlns:a16="http://schemas.microsoft.com/office/drawing/2014/main" id="{DB3DAE2E-FD40-650D-E6B1-FB1C849156FD}"/>
              </a:ext>
            </a:extLst>
          </p:cNvPr>
          <p:cNvSpPr/>
          <p:nvPr/>
        </p:nvSpPr>
        <p:spPr>
          <a:xfrm>
            <a:off x="6588573" y="5837985"/>
            <a:ext cx="572400" cy="5724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23</a:t>
            </a:r>
            <a:endParaRPr sz="2000" b="0" i="0" u="none" strike="noStrike" cap="none" dirty="0">
              <a:solidFill>
                <a:srgbClr val="FFFFFF"/>
              </a:solidFill>
              <a:latin typeface="Calibri"/>
              <a:ea typeface="Calibri"/>
              <a:cs typeface="Calibri"/>
              <a:sym typeface="Calibri"/>
            </a:endParaRPr>
          </a:p>
        </p:txBody>
      </p:sp>
      <p:pic>
        <p:nvPicPr>
          <p:cNvPr id="17" name="Google Shape;2768;p266">
            <a:extLst>
              <a:ext uri="{FF2B5EF4-FFF2-40B4-BE49-F238E27FC236}">
                <a16:creationId xmlns:a16="http://schemas.microsoft.com/office/drawing/2014/main" id="{379FE77C-D483-205E-198A-6DC2C93E7731}"/>
              </a:ext>
            </a:extLst>
          </p:cNvPr>
          <p:cNvPicPr preferRelativeResize="0"/>
          <p:nvPr/>
        </p:nvPicPr>
        <p:blipFill rotWithShape="1">
          <a:blip r:embed="rId5">
            <a:alphaModFix/>
          </a:blip>
          <a:srcRect/>
          <a:stretch/>
        </p:blipFill>
        <p:spPr>
          <a:xfrm rot="-2744266">
            <a:off x="6470591" y="5670441"/>
            <a:ext cx="595814" cy="351746"/>
          </a:xfrm>
          <a:prstGeom prst="rect">
            <a:avLst/>
          </a:prstGeom>
          <a:noFill/>
          <a:ln>
            <a:noFill/>
          </a:ln>
        </p:spPr>
      </p:pic>
      <p:sp>
        <p:nvSpPr>
          <p:cNvPr id="18" name="Google Shape;2769;p266">
            <a:extLst>
              <a:ext uri="{FF2B5EF4-FFF2-40B4-BE49-F238E27FC236}">
                <a16:creationId xmlns:a16="http://schemas.microsoft.com/office/drawing/2014/main" id="{3AA10DFA-5754-DF66-B2E0-A3230D8F1AF7}"/>
              </a:ext>
            </a:extLst>
          </p:cNvPr>
          <p:cNvSpPr txBox="1"/>
          <p:nvPr/>
        </p:nvSpPr>
        <p:spPr>
          <a:xfrm>
            <a:off x="4601560" y="5886497"/>
            <a:ext cx="1765515" cy="584715"/>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Médias, faixas e classificação</a:t>
            </a:r>
            <a:endParaRPr sz="1700" dirty="0">
              <a:solidFill>
                <a:schemeClr val="dk1"/>
              </a:solidFill>
              <a:latin typeface="Poppins"/>
              <a:ea typeface="Poppins"/>
              <a:cs typeface="Poppins"/>
              <a:sym typeface="Poppins"/>
            </a:endParaRPr>
          </a:p>
        </p:txBody>
      </p:sp>
      <p:sp>
        <p:nvSpPr>
          <p:cNvPr id="19" name="Google Shape;2770;p266">
            <a:extLst>
              <a:ext uri="{FF2B5EF4-FFF2-40B4-BE49-F238E27FC236}">
                <a16:creationId xmlns:a16="http://schemas.microsoft.com/office/drawing/2014/main" id="{09B09423-47FD-55A1-7ED6-81F1E8464E7D}"/>
              </a:ext>
            </a:extLst>
          </p:cNvPr>
          <p:cNvSpPr/>
          <p:nvPr/>
        </p:nvSpPr>
        <p:spPr>
          <a:xfrm>
            <a:off x="8235988" y="2388927"/>
            <a:ext cx="572400" cy="5724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22</a:t>
            </a:r>
            <a:endParaRPr sz="2000" b="0" i="0" u="none" strike="noStrike" cap="none" dirty="0">
              <a:solidFill>
                <a:srgbClr val="FFFFFF"/>
              </a:solidFill>
              <a:latin typeface="Calibri"/>
              <a:ea typeface="Calibri"/>
              <a:cs typeface="Calibri"/>
              <a:sym typeface="Calibri"/>
            </a:endParaRPr>
          </a:p>
        </p:txBody>
      </p:sp>
      <p:pic>
        <p:nvPicPr>
          <p:cNvPr id="20" name="Google Shape;2771;p266">
            <a:extLst>
              <a:ext uri="{FF2B5EF4-FFF2-40B4-BE49-F238E27FC236}">
                <a16:creationId xmlns:a16="http://schemas.microsoft.com/office/drawing/2014/main" id="{ADB7B5A0-7BEB-48C0-2510-3C50E2FC4793}"/>
              </a:ext>
            </a:extLst>
          </p:cNvPr>
          <p:cNvPicPr preferRelativeResize="0"/>
          <p:nvPr/>
        </p:nvPicPr>
        <p:blipFill rotWithShape="1">
          <a:blip r:embed="rId5">
            <a:alphaModFix/>
          </a:blip>
          <a:srcRect/>
          <a:stretch/>
        </p:blipFill>
        <p:spPr>
          <a:xfrm rot="-2744266">
            <a:off x="8118006" y="2221383"/>
            <a:ext cx="595814" cy="351746"/>
          </a:xfrm>
          <a:prstGeom prst="rect">
            <a:avLst/>
          </a:prstGeom>
          <a:noFill/>
          <a:ln>
            <a:noFill/>
          </a:ln>
        </p:spPr>
      </p:pic>
      <p:sp>
        <p:nvSpPr>
          <p:cNvPr id="21" name="Google Shape;2772;p266">
            <a:extLst>
              <a:ext uri="{FF2B5EF4-FFF2-40B4-BE49-F238E27FC236}">
                <a16:creationId xmlns:a16="http://schemas.microsoft.com/office/drawing/2014/main" id="{D48A4E89-03B2-0E4A-BB51-3A6D73E1E53E}"/>
              </a:ext>
            </a:extLst>
          </p:cNvPr>
          <p:cNvSpPr txBox="1"/>
          <p:nvPr/>
        </p:nvSpPr>
        <p:spPr>
          <a:xfrm>
            <a:off x="8902070" y="2354240"/>
            <a:ext cx="2541686" cy="584715"/>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Agenda e cadastros em memória</a:t>
            </a:r>
            <a:endParaRPr sz="1700" dirty="0">
              <a:solidFill>
                <a:schemeClr val="dk1"/>
              </a:solidFill>
              <a:latin typeface="Poppins"/>
              <a:ea typeface="Poppins"/>
              <a:cs typeface="Poppins"/>
              <a:sym typeface="Poppins"/>
            </a:endParaRPr>
          </a:p>
        </p:txBody>
      </p:sp>
      <p:cxnSp>
        <p:nvCxnSpPr>
          <p:cNvPr id="22" name="Google Shape;2773;p266">
            <a:extLst>
              <a:ext uri="{FF2B5EF4-FFF2-40B4-BE49-F238E27FC236}">
                <a16:creationId xmlns:a16="http://schemas.microsoft.com/office/drawing/2014/main" id="{69F0E650-AE39-61CF-06CC-6317530B4CDC}"/>
              </a:ext>
            </a:extLst>
          </p:cNvPr>
          <p:cNvCxnSpPr>
            <a:cxnSpLocks/>
            <a:stCxn id="5" idx="1"/>
            <a:endCxn id="16" idx="6"/>
          </p:cNvCxnSpPr>
          <p:nvPr/>
        </p:nvCxnSpPr>
        <p:spPr>
          <a:xfrm flipH="1">
            <a:off x="7160973" y="5998828"/>
            <a:ext cx="968680" cy="125357"/>
          </a:xfrm>
          <a:prstGeom prst="straightConnector1">
            <a:avLst/>
          </a:prstGeom>
          <a:noFill/>
          <a:ln w="9525" cap="flat" cmpd="sng">
            <a:solidFill>
              <a:schemeClr val="dk1"/>
            </a:solidFill>
            <a:prstDash val="solid"/>
            <a:round/>
            <a:headEnd type="none" w="sm" len="sm"/>
            <a:tailEnd type="none" w="sm" len="sm"/>
          </a:ln>
        </p:spPr>
      </p:cxnSp>
      <p:cxnSp>
        <p:nvCxnSpPr>
          <p:cNvPr id="23" name="Google Shape;2773;p266">
            <a:extLst>
              <a:ext uri="{FF2B5EF4-FFF2-40B4-BE49-F238E27FC236}">
                <a16:creationId xmlns:a16="http://schemas.microsoft.com/office/drawing/2014/main" id="{DFC60721-B88D-99F1-4A45-CD762AA9610B}"/>
              </a:ext>
            </a:extLst>
          </p:cNvPr>
          <p:cNvCxnSpPr>
            <a:cxnSpLocks/>
            <a:stCxn id="19" idx="3"/>
            <a:endCxn id="2746" idx="5"/>
          </p:cNvCxnSpPr>
          <p:nvPr/>
        </p:nvCxnSpPr>
        <p:spPr>
          <a:xfrm flipH="1">
            <a:off x="7662413" y="2877501"/>
            <a:ext cx="657401" cy="543819"/>
          </a:xfrm>
          <a:prstGeom prst="straightConnector1">
            <a:avLst/>
          </a:prstGeom>
          <a:noFill/>
          <a:ln w="9525" cap="flat" cmpd="sng">
            <a:solidFill>
              <a:schemeClr val="dk1"/>
            </a:solidFill>
            <a:prstDash val="solid"/>
            <a:round/>
            <a:headEnd type="none" w="sm" len="sm"/>
            <a:tailEnd type="none" w="sm" len="sm"/>
          </a:ln>
        </p:spPr>
      </p:cxnSp>
      <p:sp>
        <p:nvSpPr>
          <p:cNvPr id="28" name="Google Shape;2756;p266">
            <a:extLst>
              <a:ext uri="{FF2B5EF4-FFF2-40B4-BE49-F238E27FC236}">
                <a16:creationId xmlns:a16="http://schemas.microsoft.com/office/drawing/2014/main" id="{7DDE1BE8-9D04-1174-F271-3F430BB31982}"/>
              </a:ext>
            </a:extLst>
          </p:cNvPr>
          <p:cNvSpPr/>
          <p:nvPr/>
        </p:nvSpPr>
        <p:spPr>
          <a:xfrm>
            <a:off x="2321095" y="3542899"/>
            <a:ext cx="572400" cy="572400"/>
          </a:xfrm>
          <a:prstGeom prst="ellipse">
            <a:avLst/>
          </a:prstGeom>
          <a:solidFill>
            <a:schemeClr val="dk1"/>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pt-BR" sz="2000" b="1" dirty="0">
                <a:solidFill>
                  <a:srgbClr val="FFFFFF"/>
                </a:solidFill>
                <a:latin typeface="Poppins"/>
                <a:ea typeface="Poppins"/>
                <a:cs typeface="Poppins"/>
                <a:sym typeface="Poppins"/>
              </a:rPr>
              <a:t>18</a:t>
            </a:r>
            <a:endParaRPr sz="2000" b="0" i="0" u="none" strike="noStrike" cap="none" dirty="0">
              <a:solidFill>
                <a:srgbClr val="FFFFFF"/>
              </a:solidFill>
              <a:latin typeface="Calibri"/>
              <a:ea typeface="Calibri"/>
              <a:cs typeface="Calibri"/>
              <a:sym typeface="Calibri"/>
            </a:endParaRPr>
          </a:p>
        </p:txBody>
      </p:sp>
      <p:cxnSp>
        <p:nvCxnSpPr>
          <p:cNvPr id="29" name="Google Shape;2757;p266">
            <a:extLst>
              <a:ext uri="{FF2B5EF4-FFF2-40B4-BE49-F238E27FC236}">
                <a16:creationId xmlns:a16="http://schemas.microsoft.com/office/drawing/2014/main" id="{11C0DCF4-8039-431E-2231-8AE729921437}"/>
              </a:ext>
            </a:extLst>
          </p:cNvPr>
          <p:cNvCxnSpPr>
            <a:cxnSpLocks/>
            <a:stCxn id="28" idx="4"/>
            <a:endCxn id="2739" idx="0"/>
          </p:cNvCxnSpPr>
          <p:nvPr/>
        </p:nvCxnSpPr>
        <p:spPr>
          <a:xfrm flipH="1">
            <a:off x="2606662" y="4115299"/>
            <a:ext cx="633" cy="1290843"/>
          </a:xfrm>
          <a:prstGeom prst="straightConnector1">
            <a:avLst/>
          </a:prstGeom>
          <a:noFill/>
          <a:ln w="9525" cap="flat" cmpd="sng">
            <a:solidFill>
              <a:schemeClr val="dk1"/>
            </a:solidFill>
            <a:prstDash val="solid"/>
            <a:round/>
            <a:headEnd type="none" w="sm" len="sm"/>
            <a:tailEnd type="none" w="sm" len="sm"/>
          </a:ln>
        </p:spPr>
      </p:cxnSp>
      <p:pic>
        <p:nvPicPr>
          <p:cNvPr id="30" name="Google Shape;2760;p266">
            <a:extLst>
              <a:ext uri="{FF2B5EF4-FFF2-40B4-BE49-F238E27FC236}">
                <a16:creationId xmlns:a16="http://schemas.microsoft.com/office/drawing/2014/main" id="{70B2B0FB-3C55-0F9A-4F81-C6A50F82359B}"/>
              </a:ext>
            </a:extLst>
          </p:cNvPr>
          <p:cNvPicPr preferRelativeResize="0"/>
          <p:nvPr/>
        </p:nvPicPr>
        <p:blipFill rotWithShape="1">
          <a:blip r:embed="rId5">
            <a:alphaModFix/>
          </a:blip>
          <a:srcRect/>
          <a:stretch/>
        </p:blipFill>
        <p:spPr>
          <a:xfrm rot="-2744266">
            <a:off x="2203113" y="3375355"/>
            <a:ext cx="595814" cy="351746"/>
          </a:xfrm>
          <a:prstGeom prst="rect">
            <a:avLst/>
          </a:prstGeom>
          <a:noFill/>
          <a:ln>
            <a:noFill/>
          </a:ln>
        </p:spPr>
      </p:pic>
      <p:sp>
        <p:nvSpPr>
          <p:cNvPr id="31" name="Google Shape;2762;p266">
            <a:extLst>
              <a:ext uri="{FF2B5EF4-FFF2-40B4-BE49-F238E27FC236}">
                <a16:creationId xmlns:a16="http://schemas.microsoft.com/office/drawing/2014/main" id="{A27572CF-C6C8-EB47-A54C-DF7316568976}"/>
              </a:ext>
            </a:extLst>
          </p:cNvPr>
          <p:cNvSpPr txBox="1"/>
          <p:nvPr/>
        </p:nvSpPr>
        <p:spPr>
          <a:xfrm>
            <a:off x="281642" y="3424612"/>
            <a:ext cx="1868148" cy="846325"/>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Documentação, testes unitários e depuração</a:t>
            </a:r>
            <a:endParaRPr sz="1700" dirty="0">
              <a:solidFill>
                <a:schemeClr val="dk1"/>
              </a:solidFill>
              <a:latin typeface="Poppins"/>
              <a:ea typeface="Poppins"/>
              <a:cs typeface="Poppins"/>
              <a:sym typeface="Poppins"/>
            </a:endParaRPr>
          </a:p>
        </p:txBody>
      </p:sp>
      <p:pic>
        <p:nvPicPr>
          <p:cNvPr id="33" name="Google Shape;2771;p266">
            <a:extLst>
              <a:ext uri="{FF2B5EF4-FFF2-40B4-BE49-F238E27FC236}">
                <a16:creationId xmlns:a16="http://schemas.microsoft.com/office/drawing/2014/main" id="{5331BDC3-6F08-4DAF-A13F-63ECD2471F9E}"/>
              </a:ext>
            </a:extLst>
          </p:cNvPr>
          <p:cNvPicPr preferRelativeResize="0"/>
          <p:nvPr/>
        </p:nvPicPr>
        <p:blipFill rotWithShape="1">
          <a:blip r:embed="rId5">
            <a:alphaModFix/>
          </a:blip>
          <a:srcRect/>
          <a:stretch/>
        </p:blipFill>
        <p:spPr>
          <a:xfrm rot="-2744266">
            <a:off x="5773376" y="383053"/>
            <a:ext cx="595814" cy="351746"/>
          </a:xfrm>
          <a:prstGeom prst="rect">
            <a:avLst/>
          </a:prstGeom>
          <a:noFill/>
          <a:ln>
            <a:noFill/>
          </a:ln>
        </p:spPr>
      </p:pic>
      <p:sp>
        <p:nvSpPr>
          <p:cNvPr id="35" name="Google Shape;2762;p266">
            <a:extLst>
              <a:ext uri="{FF2B5EF4-FFF2-40B4-BE49-F238E27FC236}">
                <a16:creationId xmlns:a16="http://schemas.microsoft.com/office/drawing/2014/main" id="{95064548-B3CF-2FD7-5655-732D8B575323}"/>
              </a:ext>
            </a:extLst>
          </p:cNvPr>
          <p:cNvSpPr txBox="1"/>
          <p:nvPr/>
        </p:nvSpPr>
        <p:spPr>
          <a:xfrm>
            <a:off x="6508097" y="504654"/>
            <a:ext cx="2338863" cy="584715"/>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pt-BR" sz="1700" dirty="0">
                <a:solidFill>
                  <a:schemeClr val="dk1"/>
                </a:solidFill>
                <a:latin typeface="Poppins"/>
                <a:ea typeface="Poppins"/>
                <a:cs typeface="Poppins"/>
                <a:sym typeface="Poppins"/>
              </a:rPr>
              <a:t>Programando com menu no terminal</a:t>
            </a:r>
          </a:p>
        </p:txBody>
      </p:sp>
    </p:spTree>
    <p:extLst>
      <p:ext uri="{BB962C8B-B14F-4D97-AF65-F5344CB8AC3E}">
        <p14:creationId xmlns:p14="http://schemas.microsoft.com/office/powerpoint/2010/main" val="2058030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83"/>
        <p:cNvGrpSpPr/>
        <p:nvPr/>
      </p:nvGrpSpPr>
      <p:grpSpPr>
        <a:xfrm>
          <a:off x="0" y="0"/>
          <a:ext cx="0" cy="0"/>
          <a:chOff x="0" y="0"/>
          <a:chExt cx="0" cy="0"/>
        </a:xfrm>
      </p:grpSpPr>
      <p:pic>
        <p:nvPicPr>
          <p:cNvPr id="3684" name="Google Shape;3684;p331"/>
          <p:cNvPicPr preferRelativeResize="0"/>
          <p:nvPr/>
        </p:nvPicPr>
        <p:blipFill rotWithShape="1">
          <a:blip r:embed="rId3" cstate="hqprint">
            <a:alphaModFix/>
            <a:extLst>
              <a:ext uri="{28A0092B-C50C-407E-A947-70E740481C1C}">
                <a14:useLocalDpi xmlns:a14="http://schemas.microsoft.com/office/drawing/2010/main"/>
              </a:ext>
            </a:extLst>
          </a:blip>
          <a:srcRect l="-857"/>
          <a:stretch/>
        </p:blipFill>
        <p:spPr>
          <a:xfrm rot="-573653">
            <a:off x="5678584" y="2638763"/>
            <a:ext cx="8603296" cy="4647677"/>
          </a:xfrm>
          <a:prstGeom prst="rect">
            <a:avLst/>
          </a:prstGeom>
          <a:noFill/>
          <a:ln>
            <a:noFill/>
          </a:ln>
        </p:spPr>
      </p:pic>
      <p:sp>
        <p:nvSpPr>
          <p:cNvPr id="3685" name="Google Shape;3685;p331"/>
          <p:cNvSpPr/>
          <p:nvPr/>
        </p:nvSpPr>
        <p:spPr>
          <a:xfrm rot="-3438164">
            <a:off x="10617304" y="5326466"/>
            <a:ext cx="408182" cy="408182"/>
          </a:xfrm>
          <a:prstGeom prst="ellipse">
            <a:avLst/>
          </a:prstGeom>
          <a:solidFill>
            <a:srgbClr val="FA161E"/>
          </a:solidFill>
          <a:ln>
            <a:noFill/>
          </a:ln>
        </p:spPr>
        <p:txBody>
          <a:bodyPr spcFirstLastPara="1" wrap="square" lIns="60950" tIns="30450" rIns="60950" bIns="30450" anchor="ctr" anchorCtr="0">
            <a:noAutofit/>
          </a:bodyPr>
          <a:lstStyle/>
          <a:p>
            <a:pPr marL="0" marR="0" lvl="0" indent="0" algn="r" rtl="0">
              <a:lnSpc>
                <a:spcPct val="100000"/>
              </a:lnSpc>
              <a:spcBef>
                <a:spcPts val="0"/>
              </a:spcBef>
              <a:spcAft>
                <a:spcPts val="0"/>
              </a:spcAft>
              <a:buClr>
                <a:srgbClr val="000000"/>
              </a:buClr>
              <a:buSzPts val="1800"/>
              <a:buFont typeface="Arial"/>
              <a:buNone/>
            </a:pPr>
            <a:endParaRPr sz="1800" b="0" i="0" u="none" strike="noStrike" cap="none" dirty="0">
              <a:solidFill>
                <a:srgbClr val="FFFFFF"/>
              </a:solidFill>
              <a:latin typeface="Calibri"/>
              <a:ea typeface="Calibri"/>
              <a:cs typeface="Calibri"/>
              <a:sym typeface="Calibri"/>
            </a:endParaRPr>
          </a:p>
        </p:txBody>
      </p:sp>
      <p:sp>
        <p:nvSpPr>
          <p:cNvPr id="3686" name="Google Shape;3686;p331"/>
          <p:cNvSpPr/>
          <p:nvPr/>
        </p:nvSpPr>
        <p:spPr>
          <a:xfrm>
            <a:off x="9084502" y="3402930"/>
            <a:ext cx="1317300" cy="1317300"/>
          </a:xfrm>
          <a:prstGeom prst="ellipse">
            <a:avLst/>
          </a:prstGeom>
          <a:solidFill>
            <a:srgbClr val="FA161E"/>
          </a:solidFill>
          <a:ln>
            <a:noFill/>
          </a:ln>
        </p:spPr>
        <p:txBody>
          <a:bodyPr spcFirstLastPara="1" wrap="square" lIns="36000" tIns="36000" rIns="36000" bIns="36000" anchor="ctr" anchorCtr="0">
            <a:noAutofit/>
          </a:bodyPr>
          <a:lstStyle/>
          <a:p>
            <a:pPr marL="0" marR="0" lvl="0" indent="0" algn="ctr" rtl="0">
              <a:lnSpc>
                <a:spcPct val="100000"/>
              </a:lnSpc>
              <a:spcBef>
                <a:spcPts val="0"/>
              </a:spcBef>
              <a:spcAft>
                <a:spcPts val="0"/>
              </a:spcAft>
              <a:buClr>
                <a:srgbClr val="000000"/>
              </a:buClr>
              <a:buSzPts val="4200"/>
              <a:buFont typeface="Arial"/>
              <a:buNone/>
            </a:pPr>
            <a:r>
              <a:rPr lang="pt-BR" sz="4200" b="1" dirty="0">
                <a:solidFill>
                  <a:srgbClr val="FFFFFF"/>
                </a:solidFill>
                <a:latin typeface="Poppins"/>
                <a:ea typeface="Poppins"/>
                <a:cs typeface="Poppins"/>
                <a:sym typeface="Poppins"/>
              </a:rPr>
              <a:t>24</a:t>
            </a:r>
            <a:endParaRPr sz="4200" b="0" i="0" u="none" strike="noStrike" cap="none" dirty="0">
              <a:solidFill>
                <a:srgbClr val="FFFFFF"/>
              </a:solidFill>
              <a:latin typeface="Calibri"/>
              <a:ea typeface="Calibri"/>
              <a:cs typeface="Calibri"/>
              <a:sym typeface="Calibri"/>
            </a:endParaRPr>
          </a:p>
        </p:txBody>
      </p:sp>
      <p:cxnSp>
        <p:nvCxnSpPr>
          <p:cNvPr id="3687" name="Google Shape;3687;p331"/>
          <p:cNvCxnSpPr/>
          <p:nvPr/>
        </p:nvCxnSpPr>
        <p:spPr>
          <a:xfrm>
            <a:off x="10016903" y="4528943"/>
            <a:ext cx="634200" cy="900300"/>
          </a:xfrm>
          <a:prstGeom prst="straightConnector1">
            <a:avLst/>
          </a:prstGeom>
          <a:noFill/>
          <a:ln w="9525" cap="flat" cmpd="sng">
            <a:solidFill>
              <a:srgbClr val="FA161E"/>
            </a:solidFill>
            <a:prstDash val="solid"/>
            <a:round/>
            <a:headEnd type="none" w="sm" len="sm"/>
            <a:tailEnd type="none" w="sm" len="sm"/>
          </a:ln>
        </p:spPr>
      </p:cxnSp>
      <p:sp>
        <p:nvSpPr>
          <p:cNvPr id="3688" name="Google Shape;3688;p331"/>
          <p:cNvSpPr txBox="1"/>
          <p:nvPr/>
        </p:nvSpPr>
        <p:spPr>
          <a:xfrm>
            <a:off x="3380131" y="5294172"/>
            <a:ext cx="4487700" cy="6993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pt-BR" sz="1800" b="0" i="0" u="none" strike="noStrike" cap="none" dirty="0">
                <a:solidFill>
                  <a:srgbClr val="000000"/>
                </a:solidFill>
                <a:latin typeface="Poppins"/>
                <a:ea typeface="Poppins"/>
                <a:cs typeface="Poppins"/>
                <a:sym typeface="Poppins"/>
              </a:rPr>
              <a:t>Código da aula: </a:t>
            </a:r>
            <a:r>
              <a:rPr lang="pt-BR" sz="1800" dirty="0">
                <a:latin typeface="Poppins"/>
                <a:ea typeface="Poppins"/>
                <a:cs typeface="Poppins"/>
                <a:sym typeface="Poppins"/>
              </a:rPr>
              <a:t>SISANO1C1B4S24A4</a:t>
            </a:r>
            <a:endParaRPr sz="1800" b="0" i="0" u="none" strike="noStrike" cap="none" dirty="0">
              <a:solidFill>
                <a:srgbClr val="000000"/>
              </a:solidFill>
              <a:latin typeface="Arial"/>
              <a:ea typeface="Arial"/>
              <a:cs typeface="Arial"/>
              <a:sym typeface="Arial"/>
            </a:endParaRPr>
          </a:p>
        </p:txBody>
      </p:sp>
      <p:sp>
        <p:nvSpPr>
          <p:cNvPr id="3694" name="Google Shape;3694;p331"/>
          <p:cNvSpPr txBox="1"/>
          <p:nvPr/>
        </p:nvSpPr>
        <p:spPr>
          <a:xfrm>
            <a:off x="3370551" y="4450650"/>
            <a:ext cx="3925599" cy="535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pt-BR" sz="2200" b="1" dirty="0">
                <a:solidFill>
                  <a:schemeClr val="dk1"/>
                </a:solidFill>
                <a:latin typeface="Poppins"/>
                <a:ea typeface="Poppins"/>
                <a:cs typeface="Poppins"/>
                <a:sym typeface="Poppins"/>
              </a:rPr>
              <a:t>Aula 4: Ampliando com o </a:t>
            </a:r>
            <a:r>
              <a:rPr lang="pt-BR" sz="2200" b="1" i="1" dirty="0">
                <a:solidFill>
                  <a:schemeClr val="dk1"/>
                </a:solidFill>
                <a:latin typeface="Poppins"/>
                <a:ea typeface="Poppins"/>
                <a:cs typeface="Poppins"/>
                <a:sym typeface="Poppins"/>
              </a:rPr>
              <a:t>quiz</a:t>
            </a:r>
            <a:r>
              <a:rPr lang="pt-BR" sz="2200" b="1" dirty="0">
                <a:solidFill>
                  <a:schemeClr val="dk1"/>
                </a:solidFill>
                <a:latin typeface="Poppins"/>
                <a:ea typeface="Poppins"/>
                <a:cs typeface="Poppins"/>
                <a:sym typeface="Poppins"/>
              </a:rPr>
              <a:t> temático</a:t>
            </a:r>
            <a:endParaRPr sz="2200" b="0" i="0" u="none" strike="noStrike" cap="none" dirty="0">
              <a:solidFill>
                <a:srgbClr val="000000"/>
              </a:solidFill>
              <a:latin typeface="Arial"/>
              <a:ea typeface="Arial"/>
              <a:cs typeface="Arial"/>
              <a:sym typeface="Arial"/>
            </a:endParaRPr>
          </a:p>
        </p:txBody>
      </p:sp>
      <p:sp>
        <p:nvSpPr>
          <p:cNvPr id="2" name="Google Shape;2774;p267">
            <a:extLst>
              <a:ext uri="{FF2B5EF4-FFF2-40B4-BE49-F238E27FC236}">
                <a16:creationId xmlns:a16="http://schemas.microsoft.com/office/drawing/2014/main" id="{F9FCFDBD-1940-E8D2-08E2-577E3D079F8D}"/>
              </a:ext>
            </a:extLst>
          </p:cNvPr>
          <p:cNvSpPr txBox="1"/>
          <p:nvPr/>
        </p:nvSpPr>
        <p:spPr>
          <a:xfrm>
            <a:off x="3331829" y="3203825"/>
            <a:ext cx="4351016" cy="369300"/>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pt-BR" sz="2000" i="1" dirty="0">
                <a:latin typeface="Poppins"/>
                <a:ea typeface="Poppins"/>
                <a:cs typeface="Poppins"/>
                <a:sym typeface="Poppins"/>
              </a:rPr>
              <a:t>Quiz</a:t>
            </a:r>
            <a:r>
              <a:rPr lang="pt-BR" sz="2000" dirty="0">
                <a:latin typeface="Poppins"/>
                <a:ea typeface="Poppins"/>
                <a:cs typeface="Poppins"/>
                <a:sym typeface="Poppins"/>
              </a:rPr>
              <a:t> e desafios no terminal</a:t>
            </a:r>
            <a:endParaRPr sz="2000" dirty="0">
              <a:latin typeface="Poppins"/>
              <a:ea typeface="Poppins"/>
              <a:cs typeface="Poppins"/>
              <a:sym typeface="Poppins"/>
            </a:endParaRPr>
          </a:p>
        </p:txBody>
      </p:sp>
      <p:sp>
        <p:nvSpPr>
          <p:cNvPr id="3" name="Google Shape;2775;p267">
            <a:extLst>
              <a:ext uri="{FF2B5EF4-FFF2-40B4-BE49-F238E27FC236}">
                <a16:creationId xmlns:a16="http://schemas.microsoft.com/office/drawing/2014/main" id="{6E10631B-1F02-3DDC-1DA5-BF1D3B3A5179}"/>
              </a:ext>
            </a:extLst>
          </p:cNvPr>
          <p:cNvSpPr txBox="1"/>
          <p:nvPr/>
        </p:nvSpPr>
        <p:spPr>
          <a:xfrm>
            <a:off x="3331829" y="2792959"/>
            <a:ext cx="2582980" cy="430861"/>
          </a:xfrm>
          <a:prstGeom prst="rect">
            <a:avLst/>
          </a:prstGeom>
          <a:noFill/>
          <a:ln>
            <a:noFill/>
          </a:ln>
        </p:spPr>
        <p:txBody>
          <a:bodyPr spcFirstLastPara="1" wrap="square" lIns="60950" tIns="30450" rIns="60950" bIns="3045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pt-BR" sz="2400" b="1" i="0" u="none" strike="noStrike" cap="none" dirty="0">
                <a:solidFill>
                  <a:srgbClr val="FA161E"/>
                </a:solidFill>
                <a:latin typeface="Poppins"/>
                <a:ea typeface="Poppins"/>
                <a:cs typeface="Poppins"/>
                <a:sym typeface="Poppins"/>
              </a:rPr>
              <a:t>Você está aqui!</a:t>
            </a:r>
            <a:endParaRPr sz="2400" b="0" i="0" u="none" strike="noStrike" cap="none" dirty="0">
              <a:solidFill>
                <a:srgbClr val="000000"/>
              </a:solidFill>
              <a:latin typeface="Arial"/>
              <a:ea typeface="Arial"/>
              <a:cs typeface="Arial"/>
              <a:sym typeface="Arial"/>
            </a:endParaRPr>
          </a:p>
        </p:txBody>
      </p:sp>
      <p:sp>
        <p:nvSpPr>
          <p:cNvPr id="4" name="Google Shape;2758;p266">
            <a:extLst>
              <a:ext uri="{FF2B5EF4-FFF2-40B4-BE49-F238E27FC236}">
                <a16:creationId xmlns:a16="http://schemas.microsoft.com/office/drawing/2014/main" id="{961D966D-844F-01B5-E880-110DA27426DB}"/>
              </a:ext>
            </a:extLst>
          </p:cNvPr>
          <p:cNvSpPr/>
          <p:nvPr/>
        </p:nvSpPr>
        <p:spPr>
          <a:xfrm>
            <a:off x="113993" y="891153"/>
            <a:ext cx="2098800" cy="1571100"/>
          </a:xfrm>
          <a:prstGeom prst="roundRect">
            <a:avLst>
              <a:gd name="adj" fmla="val 16667"/>
            </a:avLst>
          </a:prstGeom>
          <a:solidFill>
            <a:srgbClr val="FF161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5" name="Google Shape;2759;p266">
            <a:extLst>
              <a:ext uri="{FF2B5EF4-FFF2-40B4-BE49-F238E27FC236}">
                <a16:creationId xmlns:a16="http://schemas.microsoft.com/office/drawing/2014/main" id="{255764FB-40A9-4DDD-4C6A-81A35978E178}"/>
              </a:ext>
            </a:extLst>
          </p:cNvPr>
          <p:cNvSpPr txBox="1"/>
          <p:nvPr/>
        </p:nvSpPr>
        <p:spPr>
          <a:xfrm>
            <a:off x="135519" y="1439639"/>
            <a:ext cx="1865700" cy="461700"/>
          </a:xfrm>
          <a:prstGeom prst="rect">
            <a:avLst/>
          </a:prstGeom>
          <a:noFill/>
          <a:ln>
            <a:noFill/>
          </a:ln>
        </p:spPr>
        <p:txBody>
          <a:bodyPr spcFirstLastPara="1" wrap="square" lIns="60950" tIns="30450" rIns="60950" bIns="30450" anchor="t" anchorCtr="0">
            <a:spAutoFit/>
          </a:bodyPr>
          <a:lstStyle/>
          <a:p>
            <a:pPr marL="0" marR="0" lvl="0" indent="0" algn="r" rtl="0">
              <a:lnSpc>
                <a:spcPct val="100000"/>
              </a:lnSpc>
              <a:spcBef>
                <a:spcPts val="0"/>
              </a:spcBef>
              <a:spcAft>
                <a:spcPts val="0"/>
              </a:spcAft>
              <a:buClr>
                <a:srgbClr val="000000"/>
              </a:buClr>
              <a:buSzPts val="1300"/>
              <a:buFont typeface="Arial"/>
              <a:buNone/>
            </a:pPr>
            <a:r>
              <a:rPr lang="pt-BR" sz="1300" b="1" dirty="0">
                <a:solidFill>
                  <a:srgbClr val="FFFFFF"/>
                </a:solidFill>
                <a:latin typeface="Poppins"/>
                <a:ea typeface="Poppins"/>
                <a:cs typeface="Poppins"/>
                <a:sym typeface="Poppins"/>
              </a:rPr>
              <a:t>Estruturas de repetição</a:t>
            </a:r>
            <a:endParaRPr sz="1300" b="1" dirty="0">
              <a:solidFill>
                <a:srgbClr val="FFFFFF"/>
              </a:solidFill>
              <a:latin typeface="Poppins"/>
              <a:ea typeface="Poppins"/>
              <a:cs typeface="Poppins"/>
              <a:sym typeface="Poppins"/>
            </a:endParaRPr>
          </a:p>
        </p:txBody>
      </p:sp>
      <p:sp>
        <p:nvSpPr>
          <p:cNvPr id="6" name="Google Shape;2760;p266">
            <a:extLst>
              <a:ext uri="{FF2B5EF4-FFF2-40B4-BE49-F238E27FC236}">
                <a16:creationId xmlns:a16="http://schemas.microsoft.com/office/drawing/2014/main" id="{FE523A51-ED90-E605-3F39-54F850D55DF2}"/>
              </a:ext>
            </a:extLst>
          </p:cNvPr>
          <p:cNvSpPr/>
          <p:nvPr/>
        </p:nvSpPr>
        <p:spPr>
          <a:xfrm>
            <a:off x="2078851" y="383070"/>
            <a:ext cx="2549700" cy="2090700"/>
          </a:xfrm>
          <a:prstGeom prst="roundRect">
            <a:avLst>
              <a:gd name="adj" fmla="val 14077"/>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933"/>
              <a:buFont typeface="Arial"/>
              <a:buNone/>
            </a:pPr>
            <a:endParaRPr sz="933" b="0" i="0" u="none" strike="noStrike" cap="none" dirty="0">
              <a:solidFill>
                <a:schemeClr val="lt1"/>
              </a:solidFill>
              <a:latin typeface="Arial"/>
              <a:ea typeface="Arial"/>
              <a:cs typeface="Arial"/>
              <a:sym typeface="Arial"/>
            </a:endParaRPr>
          </a:p>
        </p:txBody>
      </p:sp>
      <p:sp>
        <p:nvSpPr>
          <p:cNvPr id="7" name="Google Shape;2761;p266">
            <a:extLst>
              <a:ext uri="{FF2B5EF4-FFF2-40B4-BE49-F238E27FC236}">
                <a16:creationId xmlns:a16="http://schemas.microsoft.com/office/drawing/2014/main" id="{19A2C6B9-160D-8E9B-BFA9-957E6EE893F2}"/>
              </a:ext>
            </a:extLst>
          </p:cNvPr>
          <p:cNvSpPr txBox="1"/>
          <p:nvPr/>
        </p:nvSpPr>
        <p:spPr>
          <a:xfrm>
            <a:off x="2141191" y="891153"/>
            <a:ext cx="2435700" cy="1030991"/>
          </a:xfrm>
          <a:prstGeom prst="rect">
            <a:avLst/>
          </a:prstGeom>
          <a:noFill/>
          <a:ln>
            <a:noFill/>
          </a:ln>
        </p:spPr>
        <p:txBody>
          <a:bodyPr spcFirstLastPara="1" wrap="square" lIns="60950" tIns="30450" rIns="60950" bIns="30450" anchor="t" anchorCtr="0">
            <a:spAutoFit/>
          </a:bodyPr>
          <a:lstStyle/>
          <a:p>
            <a:pPr marL="0" lvl="0" indent="0" algn="ctr" rtl="0">
              <a:spcBef>
                <a:spcPts val="0"/>
              </a:spcBef>
              <a:spcAft>
                <a:spcPts val="0"/>
              </a:spcAft>
              <a:buClr>
                <a:schemeClr val="dk1"/>
              </a:buClr>
              <a:buSzPts val="2100"/>
              <a:buFont typeface="Arial"/>
              <a:buNone/>
            </a:pPr>
            <a:r>
              <a:rPr lang="pt-BR" sz="2100" b="1" dirty="0">
                <a:solidFill>
                  <a:schemeClr val="lt1"/>
                </a:solidFill>
                <a:latin typeface="Poppins"/>
                <a:ea typeface="Poppins"/>
                <a:cs typeface="Poppins"/>
                <a:sym typeface="Poppins"/>
              </a:rPr>
              <a:t>Mapa da Unidade 5   Componente 1</a:t>
            </a:r>
            <a:endParaRPr sz="2100" dirty="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02"/>
        <p:cNvGrpSpPr/>
        <p:nvPr/>
      </p:nvGrpSpPr>
      <p:grpSpPr>
        <a:xfrm>
          <a:off x="0" y="0"/>
          <a:ext cx="0" cy="0"/>
          <a:chOff x="0" y="0"/>
          <a:chExt cx="0" cy="0"/>
        </a:xfrm>
      </p:grpSpPr>
      <p:sp>
        <p:nvSpPr>
          <p:cNvPr id="3704" name="Google Shape;3704;p332"/>
          <p:cNvSpPr txBox="1">
            <a:spLocks noGrp="1"/>
          </p:cNvSpPr>
          <p:nvPr>
            <p:ph type="body" idx="1"/>
          </p:nvPr>
        </p:nvSpPr>
        <p:spPr>
          <a:xfrm>
            <a:off x="1467909" y="1390650"/>
            <a:ext cx="4044900" cy="13977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600"/>
              </a:spcAft>
              <a:buClr>
                <a:schemeClr val="dk1"/>
              </a:buClr>
              <a:buSzPts val="1500"/>
              <a:buFont typeface="Arial"/>
              <a:buChar char="•"/>
            </a:pPr>
            <a:r>
              <a:rPr lang="pt-BR" dirty="0"/>
              <a:t>Ampliar o mesmo programa com um </a:t>
            </a:r>
            <a:r>
              <a:rPr lang="pt-BR" i="1" dirty="0"/>
              <a:t>quiz</a:t>
            </a:r>
            <a:r>
              <a:rPr lang="pt-BR" dirty="0"/>
              <a:t> temático e a exibição da pontuação final na tela.</a:t>
            </a:r>
            <a:endParaRPr dirty="0"/>
          </a:p>
        </p:txBody>
      </p:sp>
      <p:sp>
        <p:nvSpPr>
          <p:cNvPr id="3705" name="Google Shape;3705;p332"/>
          <p:cNvSpPr txBox="1">
            <a:spLocks noGrp="1"/>
          </p:cNvSpPr>
          <p:nvPr>
            <p:ph type="body" idx="2"/>
          </p:nvPr>
        </p:nvSpPr>
        <p:spPr>
          <a:xfrm>
            <a:off x="7467375" y="1355465"/>
            <a:ext cx="4044900" cy="1555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600"/>
              </a:spcAft>
              <a:buClr>
                <a:srgbClr val="000000"/>
              </a:buClr>
              <a:buSzPts val="1500"/>
              <a:buFont typeface="Arial"/>
              <a:buChar char="•"/>
            </a:pPr>
            <a:r>
              <a:rPr lang="pt-BR" dirty="0"/>
              <a:t>Aplicar repetição, condicionais, funções e vetores simples na construção de programas interativos em terminal.</a:t>
            </a:r>
            <a:endParaRPr dirty="0"/>
          </a:p>
        </p:txBody>
      </p:sp>
      <p:sp>
        <p:nvSpPr>
          <p:cNvPr id="3706" name="Google Shape;3706;p332"/>
          <p:cNvSpPr txBox="1">
            <a:spLocks noGrp="1"/>
          </p:cNvSpPr>
          <p:nvPr>
            <p:ph type="body" idx="3"/>
          </p:nvPr>
        </p:nvSpPr>
        <p:spPr>
          <a:xfrm>
            <a:off x="7467375" y="3278707"/>
            <a:ext cx="4044900" cy="15903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600"/>
              </a:spcAft>
              <a:buClr>
                <a:srgbClr val="000000"/>
              </a:buClr>
              <a:buSzPts val="1500"/>
              <a:buFont typeface="Arial"/>
              <a:buChar char="•"/>
            </a:pPr>
            <a:r>
              <a:rPr lang="pt-BR" dirty="0"/>
              <a:t>Praticar o autocontrole ao revisar regras do jogo ou simulador, mantendo atenção ao fluxo e à coerência das interações.</a:t>
            </a:r>
            <a:endParaRPr dirty="0"/>
          </a:p>
        </p:txBody>
      </p:sp>
      <p:sp>
        <p:nvSpPr>
          <p:cNvPr id="3707" name="Google Shape;3707;p332"/>
          <p:cNvSpPr txBox="1">
            <a:spLocks noGrp="1"/>
          </p:cNvSpPr>
          <p:nvPr>
            <p:ph type="body" idx="4"/>
          </p:nvPr>
        </p:nvSpPr>
        <p:spPr>
          <a:xfrm>
            <a:off x="1467908" y="3278707"/>
            <a:ext cx="4044900" cy="10455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600"/>
              </a:spcAft>
              <a:buClr>
                <a:srgbClr val="000000"/>
              </a:buClr>
              <a:buSzPts val="1500"/>
              <a:buFont typeface="Arial"/>
              <a:buChar char="•"/>
            </a:pPr>
            <a:r>
              <a:rPr lang="pt-BR" dirty="0">
                <a:solidFill>
                  <a:schemeClr val="dk1"/>
                </a:solidFill>
              </a:rPr>
              <a:t>Roteiro de atividade prática.</a:t>
            </a:r>
            <a:endParaRPr dirty="0"/>
          </a:p>
          <a:p>
            <a:pPr marL="342900" marR="0" lvl="0" indent="-342900" algn="l" rtl="0">
              <a:lnSpc>
                <a:spcPct val="100000"/>
              </a:lnSpc>
              <a:spcBef>
                <a:spcPts val="0"/>
              </a:spcBef>
              <a:spcAft>
                <a:spcPts val="60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Recurso audiovisual para exibição de vídeos e imagens.</a:t>
            </a:r>
            <a:endParaRPr dirty="0"/>
          </a:p>
          <a:p>
            <a:pPr marL="342900" marR="0" lvl="0" indent="-342900" algn="l" rtl="0">
              <a:lnSpc>
                <a:spcPct val="100000"/>
              </a:lnSpc>
              <a:spcBef>
                <a:spcPts val="0"/>
              </a:spcBef>
              <a:spcAft>
                <a:spcPts val="60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Caneta e caderno para anotações.</a:t>
            </a:r>
            <a:endParaRPr dirty="0"/>
          </a:p>
          <a:p>
            <a:pPr marL="342900" marR="0" lvl="0" indent="-342900" algn="l" rtl="0">
              <a:lnSpc>
                <a:spcPct val="100000"/>
              </a:lnSpc>
              <a:spcBef>
                <a:spcPts val="0"/>
              </a:spcBef>
              <a:spcAft>
                <a:spcPts val="600"/>
              </a:spcAft>
              <a:buClr>
                <a:srgbClr val="000000"/>
              </a:buClr>
              <a:buSzPts val="1500"/>
              <a:buFont typeface="Arial"/>
              <a:buChar char="•"/>
            </a:pPr>
            <a:r>
              <a:rPr lang="pt-BR" sz="1500" b="0" i="0" u="none" strike="noStrike" cap="none" dirty="0">
                <a:solidFill>
                  <a:srgbClr val="000000"/>
                </a:solidFill>
                <a:latin typeface="Poppins"/>
                <a:ea typeface="Poppins"/>
                <a:cs typeface="Poppins"/>
                <a:sym typeface="Poppins"/>
              </a:rPr>
              <a:t>Computador com internet.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12"/>
        <p:cNvGrpSpPr/>
        <p:nvPr/>
      </p:nvGrpSpPr>
      <p:grpSpPr>
        <a:xfrm>
          <a:off x="0" y="0"/>
          <a:ext cx="0" cy="0"/>
          <a:chOff x="0" y="0"/>
          <a:chExt cx="0" cy="0"/>
        </a:xfrm>
      </p:grpSpPr>
      <p:sp>
        <p:nvSpPr>
          <p:cNvPr id="3713" name="Google Shape;3713;p333"/>
          <p:cNvSpPr txBox="1">
            <a:spLocks noGrp="1"/>
          </p:cNvSpPr>
          <p:nvPr>
            <p:ph type="body" idx="1"/>
          </p:nvPr>
        </p:nvSpPr>
        <p:spPr>
          <a:xfrm>
            <a:off x="2630900" y="755249"/>
            <a:ext cx="8512200" cy="610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pt-BR" sz="3200" b="1" dirty="0">
                <a:solidFill>
                  <a:srgbClr val="FF161F"/>
                </a:solidFill>
                <a:latin typeface="Poppins"/>
                <a:ea typeface="Poppins"/>
                <a:cs typeface="Poppins"/>
                <a:sym typeface="Poppins"/>
              </a:rPr>
              <a:t>De 3 perguntas para um </a:t>
            </a:r>
            <a:r>
              <a:rPr lang="pt-BR" sz="3200" b="1" i="1" dirty="0">
                <a:solidFill>
                  <a:srgbClr val="FF161F"/>
                </a:solidFill>
                <a:latin typeface="Poppins"/>
                <a:ea typeface="Poppins"/>
                <a:cs typeface="Poppins"/>
                <a:sym typeface="Poppins"/>
              </a:rPr>
              <a:t>quiz</a:t>
            </a:r>
            <a:r>
              <a:rPr lang="pt-BR" sz="3200" b="1" dirty="0">
                <a:solidFill>
                  <a:srgbClr val="FF161F"/>
                </a:solidFill>
                <a:latin typeface="Poppins"/>
                <a:ea typeface="Poppins"/>
                <a:cs typeface="Poppins"/>
                <a:sym typeface="Poppins"/>
              </a:rPr>
              <a:t> completo</a:t>
            </a:r>
            <a:endParaRPr sz="3200" dirty="0"/>
          </a:p>
        </p:txBody>
      </p:sp>
      <p:sp>
        <p:nvSpPr>
          <p:cNvPr id="3714" name="Google Shape;3714;p333"/>
          <p:cNvSpPr txBox="1">
            <a:spLocks noGrp="1"/>
          </p:cNvSpPr>
          <p:nvPr>
            <p:ph type="body" idx="2"/>
          </p:nvPr>
        </p:nvSpPr>
        <p:spPr>
          <a:xfrm>
            <a:off x="2630900" y="1721669"/>
            <a:ext cx="8841521" cy="145684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pt-BR" sz="2200" b="0" dirty="0">
                <a:solidFill>
                  <a:schemeClr val="dk1"/>
                </a:solidFill>
                <a:latin typeface="Poppins"/>
                <a:ea typeface="Poppins"/>
                <a:cs typeface="Poppins"/>
                <a:sym typeface="Poppins"/>
              </a:rPr>
              <a:t>Na aula anterior, vocês criaram um </a:t>
            </a:r>
            <a:r>
              <a:rPr lang="pt-BR" sz="2200" b="0" i="1" dirty="0">
                <a:solidFill>
                  <a:schemeClr val="dk1"/>
                </a:solidFill>
                <a:latin typeface="Poppins"/>
                <a:ea typeface="Poppins"/>
                <a:cs typeface="Poppins"/>
                <a:sym typeface="Poppins"/>
              </a:rPr>
              <a:t>quiz</a:t>
            </a:r>
            <a:r>
              <a:rPr lang="pt-BR" sz="2200" b="0" dirty="0">
                <a:solidFill>
                  <a:schemeClr val="dk1"/>
                </a:solidFill>
                <a:latin typeface="Poppins"/>
                <a:ea typeface="Poppins"/>
                <a:cs typeface="Poppins"/>
                <a:sym typeface="Poppins"/>
              </a:rPr>
              <a:t> com 3 perguntas usando </a:t>
            </a:r>
            <a:r>
              <a:rPr lang="pt-BR" sz="2200" dirty="0">
                <a:solidFill>
                  <a:schemeClr val="dk1"/>
                </a:solidFill>
                <a:latin typeface="Poppins"/>
                <a:ea typeface="Poppins"/>
                <a:cs typeface="Poppins"/>
                <a:sym typeface="Poppins"/>
              </a:rPr>
              <a:t>listas</a:t>
            </a:r>
            <a:r>
              <a:rPr lang="pt-BR" sz="2200" b="0" dirty="0">
                <a:solidFill>
                  <a:schemeClr val="dk1"/>
                </a:solidFill>
                <a:latin typeface="Poppins"/>
                <a:ea typeface="Poppins"/>
                <a:cs typeface="Poppins"/>
                <a:sym typeface="Poppins"/>
              </a:rPr>
              <a:t> e </a:t>
            </a:r>
            <a:r>
              <a:rPr lang="pt-BR" sz="2200" dirty="0">
                <a:solidFill>
                  <a:schemeClr val="dk1"/>
                </a:solidFill>
                <a:latin typeface="Poppins"/>
                <a:ea typeface="Poppins"/>
                <a:cs typeface="Poppins"/>
                <a:sym typeface="Poppins"/>
              </a:rPr>
              <a:t>loop for</a:t>
            </a:r>
            <a:r>
              <a:rPr lang="pt-BR" sz="2200" b="0" dirty="0">
                <a:solidFill>
                  <a:schemeClr val="dk1"/>
                </a:solidFill>
                <a:latin typeface="Poppins"/>
                <a:ea typeface="Poppins"/>
                <a:cs typeface="Poppins"/>
                <a:sym typeface="Poppins"/>
              </a:rPr>
              <a:t>. O programa faz a pergunta, recebe a resposta, verifica e conta os pontos. Funciona. Mas um </a:t>
            </a:r>
            <a:r>
              <a:rPr lang="pt-BR" sz="2200" b="0" i="1" dirty="0">
                <a:solidFill>
                  <a:schemeClr val="dk1"/>
                </a:solidFill>
                <a:latin typeface="Poppins"/>
                <a:ea typeface="Poppins"/>
                <a:cs typeface="Poppins"/>
                <a:sym typeface="Poppins"/>
              </a:rPr>
              <a:t>quiz</a:t>
            </a:r>
            <a:r>
              <a:rPr lang="pt-BR" sz="2200" b="0" dirty="0">
                <a:solidFill>
                  <a:schemeClr val="dk1"/>
                </a:solidFill>
                <a:latin typeface="Poppins"/>
                <a:ea typeface="Poppins"/>
                <a:cs typeface="Poppins"/>
                <a:sym typeface="Poppins"/>
              </a:rPr>
              <a:t> de verdade tem mais coisas.</a:t>
            </a:r>
            <a:endParaRPr sz="2200" b="0" dirty="0">
              <a:solidFill>
                <a:schemeClr val="dk1"/>
              </a:solidFill>
              <a:latin typeface="Poppins"/>
              <a:ea typeface="Poppins"/>
              <a:cs typeface="Poppins"/>
              <a:sym typeface="Poppins"/>
            </a:endParaRPr>
          </a:p>
          <a:p>
            <a:pPr marL="0" lvl="0" indent="0" algn="l" rtl="0">
              <a:spcBef>
                <a:spcPts val="0"/>
              </a:spcBef>
              <a:spcAft>
                <a:spcPts val="0"/>
              </a:spcAft>
              <a:buNone/>
            </a:pPr>
            <a:endParaRPr sz="2200" b="0" dirty="0">
              <a:solidFill>
                <a:schemeClr val="dk1"/>
              </a:solidFill>
              <a:latin typeface="Poppins"/>
              <a:ea typeface="Poppins"/>
              <a:cs typeface="Poppins"/>
              <a:sym typeface="Poppins"/>
            </a:endParaRPr>
          </a:p>
          <a:p>
            <a:pPr marL="0" lvl="0" indent="0" algn="l" rtl="0">
              <a:spcBef>
                <a:spcPts val="0"/>
              </a:spcBef>
              <a:spcAft>
                <a:spcPts val="0"/>
              </a:spcAft>
              <a:buNone/>
            </a:pPr>
            <a:endParaRPr sz="2200" b="0" dirty="0">
              <a:solidFill>
                <a:schemeClr val="dk1"/>
              </a:solidFill>
              <a:latin typeface="Poppins"/>
              <a:ea typeface="Poppins"/>
              <a:cs typeface="Poppins"/>
              <a:sym typeface="Poppins"/>
            </a:endParaRPr>
          </a:p>
        </p:txBody>
      </p:sp>
      <p:sp>
        <p:nvSpPr>
          <p:cNvPr id="4" name="Google Shape;136;p4">
            <a:extLst>
              <a:ext uri="{FF2B5EF4-FFF2-40B4-BE49-F238E27FC236}">
                <a16:creationId xmlns:a16="http://schemas.microsoft.com/office/drawing/2014/main" id="{20D0A798-EA96-1AB9-7C2D-CF80160AC458}"/>
              </a:ext>
            </a:extLst>
          </p:cNvPr>
          <p:cNvSpPr txBox="1"/>
          <p:nvPr/>
        </p:nvSpPr>
        <p:spPr>
          <a:xfrm>
            <a:off x="2702143" y="3810251"/>
            <a:ext cx="7620208" cy="2262885"/>
          </a:xfrm>
          <a:prstGeom prst="rect">
            <a:avLst/>
          </a:prstGeom>
          <a:solidFill>
            <a:srgbClr val="529AC2">
              <a:alpha val="50000"/>
            </a:srgbClr>
          </a:solidFill>
          <a:ln w="19050" cap="flat" cmpd="sng">
            <a:noFill/>
            <a:prstDash val="solid"/>
            <a:round/>
            <a:headEnd type="none" w="sm" len="sm"/>
            <a:tailEnd type="none" w="sm" len="sm"/>
          </a:ln>
          <a:effectLst/>
        </p:spPr>
        <p:txBody>
          <a:bodyPr spcFirstLastPara="1" wrap="square" lIns="168000" tIns="168000" rIns="96000" bIns="168000" anchor="t" anchorCtr="0">
            <a:spAutoFit/>
          </a:bodyPr>
          <a:lstStyle/>
          <a:p>
            <a:pPr lvl="0">
              <a:spcBef>
                <a:spcPts val="1800"/>
              </a:spcBef>
              <a:buSzPts val="1100"/>
              <a:defRPr/>
            </a:pPr>
            <a:r>
              <a:rPr lang="pt-BR" sz="2200" dirty="0">
                <a:latin typeface="Poppins" panose="00000500000000000000" pitchFamily="2" charset="0"/>
                <a:ea typeface="Poppins"/>
                <a:cs typeface="Poppins" panose="00000500000000000000" pitchFamily="2" charset="0"/>
                <a:sym typeface="Poppins"/>
              </a:rPr>
              <a:t>Pensem no Kahoot! de novo. No final, ele não mostra só um número. Ele mostra uma mensagem diferente dependendo do desempenho. Quem acertou tudo recebe um "Parabéns!". Quem acertou pouco recebe um "Continue tentando".</a:t>
            </a:r>
          </a:p>
        </p:txBody>
      </p:sp>
      <p:grpSp>
        <p:nvGrpSpPr>
          <p:cNvPr id="5" name="Agrupar 4">
            <a:extLst>
              <a:ext uri="{FF2B5EF4-FFF2-40B4-BE49-F238E27FC236}">
                <a16:creationId xmlns:a16="http://schemas.microsoft.com/office/drawing/2014/main" id="{016C930B-0C54-242C-B244-9168FC27E302}"/>
              </a:ext>
            </a:extLst>
          </p:cNvPr>
          <p:cNvGrpSpPr/>
          <p:nvPr/>
        </p:nvGrpSpPr>
        <p:grpSpPr>
          <a:xfrm>
            <a:off x="2383269" y="3429000"/>
            <a:ext cx="3471333" cy="728133"/>
            <a:chOff x="12518550" y="3934034"/>
            <a:chExt cx="5207000" cy="1092200"/>
          </a:xfrm>
        </p:grpSpPr>
        <p:pic>
          <p:nvPicPr>
            <p:cNvPr id="6" name="Imagem 5">
              <a:extLst>
                <a:ext uri="{FF2B5EF4-FFF2-40B4-BE49-F238E27FC236}">
                  <a16:creationId xmlns:a16="http://schemas.microsoft.com/office/drawing/2014/main" id="{DF594BC1-99C9-5F5E-7FD1-6F780065ADDC}"/>
                </a:ext>
              </a:extLst>
            </p:cNvPr>
            <p:cNvPicPr>
              <a:picLocks noChangeAspect="1"/>
            </p:cNvPicPr>
            <p:nvPr/>
          </p:nvPicPr>
          <p:blipFill>
            <a:blip r:embed="rId3"/>
            <a:stretch>
              <a:fillRect/>
            </a:stretch>
          </p:blipFill>
          <p:spPr>
            <a:xfrm>
              <a:off x="12518550" y="3934034"/>
              <a:ext cx="5207000" cy="1092200"/>
            </a:xfrm>
            <a:prstGeom prst="rect">
              <a:avLst/>
            </a:prstGeom>
          </p:spPr>
        </p:pic>
        <p:sp>
          <p:nvSpPr>
            <p:cNvPr id="7" name="CaixaDeTexto 6">
              <a:extLst>
                <a:ext uri="{FF2B5EF4-FFF2-40B4-BE49-F238E27FC236}">
                  <a16:creationId xmlns:a16="http://schemas.microsoft.com/office/drawing/2014/main" id="{7DAC8871-B83A-C1F7-97B8-BFB20E9F9608}"/>
                </a:ext>
              </a:extLst>
            </p:cNvPr>
            <p:cNvSpPr txBox="1"/>
            <p:nvPr/>
          </p:nvSpPr>
          <p:spPr>
            <a:xfrm>
              <a:off x="14251292" y="4259437"/>
              <a:ext cx="3250044" cy="347664"/>
            </a:xfrm>
            <a:prstGeom prst="rect">
              <a:avLst/>
            </a:prstGeom>
            <a:noFill/>
            <a:ln>
              <a:noFill/>
            </a:ln>
          </p:spPr>
          <p:txBody>
            <a:bodyPr spcFirstLastPara="1" wrap="square" lIns="60950" tIns="30467" rIns="60950" bIns="30467" rtlCol="0" anchor="t" anchorCtr="0">
              <a:noAutofit/>
            </a:bodyPr>
            <a:lstStyle/>
            <a:p>
              <a:pPr algn="ctr"/>
              <a:r>
                <a:rPr lang="pt-BR" sz="1600" b="1" dirty="0">
                  <a:solidFill>
                    <a:schemeClr val="bg1"/>
                  </a:solidFill>
                  <a:latin typeface="Poppins" pitchFamily="2" charset="77"/>
                  <a:cs typeface="Poppins" pitchFamily="2" charset="77"/>
                </a:rPr>
                <a:t>PARA REFLETIR</a:t>
              </a:r>
            </a:p>
          </p:txBody>
        </p:sp>
        <p:pic>
          <p:nvPicPr>
            <p:cNvPr id="8" name="Gráfico 7">
              <a:extLst>
                <a:ext uri="{FF2B5EF4-FFF2-40B4-BE49-F238E27FC236}">
                  <a16:creationId xmlns:a16="http://schemas.microsoft.com/office/drawing/2014/main" id="{74FC4344-DD22-C11E-D68E-0579F716AD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09900" y="4059563"/>
              <a:ext cx="889000" cy="825500"/>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19"/>
        <p:cNvGrpSpPr/>
        <p:nvPr/>
      </p:nvGrpSpPr>
      <p:grpSpPr>
        <a:xfrm>
          <a:off x="0" y="0"/>
          <a:ext cx="0" cy="0"/>
          <a:chOff x="0" y="0"/>
          <a:chExt cx="0" cy="0"/>
        </a:xfrm>
      </p:grpSpPr>
      <p:sp>
        <p:nvSpPr>
          <p:cNvPr id="3721" name="Google Shape;3721;p334"/>
          <p:cNvSpPr txBox="1">
            <a:spLocks noGrp="1"/>
          </p:cNvSpPr>
          <p:nvPr>
            <p:ph type="body" idx="2"/>
          </p:nvPr>
        </p:nvSpPr>
        <p:spPr>
          <a:xfrm>
            <a:off x="3228474" y="2608869"/>
            <a:ext cx="4275568" cy="914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1200"/>
              </a:spcAft>
              <a:buSzPct val="100000"/>
            </a:pPr>
            <a:r>
              <a:rPr lang="pt-BR" sz="2000" dirty="0">
                <a:solidFill>
                  <a:schemeClr val="dk1"/>
                </a:solidFill>
                <a:latin typeface="Poppins"/>
                <a:ea typeface="Poppins"/>
                <a:cs typeface="Poppins"/>
                <a:sym typeface="Poppins"/>
              </a:rPr>
              <a:t>Mais perguntas com um tema</a:t>
            </a:r>
            <a:endParaRPr sz="2000" dirty="0">
              <a:solidFill>
                <a:schemeClr val="dk1"/>
              </a:solidFill>
              <a:latin typeface="Poppins"/>
              <a:ea typeface="Poppins"/>
              <a:cs typeface="Poppins"/>
              <a:sym typeface="Poppins"/>
            </a:endParaRPr>
          </a:p>
          <a:p>
            <a:pPr marL="0" lvl="0" indent="0" algn="l" rtl="0">
              <a:spcBef>
                <a:spcPts val="0"/>
              </a:spcBef>
              <a:spcAft>
                <a:spcPts val="0"/>
              </a:spcAft>
              <a:buNone/>
            </a:pPr>
            <a:r>
              <a:rPr lang="pt-BR" sz="1400" b="0" dirty="0">
                <a:solidFill>
                  <a:schemeClr val="dk1"/>
                </a:solidFill>
                <a:latin typeface="Poppins"/>
                <a:ea typeface="Poppins"/>
                <a:cs typeface="Poppins"/>
                <a:sym typeface="Poppins"/>
              </a:rPr>
              <a:t>Em vez de perguntas aleatórias, o </a:t>
            </a:r>
            <a:r>
              <a:rPr lang="pt-BR" sz="1400" b="0" i="1" dirty="0">
                <a:solidFill>
                  <a:schemeClr val="dk1"/>
                </a:solidFill>
                <a:latin typeface="Poppins"/>
                <a:ea typeface="Poppins"/>
                <a:cs typeface="Poppins"/>
                <a:sym typeface="Poppins"/>
              </a:rPr>
              <a:t>quiz</a:t>
            </a:r>
            <a:r>
              <a:rPr lang="pt-BR" sz="1400" b="0" dirty="0">
                <a:solidFill>
                  <a:schemeClr val="dk1"/>
                </a:solidFill>
                <a:latin typeface="Poppins"/>
                <a:ea typeface="Poppins"/>
                <a:cs typeface="Poppins"/>
                <a:sym typeface="Poppins"/>
              </a:rPr>
              <a:t> tem um tema. Pode ser geografia, ciências, matemática ou qualquer assunto. O tema deixa o </a:t>
            </a:r>
            <a:r>
              <a:rPr lang="pt-BR" sz="1400" b="0" i="1" dirty="0">
                <a:solidFill>
                  <a:schemeClr val="dk1"/>
                </a:solidFill>
                <a:latin typeface="Poppins"/>
                <a:ea typeface="Poppins"/>
                <a:cs typeface="Poppins"/>
                <a:sym typeface="Poppins"/>
              </a:rPr>
              <a:t>quiz</a:t>
            </a:r>
            <a:r>
              <a:rPr lang="pt-BR" sz="1400" b="0" dirty="0">
                <a:solidFill>
                  <a:schemeClr val="dk1"/>
                </a:solidFill>
                <a:latin typeface="Poppins"/>
                <a:ea typeface="Poppins"/>
                <a:cs typeface="Poppins"/>
                <a:sym typeface="Poppins"/>
              </a:rPr>
              <a:t> mais interessante e organizado.</a:t>
            </a:r>
            <a:endParaRPr sz="1400" b="0" dirty="0">
              <a:solidFill>
                <a:schemeClr val="dk1"/>
              </a:solidFill>
              <a:latin typeface="Poppins"/>
              <a:ea typeface="Poppins"/>
              <a:cs typeface="Poppins"/>
              <a:sym typeface="Poppins"/>
            </a:endParaRPr>
          </a:p>
          <a:p>
            <a:pPr marL="0" lvl="0" indent="0" algn="l" rtl="0">
              <a:spcBef>
                <a:spcPts val="0"/>
              </a:spcBef>
              <a:spcAft>
                <a:spcPts val="0"/>
              </a:spcAft>
              <a:buNone/>
            </a:pPr>
            <a:endParaRPr sz="2000" b="0" dirty="0">
              <a:solidFill>
                <a:schemeClr val="dk1"/>
              </a:solidFill>
              <a:latin typeface="Poppins"/>
              <a:ea typeface="Poppins"/>
              <a:cs typeface="Poppins"/>
              <a:sym typeface="Poppins"/>
            </a:endParaRPr>
          </a:p>
          <a:p>
            <a:pPr marL="0" lvl="0" indent="0" algn="l" rtl="0">
              <a:spcBef>
                <a:spcPts val="0"/>
              </a:spcBef>
              <a:spcAft>
                <a:spcPts val="0"/>
              </a:spcAft>
              <a:buNone/>
            </a:pPr>
            <a:endParaRPr sz="2000" b="0" dirty="0">
              <a:solidFill>
                <a:schemeClr val="dk1"/>
              </a:solidFill>
              <a:latin typeface="Poppins"/>
              <a:ea typeface="Poppins"/>
              <a:cs typeface="Poppins"/>
              <a:sym typeface="Poppins"/>
            </a:endParaRPr>
          </a:p>
        </p:txBody>
      </p:sp>
      <p:sp>
        <p:nvSpPr>
          <p:cNvPr id="3" name="CaixaDeTexto 2">
            <a:extLst>
              <a:ext uri="{FF2B5EF4-FFF2-40B4-BE49-F238E27FC236}">
                <a16:creationId xmlns:a16="http://schemas.microsoft.com/office/drawing/2014/main" id="{33753AF0-2111-928A-53CE-526555FE0AF1}"/>
              </a:ext>
            </a:extLst>
          </p:cNvPr>
          <p:cNvSpPr txBox="1"/>
          <p:nvPr/>
        </p:nvSpPr>
        <p:spPr>
          <a:xfrm>
            <a:off x="2612250" y="1894956"/>
            <a:ext cx="7267246"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4500"/>
              <a:buFont typeface="Poppins"/>
              <a:buNone/>
              <a:tabLst/>
              <a:defRPr/>
            </a:pPr>
            <a:r>
              <a:rPr kumimoji="0" lang="pt-BR" sz="2200" b="0" i="0" u="none" strike="noStrike" kern="0" cap="none" spc="0" normalizeH="0" baseline="0" noProof="0" dirty="0">
                <a:ln>
                  <a:noFill/>
                </a:ln>
                <a:solidFill>
                  <a:srgbClr val="000000"/>
                </a:solidFill>
                <a:effectLst/>
                <a:uLnTx/>
                <a:uFillTx/>
                <a:latin typeface="Poppins"/>
                <a:ea typeface="Poppins"/>
                <a:cs typeface="Poppins"/>
                <a:sym typeface="Poppins"/>
              </a:rPr>
              <a:t>Para fazer isso, precisamos de duas ações novas:</a:t>
            </a:r>
          </a:p>
        </p:txBody>
      </p:sp>
      <p:sp>
        <p:nvSpPr>
          <p:cNvPr id="5" name="CaixaDeTexto 4">
            <a:extLst>
              <a:ext uri="{FF2B5EF4-FFF2-40B4-BE49-F238E27FC236}">
                <a16:creationId xmlns:a16="http://schemas.microsoft.com/office/drawing/2014/main" id="{875C8D5D-A331-F2F4-918D-DDC0C85AD185}"/>
              </a:ext>
            </a:extLst>
          </p:cNvPr>
          <p:cNvSpPr txBox="1"/>
          <p:nvPr/>
        </p:nvSpPr>
        <p:spPr>
          <a:xfrm>
            <a:off x="3228474" y="4539629"/>
            <a:ext cx="427556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1200"/>
              </a:spcBef>
              <a:spcAft>
                <a:spcPts val="1200"/>
              </a:spcAft>
              <a:buClr>
                <a:srgbClr val="000000"/>
              </a:buClr>
              <a:buSzPct val="100000"/>
              <a:buFont typeface="Poppins"/>
              <a:buNone/>
              <a:tabLst/>
              <a:defRPr/>
            </a:pPr>
            <a:r>
              <a:rPr kumimoji="0" lang="pt-BR" sz="2000" b="1" i="0" u="none" strike="noStrike" kern="0" cap="none" spc="0" normalizeH="0" baseline="0" noProof="0" dirty="0">
                <a:ln>
                  <a:noFill/>
                </a:ln>
                <a:solidFill>
                  <a:srgbClr val="000000"/>
                </a:solidFill>
                <a:effectLst/>
                <a:uLnTx/>
                <a:uFillTx/>
                <a:latin typeface="Poppins"/>
                <a:cs typeface="Poppins"/>
                <a:sym typeface="Poppins"/>
              </a:rPr>
              <a:t>Mensagem final personalizada</a:t>
            </a:r>
          </a:p>
          <a:p>
            <a:pPr marL="0" marR="0" lvl="0" indent="0" algn="l" defTabSz="914400" rtl="0" eaLnBrk="1" fontAlgn="auto" latinLnBrk="0" hangingPunct="1">
              <a:lnSpc>
                <a:spcPct val="100000"/>
              </a:lnSpc>
              <a:spcAft>
                <a:spcPts val="0"/>
              </a:spcAft>
              <a:buClr>
                <a:srgbClr val="000000"/>
              </a:buClr>
              <a:buSzPts val="4500"/>
              <a:buFont typeface="Poppins"/>
              <a:buNone/>
              <a:tabLst/>
              <a:defRPr/>
            </a:pPr>
            <a:r>
              <a:rPr kumimoji="0" lang="pt-BR" b="0" i="0" u="none" strike="noStrike" kern="0" cap="none" spc="0" normalizeH="0" baseline="0" noProof="0" dirty="0">
                <a:ln>
                  <a:noFill/>
                </a:ln>
                <a:solidFill>
                  <a:srgbClr val="000000"/>
                </a:solidFill>
                <a:effectLst/>
                <a:uLnTx/>
                <a:uFillTx/>
                <a:latin typeface="Poppins"/>
                <a:ea typeface="Poppins"/>
                <a:cs typeface="Poppins"/>
                <a:sym typeface="Poppins"/>
              </a:rPr>
              <a:t>Depois do loop, usamos if, elif e else para mostrar uma mensagem diferente dependendo da pontuação.</a:t>
            </a:r>
          </a:p>
        </p:txBody>
      </p:sp>
      <p:cxnSp>
        <p:nvCxnSpPr>
          <p:cNvPr id="7" name="Google Shape;597;p15">
            <a:extLst>
              <a:ext uri="{FF2B5EF4-FFF2-40B4-BE49-F238E27FC236}">
                <a16:creationId xmlns:a16="http://schemas.microsoft.com/office/drawing/2014/main" id="{E282FAF8-6526-5CEF-0868-B852BF36C60F}"/>
              </a:ext>
            </a:extLst>
          </p:cNvPr>
          <p:cNvCxnSpPr>
            <a:cxnSpLocks/>
          </p:cNvCxnSpPr>
          <p:nvPr/>
        </p:nvCxnSpPr>
        <p:spPr>
          <a:xfrm flipH="1">
            <a:off x="3218308" y="3039328"/>
            <a:ext cx="3929019" cy="0"/>
          </a:xfrm>
          <a:prstGeom prst="straightConnector1">
            <a:avLst/>
          </a:prstGeom>
          <a:noFill/>
          <a:ln w="19050" cap="flat" cmpd="sng">
            <a:solidFill>
              <a:schemeClr val="dk1"/>
            </a:solidFill>
            <a:prstDash val="solid"/>
            <a:round/>
            <a:headEnd type="diamond" w="med" len="med"/>
            <a:tailEnd type="none" w="sm" len="sm"/>
          </a:ln>
        </p:spPr>
      </p:cxnSp>
      <p:cxnSp>
        <p:nvCxnSpPr>
          <p:cNvPr id="9" name="Google Shape;597;p15">
            <a:extLst>
              <a:ext uri="{FF2B5EF4-FFF2-40B4-BE49-F238E27FC236}">
                <a16:creationId xmlns:a16="http://schemas.microsoft.com/office/drawing/2014/main" id="{53B26047-EE5D-DE88-A111-991CCF87D691}"/>
              </a:ext>
            </a:extLst>
          </p:cNvPr>
          <p:cNvCxnSpPr>
            <a:cxnSpLocks/>
          </p:cNvCxnSpPr>
          <p:nvPr/>
        </p:nvCxnSpPr>
        <p:spPr>
          <a:xfrm flipH="1">
            <a:off x="3218308" y="4947264"/>
            <a:ext cx="3929019" cy="0"/>
          </a:xfrm>
          <a:prstGeom prst="straightConnector1">
            <a:avLst/>
          </a:prstGeom>
          <a:noFill/>
          <a:ln w="19050" cap="flat" cmpd="sng">
            <a:solidFill>
              <a:schemeClr val="dk1"/>
            </a:solidFill>
            <a:prstDash val="solid"/>
            <a:round/>
            <a:headEnd type="diamond" w="med" len="med"/>
            <a:tailEnd type="none" w="sm" len="sm"/>
          </a:ln>
        </p:spPr>
      </p:cxnSp>
      <p:sp>
        <p:nvSpPr>
          <p:cNvPr id="10" name="Google Shape;3713;p333">
            <a:extLst>
              <a:ext uri="{FF2B5EF4-FFF2-40B4-BE49-F238E27FC236}">
                <a16:creationId xmlns:a16="http://schemas.microsoft.com/office/drawing/2014/main" id="{339B73A8-659F-C3B2-2277-7C567C3EF0AC}"/>
              </a:ext>
            </a:extLst>
          </p:cNvPr>
          <p:cNvSpPr txBox="1">
            <a:spLocks noGrp="1"/>
          </p:cNvSpPr>
          <p:nvPr>
            <p:ph type="body" idx="1"/>
          </p:nvPr>
        </p:nvSpPr>
        <p:spPr>
          <a:xfrm>
            <a:off x="2630900" y="755249"/>
            <a:ext cx="8512200" cy="610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pt-BR" sz="3200" b="1" dirty="0">
                <a:solidFill>
                  <a:srgbClr val="FF161F"/>
                </a:solidFill>
                <a:latin typeface="Poppins"/>
                <a:ea typeface="Poppins"/>
                <a:cs typeface="Poppins"/>
                <a:sym typeface="Poppins"/>
              </a:rPr>
              <a:t>De 3 perguntas para um </a:t>
            </a:r>
            <a:r>
              <a:rPr lang="pt-BR" sz="3200" b="1" i="1" dirty="0">
                <a:solidFill>
                  <a:srgbClr val="FF161F"/>
                </a:solidFill>
                <a:latin typeface="Poppins"/>
                <a:ea typeface="Poppins"/>
                <a:cs typeface="Poppins"/>
                <a:sym typeface="Poppins"/>
              </a:rPr>
              <a:t>quiz</a:t>
            </a:r>
            <a:r>
              <a:rPr lang="pt-BR" sz="3200" b="1" dirty="0">
                <a:solidFill>
                  <a:srgbClr val="FF161F"/>
                </a:solidFill>
                <a:latin typeface="Poppins"/>
                <a:ea typeface="Poppins"/>
                <a:cs typeface="Poppins"/>
                <a:sym typeface="Poppins"/>
              </a:rPr>
              <a:t> completo</a:t>
            </a:r>
            <a:endParaRPr sz="3200" dirty="0"/>
          </a:p>
        </p:txBody>
      </p:sp>
      <p:sp>
        <p:nvSpPr>
          <p:cNvPr id="11" name="Google Shape;591;p15">
            <a:extLst>
              <a:ext uri="{FF2B5EF4-FFF2-40B4-BE49-F238E27FC236}">
                <a16:creationId xmlns:a16="http://schemas.microsoft.com/office/drawing/2014/main" id="{6C9A250F-D064-B794-6935-2AFD03B8306B}"/>
              </a:ext>
            </a:extLst>
          </p:cNvPr>
          <p:cNvSpPr txBox="1"/>
          <p:nvPr/>
        </p:nvSpPr>
        <p:spPr>
          <a:xfrm>
            <a:off x="2611141" y="2640015"/>
            <a:ext cx="607167" cy="570490"/>
          </a:xfrm>
          <a:prstGeom prst="rect">
            <a:avLst/>
          </a:prstGeom>
          <a:solidFill>
            <a:srgbClr val="28566E"/>
          </a:solidFill>
          <a:ln>
            <a:noFill/>
          </a:ln>
        </p:spPr>
        <p:txBody>
          <a:bodyPr spcFirstLastPara="1" wrap="square" lIns="60950" tIns="60950" rIns="60950" bIns="60950" anchor="ctr" anchorCtr="0">
            <a:noAutofit/>
          </a:bodyPr>
          <a:lstStyle/>
          <a:p>
            <a:pPr algn="ctr">
              <a:buSzPts val="3500"/>
            </a:pPr>
            <a:r>
              <a:rPr lang="pt-BR" sz="2400" b="1" dirty="0">
                <a:solidFill>
                  <a:schemeClr val="lt1"/>
                </a:solidFill>
                <a:latin typeface="Poppins"/>
                <a:ea typeface="Poppins"/>
                <a:cs typeface="Poppins"/>
                <a:sym typeface="Poppins"/>
              </a:rPr>
              <a:t>1</a:t>
            </a:r>
            <a:endParaRPr sz="2400" b="1" dirty="0">
              <a:solidFill>
                <a:schemeClr val="lt1"/>
              </a:solidFill>
              <a:latin typeface="Poppins"/>
              <a:ea typeface="Poppins"/>
              <a:cs typeface="Poppins"/>
              <a:sym typeface="Poppins"/>
            </a:endParaRPr>
          </a:p>
        </p:txBody>
      </p:sp>
      <p:sp>
        <p:nvSpPr>
          <p:cNvPr id="12" name="Google Shape;591;p15">
            <a:extLst>
              <a:ext uri="{FF2B5EF4-FFF2-40B4-BE49-F238E27FC236}">
                <a16:creationId xmlns:a16="http://schemas.microsoft.com/office/drawing/2014/main" id="{52A4730B-1C96-0723-3D6E-91DAF7BE90CC}"/>
              </a:ext>
            </a:extLst>
          </p:cNvPr>
          <p:cNvSpPr txBox="1"/>
          <p:nvPr/>
        </p:nvSpPr>
        <p:spPr>
          <a:xfrm>
            <a:off x="2606058" y="4567749"/>
            <a:ext cx="607167" cy="570490"/>
          </a:xfrm>
          <a:prstGeom prst="rect">
            <a:avLst/>
          </a:prstGeom>
          <a:solidFill>
            <a:srgbClr val="28566E"/>
          </a:solidFill>
          <a:ln>
            <a:noFill/>
          </a:ln>
        </p:spPr>
        <p:txBody>
          <a:bodyPr spcFirstLastPara="1" wrap="square" lIns="60950" tIns="60950" rIns="60950" bIns="60950" anchor="ctr" anchorCtr="0">
            <a:noAutofit/>
          </a:bodyPr>
          <a:lstStyle/>
          <a:p>
            <a:pPr algn="ctr">
              <a:buSzPts val="3500"/>
            </a:pPr>
            <a:r>
              <a:rPr lang="pt-BR" sz="2400" b="1" dirty="0">
                <a:solidFill>
                  <a:schemeClr val="lt1"/>
                </a:solidFill>
                <a:latin typeface="Poppins"/>
                <a:ea typeface="Poppins"/>
                <a:cs typeface="Poppins"/>
                <a:sym typeface="Poppins"/>
              </a:rPr>
              <a:t>2</a:t>
            </a:r>
            <a:endParaRPr sz="2400" b="1" dirty="0">
              <a:solidFill>
                <a:schemeClr val="lt1"/>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25"/>
        <p:cNvGrpSpPr/>
        <p:nvPr/>
      </p:nvGrpSpPr>
      <p:grpSpPr>
        <a:xfrm>
          <a:off x="0" y="0"/>
          <a:ext cx="0" cy="0"/>
          <a:chOff x="0" y="0"/>
          <a:chExt cx="0" cy="0"/>
        </a:xfrm>
      </p:grpSpPr>
      <p:sp>
        <p:nvSpPr>
          <p:cNvPr id="3726" name="Google Shape;3726;p335"/>
          <p:cNvSpPr txBox="1"/>
          <p:nvPr/>
        </p:nvSpPr>
        <p:spPr>
          <a:xfrm>
            <a:off x="3238725" y="2968450"/>
            <a:ext cx="3466800" cy="1154102"/>
          </a:xfrm>
          <a:prstGeom prst="rect">
            <a:avLst/>
          </a:prstGeom>
          <a:noFill/>
          <a:ln>
            <a:noFill/>
          </a:ln>
        </p:spPr>
        <p:txBody>
          <a:bodyPr spcFirstLastPara="1" wrap="square" lIns="60950" tIns="30450" rIns="60950" bIns="30450" anchor="t" anchorCtr="0">
            <a:spAutoFit/>
          </a:bodyPr>
          <a:lstStyle/>
          <a:p>
            <a:pPr marL="412750" lvl="0" indent="-285750" algn="l" rtl="0">
              <a:lnSpc>
                <a:spcPct val="100000"/>
              </a:lnSpc>
              <a:spcBef>
                <a:spcPts val="0"/>
              </a:spcBef>
              <a:spcAft>
                <a:spcPts val="600"/>
              </a:spcAft>
              <a:buClr>
                <a:schemeClr val="dk1"/>
              </a:buClr>
              <a:buSzPct val="157000"/>
              <a:buFont typeface="Arial" panose="020B0604020202020204" pitchFamily="34" charset="0"/>
              <a:buChar char="•"/>
            </a:pPr>
            <a:r>
              <a:rPr lang="pt-BR" dirty="0">
                <a:solidFill>
                  <a:schemeClr val="dk1"/>
                </a:solidFill>
                <a:latin typeface="Poppins"/>
                <a:ea typeface="Poppins"/>
                <a:cs typeface="Poppins"/>
                <a:sym typeface="Poppins"/>
              </a:rPr>
              <a:t>Folha da atividade ou caderno</a:t>
            </a:r>
            <a:endParaRPr dirty="0">
              <a:solidFill>
                <a:schemeClr val="dk1"/>
              </a:solidFill>
              <a:latin typeface="Poppins"/>
              <a:ea typeface="Poppins"/>
              <a:cs typeface="Poppins"/>
              <a:sym typeface="Poppins"/>
            </a:endParaRPr>
          </a:p>
          <a:p>
            <a:pPr marL="412750" lvl="0" indent="-285750" algn="l" rtl="0">
              <a:lnSpc>
                <a:spcPct val="100000"/>
              </a:lnSpc>
              <a:spcBef>
                <a:spcPts val="0"/>
              </a:spcBef>
              <a:spcAft>
                <a:spcPts val="600"/>
              </a:spcAft>
              <a:buClr>
                <a:schemeClr val="dk1"/>
              </a:buClr>
              <a:buSzPct val="157000"/>
              <a:buFont typeface="Arial" panose="020B0604020202020204" pitchFamily="34" charset="0"/>
              <a:buChar char="•"/>
            </a:pPr>
            <a:r>
              <a:rPr lang="pt-BR" dirty="0">
                <a:solidFill>
                  <a:schemeClr val="dk1"/>
                </a:solidFill>
                <a:latin typeface="Poppins"/>
                <a:ea typeface="Poppins"/>
                <a:cs typeface="Poppins"/>
                <a:sym typeface="Poppins"/>
              </a:rPr>
              <a:t>Caneta ou lápis</a:t>
            </a:r>
            <a:endParaRPr dirty="0">
              <a:solidFill>
                <a:schemeClr val="dk1"/>
              </a:solidFill>
              <a:latin typeface="Poppins"/>
              <a:ea typeface="Poppins"/>
              <a:cs typeface="Poppins"/>
              <a:sym typeface="Poppins"/>
            </a:endParaRPr>
          </a:p>
          <a:p>
            <a:pPr marL="412750" lvl="0" indent="-285750" algn="l" rtl="0">
              <a:lnSpc>
                <a:spcPct val="100000"/>
              </a:lnSpc>
              <a:spcBef>
                <a:spcPts val="0"/>
              </a:spcBef>
              <a:spcAft>
                <a:spcPts val="600"/>
              </a:spcAft>
              <a:buClr>
                <a:schemeClr val="dk1"/>
              </a:buClr>
              <a:buSzPct val="157000"/>
              <a:buFont typeface="Arial" panose="020B0604020202020204" pitchFamily="34" charset="0"/>
              <a:buChar char="•"/>
            </a:pPr>
            <a:r>
              <a:rPr lang="pt-BR" dirty="0">
                <a:solidFill>
                  <a:schemeClr val="dk1"/>
                </a:solidFill>
                <a:latin typeface="Poppins"/>
                <a:ea typeface="Poppins"/>
                <a:cs typeface="Poppins"/>
                <a:sym typeface="Poppins"/>
              </a:rPr>
              <a:t>Computador com Python instalado</a:t>
            </a:r>
            <a:endParaRPr dirty="0">
              <a:solidFill>
                <a:schemeClr val="dk1"/>
              </a:solidFill>
              <a:latin typeface="Poppins"/>
              <a:ea typeface="Poppins"/>
              <a:cs typeface="Poppins"/>
              <a:sym typeface="Poppins"/>
            </a:endParaRPr>
          </a:p>
        </p:txBody>
      </p:sp>
      <p:sp>
        <p:nvSpPr>
          <p:cNvPr id="3727" name="Google Shape;3727;p335"/>
          <p:cNvSpPr txBox="1"/>
          <p:nvPr/>
        </p:nvSpPr>
        <p:spPr>
          <a:xfrm>
            <a:off x="7370800" y="2891100"/>
            <a:ext cx="3832500" cy="1727476"/>
          </a:xfrm>
          <a:prstGeom prst="rect">
            <a:avLst/>
          </a:prstGeom>
          <a:noFill/>
          <a:ln>
            <a:noFill/>
          </a:ln>
        </p:spPr>
        <p:txBody>
          <a:bodyPr spcFirstLastPara="1" wrap="square" lIns="61200" tIns="30450" rIns="60950" bIns="30450" anchor="t" anchorCtr="0">
            <a:noAutofit/>
          </a:bodyPr>
          <a:lstStyle/>
          <a:p>
            <a:pPr marL="457200" lvl="0" indent="-330200" algn="l" rtl="0">
              <a:lnSpc>
                <a:spcPct val="100000"/>
              </a:lnSpc>
              <a:spcBef>
                <a:spcPts val="0"/>
              </a:spcBef>
              <a:spcAft>
                <a:spcPts val="600"/>
              </a:spcAft>
              <a:buClr>
                <a:schemeClr val="dk1"/>
              </a:buClr>
              <a:buSzPct val="100000"/>
              <a:buAutoNum type="arabicPeriod"/>
            </a:pPr>
            <a:r>
              <a:rPr lang="pt-BR" dirty="0">
                <a:solidFill>
                  <a:schemeClr val="dk1"/>
                </a:solidFill>
                <a:latin typeface="Poppins"/>
                <a:ea typeface="Poppins"/>
                <a:cs typeface="Poppins"/>
                <a:sym typeface="Poppins"/>
              </a:rPr>
              <a:t>Amplie as listas da Aula 3 para 5 perguntas com tema de ciências.</a:t>
            </a:r>
            <a:endParaRPr dirty="0">
              <a:solidFill>
                <a:schemeClr val="dk1"/>
              </a:solidFill>
              <a:latin typeface="Poppins"/>
              <a:ea typeface="Poppins"/>
              <a:cs typeface="Poppins"/>
              <a:sym typeface="Poppins"/>
            </a:endParaRPr>
          </a:p>
          <a:p>
            <a:pPr marL="457200" lvl="0" indent="-330200" algn="l" rtl="0">
              <a:lnSpc>
                <a:spcPct val="100000"/>
              </a:lnSpc>
              <a:spcBef>
                <a:spcPts val="0"/>
              </a:spcBef>
              <a:spcAft>
                <a:spcPts val="600"/>
              </a:spcAft>
              <a:buClr>
                <a:schemeClr val="dk1"/>
              </a:buClr>
              <a:buSzPct val="100000"/>
              <a:buAutoNum type="arabicPeriod"/>
            </a:pPr>
            <a:r>
              <a:rPr lang="pt-BR" dirty="0">
                <a:solidFill>
                  <a:schemeClr val="dk1"/>
                </a:solidFill>
                <a:latin typeface="Poppins"/>
                <a:ea typeface="Poppins"/>
                <a:cs typeface="Poppins"/>
                <a:sym typeface="Poppins"/>
              </a:rPr>
              <a:t>Crie a variável pontos antes do loop.</a:t>
            </a:r>
            <a:endParaRPr dirty="0">
              <a:solidFill>
                <a:schemeClr val="dk1"/>
              </a:solidFill>
              <a:latin typeface="Poppins"/>
              <a:ea typeface="Poppins"/>
              <a:cs typeface="Poppins"/>
              <a:sym typeface="Poppins"/>
            </a:endParaRPr>
          </a:p>
          <a:p>
            <a:pPr marL="457200" lvl="0" indent="-330200" algn="l" rtl="0">
              <a:lnSpc>
                <a:spcPct val="100000"/>
              </a:lnSpc>
              <a:spcBef>
                <a:spcPts val="0"/>
              </a:spcBef>
              <a:spcAft>
                <a:spcPts val="600"/>
              </a:spcAft>
              <a:buClr>
                <a:schemeClr val="dk1"/>
              </a:buClr>
              <a:buSzPct val="100000"/>
              <a:buAutoNum type="arabicPeriod"/>
            </a:pPr>
            <a:r>
              <a:rPr lang="pt-BR" dirty="0">
                <a:solidFill>
                  <a:schemeClr val="dk1"/>
                </a:solidFill>
                <a:latin typeface="Poppins"/>
                <a:ea typeface="Poppins"/>
                <a:cs typeface="Poppins"/>
                <a:sym typeface="Poppins"/>
              </a:rPr>
              <a:t>Use o loop for com range(5) para percorrer as 5 perguntas.</a:t>
            </a:r>
            <a:endParaRPr dirty="0">
              <a:solidFill>
                <a:schemeClr val="dk1"/>
              </a:solidFill>
              <a:latin typeface="Poppins"/>
              <a:ea typeface="Poppins"/>
              <a:cs typeface="Poppins"/>
              <a:sym typeface="Poppins"/>
            </a:endParaRPr>
          </a:p>
          <a:p>
            <a:pPr marL="457200" lvl="0" indent="-330200" algn="l" rtl="0">
              <a:lnSpc>
                <a:spcPct val="100000"/>
              </a:lnSpc>
              <a:spcBef>
                <a:spcPts val="0"/>
              </a:spcBef>
              <a:spcAft>
                <a:spcPts val="600"/>
              </a:spcAft>
              <a:buClr>
                <a:schemeClr val="dk1"/>
              </a:buClr>
              <a:buSzPct val="100000"/>
              <a:buAutoNum type="arabicPeriod"/>
            </a:pPr>
            <a:r>
              <a:rPr lang="pt-BR" dirty="0">
                <a:solidFill>
                  <a:schemeClr val="dk1"/>
                </a:solidFill>
                <a:latin typeface="Poppins"/>
                <a:ea typeface="Poppins"/>
                <a:cs typeface="Poppins"/>
                <a:sym typeface="Poppins"/>
              </a:rPr>
              <a:t>Depois do loop, adicione if/elif/else com mensagens personalizadas.</a:t>
            </a:r>
            <a:endParaRPr dirty="0">
              <a:solidFill>
                <a:schemeClr val="dk1"/>
              </a:solidFill>
              <a:latin typeface="Poppins"/>
              <a:ea typeface="Poppins"/>
              <a:cs typeface="Poppins"/>
              <a:sym typeface="Poppins"/>
            </a:endParaRPr>
          </a:p>
          <a:p>
            <a:pPr marL="457200" lvl="0" indent="-330200" algn="l" rtl="0">
              <a:lnSpc>
                <a:spcPct val="100000"/>
              </a:lnSpc>
              <a:spcBef>
                <a:spcPts val="0"/>
              </a:spcBef>
              <a:spcAft>
                <a:spcPts val="600"/>
              </a:spcAft>
              <a:buClr>
                <a:schemeClr val="dk1"/>
              </a:buClr>
              <a:buSzPct val="100000"/>
              <a:buAutoNum type="arabicPeriod"/>
            </a:pPr>
            <a:r>
              <a:rPr lang="pt-BR" dirty="0">
                <a:solidFill>
                  <a:schemeClr val="dk1"/>
                </a:solidFill>
                <a:latin typeface="Poppins"/>
                <a:ea typeface="Poppins"/>
                <a:cs typeface="Poppins"/>
                <a:sym typeface="Poppins"/>
              </a:rPr>
              <a:t>Mostre a pontuação final e a mensagem na tela.</a:t>
            </a:r>
            <a:endParaRPr dirty="0">
              <a:solidFill>
                <a:schemeClr val="dk1"/>
              </a:solidFill>
              <a:latin typeface="Poppins"/>
              <a:ea typeface="Poppins"/>
              <a:cs typeface="Poppins"/>
              <a:sym typeface="Poppins"/>
            </a:endParaRPr>
          </a:p>
        </p:txBody>
      </p:sp>
      <p:sp>
        <p:nvSpPr>
          <p:cNvPr id="3731" name="Google Shape;3731;p335"/>
          <p:cNvSpPr txBox="1"/>
          <p:nvPr/>
        </p:nvSpPr>
        <p:spPr>
          <a:xfrm>
            <a:off x="6136640" y="883920"/>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732" name="Google Shape;3732;p335"/>
          <p:cNvSpPr txBox="1">
            <a:spLocks noGrp="1"/>
          </p:cNvSpPr>
          <p:nvPr>
            <p:ph type="body" idx="1"/>
          </p:nvPr>
        </p:nvSpPr>
        <p:spPr>
          <a:xfrm>
            <a:off x="2857923" y="635968"/>
            <a:ext cx="8345400" cy="483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100"/>
              <a:buNone/>
            </a:pPr>
            <a:r>
              <a:rPr lang="pt-BR" sz="3200" b="1" i="1" dirty="0">
                <a:solidFill>
                  <a:srgbClr val="FF161F"/>
                </a:solidFill>
                <a:latin typeface="Poppins"/>
                <a:ea typeface="Poppins"/>
                <a:cs typeface="Poppins"/>
                <a:sym typeface="Poppins"/>
              </a:rPr>
              <a:t>Quiz</a:t>
            </a:r>
            <a:r>
              <a:rPr lang="pt-BR" sz="3200" b="1" dirty="0">
                <a:solidFill>
                  <a:srgbClr val="FF161F"/>
                </a:solidFill>
                <a:latin typeface="Poppins"/>
                <a:ea typeface="Poppins"/>
                <a:cs typeface="Poppins"/>
                <a:sym typeface="Poppins"/>
              </a:rPr>
              <a:t> temático de ciências</a:t>
            </a:r>
            <a:endParaRPr sz="3200" b="1" dirty="0">
              <a:solidFill>
                <a:srgbClr val="FF161F"/>
              </a:solidFill>
              <a:latin typeface="Poppins"/>
              <a:ea typeface="Poppins"/>
              <a:cs typeface="Poppins"/>
              <a:sym typeface="Poppins"/>
            </a:endParaRPr>
          </a:p>
          <a:p>
            <a:pPr marL="0" lvl="0" indent="0" algn="l" rtl="0">
              <a:spcBef>
                <a:spcPts val="0"/>
              </a:spcBef>
              <a:spcAft>
                <a:spcPts val="0"/>
              </a:spcAft>
              <a:buSzPts val="1100"/>
              <a:buNone/>
            </a:pPr>
            <a:endParaRPr sz="3200" b="1" dirty="0">
              <a:solidFill>
                <a:srgbClr val="FF161F"/>
              </a:solidFill>
              <a:latin typeface="Poppins"/>
              <a:ea typeface="Poppins"/>
              <a:cs typeface="Poppins"/>
              <a:sym typeface="Poppins"/>
            </a:endParaRPr>
          </a:p>
          <a:p>
            <a:pPr marL="0" lvl="0" indent="0" algn="l" rtl="0">
              <a:spcBef>
                <a:spcPts val="0"/>
              </a:spcBef>
              <a:spcAft>
                <a:spcPts val="0"/>
              </a:spcAft>
              <a:buSzPts val="1100"/>
              <a:buNone/>
            </a:pPr>
            <a:endParaRPr sz="3200" b="1" dirty="0">
              <a:solidFill>
                <a:srgbClr val="FF161F"/>
              </a:solidFill>
              <a:latin typeface="Poppins"/>
              <a:ea typeface="Poppins"/>
              <a:cs typeface="Poppins"/>
              <a:sym typeface="Poppins"/>
            </a:endParaRPr>
          </a:p>
        </p:txBody>
      </p:sp>
      <p:sp>
        <p:nvSpPr>
          <p:cNvPr id="3734" name="Google Shape;3734;p335"/>
          <p:cNvSpPr txBox="1">
            <a:spLocks noGrp="1"/>
          </p:cNvSpPr>
          <p:nvPr>
            <p:ph type="body" idx="4"/>
          </p:nvPr>
        </p:nvSpPr>
        <p:spPr>
          <a:xfrm>
            <a:off x="885255" y="4812075"/>
            <a:ext cx="1585800" cy="26990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pt-BR" sz="1100" b="1" dirty="0">
                <a:latin typeface="Poppins"/>
                <a:ea typeface="Poppins"/>
                <a:cs typeface="Poppins"/>
                <a:sym typeface="Poppins"/>
              </a:rPr>
              <a:t>Roteiro preenchido</a:t>
            </a:r>
            <a:endParaRPr sz="1100" b="1" dirty="0">
              <a:latin typeface="Poppins"/>
              <a:ea typeface="Poppins"/>
              <a:cs typeface="Poppins"/>
              <a:sym typeface="Poppins"/>
            </a:endParaRPr>
          </a:p>
        </p:txBody>
      </p:sp>
      <p:sp>
        <p:nvSpPr>
          <p:cNvPr id="3735" name="Google Shape;3735;p335"/>
          <p:cNvSpPr txBox="1"/>
          <p:nvPr/>
        </p:nvSpPr>
        <p:spPr>
          <a:xfrm>
            <a:off x="9272789" y="2163651"/>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736" name="Google Shape;3736;p335"/>
          <p:cNvSpPr txBox="1"/>
          <p:nvPr/>
        </p:nvSpPr>
        <p:spPr>
          <a:xfrm>
            <a:off x="5117205" y="2129307"/>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sp>
        <p:nvSpPr>
          <p:cNvPr id="3737" name="Google Shape;3737;p335"/>
          <p:cNvSpPr txBox="1"/>
          <p:nvPr/>
        </p:nvSpPr>
        <p:spPr>
          <a:xfrm>
            <a:off x="12629882" y="4018209"/>
            <a:ext cx="0" cy="0"/>
          </a:xfrm>
          <a:prstGeom prst="rect">
            <a:avLst/>
          </a:prstGeom>
          <a:noFill/>
          <a:ln>
            <a:noFill/>
          </a:ln>
        </p:spPr>
        <p:txBody>
          <a:bodyPr spcFirstLastPara="1" wrap="square" lIns="60950" tIns="30450" rIns="60950" bIns="3045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1600" b="0" i="0" u="none" strike="noStrike" cap="none" dirty="0">
              <a:solidFill>
                <a:srgbClr val="000000"/>
              </a:solidFill>
              <a:latin typeface="Arial"/>
              <a:ea typeface="Arial"/>
              <a:cs typeface="Arial"/>
              <a:sym typeface="Arial"/>
            </a:endParaRPr>
          </a:p>
        </p:txBody>
      </p:sp>
      <p:pic>
        <p:nvPicPr>
          <p:cNvPr id="3739" name="Google Shape;3739;p335"/>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474458" y="4778310"/>
            <a:ext cx="309197" cy="269907"/>
          </a:xfrm>
          <a:prstGeom prst="rect">
            <a:avLst/>
          </a:prstGeom>
          <a:noFill/>
          <a:ln>
            <a:noFill/>
          </a:ln>
        </p:spPr>
      </p:pic>
      <p:sp>
        <p:nvSpPr>
          <p:cNvPr id="3740" name="Google Shape;3740;p335"/>
          <p:cNvSpPr txBox="1"/>
          <p:nvPr/>
        </p:nvSpPr>
        <p:spPr>
          <a:xfrm>
            <a:off x="5346357" y="2652584"/>
            <a:ext cx="0" cy="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100000"/>
              </a:lnSpc>
              <a:spcBef>
                <a:spcPts val="0"/>
              </a:spcBef>
              <a:spcAft>
                <a:spcPts val="0"/>
              </a:spcAft>
              <a:buClr>
                <a:srgbClr val="000000"/>
              </a:buClr>
              <a:buSzPct val="100000"/>
              <a:buFont typeface="Arial"/>
              <a:buNone/>
            </a:pPr>
            <a:endParaRPr sz="2400" b="0" i="0" u="none" strike="noStrike" cap="none" dirty="0">
              <a:solidFill>
                <a:srgbClr val="000000"/>
              </a:solidFill>
              <a:latin typeface="Arial"/>
              <a:ea typeface="Arial"/>
              <a:cs typeface="Arial"/>
              <a:sym typeface="Arial"/>
            </a:endParaRPr>
          </a:p>
        </p:txBody>
      </p:sp>
      <p:sp>
        <p:nvSpPr>
          <p:cNvPr id="3" name="Google Shape;812;p61">
            <a:extLst>
              <a:ext uri="{FF2B5EF4-FFF2-40B4-BE49-F238E27FC236}">
                <a16:creationId xmlns:a16="http://schemas.microsoft.com/office/drawing/2014/main" id="{52A35F1C-7A6A-F5E2-1EA6-658B9C687504}"/>
              </a:ext>
            </a:extLst>
          </p:cNvPr>
          <p:cNvSpPr/>
          <p:nvPr/>
        </p:nvSpPr>
        <p:spPr>
          <a:xfrm flipH="1">
            <a:off x="11472465" y="1"/>
            <a:ext cx="719535" cy="718283"/>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60950" tIns="30467" rIns="60950" bIns="30467" anchor="ctr" anchorCtr="0">
            <a:noAutofit/>
          </a:bodyPr>
          <a:lstStyle/>
          <a:p>
            <a:endParaRPr dirty="0"/>
          </a:p>
        </p:txBody>
      </p:sp>
      <p:pic>
        <p:nvPicPr>
          <p:cNvPr id="5" name="Gráfico 4">
            <a:extLst>
              <a:ext uri="{FF2B5EF4-FFF2-40B4-BE49-F238E27FC236}">
                <a16:creationId xmlns:a16="http://schemas.microsoft.com/office/drawing/2014/main" id="{A4E998AD-1860-AB0D-8A1F-AA70E7A2CB3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85107" y="245921"/>
            <a:ext cx="435935" cy="390047"/>
          </a:xfrm>
          <a:prstGeom prst="rect">
            <a:avLst/>
          </a:prstGeom>
        </p:spPr>
      </p:pic>
      <p:sp>
        <p:nvSpPr>
          <p:cNvPr id="7" name="Google Shape;833;p62">
            <a:extLst>
              <a:ext uri="{FF2B5EF4-FFF2-40B4-BE49-F238E27FC236}">
                <a16:creationId xmlns:a16="http://schemas.microsoft.com/office/drawing/2014/main" id="{EF0E3896-1E4C-CAE5-69A9-ECF23F4BD867}"/>
              </a:ext>
            </a:extLst>
          </p:cNvPr>
          <p:cNvSpPr txBox="1"/>
          <p:nvPr/>
        </p:nvSpPr>
        <p:spPr>
          <a:xfrm>
            <a:off x="11469781" y="-944"/>
            <a:ext cx="721717" cy="198723"/>
          </a:xfrm>
          <a:prstGeom prst="rect">
            <a:avLst/>
          </a:prstGeom>
          <a:noFill/>
          <a:ln>
            <a:noFill/>
          </a:ln>
        </p:spPr>
        <p:txBody>
          <a:bodyPr spcFirstLastPara="1" wrap="square" lIns="60950" tIns="30467" rIns="60950" bIns="30467" anchor="t" anchorCtr="0">
            <a:noAutofit/>
          </a:bodyPr>
          <a:lstStyle/>
          <a:p>
            <a:pPr algn="ctr">
              <a:lnSpc>
                <a:spcPct val="107000"/>
              </a:lnSpc>
              <a:buSzPts val="2700"/>
            </a:pPr>
            <a:r>
              <a:rPr lang="pt-BR" sz="800" b="1" dirty="0">
                <a:solidFill>
                  <a:schemeClr val="lt1"/>
                </a:solidFill>
                <a:latin typeface="Poppins" panose="00000500000000000000" pitchFamily="2" charset="0"/>
                <a:ea typeface="Poppins"/>
                <a:cs typeface="Poppins" panose="00000500000000000000" pitchFamily="2" charset="0"/>
                <a:sym typeface="Poppins"/>
              </a:rPr>
              <a:t>Registro</a:t>
            </a:r>
            <a:endParaRPr sz="800" dirty="0">
              <a:latin typeface="Poppins" panose="00000500000000000000" pitchFamily="2" charset="0"/>
              <a:cs typeface="Poppins" panose="00000500000000000000" pitchFamily="2" charset="0"/>
            </a:endParaRPr>
          </a:p>
          <a:p>
            <a:pPr algn="r">
              <a:lnSpc>
                <a:spcPct val="107000"/>
              </a:lnSpc>
              <a:spcBef>
                <a:spcPts val="715"/>
              </a:spcBef>
              <a:buSzPts val="2700"/>
            </a:pPr>
            <a:endParaRPr sz="800"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6" name="Google Shape;3187;p298">
            <a:extLst>
              <a:ext uri="{FF2B5EF4-FFF2-40B4-BE49-F238E27FC236}">
                <a16:creationId xmlns:a16="http://schemas.microsoft.com/office/drawing/2014/main" id="{E07ECC1F-3027-DF62-36AC-630D1D6D820F}"/>
              </a:ext>
            </a:extLst>
          </p:cNvPr>
          <p:cNvSpPr txBox="1">
            <a:spLocks/>
          </p:cNvSpPr>
          <p:nvPr/>
        </p:nvSpPr>
        <p:spPr>
          <a:xfrm>
            <a:off x="885255" y="3828006"/>
            <a:ext cx="1585800" cy="3067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933" b="0" i="0" u="none" strike="noStrike" cap="none" spc="0">
                <a:solidFill>
                  <a:srgbClr val="000000"/>
                </a:solidFill>
                <a:latin typeface="Arial"/>
                <a:ea typeface="Arial"/>
                <a:cs typeface="Arial"/>
                <a:sym typeface="Arial"/>
              </a:defRPr>
            </a:lvl9pPr>
          </a:lstStyle>
          <a:p>
            <a:pPr marL="0" indent="0"/>
            <a:r>
              <a:rPr lang="pt-BR" sz="1100" b="1" dirty="0">
                <a:latin typeface="Poppins"/>
                <a:ea typeface="Poppins"/>
                <a:cs typeface="Poppins"/>
                <a:sym typeface="Poppins"/>
              </a:rPr>
              <a:t>47 minutos</a:t>
            </a:r>
          </a:p>
        </p:txBody>
      </p:sp>
      <p:pic>
        <p:nvPicPr>
          <p:cNvPr id="8" name="Google Shape;3191;p298">
            <a:extLst>
              <a:ext uri="{FF2B5EF4-FFF2-40B4-BE49-F238E27FC236}">
                <a16:creationId xmlns:a16="http://schemas.microsoft.com/office/drawing/2014/main" id="{33B628ED-090A-9048-5402-B8A8F516ED3E}"/>
              </a:ext>
            </a:extLst>
          </p:cNvPr>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450869" y="3774250"/>
            <a:ext cx="305151" cy="305151"/>
          </a:xfrm>
          <a:prstGeom prst="rect">
            <a:avLst/>
          </a:prstGeom>
          <a:noFill/>
          <a:ln>
            <a:noFill/>
          </a:ln>
        </p:spPr>
      </p:pic>
      <p:grpSp>
        <p:nvGrpSpPr>
          <p:cNvPr id="9" name="Google Shape;490;p35">
            <a:extLst>
              <a:ext uri="{FF2B5EF4-FFF2-40B4-BE49-F238E27FC236}">
                <a16:creationId xmlns:a16="http://schemas.microsoft.com/office/drawing/2014/main" id="{0BA689D1-1248-8AAF-9F86-7FD70B1C34B4}"/>
              </a:ext>
            </a:extLst>
          </p:cNvPr>
          <p:cNvGrpSpPr/>
          <p:nvPr/>
        </p:nvGrpSpPr>
        <p:grpSpPr>
          <a:xfrm>
            <a:off x="450869" y="4257911"/>
            <a:ext cx="304639" cy="301465"/>
            <a:chOff x="6941066" y="2777637"/>
            <a:chExt cx="456958" cy="452197"/>
          </a:xfrm>
          <a:noFill/>
        </p:grpSpPr>
        <p:grpSp>
          <p:nvGrpSpPr>
            <p:cNvPr id="10" name="Google Shape;491;p35">
              <a:extLst>
                <a:ext uri="{FF2B5EF4-FFF2-40B4-BE49-F238E27FC236}">
                  <a16:creationId xmlns:a16="http://schemas.microsoft.com/office/drawing/2014/main" id="{3034D661-2DE8-0DDA-FCE2-A77DE0577F2B}"/>
                </a:ext>
              </a:extLst>
            </p:cNvPr>
            <p:cNvGrpSpPr/>
            <p:nvPr/>
          </p:nvGrpSpPr>
          <p:grpSpPr>
            <a:xfrm>
              <a:off x="7226665" y="3067995"/>
              <a:ext cx="171359" cy="161839"/>
              <a:chOff x="7226665" y="3067995"/>
              <a:chExt cx="171359" cy="161839"/>
            </a:xfrm>
            <a:grpFill/>
          </p:grpSpPr>
          <p:sp>
            <p:nvSpPr>
              <p:cNvPr id="21" name="Google Shape;492;p35">
                <a:extLst>
                  <a:ext uri="{FF2B5EF4-FFF2-40B4-BE49-F238E27FC236}">
                    <a16:creationId xmlns:a16="http://schemas.microsoft.com/office/drawing/2014/main" id="{6302CF36-C516-AE68-0C4A-1BC64618029E}"/>
                  </a:ext>
                </a:extLst>
              </p:cNvPr>
              <p:cNvSpPr/>
              <p:nvPr/>
            </p:nvSpPr>
            <p:spPr>
              <a:xfrm>
                <a:off x="7269504"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2" name="Google Shape;493;p35">
                <a:extLst>
                  <a:ext uri="{FF2B5EF4-FFF2-40B4-BE49-F238E27FC236}">
                    <a16:creationId xmlns:a16="http://schemas.microsoft.com/office/drawing/2014/main" id="{4C50570D-A4B6-3DA3-C6A4-A45E2D319394}"/>
                  </a:ext>
                </a:extLst>
              </p:cNvPr>
              <p:cNvSpPr/>
              <p:nvPr/>
            </p:nvSpPr>
            <p:spPr>
              <a:xfrm>
                <a:off x="7226665"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nvGrpSpPr>
            <p:cNvPr id="11" name="Google Shape;494;p35">
              <a:extLst>
                <a:ext uri="{FF2B5EF4-FFF2-40B4-BE49-F238E27FC236}">
                  <a16:creationId xmlns:a16="http://schemas.microsoft.com/office/drawing/2014/main" id="{5055490E-5260-3761-1598-9853D192B224}"/>
                </a:ext>
              </a:extLst>
            </p:cNvPr>
            <p:cNvGrpSpPr/>
            <p:nvPr/>
          </p:nvGrpSpPr>
          <p:grpSpPr>
            <a:xfrm>
              <a:off x="6941066" y="3067995"/>
              <a:ext cx="171359" cy="161839"/>
              <a:chOff x="6941066" y="3067995"/>
              <a:chExt cx="171359" cy="161839"/>
            </a:xfrm>
            <a:grpFill/>
          </p:grpSpPr>
          <p:sp>
            <p:nvSpPr>
              <p:cNvPr id="19" name="Google Shape;495;p35">
                <a:extLst>
                  <a:ext uri="{FF2B5EF4-FFF2-40B4-BE49-F238E27FC236}">
                    <a16:creationId xmlns:a16="http://schemas.microsoft.com/office/drawing/2014/main" id="{7C690DB8-437B-327E-7736-4D2DFAA23CCA}"/>
                  </a:ext>
                </a:extLst>
              </p:cNvPr>
              <p:cNvSpPr/>
              <p:nvPr/>
            </p:nvSpPr>
            <p:spPr>
              <a:xfrm>
                <a:off x="6983906" y="3067995"/>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20" name="Google Shape;496;p35">
                <a:extLst>
                  <a:ext uri="{FF2B5EF4-FFF2-40B4-BE49-F238E27FC236}">
                    <a16:creationId xmlns:a16="http://schemas.microsoft.com/office/drawing/2014/main" id="{A28AE992-E316-5308-78AA-7E6196014BCF}"/>
                  </a:ext>
                </a:extLst>
              </p:cNvPr>
              <p:cNvSpPr/>
              <p:nvPr/>
            </p:nvSpPr>
            <p:spPr>
              <a:xfrm>
                <a:off x="6941066" y="3162243"/>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nvGrpSpPr>
            <p:cNvPr id="12" name="Google Shape;497;p35">
              <a:extLst>
                <a:ext uri="{FF2B5EF4-FFF2-40B4-BE49-F238E27FC236}">
                  <a16:creationId xmlns:a16="http://schemas.microsoft.com/office/drawing/2014/main" id="{E70897FF-00F0-64C7-D086-5B4DEC9EC608}"/>
                </a:ext>
              </a:extLst>
            </p:cNvPr>
            <p:cNvGrpSpPr/>
            <p:nvPr/>
          </p:nvGrpSpPr>
          <p:grpSpPr>
            <a:xfrm>
              <a:off x="7103153" y="2977080"/>
              <a:ext cx="132861" cy="96151"/>
              <a:chOff x="7103153" y="2977080"/>
              <a:chExt cx="132861" cy="96151"/>
            </a:xfrm>
            <a:grpFill/>
          </p:grpSpPr>
          <p:sp>
            <p:nvSpPr>
              <p:cNvPr id="16" name="Google Shape;498;p35">
                <a:extLst>
                  <a:ext uri="{FF2B5EF4-FFF2-40B4-BE49-F238E27FC236}">
                    <a16:creationId xmlns:a16="http://schemas.microsoft.com/office/drawing/2014/main" id="{D978ABB9-9312-4A60-1F79-6EAE923BEF3E}"/>
                  </a:ext>
                </a:extLst>
              </p:cNvPr>
              <p:cNvSpPr/>
              <p:nvPr/>
            </p:nvSpPr>
            <p:spPr>
              <a:xfrm>
                <a:off x="7169069" y="2977080"/>
                <a:ext cx="951" cy="58071"/>
              </a:xfrm>
              <a:custGeom>
                <a:avLst/>
                <a:gdLst/>
                <a:ahLst/>
                <a:cxnLst/>
                <a:rect l="l" t="t" r="r" b="b"/>
                <a:pathLst>
                  <a:path w="951" h="58071" extrusionOk="0">
                    <a:moveTo>
                      <a:pt x="476" y="58072"/>
                    </a:moveTo>
                    <a:cubicBezTo>
                      <a:pt x="476" y="58072"/>
                      <a:pt x="0" y="57881"/>
                      <a:pt x="0" y="57596"/>
                    </a:cubicBezTo>
                    <a:lnTo>
                      <a:pt x="0" y="476"/>
                    </a:lnTo>
                    <a:cubicBezTo>
                      <a:pt x="0" y="476"/>
                      <a:pt x="190" y="0"/>
                      <a:pt x="476" y="0"/>
                    </a:cubicBezTo>
                    <a:cubicBezTo>
                      <a:pt x="761" y="0"/>
                      <a:pt x="952" y="190"/>
                      <a:pt x="952" y="476"/>
                    </a:cubicBezTo>
                    <a:lnTo>
                      <a:pt x="952" y="57596"/>
                    </a:lnTo>
                    <a:cubicBezTo>
                      <a:pt x="952" y="57596"/>
                      <a:pt x="761" y="58072"/>
                      <a:pt x="476" y="58072"/>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7" name="Google Shape;499;p35">
                <a:extLst>
                  <a:ext uri="{FF2B5EF4-FFF2-40B4-BE49-F238E27FC236}">
                    <a16:creationId xmlns:a16="http://schemas.microsoft.com/office/drawing/2014/main" id="{4950DD5F-C5E1-0EB2-3AD8-72FAA821DF66}"/>
                  </a:ext>
                </a:extLst>
              </p:cNvPr>
              <p:cNvSpPr/>
              <p:nvPr/>
            </p:nvSpPr>
            <p:spPr>
              <a:xfrm>
                <a:off x="7169145" y="3034257"/>
                <a:ext cx="66869" cy="38973"/>
              </a:xfrm>
              <a:custGeom>
                <a:avLst/>
                <a:gdLst/>
                <a:ahLst/>
                <a:cxnLst/>
                <a:rect l="l" t="t" r="r" b="b"/>
                <a:pathLst>
                  <a:path w="66869" h="38973" extrusionOk="0">
                    <a:moveTo>
                      <a:pt x="66373" y="38974"/>
                    </a:moveTo>
                    <a:cubicBezTo>
                      <a:pt x="66373" y="38974"/>
                      <a:pt x="66183" y="38974"/>
                      <a:pt x="66183" y="38974"/>
                    </a:cubicBezTo>
                    <a:lnTo>
                      <a:pt x="210" y="894"/>
                    </a:lnTo>
                    <a:cubicBezTo>
                      <a:pt x="210" y="894"/>
                      <a:pt x="-76" y="513"/>
                      <a:pt x="19" y="228"/>
                    </a:cubicBezTo>
                    <a:cubicBezTo>
                      <a:pt x="115" y="37"/>
                      <a:pt x="400" y="-58"/>
                      <a:pt x="686" y="37"/>
                    </a:cubicBezTo>
                    <a:lnTo>
                      <a:pt x="66659" y="38117"/>
                    </a:lnTo>
                    <a:cubicBezTo>
                      <a:pt x="66659" y="38117"/>
                      <a:pt x="66945" y="38498"/>
                      <a:pt x="66850" y="38784"/>
                    </a:cubicBezTo>
                    <a:cubicBezTo>
                      <a:pt x="66850" y="38974"/>
                      <a:pt x="66564" y="38974"/>
                      <a:pt x="66469" y="38974"/>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8" name="Google Shape;500;p35">
                <a:extLst>
                  <a:ext uri="{FF2B5EF4-FFF2-40B4-BE49-F238E27FC236}">
                    <a16:creationId xmlns:a16="http://schemas.microsoft.com/office/drawing/2014/main" id="{0E8B99D7-6E66-4E35-7BB7-960D808C6488}"/>
                  </a:ext>
                </a:extLst>
              </p:cNvPr>
              <p:cNvSpPr/>
              <p:nvPr/>
            </p:nvSpPr>
            <p:spPr>
              <a:xfrm>
                <a:off x="7103153" y="3034295"/>
                <a:ext cx="66904" cy="38936"/>
              </a:xfrm>
              <a:custGeom>
                <a:avLst/>
                <a:gdLst/>
                <a:ahLst/>
                <a:cxnLst/>
                <a:rect l="l" t="t" r="r" b="b"/>
                <a:pathLst>
                  <a:path w="66904" h="38936" extrusionOk="0">
                    <a:moveTo>
                      <a:pt x="418" y="38937"/>
                    </a:moveTo>
                    <a:cubicBezTo>
                      <a:pt x="418" y="38937"/>
                      <a:pt x="133" y="38937"/>
                      <a:pt x="37" y="38746"/>
                    </a:cubicBezTo>
                    <a:cubicBezTo>
                      <a:pt x="-58" y="38556"/>
                      <a:pt x="37" y="38270"/>
                      <a:pt x="228" y="38080"/>
                    </a:cubicBezTo>
                    <a:lnTo>
                      <a:pt x="66201" y="0"/>
                    </a:lnTo>
                    <a:cubicBezTo>
                      <a:pt x="66201" y="0"/>
                      <a:pt x="66677" y="0"/>
                      <a:pt x="66867" y="190"/>
                    </a:cubicBezTo>
                    <a:cubicBezTo>
                      <a:pt x="66963" y="381"/>
                      <a:pt x="66867" y="666"/>
                      <a:pt x="66677" y="857"/>
                    </a:cubicBezTo>
                    <a:lnTo>
                      <a:pt x="704" y="38937"/>
                    </a:lnTo>
                    <a:cubicBezTo>
                      <a:pt x="704" y="38937"/>
                      <a:pt x="513" y="38937"/>
                      <a:pt x="513" y="38937"/>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nvGrpSpPr>
            <p:cNvPr id="13" name="Google Shape;501;p35">
              <a:extLst>
                <a:ext uri="{FF2B5EF4-FFF2-40B4-BE49-F238E27FC236}">
                  <a16:creationId xmlns:a16="http://schemas.microsoft.com/office/drawing/2014/main" id="{42BCA359-A4F1-2BC0-9D61-4E5309155E8D}"/>
                </a:ext>
              </a:extLst>
            </p:cNvPr>
            <p:cNvGrpSpPr/>
            <p:nvPr/>
          </p:nvGrpSpPr>
          <p:grpSpPr>
            <a:xfrm>
              <a:off x="7083865" y="2777637"/>
              <a:ext cx="171359" cy="161838"/>
              <a:chOff x="7083865" y="2777637"/>
              <a:chExt cx="171359" cy="161838"/>
            </a:xfrm>
            <a:grpFill/>
          </p:grpSpPr>
          <p:sp>
            <p:nvSpPr>
              <p:cNvPr id="14" name="Google Shape;502;p35">
                <a:extLst>
                  <a:ext uri="{FF2B5EF4-FFF2-40B4-BE49-F238E27FC236}">
                    <a16:creationId xmlns:a16="http://schemas.microsoft.com/office/drawing/2014/main" id="{ED1607CB-C874-E0B9-8451-48D7F6CECAA7}"/>
                  </a:ext>
                </a:extLst>
              </p:cNvPr>
              <p:cNvSpPr/>
              <p:nvPr/>
            </p:nvSpPr>
            <p:spPr>
              <a:xfrm>
                <a:off x="7126705" y="2777637"/>
                <a:ext cx="85679" cy="85679"/>
              </a:xfrm>
              <a:custGeom>
                <a:avLst/>
                <a:gdLst/>
                <a:ahLst/>
                <a:cxnLst/>
                <a:rect l="l" t="t" r="r" b="b"/>
                <a:pathLst>
                  <a:path w="85679" h="85679" extrusionOk="0">
                    <a:moveTo>
                      <a:pt x="85680" y="42840"/>
                    </a:moveTo>
                    <a:cubicBezTo>
                      <a:pt x="85680" y="66500"/>
                      <a:pt x="66500" y="85680"/>
                      <a:pt x="42840" y="85680"/>
                    </a:cubicBezTo>
                    <a:cubicBezTo>
                      <a:pt x="19180" y="85680"/>
                      <a:pt x="0" y="66500"/>
                      <a:pt x="0" y="42840"/>
                    </a:cubicBezTo>
                    <a:cubicBezTo>
                      <a:pt x="0" y="19180"/>
                      <a:pt x="19180" y="0"/>
                      <a:pt x="42840" y="0"/>
                    </a:cubicBezTo>
                    <a:cubicBezTo>
                      <a:pt x="66500" y="0"/>
                      <a:pt x="85680" y="19180"/>
                      <a:pt x="85680" y="42840"/>
                    </a:cubicBez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
            <p:nvSpPr>
              <p:cNvPr id="15" name="Google Shape;503;p35">
                <a:extLst>
                  <a:ext uri="{FF2B5EF4-FFF2-40B4-BE49-F238E27FC236}">
                    <a16:creationId xmlns:a16="http://schemas.microsoft.com/office/drawing/2014/main" id="{67DC8C26-38C7-4F8B-5922-BA633F5729F1}"/>
                  </a:ext>
                </a:extLst>
              </p:cNvPr>
              <p:cNvSpPr/>
              <p:nvPr/>
            </p:nvSpPr>
            <p:spPr>
              <a:xfrm>
                <a:off x="7083865" y="2871884"/>
                <a:ext cx="171359" cy="67591"/>
              </a:xfrm>
              <a:custGeom>
                <a:avLst/>
                <a:gdLst/>
                <a:ahLst/>
                <a:cxnLst/>
                <a:rect l="l" t="t" r="r" b="b"/>
                <a:pathLst>
                  <a:path w="171359" h="67591" extrusionOk="0">
                    <a:moveTo>
                      <a:pt x="171359" y="67592"/>
                    </a:moveTo>
                    <a:lnTo>
                      <a:pt x="171359" y="42840"/>
                    </a:lnTo>
                    <a:cubicBezTo>
                      <a:pt x="171359" y="19325"/>
                      <a:pt x="152129" y="0"/>
                      <a:pt x="128519" y="0"/>
                    </a:cubicBezTo>
                    <a:lnTo>
                      <a:pt x="42840" y="0"/>
                    </a:lnTo>
                    <a:cubicBezTo>
                      <a:pt x="19230" y="0"/>
                      <a:pt x="0" y="19325"/>
                      <a:pt x="0" y="42840"/>
                    </a:cubicBezTo>
                    <a:lnTo>
                      <a:pt x="0" y="67592"/>
                    </a:lnTo>
                    <a:lnTo>
                      <a:pt x="171359" y="67592"/>
                    </a:lnTo>
                    <a:close/>
                  </a:path>
                </a:pathLst>
              </a:custGeom>
              <a:grpFill/>
              <a:ln w="19050" cap="rnd" cmpd="sng">
                <a:solidFill>
                  <a:schemeClr val="tx1"/>
                </a:solidFill>
                <a:prstDash val="solid"/>
                <a:round/>
                <a:headEnd type="none" w="sm" len="sm"/>
                <a:tailEnd type="none" w="sm" len="sm"/>
              </a:ln>
            </p:spPr>
            <p:txBody>
              <a:bodyPr spcFirstLastPara="1" wrap="square" lIns="60950" tIns="30467" rIns="60950" bIns="30467"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2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grpSp>
      <p:sp>
        <p:nvSpPr>
          <p:cNvPr id="23" name="Espaço Reservado para Texto 60">
            <a:extLst>
              <a:ext uri="{FF2B5EF4-FFF2-40B4-BE49-F238E27FC236}">
                <a16:creationId xmlns:a16="http://schemas.microsoft.com/office/drawing/2014/main" id="{B7DFB1E4-AD9D-4B9C-028B-0BC4308BFC34}"/>
              </a:ext>
            </a:extLst>
          </p:cNvPr>
          <p:cNvSpPr txBox="1">
            <a:spLocks/>
          </p:cNvSpPr>
          <p:nvPr/>
        </p:nvSpPr>
        <p:spPr>
          <a:xfrm>
            <a:off x="874991" y="4279197"/>
            <a:ext cx="1180177" cy="3067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700" b="1" i="0" u="none" strike="noStrike" cap="none" spc="0">
                <a:solidFill>
                  <a:srgbClr val="000000"/>
                </a:solidFill>
                <a:latin typeface="Poppins" pitchFamily="2" charset="77"/>
                <a:ea typeface="Arial"/>
                <a:cs typeface="Poppins" pitchFamily="2" charset="77"/>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a:lstStyle>
          <a:p>
            <a:r>
              <a:rPr lang="pt-BR" sz="1100" dirty="0"/>
              <a:t>Individual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44"/>
        <p:cNvGrpSpPr/>
        <p:nvPr/>
      </p:nvGrpSpPr>
      <p:grpSpPr>
        <a:xfrm>
          <a:off x="0" y="0"/>
          <a:ext cx="0" cy="0"/>
          <a:chOff x="0" y="0"/>
          <a:chExt cx="0" cy="0"/>
        </a:xfrm>
      </p:grpSpPr>
      <p:pic>
        <p:nvPicPr>
          <p:cNvPr id="3745" name="Google Shape;3745;p336" title="diagrama (29).png"/>
          <p:cNvPicPr preferRelativeResize="0"/>
          <p:nvPr/>
        </p:nvPicPr>
        <p:blipFill>
          <a:blip r:embed="rId3">
            <a:alphaModFix/>
          </a:blip>
          <a:stretch>
            <a:fillRect/>
          </a:stretch>
        </p:blipFill>
        <p:spPr>
          <a:xfrm>
            <a:off x="4239650" y="1489125"/>
            <a:ext cx="7639224" cy="3794149"/>
          </a:xfrm>
          <a:prstGeom prst="rect">
            <a:avLst/>
          </a:prstGeom>
          <a:noFill/>
          <a:ln>
            <a:noFill/>
          </a:ln>
        </p:spPr>
      </p:pic>
      <p:sp>
        <p:nvSpPr>
          <p:cNvPr id="3746" name="Google Shape;3746;p336"/>
          <p:cNvSpPr txBox="1"/>
          <p:nvPr/>
        </p:nvSpPr>
        <p:spPr>
          <a:xfrm>
            <a:off x="5645345" y="5368875"/>
            <a:ext cx="4827834" cy="35391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100" dirty="0">
                <a:latin typeface="Poppins"/>
                <a:ea typeface="Poppins"/>
                <a:cs typeface="Poppins"/>
                <a:sym typeface="Poppins"/>
              </a:rPr>
              <a:t>Produzido pela SEDUC-SP com apoio da ferramenta ChatGPT.</a:t>
            </a:r>
            <a:endParaRPr sz="1100" dirty="0">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50"/>
        <p:cNvGrpSpPr/>
        <p:nvPr/>
      </p:nvGrpSpPr>
      <p:grpSpPr>
        <a:xfrm>
          <a:off x="0" y="0"/>
          <a:ext cx="0" cy="0"/>
          <a:chOff x="0" y="0"/>
          <a:chExt cx="0" cy="0"/>
        </a:xfrm>
      </p:grpSpPr>
      <p:sp>
        <p:nvSpPr>
          <p:cNvPr id="3751" name="Google Shape;3751;p337"/>
          <p:cNvSpPr txBox="1">
            <a:spLocks noGrp="1"/>
          </p:cNvSpPr>
          <p:nvPr>
            <p:ph type="body" idx="1"/>
          </p:nvPr>
        </p:nvSpPr>
        <p:spPr>
          <a:xfrm>
            <a:off x="5495255" y="1204136"/>
            <a:ext cx="6184553" cy="3829778"/>
          </a:xfrm>
          <a:prstGeom prst="rect">
            <a:avLst/>
          </a:prstGeom>
          <a:noFill/>
          <a:ln>
            <a:noFill/>
          </a:ln>
        </p:spPr>
        <p:txBody>
          <a:bodyPr spcFirstLastPara="1" wrap="square" lIns="60950" tIns="30450" rIns="60950" bIns="30450" anchor="t" anchorCtr="0">
            <a:noAutofit/>
          </a:bodyPr>
          <a:lstStyle/>
          <a:p>
            <a:pPr marL="0" lvl="0" indent="0" algn="l" rtl="0">
              <a:spcBef>
                <a:spcPts val="0"/>
              </a:spcBef>
              <a:spcAft>
                <a:spcPts val="1200"/>
              </a:spcAft>
              <a:buClr>
                <a:schemeClr val="dk1"/>
              </a:buClr>
              <a:buSzPts val="1100"/>
              <a:buFont typeface="Arial"/>
              <a:buNone/>
            </a:pPr>
            <a:r>
              <a:rPr lang="pt-BR" sz="1800" b="1" dirty="0"/>
              <a:t>Como fazer </a:t>
            </a:r>
            <a:r>
              <a:rPr lang="pt-BR" sz="1800" b="1" i="1" dirty="0"/>
              <a:t>quiz</a:t>
            </a:r>
            <a:r>
              <a:rPr lang="pt-BR" sz="1800" b="1" dirty="0"/>
              <a:t> com Python?</a:t>
            </a:r>
            <a:endParaRPr sz="1800" b="1" dirty="0"/>
          </a:p>
          <a:p>
            <a:pPr marL="0" lvl="0" indent="0" algn="l" rtl="0">
              <a:spcBef>
                <a:spcPts val="0"/>
              </a:spcBef>
              <a:spcAft>
                <a:spcPts val="1200"/>
              </a:spcAft>
              <a:buClr>
                <a:schemeClr val="dk1"/>
              </a:buClr>
              <a:buSzPts val="1100"/>
              <a:buFont typeface="Arial"/>
              <a:buNone/>
            </a:pPr>
            <a:r>
              <a:rPr lang="pt-BR" sz="1800" dirty="0"/>
              <a:t>Para ver como criar um </a:t>
            </a:r>
            <a:r>
              <a:rPr lang="pt-BR" sz="1800" i="1" dirty="0"/>
              <a:t>quiz</a:t>
            </a:r>
            <a:r>
              <a:rPr lang="pt-BR" sz="1800" dirty="0"/>
              <a:t> completo em Python com perguntas, pontuação e resultado final, o canal Set Programação tem um vídeo que mostra o passo a passo de um jogo de </a:t>
            </a:r>
            <a:r>
              <a:rPr lang="pt-BR" sz="1800" i="1" dirty="0"/>
              <a:t>quiz</a:t>
            </a:r>
            <a:r>
              <a:rPr lang="pt-BR" sz="1800" dirty="0"/>
              <a:t> no terminal. O vídeo explica como organizar as perguntas em listas, usar o loop para percorrer, acumular pontos e exibir o resultado final. </a:t>
            </a:r>
            <a:endParaRPr sz="1800" dirty="0"/>
          </a:p>
          <a:p>
            <a:pPr marL="0" indent="0">
              <a:spcBef>
                <a:spcPts val="0"/>
              </a:spcBef>
              <a:spcAft>
                <a:spcPts val="1200"/>
              </a:spcAft>
              <a:buSzPts val="1100"/>
            </a:pPr>
            <a:r>
              <a:rPr lang="pt-BR" sz="1800" dirty="0"/>
              <a:t>SET PROGRAMAÇÃO. Como fazer quiz com Python? || #python. Disponível em: </a:t>
            </a:r>
            <a:r>
              <a:rPr lang="pt-BR" sz="1800" dirty="0">
                <a:hlinkClick r:id="rId3"/>
              </a:rPr>
              <a:t>https://www.youtube.com/watch?v=gsWHvW6eJ6M</a:t>
            </a:r>
            <a:r>
              <a:rPr lang="pt-BR" sz="1800" dirty="0"/>
              <a:t>. Acesso em: 15 ago. 2026.</a:t>
            </a:r>
            <a:endParaRPr sz="1800" b="1" dirty="0"/>
          </a:p>
          <a:p>
            <a:pPr marL="0" lvl="0" indent="0" algn="l" rtl="0">
              <a:spcBef>
                <a:spcPts val="0"/>
              </a:spcBef>
              <a:spcAft>
                <a:spcPts val="1200"/>
              </a:spcAft>
              <a:buClr>
                <a:schemeClr val="dk1"/>
              </a:buClr>
              <a:buSzPts val="1100"/>
              <a:buFont typeface="Arial"/>
              <a:buNone/>
            </a:pPr>
            <a:endParaRPr sz="1800" b="1" dirty="0"/>
          </a:p>
          <a:p>
            <a:pPr marL="0" lvl="0" indent="0" algn="l" rtl="0">
              <a:spcBef>
                <a:spcPts val="0"/>
              </a:spcBef>
              <a:spcAft>
                <a:spcPts val="1200"/>
              </a:spcAft>
              <a:buClr>
                <a:schemeClr val="dk1"/>
              </a:buClr>
              <a:buSzPts val="1100"/>
              <a:buFont typeface="Arial"/>
              <a:buNone/>
            </a:pPr>
            <a:endParaRPr sz="1800" b="1" dirty="0"/>
          </a:p>
          <a:p>
            <a:pPr marL="0" marR="0" lvl="0" indent="0" algn="l" rtl="0">
              <a:spcBef>
                <a:spcPts val="0"/>
              </a:spcBef>
              <a:spcAft>
                <a:spcPts val="1200"/>
              </a:spcAft>
              <a:buClr>
                <a:schemeClr val="dk1"/>
              </a:buClr>
              <a:buSzPts val="2800"/>
              <a:buFont typeface="Poppins"/>
              <a:buNone/>
            </a:pPr>
            <a:endParaRPr sz="1800" b="1" dirty="0"/>
          </a:p>
        </p:txBody>
      </p:sp>
      <p:sp>
        <p:nvSpPr>
          <p:cNvPr id="3752" name="Google Shape;3752;p337"/>
          <p:cNvSpPr txBox="1"/>
          <p:nvPr/>
        </p:nvSpPr>
        <p:spPr>
          <a:xfrm>
            <a:off x="1024125" y="1786467"/>
            <a:ext cx="3183000" cy="615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4000" b="1" i="0" u="none" strike="noStrike" cap="none" dirty="0">
                <a:solidFill>
                  <a:srgbClr val="FFFFFF"/>
                </a:solidFill>
                <a:latin typeface="Poppins"/>
                <a:ea typeface="Poppins"/>
                <a:cs typeface="Poppins"/>
                <a:sym typeface="Poppins"/>
              </a:rPr>
              <a:t>Saiba mais</a:t>
            </a:r>
            <a:endParaRPr sz="4000" b="0" i="0" u="none" strike="noStrike" cap="none" dirty="0">
              <a:solidFill>
                <a:srgbClr val="FFFFFF"/>
              </a:solidFill>
              <a:latin typeface="Poppins Light"/>
              <a:ea typeface="Poppins Light"/>
              <a:cs typeface="Poppins Light"/>
              <a:sym typeface="Poppi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56"/>
        <p:cNvGrpSpPr/>
        <p:nvPr/>
      </p:nvGrpSpPr>
      <p:grpSpPr>
        <a:xfrm>
          <a:off x="0" y="0"/>
          <a:ext cx="0" cy="0"/>
          <a:chOff x="0" y="0"/>
          <a:chExt cx="0" cy="0"/>
        </a:xfrm>
      </p:grpSpPr>
      <p:sp>
        <p:nvSpPr>
          <p:cNvPr id="3757" name="Google Shape;3757;p338"/>
          <p:cNvSpPr txBox="1">
            <a:spLocks noGrp="1"/>
          </p:cNvSpPr>
          <p:nvPr>
            <p:ph type="body" idx="1"/>
          </p:nvPr>
        </p:nvSpPr>
        <p:spPr>
          <a:xfrm>
            <a:off x="555150" y="1645240"/>
            <a:ext cx="11350904" cy="2219750"/>
          </a:xfrm>
          <a:prstGeom prst="rect">
            <a:avLst/>
          </a:prstGeom>
          <a:noFill/>
          <a:ln>
            <a:noFill/>
          </a:ln>
        </p:spPr>
        <p:txBody>
          <a:bodyPr spcFirstLastPara="1" wrap="square" lIns="91425" tIns="45700" rIns="91425" bIns="45700" anchor="t" anchorCtr="0">
            <a:noAutofit/>
          </a:bodyPr>
          <a:lstStyle/>
          <a:p>
            <a:pPr marL="0" indent="0">
              <a:spcBef>
                <a:spcPts val="0"/>
              </a:spcBef>
              <a:spcAft>
                <a:spcPts val="1200"/>
              </a:spcAft>
              <a:buSzPts val="1100"/>
            </a:pPr>
            <a:r>
              <a:rPr lang="pt-BR" dirty="0"/>
              <a:t>HJELLE, G. A. Build a Quiz Application With Python. </a:t>
            </a:r>
            <a:r>
              <a:rPr lang="pt-BR" b="1" dirty="0"/>
              <a:t>Real Python</a:t>
            </a:r>
            <a:r>
              <a:rPr lang="pt-BR" dirty="0"/>
              <a:t>, 02 fev. 2025. Disponível em: </a:t>
            </a:r>
            <a:r>
              <a:rPr lang="pt-BR" u="sng" dirty="0">
                <a:solidFill>
                  <a:schemeClr val="hlink"/>
                </a:solidFill>
                <a:hlinkClick r:id="rId3"/>
              </a:rPr>
              <a:t>https://realpython.com/python-quiz-application/</a:t>
            </a:r>
            <a:r>
              <a:rPr lang="pt-BR" dirty="0"/>
              <a:t>. Acesso em: 02 ago. 2026.</a:t>
            </a:r>
          </a:p>
          <a:p>
            <a:pPr marL="0" indent="0">
              <a:spcBef>
                <a:spcPts val="0"/>
              </a:spcBef>
              <a:spcAft>
                <a:spcPts val="1200"/>
              </a:spcAft>
              <a:buSzPts val="1100"/>
            </a:pPr>
            <a:r>
              <a:rPr lang="pt-BR" dirty="0"/>
              <a:t>LOPES, E. Loops e estruturas de repetição no Python. </a:t>
            </a:r>
            <a:r>
              <a:rPr lang="pt-BR" b="1" dirty="0"/>
              <a:t>Python Academy</a:t>
            </a:r>
            <a:r>
              <a:rPr lang="pt-BR" dirty="0"/>
              <a:t>, 30 maio 2026. Disponível em: </a:t>
            </a:r>
            <a:r>
              <a:rPr lang="pt-BR" u="sng" dirty="0">
                <a:solidFill>
                  <a:schemeClr val="hlink"/>
                </a:solidFill>
                <a:hlinkClick r:id="rId4"/>
              </a:rPr>
              <a:t>https://pythonacademy.com.br/blog/estruturas-de-repeticao</a:t>
            </a:r>
            <a:r>
              <a:rPr lang="pt-BR" dirty="0"/>
              <a:t>. Acesso em: 02 ago. 2026.</a:t>
            </a:r>
          </a:p>
          <a:p>
            <a:pPr marL="0" lvl="0" indent="0" algn="l" rtl="0">
              <a:spcBef>
                <a:spcPts val="0"/>
              </a:spcBef>
              <a:spcAft>
                <a:spcPts val="1200"/>
              </a:spcAft>
              <a:buClr>
                <a:schemeClr val="dk1"/>
              </a:buClr>
              <a:buSzPts val="1100"/>
              <a:buFont typeface="Arial"/>
              <a:buNone/>
            </a:pPr>
            <a:r>
              <a:rPr lang="pt-BR" dirty="0"/>
              <a:t>PYTHON SOFTWARE FOUNDATION. Mais ferramentas de controle de fluxo. </a:t>
            </a:r>
            <a:r>
              <a:rPr lang="pt-BR" b="1" dirty="0"/>
              <a:t>Documentação Python</a:t>
            </a:r>
            <a:r>
              <a:rPr lang="pt-BR" dirty="0"/>
              <a:t>, 2026. Disponível em: </a:t>
            </a:r>
            <a:r>
              <a:rPr lang="pt-BR" u="sng" dirty="0">
                <a:solidFill>
                  <a:schemeClr val="hlink"/>
                </a:solidFill>
                <a:hlinkClick r:id="rId5"/>
              </a:rPr>
              <a:t>https://docs.python.org/pt-br/3/tutorial/controlflow.html</a:t>
            </a:r>
            <a:r>
              <a:rPr lang="pt-BR" dirty="0"/>
              <a:t>. Acesso em: 02 ago. 2026.</a:t>
            </a:r>
            <a:endParaRPr dirty="0"/>
          </a:p>
          <a:p>
            <a:pPr marL="0" lvl="0" indent="0" algn="l" rtl="0">
              <a:spcBef>
                <a:spcPts val="0"/>
              </a:spcBef>
              <a:spcAft>
                <a:spcPts val="1200"/>
              </a:spcAft>
              <a:buClr>
                <a:schemeClr val="dk1"/>
              </a:buClr>
              <a:buSzPts val="2600"/>
              <a:buFont typeface="Arial"/>
              <a:buNone/>
            </a:pPr>
            <a:r>
              <a:rPr lang="pt-BR" dirty="0"/>
              <a:t>Identidade visual: imagens © Getty Images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3763"/>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3768"/>
        <p:cNvGrpSpPr/>
        <p:nvPr/>
      </p:nvGrpSpPr>
      <p:grpSpPr>
        <a:xfrm>
          <a:off x="0" y="0"/>
          <a:ext cx="0" cy="0"/>
          <a:chOff x="0" y="0"/>
          <a:chExt cx="0" cy="0"/>
        </a:xfrm>
      </p:grpSpPr>
      <p:sp>
        <p:nvSpPr>
          <p:cNvPr id="3769" name="Google Shape;3769;p340"/>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3770" name="Google Shape;3770;p340"/>
          <p:cNvSpPr txBox="1"/>
          <p:nvPr/>
        </p:nvSpPr>
        <p:spPr>
          <a:xfrm>
            <a:off x="985519" y="769850"/>
            <a:ext cx="7838534"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Slides </a:t>
            </a:r>
            <a:r>
              <a:rPr lang="pt-BR" sz="3000" b="1" dirty="0">
                <a:solidFill>
                  <a:srgbClr val="FFFFFF"/>
                </a:solidFill>
                <a:latin typeface="Poppins"/>
                <a:ea typeface="Poppins"/>
                <a:cs typeface="Poppins"/>
                <a:sym typeface="Poppins"/>
              </a:rPr>
              <a:t>6</a:t>
            </a:r>
            <a:r>
              <a:rPr lang="pt-BR" sz="3000" b="1" i="0" u="none" strike="noStrike" cap="none" dirty="0">
                <a:solidFill>
                  <a:srgbClr val="FFFFFF"/>
                </a:solidFill>
                <a:latin typeface="Poppins"/>
                <a:ea typeface="Poppins"/>
                <a:cs typeface="Poppins"/>
                <a:sym typeface="Poppins"/>
              </a:rPr>
              <a:t> a </a:t>
            </a:r>
            <a:r>
              <a:rPr lang="pt-BR" sz="3000" b="1" dirty="0">
                <a:solidFill>
                  <a:srgbClr val="FFFFFF"/>
                </a:solidFill>
                <a:latin typeface="Poppins"/>
                <a:ea typeface="Poppins"/>
                <a:cs typeface="Poppins"/>
                <a:sym typeface="Poppins"/>
              </a:rPr>
              <a:t>8</a:t>
            </a:r>
            <a:endParaRPr dirty="0"/>
          </a:p>
        </p:txBody>
      </p:sp>
      <p:sp>
        <p:nvSpPr>
          <p:cNvPr id="3771" name="Google Shape;3771;p340"/>
          <p:cNvSpPr txBox="1"/>
          <p:nvPr/>
        </p:nvSpPr>
        <p:spPr>
          <a:xfrm>
            <a:off x="985519" y="1372059"/>
            <a:ext cx="10931497" cy="5062914"/>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None/>
            </a:pPr>
            <a:r>
              <a:rPr lang="pt-BR" sz="1000" b="1" i="0" u="none" strike="noStrike" cap="none" dirty="0">
                <a:solidFill>
                  <a:srgbClr val="000000"/>
                </a:solidFill>
                <a:latin typeface="Poppins"/>
                <a:ea typeface="Poppins"/>
                <a:cs typeface="Poppins"/>
                <a:sym typeface="Poppins"/>
              </a:rPr>
              <a:t>Orientações: </a:t>
            </a:r>
            <a:r>
              <a:rPr lang="pt-BR" sz="1000" dirty="0">
                <a:latin typeface="Poppins"/>
                <a:ea typeface="Poppins"/>
                <a:cs typeface="Poppins"/>
                <a:sym typeface="Poppins"/>
              </a:rPr>
              <a:t>essa atividade é o complemento final do desafio iniciado na Aula 3. Os estudantes partirão do </a:t>
            </a:r>
            <a:r>
              <a:rPr lang="pt-BR" sz="1000" i="1" dirty="0">
                <a:latin typeface="Poppins"/>
                <a:ea typeface="Poppins"/>
                <a:cs typeface="Poppins"/>
                <a:sym typeface="Poppins"/>
              </a:rPr>
              <a:t>quiz</a:t>
            </a:r>
            <a:r>
              <a:rPr lang="pt-BR" sz="1000" dirty="0">
                <a:latin typeface="Poppins"/>
                <a:ea typeface="Poppins"/>
                <a:cs typeface="Poppins"/>
                <a:sym typeface="Poppins"/>
              </a:rPr>
              <a:t> que já funciona (3 perguntas com loop for e pontuação) e o ampliarão para 5 perguntas com tema de ciências, além de adicionar uma mensagem final personalizada baseada na pontuação. O formato é de desafio autônomo: cada estudante trabalha sozinho, podendo consultar o caderno e o código da Aula 3. Atue como orientador, circulando pela sala e dando dicas quando necessário, mas sem escrever o código pelos estudantes.</a:t>
            </a:r>
            <a:endParaRPr sz="1000" dirty="0">
              <a:latin typeface="Poppins"/>
              <a:ea typeface="Poppins"/>
              <a:cs typeface="Poppins"/>
              <a:sym typeface="Poppins"/>
            </a:endParaRPr>
          </a:p>
          <a:p>
            <a:pPr marL="0" lvl="0" indent="0" algn="l" rtl="0">
              <a:lnSpc>
                <a:spcPct val="100000"/>
              </a:lnSpc>
              <a:spcBef>
                <a:spcPts val="0"/>
              </a:spcBef>
              <a:spcAft>
                <a:spcPts val="0"/>
              </a:spcAft>
              <a:buClr>
                <a:schemeClr val="dk1"/>
              </a:buClr>
              <a:buSzPts val="1100"/>
              <a:buFont typeface="Arial"/>
              <a:buNone/>
            </a:pPr>
            <a:endParaRPr sz="1000" dirty="0">
              <a:latin typeface="Poppins"/>
              <a:ea typeface="Poppins"/>
              <a:cs typeface="Poppins"/>
              <a:sym typeface="Poppins"/>
            </a:endParaRPr>
          </a:p>
          <a:p>
            <a:pPr marL="0" lvl="0" indent="0" algn="l" rtl="0">
              <a:lnSpc>
                <a:spcPct val="100000"/>
              </a:lnSpc>
              <a:spcBef>
                <a:spcPts val="0"/>
              </a:spcBef>
              <a:spcAft>
                <a:spcPts val="0"/>
              </a:spcAft>
              <a:buClr>
                <a:schemeClr val="dk1"/>
              </a:buClr>
              <a:buSzPts val="1100"/>
              <a:buFont typeface="Arial"/>
              <a:buNone/>
            </a:pPr>
            <a:r>
              <a:rPr lang="pt-BR" sz="1000" b="1" dirty="0">
                <a:latin typeface="Poppins"/>
                <a:ea typeface="Poppins"/>
                <a:cs typeface="Poppins"/>
                <a:sym typeface="Poppins"/>
              </a:rPr>
              <a:t>Tempo previsto:</a:t>
            </a:r>
            <a:r>
              <a:rPr lang="pt-BR" sz="1000" dirty="0">
                <a:latin typeface="Poppins"/>
                <a:ea typeface="Poppins"/>
                <a:cs typeface="Poppins"/>
                <a:sym typeface="Poppins"/>
              </a:rPr>
              <a:t> 47 minutos.</a:t>
            </a:r>
            <a:endParaRPr sz="1000" dirty="0">
              <a:latin typeface="Poppins"/>
              <a:ea typeface="Poppins"/>
              <a:cs typeface="Poppins"/>
              <a:sym typeface="Poppins"/>
            </a:endParaRPr>
          </a:p>
          <a:p>
            <a:pPr marL="0" lvl="0" indent="0" algn="l" rtl="0">
              <a:lnSpc>
                <a:spcPct val="100000"/>
              </a:lnSpc>
              <a:spcBef>
                <a:spcPts val="0"/>
              </a:spcBef>
              <a:spcAft>
                <a:spcPts val="600"/>
              </a:spcAft>
              <a:buClr>
                <a:schemeClr val="dk1"/>
              </a:buClr>
              <a:buSzPts val="1100"/>
              <a:buFont typeface="Arial"/>
              <a:buNone/>
            </a:pPr>
            <a:endParaRPr sz="1000" dirty="0">
              <a:latin typeface="Poppins"/>
              <a:ea typeface="Poppins"/>
              <a:cs typeface="Poppins"/>
              <a:sym typeface="Poppins"/>
            </a:endParaRPr>
          </a:p>
          <a:p>
            <a:pPr marL="0" lvl="0" indent="0" algn="l" rtl="0">
              <a:lnSpc>
                <a:spcPct val="100000"/>
              </a:lnSpc>
              <a:spcBef>
                <a:spcPts val="0"/>
              </a:spcBef>
              <a:spcAft>
                <a:spcPts val="0"/>
              </a:spcAft>
              <a:buClr>
                <a:schemeClr val="dk1"/>
              </a:buClr>
              <a:buSzPts val="1100"/>
              <a:buFont typeface="Arial"/>
              <a:buNone/>
            </a:pPr>
            <a:r>
              <a:rPr lang="pt-BR" sz="1000" b="1" dirty="0">
                <a:latin typeface="Poppins"/>
                <a:ea typeface="Poppins"/>
                <a:cs typeface="Poppins"/>
                <a:sym typeface="Poppins"/>
              </a:rPr>
              <a:t>Gestão de sala de aula:</a:t>
            </a:r>
            <a:r>
              <a:rPr lang="pt-BR" sz="1000" dirty="0">
                <a:latin typeface="Poppins"/>
                <a:ea typeface="Poppins"/>
                <a:cs typeface="Poppins"/>
                <a:sym typeface="Poppins"/>
              </a:rPr>
              <a:t> </a:t>
            </a:r>
            <a:endParaRPr sz="1000" dirty="0">
              <a:latin typeface="Poppins"/>
              <a:ea typeface="Poppins"/>
              <a:cs typeface="Poppins"/>
              <a:sym typeface="Poppins"/>
            </a:endParaRP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a atividade acontece no laboratório de informática ou com notebooks. Cada estudante trabalha em um computador </a:t>
            </a:r>
            <a:r>
              <a:rPr lang="pt-BR" sz="1000" b="1" dirty="0">
                <a:latin typeface="Poppins"/>
                <a:ea typeface="Poppins"/>
                <a:cs typeface="Poppins"/>
                <a:sym typeface="Poppins"/>
              </a:rPr>
              <a:t>individualmente</a:t>
            </a:r>
            <a:r>
              <a:rPr lang="pt-BR" sz="1000" dirty="0">
                <a:latin typeface="Poppins"/>
                <a:ea typeface="Poppins"/>
                <a:cs typeface="Poppins"/>
                <a:sym typeface="Poppins"/>
              </a:rPr>
              <a:t>. Se faltarem computadores, forme duplas; </a:t>
            </a: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garanta que o Python ou o Replit estejam funcionando antes de iniciar. Cada estudante precisa ter acesso ao código da Aula 3.</a:t>
            </a:r>
            <a:endParaRPr sz="1000" dirty="0">
              <a:latin typeface="Poppins"/>
              <a:ea typeface="Poppins"/>
              <a:cs typeface="Poppins"/>
              <a:sym typeface="Poppins"/>
            </a:endParaRPr>
          </a:p>
          <a:p>
            <a:pPr marL="0" lvl="0" indent="0" algn="l" rtl="0">
              <a:lnSpc>
                <a:spcPct val="100000"/>
              </a:lnSpc>
              <a:spcBef>
                <a:spcPts val="0"/>
              </a:spcBef>
              <a:spcAft>
                <a:spcPts val="0"/>
              </a:spcAft>
              <a:buClr>
                <a:schemeClr val="dk1"/>
              </a:buClr>
              <a:buSzPts val="1100"/>
              <a:buFont typeface="Arial"/>
              <a:buNone/>
            </a:pPr>
            <a:endParaRPr sz="1000" dirty="0">
              <a:latin typeface="Poppins"/>
              <a:ea typeface="Poppins"/>
              <a:cs typeface="Poppins"/>
              <a:sym typeface="Poppins"/>
            </a:endParaRPr>
          </a:p>
          <a:p>
            <a:pPr marL="0" lvl="0" indent="0" algn="l" rtl="0">
              <a:lnSpc>
                <a:spcPct val="100000"/>
              </a:lnSpc>
              <a:spcBef>
                <a:spcPts val="0"/>
              </a:spcBef>
              <a:spcAft>
                <a:spcPts val="0"/>
              </a:spcAft>
              <a:buClr>
                <a:schemeClr val="dk1"/>
              </a:buClr>
              <a:buSzPts val="1100"/>
              <a:buFont typeface="Arial"/>
              <a:buNone/>
            </a:pPr>
            <a:r>
              <a:rPr lang="pt-BR" sz="1000" b="1" dirty="0">
                <a:latin typeface="Poppins"/>
                <a:ea typeface="Poppins"/>
                <a:cs typeface="Poppins"/>
                <a:sym typeface="Poppins"/>
              </a:rPr>
              <a:t>Condução da dinâmica:</a:t>
            </a:r>
            <a:endParaRPr sz="1000" b="1" dirty="0">
              <a:latin typeface="Poppins"/>
              <a:ea typeface="Poppins"/>
              <a:cs typeface="Poppins"/>
              <a:sym typeface="Poppins"/>
            </a:endParaRP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inicie explicando que esta é a última aula da semana e o complemento do desafio da Aula 3. O </a:t>
            </a:r>
            <a:r>
              <a:rPr lang="pt-BR" sz="1000" i="1" dirty="0">
                <a:latin typeface="Poppins"/>
                <a:ea typeface="Poppins"/>
                <a:cs typeface="Poppins"/>
                <a:sym typeface="Poppins"/>
              </a:rPr>
              <a:t>quiz</a:t>
            </a:r>
            <a:r>
              <a:rPr lang="pt-BR" sz="1000" dirty="0">
                <a:latin typeface="Poppins"/>
                <a:ea typeface="Poppins"/>
                <a:cs typeface="Poppins"/>
                <a:sym typeface="Poppins"/>
              </a:rPr>
              <a:t> que funciona com 3 perguntas vai virar um </a:t>
            </a:r>
            <a:r>
              <a:rPr lang="pt-BR" sz="1000" i="1" dirty="0">
                <a:latin typeface="Poppins"/>
                <a:ea typeface="Poppins"/>
                <a:cs typeface="Poppins"/>
                <a:sym typeface="Poppins"/>
              </a:rPr>
              <a:t>quiz</a:t>
            </a:r>
            <a:r>
              <a:rPr lang="pt-BR" sz="1000" dirty="0">
                <a:latin typeface="Poppins"/>
                <a:ea typeface="Poppins"/>
                <a:cs typeface="Poppins"/>
                <a:sym typeface="Poppins"/>
              </a:rPr>
              <a:t> completo com 5 perguntas, tema de ciências e mensagem final personalizada. Os estudantes já têm todas as ferramentas necessárias;</a:t>
            </a:r>
            <a:endParaRPr sz="1000" dirty="0">
              <a:latin typeface="Poppins"/>
              <a:ea typeface="Poppins"/>
              <a:cs typeface="Poppins"/>
              <a:sym typeface="Poppins"/>
            </a:endParaRP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entregue o problema no slide ou em folha impressa. Leia o enunciado junto com a turma, garantindo que todos entendam os requisitos. Depois, os estudantes começarão a trabalhar sozinhos;</a:t>
            </a:r>
            <a:endParaRPr sz="1000" dirty="0">
              <a:latin typeface="Poppins"/>
              <a:ea typeface="Poppins"/>
              <a:cs typeface="Poppins"/>
              <a:sym typeface="Poppins"/>
            </a:endParaRP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circule pela sala observando o progresso de cada estudante. Quando um deles travar, faça perguntas-guia: “Como você adicionou perguntas na lista na Aula 3?", “O que muda no range quando você passa de 3 para 5 perguntas?", “Onde as mensagens personalizadas precisam ficar, dentro ou fora do loop?“;</a:t>
            </a:r>
            <a:endParaRPr sz="1000" dirty="0">
              <a:latin typeface="Poppins"/>
              <a:ea typeface="Poppins"/>
              <a:cs typeface="Poppins"/>
              <a:sym typeface="Poppins"/>
            </a:endParaRP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fique atento a 5 pontos críticos: (1) as duas listas precisam ter 5 elementos na mesma ordem; (2) o range precisa ser alterado de 3 para 5; (3) a variável pontos continua antes do loop; (4) as mensagens personalizadas com if/elif/else ficam depois do loop, sem indentação; (5) a ordem das condições precisa ir da mais específica (pontos == 5) para a mais geral (else);</a:t>
            </a:r>
            <a:endParaRPr sz="1000" dirty="0">
              <a:latin typeface="Poppins"/>
              <a:ea typeface="Poppins"/>
              <a:cs typeface="Poppins"/>
              <a:sym typeface="Poppins"/>
            </a:endParaRP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na metade do tempo (cerca de 22 minutos), faça uma pausa rápida e pergunte à turma como estão se saindo. Se vários estudantes estiverem com o mesmo problema, faça uma explicação rápida no quadro para todos;</a:t>
            </a:r>
            <a:endParaRPr sz="1000" dirty="0">
              <a:latin typeface="Poppins"/>
              <a:ea typeface="Poppins"/>
              <a:cs typeface="Poppins"/>
              <a:sym typeface="Poppins"/>
            </a:endParaRPr>
          </a:p>
          <a:p>
            <a:pPr marL="171450" lvl="0" indent="-171450" algn="l" rtl="0">
              <a:lnSpc>
                <a:spcPct val="100000"/>
              </a:lnSpc>
              <a:spcBef>
                <a:spcPts val="0"/>
              </a:spcBef>
              <a:spcAft>
                <a:spcPts val="0"/>
              </a:spcAft>
              <a:buClr>
                <a:schemeClr val="dk1"/>
              </a:buClr>
              <a:buSzPts val="1100"/>
              <a:buFont typeface="Arial" panose="020B0604020202020204" pitchFamily="34" charset="0"/>
              <a:buChar char="•"/>
            </a:pPr>
            <a:r>
              <a:rPr lang="pt-BR" sz="1000" dirty="0">
                <a:latin typeface="Poppins"/>
                <a:ea typeface="Poppins"/>
                <a:cs typeface="Poppins"/>
                <a:sym typeface="Poppins"/>
              </a:rPr>
              <a:t>nos últimos 5 minutos, peça que cada estudante teste o programa com os dados fornecidos e confira se os resultados batem com o esperado.</a:t>
            </a:r>
            <a:endParaRPr sz="1000" dirty="0">
              <a:latin typeface="Poppins"/>
              <a:ea typeface="Poppins"/>
              <a:cs typeface="Poppins"/>
              <a:sym typeface="Poppins"/>
            </a:endParaRPr>
          </a:p>
          <a:p>
            <a:pPr marL="0" lvl="0" indent="0" algn="l" rtl="0">
              <a:lnSpc>
                <a:spcPct val="100000"/>
              </a:lnSpc>
              <a:spcBef>
                <a:spcPts val="0"/>
              </a:spcBef>
              <a:spcAft>
                <a:spcPts val="0"/>
              </a:spcAft>
              <a:buClr>
                <a:schemeClr val="dk1"/>
              </a:buClr>
              <a:buSzPts val="1100"/>
              <a:buFont typeface="Arial"/>
              <a:buNone/>
            </a:pPr>
            <a:endParaRPr sz="1000" dirty="0">
              <a:latin typeface="Poppins"/>
              <a:ea typeface="Poppins"/>
              <a:cs typeface="Poppins"/>
              <a:sym typeface="Poppins"/>
            </a:endParaRPr>
          </a:p>
          <a:p>
            <a:pPr marL="0" lvl="0" indent="0" algn="l" rtl="0">
              <a:lnSpc>
                <a:spcPct val="100000"/>
              </a:lnSpc>
              <a:spcBef>
                <a:spcPts val="0"/>
              </a:spcBef>
              <a:spcAft>
                <a:spcPts val="0"/>
              </a:spcAft>
              <a:buClr>
                <a:schemeClr val="dk1"/>
              </a:buClr>
              <a:buSzPts val="1100"/>
              <a:buFont typeface="Arial"/>
              <a:buNone/>
            </a:pPr>
            <a:r>
              <a:rPr lang="pt-BR" sz="1000" b="1" dirty="0">
                <a:latin typeface="Poppins"/>
                <a:ea typeface="Poppins"/>
                <a:cs typeface="Poppins"/>
                <a:sym typeface="Poppins"/>
              </a:rPr>
              <a:t>Expectativas de respostas: </a:t>
            </a:r>
            <a:r>
              <a:rPr lang="pt-BR" sz="1000" dirty="0">
                <a:latin typeface="Poppins"/>
                <a:ea typeface="Poppins"/>
                <a:cs typeface="Poppins"/>
                <a:sym typeface="Poppins"/>
              </a:rPr>
              <a:t>espera-se que a maioria dos estudantes consiga completar o desafio dentro do tempo previsto, pois estão ampliando um programa que já funciona. A adição de perguntas nas listas deve ser direta. A mudança do range de 3 para 5 também. O ponto novo é a mensagem personalizada com if/elif/else depois do loop. O erro mais comum será a ordem das condições: alguns estudantes podem colocar "pontos &gt;= 1" antes de "pontos == 5", fazendo com que quem acertou 5 receba a mensagem de "&gt;= 1". Outro erro comum será colocar as mensagens dentro do loop em vez de depois. Os estudantes que terminarem mais rápido podem adicionar uma sexta pergunta ou criar mais níveis de mensagem (como uma mensagem especial para pontos == 0).</a:t>
            </a:r>
            <a:endParaRPr sz="1000" dirty="0">
              <a:latin typeface="Poppins"/>
              <a:ea typeface="Poppins"/>
              <a:cs typeface="Poppins"/>
              <a:sym typeface="Poppins"/>
            </a:endParaRPr>
          </a:p>
          <a:p>
            <a:pPr marL="0" lvl="0" indent="0" algn="l" rtl="0">
              <a:lnSpc>
                <a:spcPct val="100000"/>
              </a:lnSpc>
              <a:spcBef>
                <a:spcPts val="0"/>
              </a:spcBef>
              <a:spcAft>
                <a:spcPts val="0"/>
              </a:spcAft>
              <a:buClr>
                <a:schemeClr val="dk1"/>
              </a:buClr>
              <a:buSzPts val="1100"/>
              <a:buFont typeface="Arial"/>
              <a:buNone/>
            </a:pPr>
            <a:endParaRPr sz="1000" dirty="0">
              <a:latin typeface="Poppins"/>
              <a:ea typeface="Poppins"/>
              <a:cs typeface="Poppins"/>
              <a:sym typeface="Poppins"/>
            </a:endParaRPr>
          </a:p>
        </p:txBody>
      </p:sp>
      <p:cxnSp>
        <p:nvCxnSpPr>
          <p:cNvPr id="3772" name="Google Shape;3772;p340"/>
          <p:cNvCxnSpPr>
            <a:cxnSpLocks/>
          </p:cNvCxnSpPr>
          <p:nvPr/>
        </p:nvCxnSpPr>
        <p:spPr>
          <a:xfrm flipV="1">
            <a:off x="685795" y="1040928"/>
            <a:ext cx="0" cy="5624878"/>
          </a:xfrm>
          <a:prstGeom prst="straightConnector1">
            <a:avLst/>
          </a:prstGeom>
          <a:noFill/>
          <a:ln w="19050" cap="flat" cmpd="sng">
            <a:solidFill>
              <a:srgbClr val="000000"/>
            </a:solidFill>
            <a:prstDash val="solid"/>
            <a:round/>
            <a:headEnd type="oval" w="med" len="med"/>
            <a:tailEnd type="oval" w="med" len="med"/>
          </a:ln>
        </p:spPr>
      </p:cxnSp>
      <p:grpSp>
        <p:nvGrpSpPr>
          <p:cNvPr id="3774" name="Google Shape;3774;p340"/>
          <p:cNvGrpSpPr/>
          <p:nvPr/>
        </p:nvGrpSpPr>
        <p:grpSpPr>
          <a:xfrm>
            <a:off x="497841" y="1318604"/>
            <a:ext cx="386100" cy="382500"/>
            <a:chOff x="497841" y="1318604"/>
            <a:chExt cx="386100" cy="382500"/>
          </a:xfrm>
        </p:grpSpPr>
        <p:sp>
          <p:nvSpPr>
            <p:cNvPr id="3775" name="Google Shape;3775;p340"/>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3776" name="Google Shape;3776;p340"/>
            <p:cNvSpPr/>
            <p:nvPr/>
          </p:nvSpPr>
          <p:spPr>
            <a:xfrm>
              <a:off x="569897"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3777" name="Google Shape;3777;p340"/>
          <p:cNvGrpSpPr/>
          <p:nvPr/>
        </p:nvGrpSpPr>
        <p:grpSpPr>
          <a:xfrm>
            <a:off x="497841" y="2481465"/>
            <a:ext cx="386100" cy="382500"/>
            <a:chOff x="497841" y="2265726"/>
            <a:chExt cx="386100" cy="382500"/>
          </a:xfrm>
        </p:grpSpPr>
        <p:sp>
          <p:nvSpPr>
            <p:cNvPr id="3778" name="Google Shape;3778;p340"/>
            <p:cNvSpPr/>
            <p:nvPr/>
          </p:nvSpPr>
          <p:spPr>
            <a:xfrm>
              <a:off x="497841" y="226572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3779" name="Google Shape;3779;p340"/>
            <p:cNvSpPr/>
            <p:nvPr/>
          </p:nvSpPr>
          <p:spPr>
            <a:xfrm>
              <a:off x="566852" y="2344156"/>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3780" name="Google Shape;3780;p340"/>
          <p:cNvGrpSpPr/>
          <p:nvPr/>
        </p:nvGrpSpPr>
        <p:grpSpPr>
          <a:xfrm>
            <a:off x="497841" y="2027491"/>
            <a:ext cx="386100" cy="382500"/>
            <a:chOff x="497841" y="1802325"/>
            <a:chExt cx="386100" cy="382500"/>
          </a:xfrm>
        </p:grpSpPr>
        <p:sp>
          <p:nvSpPr>
            <p:cNvPr id="3781" name="Google Shape;3781;p340"/>
            <p:cNvSpPr/>
            <p:nvPr/>
          </p:nvSpPr>
          <p:spPr>
            <a:xfrm>
              <a:off x="497841" y="1802325"/>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3782" name="Google Shape;3782;p340"/>
            <p:cNvPicPr preferRelativeResize="0"/>
            <p:nvPr/>
          </p:nvPicPr>
          <p:blipFill rotWithShape="1">
            <a:blip r:embed="rId3">
              <a:alphaModFix/>
            </a:blip>
            <a:srcRect/>
            <a:stretch/>
          </p:blipFill>
          <p:spPr>
            <a:xfrm>
              <a:off x="616072" y="1896031"/>
              <a:ext cx="154445" cy="193056"/>
            </a:xfrm>
            <a:prstGeom prst="rect">
              <a:avLst/>
            </a:prstGeom>
            <a:noFill/>
            <a:ln>
              <a:noFill/>
            </a:ln>
          </p:spPr>
        </p:pic>
      </p:grpSp>
      <p:grpSp>
        <p:nvGrpSpPr>
          <p:cNvPr id="3783" name="Google Shape;3783;p340"/>
          <p:cNvGrpSpPr/>
          <p:nvPr/>
        </p:nvGrpSpPr>
        <p:grpSpPr>
          <a:xfrm>
            <a:off x="497841" y="3206153"/>
            <a:ext cx="386100" cy="382500"/>
            <a:chOff x="497841" y="3037886"/>
            <a:chExt cx="386100" cy="382500"/>
          </a:xfrm>
        </p:grpSpPr>
        <p:sp>
          <p:nvSpPr>
            <p:cNvPr id="3784" name="Google Shape;3784;p340"/>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3785" name="Google Shape;3785;p340"/>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3786" name="Google Shape;3786;p340"/>
          <p:cNvGrpSpPr/>
          <p:nvPr/>
        </p:nvGrpSpPr>
        <p:grpSpPr>
          <a:xfrm>
            <a:off x="497841" y="5342763"/>
            <a:ext cx="386100" cy="382500"/>
            <a:chOff x="497841" y="3801694"/>
            <a:chExt cx="386100" cy="382500"/>
          </a:xfrm>
        </p:grpSpPr>
        <p:sp>
          <p:nvSpPr>
            <p:cNvPr id="3787" name="Google Shape;3787;p340"/>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3773" name="Google Shape;3773;p340"/>
            <p:cNvPicPr preferRelativeResize="0"/>
            <p:nvPr/>
          </p:nvPicPr>
          <p:blipFill rotWithShape="1">
            <a:blip r:embed="rId5"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3792"/>
        <p:cNvGrpSpPr/>
        <p:nvPr/>
      </p:nvGrpSpPr>
      <p:grpSpPr>
        <a:xfrm>
          <a:off x="0" y="0"/>
          <a:ext cx="0" cy="0"/>
          <a:chOff x="0" y="0"/>
          <a:chExt cx="0" cy="0"/>
        </a:xfrm>
      </p:grpSpPr>
      <p:sp>
        <p:nvSpPr>
          <p:cNvPr id="3793" name="Google Shape;3793;p341"/>
          <p:cNvSpPr/>
          <p:nvPr/>
        </p:nvSpPr>
        <p:spPr>
          <a:xfrm>
            <a:off x="0" y="7855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3794" name="Google Shape;3794;p341"/>
          <p:cNvSpPr txBox="1"/>
          <p:nvPr/>
        </p:nvSpPr>
        <p:spPr>
          <a:xfrm>
            <a:off x="985527" y="795750"/>
            <a:ext cx="85605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9</a:t>
            </a:r>
            <a:endParaRPr sz="933" b="0" i="0" u="none" strike="noStrike" cap="none" dirty="0">
              <a:solidFill>
                <a:srgbClr val="000000"/>
              </a:solidFill>
              <a:latin typeface="Arial"/>
              <a:ea typeface="Arial"/>
              <a:cs typeface="Arial"/>
              <a:sym typeface="Arial"/>
            </a:endParaRPr>
          </a:p>
        </p:txBody>
      </p:sp>
      <p:sp>
        <p:nvSpPr>
          <p:cNvPr id="3795" name="Google Shape;3795;p341"/>
          <p:cNvSpPr txBox="1"/>
          <p:nvPr/>
        </p:nvSpPr>
        <p:spPr>
          <a:xfrm>
            <a:off x="985519" y="1352395"/>
            <a:ext cx="10783800" cy="3062367"/>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 </a:t>
            </a:r>
            <a:r>
              <a:rPr lang="pt-BR" sz="1000" b="0" i="0" u="none" strike="noStrike" cap="none" dirty="0">
                <a:solidFill>
                  <a:srgbClr val="000000"/>
                </a:solidFill>
                <a:latin typeface="Poppins"/>
                <a:ea typeface="Poppins"/>
                <a:cs typeface="Poppins"/>
                <a:sym typeface="Poppins"/>
              </a:rPr>
              <a:t>a seção </a:t>
            </a:r>
            <a:r>
              <a:rPr lang="pt-BR" sz="1000" b="1" i="0" u="none" strike="noStrike" cap="none" dirty="0">
                <a:solidFill>
                  <a:srgbClr val="000000"/>
                </a:solidFill>
                <a:latin typeface="Poppins"/>
                <a:ea typeface="Poppins"/>
                <a:cs typeface="Poppins"/>
                <a:sym typeface="Poppins"/>
              </a:rPr>
              <a:t>O que nós aprendemos hoje?</a:t>
            </a:r>
            <a:r>
              <a:rPr lang="pt-BR" sz="1000" b="0" i="0" u="none" strike="noStrike" cap="none" dirty="0">
                <a:solidFill>
                  <a:srgbClr val="000000"/>
                </a:solidFill>
                <a:latin typeface="Poppins"/>
                <a:ea typeface="Poppins"/>
                <a:cs typeface="Poppins"/>
                <a:sym typeface="Poppins"/>
              </a:rPr>
              <a:t> tem o objetivo de reforçar e esclarecer os principais conceitos discutidos, incentivando os estudantes a recordarem e articularem os principais pontos da aula.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600"/>
              </a:spcAft>
              <a:buClr>
                <a:srgbClr val="000000"/>
              </a:buClr>
              <a:buSzPts val="1000"/>
              <a:buFont typeface="Arial"/>
              <a:buNone/>
            </a:pPr>
            <a:br>
              <a:rPr lang="pt-BR" sz="1000" b="1" i="0" u="none" strike="noStrike" cap="none" dirty="0">
                <a:solidFill>
                  <a:srgbClr val="000000"/>
                </a:solidFill>
                <a:latin typeface="Poppins"/>
                <a:ea typeface="Poppins"/>
                <a:cs typeface="Poppins"/>
                <a:sym typeface="Poppins"/>
              </a:rPr>
            </a:br>
            <a:r>
              <a:rPr lang="pt-BR" sz="1000" b="1" i="0" u="none" strike="noStrike" cap="none" dirty="0">
                <a:solidFill>
                  <a:srgbClr val="000000"/>
                </a:solidFill>
                <a:latin typeface="Poppins"/>
                <a:ea typeface="Poppins"/>
                <a:cs typeface="Poppins"/>
                <a:sym typeface="Poppins"/>
              </a:rPr>
              <a:t>Tempo previsto: </a:t>
            </a:r>
            <a:r>
              <a:rPr lang="pt-BR" sz="1000" b="0" i="0" u="none" strike="noStrike" cap="none" dirty="0">
                <a:solidFill>
                  <a:srgbClr val="000000"/>
                </a:solidFill>
                <a:latin typeface="Poppins"/>
                <a:ea typeface="Poppins"/>
                <a:cs typeface="Poppins"/>
                <a:sym typeface="Poppins"/>
              </a:rPr>
              <a:t>2 minutos.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Gestão de sala de aula:</a:t>
            </a:r>
            <a:endParaRPr sz="1000" b="1"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dirty="0">
                <a:latin typeface="Poppins"/>
                <a:ea typeface="Poppins"/>
                <a:cs typeface="Poppins"/>
                <a:sym typeface="Poppins"/>
              </a:rPr>
              <a:t>m</a:t>
            </a:r>
            <a:r>
              <a:rPr lang="pt-BR" sz="1000" b="0" i="0" u="none" strike="noStrike" cap="none" dirty="0">
                <a:solidFill>
                  <a:srgbClr val="000000"/>
                </a:solidFill>
                <a:latin typeface="Poppins"/>
                <a:ea typeface="Poppins"/>
                <a:cs typeface="Poppins"/>
                <a:sym typeface="Poppins"/>
              </a:rPr>
              <a:t>antenha um tom positivo e construtivo, reforçando o aprendizado;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seja direto e objetivo nas explicações para manter a atividade dentro do tempo estipulado;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engaje os estudantes rapidamente, pedindo confirmações ou reações breves às definições apresentadas.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Condução da dinâmica:</a:t>
            </a:r>
            <a:endParaRPr sz="1000" b="1"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explique aos estudantes que esse é um momento de reflexão e esclarecimento sobre os conceitos abordados na aula;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informe que será feita uma rápida revisão para assegurar o entendimento correto das definições e dos conceitos; </a:t>
            </a:r>
            <a:endParaRPr sz="1000" b="0" i="0" u="none" strike="noStrike" cap="none" dirty="0">
              <a:solidFill>
                <a:srgbClr val="000000"/>
              </a:solidFill>
              <a:latin typeface="Poppins"/>
              <a:ea typeface="Poppins"/>
              <a:cs typeface="Poppins"/>
              <a:sym typeface="Poppins"/>
            </a:endParaRPr>
          </a:p>
          <a:p>
            <a:pPr marL="171450" marR="0" lvl="0" indent="-171450" algn="l" rtl="0">
              <a:lnSpc>
                <a:spcPct val="100000"/>
              </a:lnSpc>
              <a:spcBef>
                <a:spcPts val="0"/>
              </a:spcBef>
              <a:spcAft>
                <a:spcPts val="0"/>
              </a:spcAft>
              <a:buClr>
                <a:srgbClr val="000000"/>
              </a:buClr>
              <a:buSzPts val="1000"/>
              <a:buFont typeface="Arial" panose="020B0604020202020204" pitchFamily="34" charset="0"/>
              <a:buChar char="•"/>
            </a:pPr>
            <a:r>
              <a:rPr lang="pt-BR" sz="1000" b="0" i="0" u="none" strike="noStrike" cap="none" dirty="0">
                <a:solidFill>
                  <a:srgbClr val="000000"/>
                </a:solidFill>
                <a:latin typeface="Poppins"/>
                <a:ea typeface="Poppins"/>
                <a:cs typeface="Poppins"/>
                <a:sym typeface="Poppins"/>
              </a:rPr>
              <a:t>apresente o slide com os principais tópicos da aula. E retome rapidamente os conceitos representados no esquema, reiterando a importância de cada um deles e como ele se encaixa no contexto maior da aula e na vida profissional.</a:t>
            </a: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br>
              <a:rPr lang="pt-BR" sz="1000" b="1" i="0" u="none" strike="noStrike" cap="none" dirty="0">
                <a:solidFill>
                  <a:srgbClr val="000000"/>
                </a:solidFill>
                <a:latin typeface="Poppins"/>
                <a:ea typeface="Poppins"/>
                <a:cs typeface="Poppins"/>
                <a:sym typeface="Poppins"/>
              </a:rPr>
            </a:br>
            <a:r>
              <a:rPr lang="pt-BR" sz="1000" b="1" i="0" u="none" strike="noStrike" cap="none" dirty="0">
                <a:solidFill>
                  <a:srgbClr val="000000"/>
                </a:solidFill>
                <a:latin typeface="Poppins"/>
                <a:ea typeface="Poppins"/>
                <a:cs typeface="Poppins"/>
                <a:sym typeface="Poppins"/>
              </a:rPr>
              <a:t>O que é esperado: </a:t>
            </a:r>
            <a:r>
              <a:rPr lang="pt-BR" sz="1000" b="0" i="0" u="none" strike="noStrike" cap="none" dirty="0">
                <a:solidFill>
                  <a:srgbClr val="000000"/>
                </a:solidFill>
                <a:latin typeface="Poppins"/>
                <a:ea typeface="Poppins"/>
                <a:cs typeface="Poppins"/>
                <a:sym typeface="Poppins"/>
              </a:rPr>
              <a:t>os estudantes devem sair da aula com um entendimento claro e preciso dos conceitos principais. </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rgbClr val="000000"/>
              </a:solidFill>
              <a:latin typeface="Poppins"/>
              <a:ea typeface="Poppins"/>
              <a:cs typeface="Poppins"/>
              <a:sym typeface="Poppins"/>
            </a:endParaRPr>
          </a:p>
        </p:txBody>
      </p:sp>
      <p:cxnSp>
        <p:nvCxnSpPr>
          <p:cNvPr id="3796" name="Google Shape;3796;p341"/>
          <p:cNvCxnSpPr>
            <a:cxnSpLocks/>
          </p:cNvCxnSpPr>
          <p:nvPr/>
        </p:nvCxnSpPr>
        <p:spPr>
          <a:xfrm rot="10800000">
            <a:off x="685795" y="1021337"/>
            <a:ext cx="0" cy="3301500"/>
          </a:xfrm>
          <a:prstGeom prst="straightConnector1">
            <a:avLst/>
          </a:prstGeom>
          <a:noFill/>
          <a:ln w="19050" cap="flat" cmpd="sng">
            <a:solidFill>
              <a:srgbClr val="000000"/>
            </a:solidFill>
            <a:prstDash val="solid"/>
            <a:round/>
            <a:headEnd type="oval" w="med" len="med"/>
            <a:tailEnd type="oval" w="med" len="med"/>
          </a:ln>
        </p:spPr>
      </p:cxnSp>
      <p:grpSp>
        <p:nvGrpSpPr>
          <p:cNvPr id="3798" name="Google Shape;3798;p341"/>
          <p:cNvGrpSpPr/>
          <p:nvPr/>
        </p:nvGrpSpPr>
        <p:grpSpPr>
          <a:xfrm>
            <a:off x="497841" y="1290323"/>
            <a:ext cx="386100" cy="382500"/>
            <a:chOff x="497841" y="1318604"/>
            <a:chExt cx="386100" cy="382500"/>
          </a:xfrm>
        </p:grpSpPr>
        <p:sp>
          <p:nvSpPr>
            <p:cNvPr id="3799" name="Google Shape;3799;p341"/>
            <p:cNvSpPr/>
            <p:nvPr/>
          </p:nvSpPr>
          <p:spPr>
            <a:xfrm>
              <a:off x="497841" y="13186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3800" name="Google Shape;3800;p341"/>
            <p:cNvSpPr/>
            <p:nvPr/>
          </p:nvSpPr>
          <p:spPr>
            <a:xfrm>
              <a:off x="569897" y="14171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3801" name="Google Shape;3801;p341"/>
          <p:cNvGrpSpPr/>
          <p:nvPr/>
        </p:nvGrpSpPr>
        <p:grpSpPr>
          <a:xfrm>
            <a:off x="497841" y="2122470"/>
            <a:ext cx="386100" cy="382500"/>
            <a:chOff x="497841" y="2265726"/>
            <a:chExt cx="386100" cy="382500"/>
          </a:xfrm>
        </p:grpSpPr>
        <p:sp>
          <p:nvSpPr>
            <p:cNvPr id="3802" name="Google Shape;3802;p341"/>
            <p:cNvSpPr/>
            <p:nvPr/>
          </p:nvSpPr>
          <p:spPr>
            <a:xfrm>
              <a:off x="497841" y="226572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3803" name="Google Shape;3803;p341"/>
            <p:cNvSpPr/>
            <p:nvPr/>
          </p:nvSpPr>
          <p:spPr>
            <a:xfrm>
              <a:off x="566852" y="2344156"/>
              <a:ext cx="245174" cy="226314"/>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rgbClr val="000000"/>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grpSp>
      <p:grpSp>
        <p:nvGrpSpPr>
          <p:cNvPr id="3804" name="Google Shape;3804;p341"/>
          <p:cNvGrpSpPr/>
          <p:nvPr/>
        </p:nvGrpSpPr>
        <p:grpSpPr>
          <a:xfrm>
            <a:off x="497841" y="2868989"/>
            <a:ext cx="386100" cy="382500"/>
            <a:chOff x="497841" y="3037886"/>
            <a:chExt cx="386100" cy="382500"/>
          </a:xfrm>
        </p:grpSpPr>
        <p:sp>
          <p:nvSpPr>
            <p:cNvPr id="3805" name="Google Shape;3805;p341"/>
            <p:cNvSpPr/>
            <p:nvPr/>
          </p:nvSpPr>
          <p:spPr>
            <a:xfrm>
              <a:off x="497841" y="3037886"/>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3806" name="Google Shape;3806;p341"/>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565906" y="3108341"/>
              <a:ext cx="235296" cy="240643"/>
            </a:xfrm>
            <a:prstGeom prst="rect">
              <a:avLst/>
            </a:prstGeom>
            <a:noFill/>
            <a:ln>
              <a:noFill/>
            </a:ln>
          </p:spPr>
        </p:pic>
      </p:grpSp>
      <p:grpSp>
        <p:nvGrpSpPr>
          <p:cNvPr id="3807" name="Google Shape;3807;p341"/>
          <p:cNvGrpSpPr/>
          <p:nvPr/>
        </p:nvGrpSpPr>
        <p:grpSpPr>
          <a:xfrm>
            <a:off x="497841" y="3785197"/>
            <a:ext cx="386100" cy="382500"/>
            <a:chOff x="497841" y="3801694"/>
            <a:chExt cx="386100" cy="382500"/>
          </a:xfrm>
        </p:grpSpPr>
        <p:sp>
          <p:nvSpPr>
            <p:cNvPr id="3808" name="Google Shape;3808;p341"/>
            <p:cNvSpPr/>
            <p:nvPr/>
          </p:nvSpPr>
          <p:spPr>
            <a:xfrm>
              <a:off x="497841" y="380169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3797" name="Google Shape;3797;p341"/>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581782" y="3855815"/>
              <a:ext cx="208026" cy="266700"/>
            </a:xfrm>
            <a:prstGeom prst="rect">
              <a:avLst/>
            </a:prstGeom>
            <a:noFill/>
            <a:ln>
              <a:noFill/>
            </a:ln>
          </p:spPr>
        </p:pic>
      </p:grpSp>
      <p:grpSp>
        <p:nvGrpSpPr>
          <p:cNvPr id="3809" name="Google Shape;3809;p341"/>
          <p:cNvGrpSpPr/>
          <p:nvPr/>
        </p:nvGrpSpPr>
        <p:grpSpPr>
          <a:xfrm>
            <a:off x="497841" y="1708841"/>
            <a:ext cx="386100" cy="382500"/>
            <a:chOff x="497841" y="1802325"/>
            <a:chExt cx="386100" cy="382500"/>
          </a:xfrm>
        </p:grpSpPr>
        <p:sp>
          <p:nvSpPr>
            <p:cNvPr id="3810" name="Google Shape;3810;p341"/>
            <p:cNvSpPr/>
            <p:nvPr/>
          </p:nvSpPr>
          <p:spPr>
            <a:xfrm>
              <a:off x="497841" y="1802325"/>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pic>
          <p:nvPicPr>
            <p:cNvPr id="3811" name="Google Shape;3811;p341"/>
            <p:cNvPicPr preferRelativeResize="0"/>
            <p:nvPr/>
          </p:nvPicPr>
          <p:blipFill rotWithShape="1">
            <a:blip r:embed="rId5">
              <a:alphaModFix/>
            </a:blip>
            <a:srcRect/>
            <a:stretch/>
          </p:blipFill>
          <p:spPr>
            <a:xfrm>
              <a:off x="616072" y="1896031"/>
              <a:ext cx="154445" cy="193056"/>
            </a:xfrm>
            <a:prstGeom prst="rect">
              <a:avLst/>
            </a:prstGeom>
            <a:noFill/>
            <a:ln>
              <a:noFill/>
            </a:ln>
          </p:spPr>
        </p:pic>
      </p:grpSp>
      <p:sp>
        <p:nvSpPr>
          <p:cNvPr id="3812" name="Google Shape;3812;p341"/>
          <p:cNvSpPr/>
          <p:nvPr/>
        </p:nvSpPr>
        <p:spPr>
          <a:xfrm>
            <a:off x="0" y="4747992"/>
            <a:ext cx="12192000" cy="493200"/>
          </a:xfrm>
          <a:prstGeom prst="rect">
            <a:avLst/>
          </a:prstGeom>
          <a:solidFill>
            <a:srgbClr val="285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FFFFFF"/>
              </a:solidFill>
              <a:latin typeface="Arial"/>
              <a:ea typeface="Arial"/>
              <a:cs typeface="Arial"/>
              <a:sym typeface="Arial"/>
            </a:endParaRPr>
          </a:p>
        </p:txBody>
      </p:sp>
      <p:sp>
        <p:nvSpPr>
          <p:cNvPr id="3813" name="Google Shape;3813;p341"/>
          <p:cNvSpPr txBox="1"/>
          <p:nvPr/>
        </p:nvSpPr>
        <p:spPr>
          <a:xfrm>
            <a:off x="985520" y="4758152"/>
            <a:ext cx="5923200" cy="613500"/>
          </a:xfrm>
          <a:prstGeom prst="rect">
            <a:avLst/>
          </a:prstGeom>
          <a:noFill/>
          <a:ln>
            <a:noFill/>
          </a:ln>
        </p:spPr>
        <p:txBody>
          <a:bodyPr spcFirstLastPara="1" wrap="square" lIns="60950" tIns="30450" rIns="60950" bIns="30450"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pt-BR" sz="3000" b="1" i="0" u="none" strike="noStrike" cap="none" dirty="0">
                <a:solidFill>
                  <a:srgbClr val="FFFFFF"/>
                </a:solidFill>
                <a:latin typeface="Poppins"/>
                <a:ea typeface="Poppins"/>
                <a:cs typeface="Poppins"/>
                <a:sym typeface="Poppins"/>
              </a:rPr>
              <a:t>Slide 10</a:t>
            </a:r>
            <a:endParaRPr sz="933" b="0" i="0" u="none" strike="noStrike" cap="none" dirty="0">
              <a:solidFill>
                <a:srgbClr val="000000"/>
              </a:solidFill>
              <a:latin typeface="Arial"/>
              <a:ea typeface="Arial"/>
              <a:cs typeface="Arial"/>
              <a:sym typeface="Arial"/>
            </a:endParaRPr>
          </a:p>
        </p:txBody>
      </p:sp>
      <p:cxnSp>
        <p:nvCxnSpPr>
          <p:cNvPr id="3814" name="Google Shape;3814;p341"/>
          <p:cNvCxnSpPr>
            <a:cxnSpLocks/>
          </p:cNvCxnSpPr>
          <p:nvPr/>
        </p:nvCxnSpPr>
        <p:spPr>
          <a:xfrm flipV="1">
            <a:off x="685794" y="4998614"/>
            <a:ext cx="5082" cy="1402186"/>
          </a:xfrm>
          <a:prstGeom prst="straightConnector1">
            <a:avLst/>
          </a:prstGeom>
          <a:noFill/>
          <a:ln w="19050" cap="flat" cmpd="sng">
            <a:solidFill>
              <a:schemeClr val="dk1"/>
            </a:solidFill>
            <a:prstDash val="solid"/>
            <a:round/>
            <a:headEnd type="oval" w="med" len="med"/>
            <a:tailEnd type="oval" w="med" len="med"/>
          </a:ln>
        </p:spPr>
      </p:cxnSp>
      <p:sp>
        <p:nvSpPr>
          <p:cNvPr id="3816" name="Google Shape;3816;p341"/>
          <p:cNvSpPr/>
          <p:nvPr/>
        </p:nvSpPr>
        <p:spPr>
          <a:xfrm>
            <a:off x="497841" y="528100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rgbClr val="000000"/>
              </a:solidFill>
              <a:latin typeface="Arial"/>
              <a:ea typeface="Arial"/>
              <a:cs typeface="Arial"/>
              <a:sym typeface="Arial"/>
            </a:endParaRPr>
          </a:p>
        </p:txBody>
      </p:sp>
      <p:sp>
        <p:nvSpPr>
          <p:cNvPr id="3817" name="Google Shape;3817;p341"/>
          <p:cNvSpPr/>
          <p:nvPr/>
        </p:nvSpPr>
        <p:spPr>
          <a:xfrm>
            <a:off x="569897" y="5379560"/>
            <a:ext cx="237744" cy="201168"/>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dk1"/>
          </a:solidFill>
          <a:ln>
            <a:noFill/>
          </a:ln>
        </p:spPr>
        <p:txBody>
          <a:bodyPr spcFirstLastPara="1" wrap="square" lIns="60950" tIns="30450" rIns="60950" bIns="3045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200" b="0" i="0" u="none" strike="noStrike" cap="none" dirty="0">
              <a:solidFill>
                <a:srgbClr val="000000"/>
              </a:solidFill>
              <a:latin typeface="Calibri"/>
              <a:ea typeface="Calibri"/>
              <a:cs typeface="Calibri"/>
              <a:sym typeface="Calibri"/>
            </a:endParaRPr>
          </a:p>
        </p:txBody>
      </p:sp>
      <p:sp>
        <p:nvSpPr>
          <p:cNvPr id="3818" name="Google Shape;3818;p341"/>
          <p:cNvSpPr txBox="1"/>
          <p:nvPr/>
        </p:nvSpPr>
        <p:spPr>
          <a:xfrm>
            <a:off x="985524" y="5314800"/>
            <a:ext cx="9885675" cy="984875"/>
          </a:xfrm>
          <a:prstGeom prst="rect">
            <a:avLst/>
          </a:prstGeom>
          <a:noFill/>
          <a:ln>
            <a:noFill/>
          </a:ln>
        </p:spPr>
        <p:txBody>
          <a:bodyPr spcFirstLastPara="1" wrap="square" lIns="60950" tIns="30475" rIns="60950" bIns="3047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Orientações: </a:t>
            </a:r>
            <a:r>
              <a:rPr lang="pt-BR" sz="1000" b="0" i="0" u="none" strike="noStrike" cap="none" dirty="0">
                <a:solidFill>
                  <a:srgbClr val="000000"/>
                </a:solidFill>
                <a:latin typeface="Poppins"/>
                <a:ea typeface="Poppins"/>
                <a:cs typeface="Poppins"/>
                <a:sym typeface="Poppins"/>
              </a:rPr>
              <a:t>a seção </a:t>
            </a:r>
            <a:r>
              <a:rPr lang="pt-BR" sz="1000" b="1" i="0" u="none" strike="noStrike" cap="none" dirty="0">
                <a:solidFill>
                  <a:srgbClr val="000000"/>
                </a:solidFill>
                <a:latin typeface="Poppins"/>
                <a:ea typeface="Poppins"/>
                <a:cs typeface="Poppins"/>
                <a:sym typeface="Poppins"/>
              </a:rPr>
              <a:t>Saiba mais</a:t>
            </a:r>
            <a:r>
              <a:rPr lang="pt-BR" sz="1000" b="0" i="0" u="none" strike="noStrike" cap="none" dirty="0">
                <a:solidFill>
                  <a:srgbClr val="000000"/>
                </a:solidFill>
                <a:latin typeface="Poppins"/>
                <a:ea typeface="Poppins"/>
                <a:cs typeface="Poppins"/>
                <a:sym typeface="Poppins"/>
              </a:rPr>
              <a:t> apresenta recursos extraclasse para que os estudantes complementem sua formação. Incentive-os a continuarem explorando o tema da aula.</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br>
              <a:rPr lang="pt-BR" sz="1000" b="1" i="0" u="none" strike="noStrike" cap="none" dirty="0">
                <a:solidFill>
                  <a:srgbClr val="000000"/>
                </a:solidFill>
                <a:latin typeface="Poppins"/>
                <a:ea typeface="Poppins"/>
                <a:cs typeface="Poppins"/>
                <a:sym typeface="Poppins"/>
              </a:rPr>
            </a:br>
            <a:endParaRPr sz="1000" b="1"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r>
              <a:rPr lang="pt-BR" sz="1000" b="1" i="0" u="none" strike="noStrike" cap="none" dirty="0">
                <a:solidFill>
                  <a:srgbClr val="000000"/>
                </a:solidFill>
                <a:latin typeface="Poppins"/>
                <a:ea typeface="Poppins"/>
                <a:cs typeface="Poppins"/>
                <a:sym typeface="Poppins"/>
              </a:rPr>
              <a:t>Tempo previsto: </a:t>
            </a:r>
            <a:r>
              <a:rPr lang="pt-BR" sz="1000" b="0" i="0" u="none" strike="noStrike" cap="none" dirty="0">
                <a:solidFill>
                  <a:srgbClr val="000000"/>
                </a:solidFill>
                <a:latin typeface="Poppins"/>
                <a:ea typeface="Poppins"/>
                <a:cs typeface="Poppins"/>
                <a:sym typeface="Poppins"/>
              </a:rPr>
              <a:t>1 minuto.</a:t>
            </a:r>
            <a:endParaRPr sz="1000" b="0" i="0" u="none" strike="noStrike" cap="none" dirty="0">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rgbClr val="000000"/>
              </a:solidFill>
              <a:latin typeface="Poppins"/>
              <a:ea typeface="Poppins"/>
              <a:cs typeface="Poppins"/>
              <a:sym typeface="Poppins"/>
            </a:endParaRPr>
          </a:p>
        </p:txBody>
      </p:sp>
      <p:sp>
        <p:nvSpPr>
          <p:cNvPr id="3815" name="Google Shape;3815;p341"/>
          <p:cNvSpPr/>
          <p:nvPr/>
        </p:nvSpPr>
        <p:spPr>
          <a:xfrm>
            <a:off x="495426" y="5819714"/>
            <a:ext cx="386100" cy="382500"/>
          </a:xfrm>
          <a:prstGeom prst="ellipse">
            <a:avLst/>
          </a:prstGeom>
          <a:solidFill>
            <a:srgbClr val="529A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22"/>
              <a:buFont typeface="Arial"/>
              <a:buNone/>
            </a:pPr>
            <a:endParaRPr sz="622" b="0" i="0" u="none" strike="noStrike" cap="none" dirty="0">
              <a:solidFill>
                <a:schemeClr val="dk1"/>
              </a:solidFill>
              <a:latin typeface="Arial"/>
              <a:ea typeface="Arial"/>
              <a:cs typeface="Arial"/>
              <a:sym typeface="Arial"/>
            </a:endParaRPr>
          </a:p>
        </p:txBody>
      </p:sp>
      <p:pic>
        <p:nvPicPr>
          <p:cNvPr id="3819" name="Google Shape;3819;p341"/>
          <p:cNvPicPr preferRelativeResize="0"/>
          <p:nvPr/>
        </p:nvPicPr>
        <p:blipFill rotWithShape="1">
          <a:blip r:embed="rId5">
            <a:alphaModFix/>
          </a:blip>
          <a:srcRect/>
          <a:stretch/>
        </p:blipFill>
        <p:spPr>
          <a:xfrm>
            <a:off x="613657" y="5913420"/>
            <a:ext cx="154445" cy="19305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82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576</TotalTime>
  <Words>1540</Words>
  <Application>Microsoft Office PowerPoint</Application>
  <PresentationFormat>Ecrã Panorâmico</PresentationFormat>
  <Paragraphs>112</Paragraphs>
  <Slides>15</Slides>
  <Notes>15</Notes>
  <HiddenSlides>3</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15</vt:i4>
      </vt:variant>
    </vt:vector>
  </HeadingPairs>
  <TitlesOfParts>
    <vt:vector size="21" baseType="lpstr">
      <vt:lpstr>Calibri</vt:lpstr>
      <vt:lpstr>Poppins Light</vt:lpstr>
      <vt:lpstr>Poppins</vt:lpstr>
      <vt:lpstr>Poppins Medium</vt:lpstr>
      <vt:lpstr>Arial</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Gustavo Henrique da Silva Oliveira</cp:lastModifiedBy>
  <cp:revision>24</cp:revision>
  <dcterms:modified xsi:type="dcterms:W3CDTF">2026-08-25T17:44:50Z</dcterms:modified>
</cp:coreProperties>
</file>