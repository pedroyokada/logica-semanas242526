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990" r:id="rId1"/>
  </p:sldMasterIdLst>
  <p:notesMasterIdLst>
    <p:notesMasterId r:id="rId19"/>
  </p:notesMasterIdLst>
  <p:sldIdLst>
    <p:sldId id="312" r:id="rId2"/>
    <p:sldId id="313" r:id="rId3"/>
    <p:sldId id="314" r:id="rId4"/>
    <p:sldId id="315" r:id="rId5"/>
    <p:sldId id="316" r:id="rId6"/>
    <p:sldId id="317" r:id="rId7"/>
    <p:sldId id="318" r:id="rId8"/>
    <p:sldId id="591" r:id="rId9"/>
    <p:sldId id="592" r:id="rId10"/>
    <p:sldId id="321" r:id="rId11"/>
    <p:sldId id="322" r:id="rId12"/>
    <p:sldId id="323" r:id="rId13"/>
    <p:sldId id="324" r:id="rId14"/>
    <p:sldId id="325" r:id="rId15"/>
    <p:sldId id="326" r:id="rId16"/>
    <p:sldId id="628" r:id="rId17"/>
    <p:sldId id="329" r:id="rId18"/>
  </p:sldIdLst>
  <p:sldSz cx="12192000" cy="6858000"/>
  <p:notesSz cx="6858000" cy="9144000"/>
  <p:embeddedFontLst>
    <p:embeddedFont>
      <p:font typeface="Poppins" panose="00000500000000000000" pitchFamily="2" charset="0"/>
      <p:regular r:id="rId20"/>
      <p:bold r:id="rId21"/>
      <p:italic r:id="rId22"/>
      <p:boldItalic r:id="rId23"/>
    </p:embeddedFont>
    <p:embeddedFont>
      <p:font typeface="Poppins Light" panose="00000400000000000000" pitchFamily="2" charset="0"/>
      <p:regular r:id="rId24"/>
      <p:bold r:id="rId25"/>
      <p:italic r:id="rId26"/>
      <p:boldItalic r:id="rId27"/>
    </p:embeddedFont>
    <p:embeddedFont>
      <p:font typeface="Poppins Medium" panose="000006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Aula 3" id="{840388C9-E7A5-4687-A2AC-E30295F98DB2}">
          <p14:sldIdLst>
            <p14:sldId id="312"/>
            <p14:sldId id="313"/>
            <p14:sldId id="314"/>
            <p14:sldId id="315"/>
            <p14:sldId id="316"/>
            <p14:sldId id="317"/>
            <p14:sldId id="318"/>
            <p14:sldId id="591"/>
            <p14:sldId id="592"/>
            <p14:sldId id="321"/>
            <p14:sldId id="322"/>
            <p14:sldId id="323"/>
            <p14:sldId id="324"/>
            <p14:sldId id="325"/>
            <p14:sldId id="326"/>
            <p14:sldId id="628"/>
            <p14:sldId id="329"/>
          </p14:sldIdLst>
        </p14:section>
      </p14:sectionLst>
    </p:ext>
    <p:ext uri="{EFAFB233-063F-42B5-8137-9DF3F51BA10A}">
      <p15:sldGuideLst xmlns:p15="http://schemas.microsoft.com/office/powerpoint/2012/main">
        <p15:guide id="1" orient="horz" pos="3251">
          <p15:clr>
            <a:srgbClr val="747775"/>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CER" initials="A" lastIdx="35" clrIdx="0">
    <p:extLst>
      <p:ext uri="{19B8F6BF-5375-455C-9EA6-DF929625EA0E}">
        <p15:presenceInfo xmlns:p15="http://schemas.microsoft.com/office/powerpoint/2012/main" userId="ACER" providerId="None"/>
      </p:ext>
    </p:extLst>
  </p:cmAuthor>
  <p:cmAuthor id="2" name="Soraia Novaes" initials="SN" lastIdx="19" clrIdx="1">
    <p:extLst>
      <p:ext uri="{19B8F6BF-5375-455C-9EA6-DF929625EA0E}">
        <p15:presenceInfo xmlns:p15="http://schemas.microsoft.com/office/powerpoint/2012/main" userId="S::soraia.novaes@apoiofde.sp.gov.br::f517fece-32b1-4449-a5a1-33836cdfbea7" providerId="AD"/>
      </p:ext>
    </p:extLst>
  </p:cmAuthor>
  <p:cmAuthor id="3" name="Daniel Paiva" initials="DP" lastIdx="8" clrIdx="2">
    <p:extLst>
      <p:ext uri="{19B8F6BF-5375-455C-9EA6-DF929625EA0E}">
        <p15:presenceInfo xmlns:p15="http://schemas.microsoft.com/office/powerpoint/2012/main" userId="8a33842c199de2d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566E"/>
    <a:srgbClr val="529A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39E6EF-522B-48FC-9BC4-9D5ECF2A86BA}" v="62" dt="2026-09-02T11:34:05.3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352" autoAdjust="0"/>
    <p:restoredTop sz="69801" autoAdjust="0"/>
  </p:normalViewPr>
  <p:slideViewPr>
    <p:cSldViewPr snapToGrid="0">
      <p:cViewPr>
        <p:scale>
          <a:sx n="100" d="100"/>
          <a:sy n="100" d="100"/>
        </p:scale>
        <p:origin x="1236" y="240"/>
      </p:cViewPr>
      <p:guideLst>
        <p:guide orient="horz" pos="3251"/>
        <p:guide pos="3840"/>
      </p:guideLst>
    </p:cSldViewPr>
  </p:slideViewPr>
  <p:outlineViewPr>
    <p:cViewPr>
      <p:scale>
        <a:sx n="33" d="100"/>
        <a:sy n="33" d="100"/>
      </p:scale>
      <p:origin x="0" y="-226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21" Type="http://schemas.openxmlformats.org/officeDocument/2006/relationships/font" Target="fonts/font2.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Paiva" userId="8a33842c199de2dd" providerId="LiveId" clId="{03B7172A-24DE-4F15-9EEA-ACEE23D13517}"/>
    <pc:docChg chg="undo custSel modSld delMainMaster modMainMaster">
      <pc:chgData name="Daniel Paiva" userId="8a33842c199de2dd" providerId="LiveId" clId="{03B7172A-24DE-4F15-9EEA-ACEE23D13517}" dt="2026-09-02T12:03:17.806" v="1302" actId="20577"/>
      <pc:docMkLst>
        <pc:docMk/>
      </pc:docMkLst>
      <pc:sldChg chg="modNotesTx">
        <pc:chgData name="Daniel Paiva" userId="8a33842c199de2dd" providerId="LiveId" clId="{03B7172A-24DE-4F15-9EEA-ACEE23D13517}" dt="2026-09-01T18:18:58.621" v="1" actId="20577"/>
        <pc:sldMkLst>
          <pc:docMk/>
          <pc:sldMk cId="0" sldId="256"/>
        </pc:sldMkLst>
      </pc:sldChg>
      <pc:sldChg chg="modSp mod">
        <pc:chgData name="Daniel Paiva" userId="8a33842c199de2dd" providerId="LiveId" clId="{03B7172A-24DE-4F15-9EEA-ACEE23D13517}" dt="2026-09-01T18:27:00.359" v="145" actId="13926"/>
        <pc:sldMkLst>
          <pc:docMk/>
          <pc:sldMk cId="0" sldId="257"/>
        </pc:sldMkLst>
        <pc:spChg chg="mod">
          <ac:chgData name="Daniel Paiva" userId="8a33842c199de2dd" providerId="LiveId" clId="{03B7172A-24DE-4F15-9EEA-ACEE23D13517}" dt="2026-09-01T18:27:00.359" v="145" actId="13926"/>
          <ac:spMkLst>
            <pc:docMk/>
            <pc:sldMk cId="0" sldId="257"/>
            <ac:spMk id="3625" creationId="{00000000-0000-0000-0000-000000000000}"/>
          </ac:spMkLst>
        </pc:spChg>
      </pc:sldChg>
      <pc:sldChg chg="modSp mod modCm">
        <pc:chgData name="Daniel Paiva" userId="8a33842c199de2dd" providerId="LiveId" clId="{03B7172A-24DE-4F15-9EEA-ACEE23D13517}" dt="2026-09-01T18:28:30.703" v="153"/>
        <pc:sldMkLst>
          <pc:docMk/>
          <pc:sldMk cId="0" sldId="258"/>
        </pc:sldMkLst>
        <pc:spChg chg="mod">
          <ac:chgData name="Daniel Paiva" userId="8a33842c199de2dd" providerId="LiveId" clId="{03B7172A-24DE-4F15-9EEA-ACEE23D13517}" dt="2026-09-01T18:27:29.092" v="151" actId="13926"/>
          <ac:spMkLst>
            <pc:docMk/>
            <pc:sldMk cId="0" sldId="258"/>
            <ac:spMk id="3663" creationId="{00000000-0000-0000-0000-000000000000}"/>
          </ac:spMkLst>
        </pc:spChg>
        <pc:spChg chg="mod">
          <ac:chgData name="Daniel Paiva" userId="8a33842c199de2dd" providerId="LiveId" clId="{03B7172A-24DE-4F15-9EEA-ACEE23D13517}" dt="2026-09-01T18:27:14.263" v="147" actId="13926"/>
          <ac:spMkLst>
            <pc:docMk/>
            <pc:sldMk cId="0" sldId="258"/>
            <ac:spMk id="3666" creationId="{00000000-0000-0000-0000-000000000000}"/>
          </ac:spMkLst>
        </pc:spChg>
      </pc:sldChg>
      <pc:sldChg chg="modSp mod">
        <pc:chgData name="Daniel Paiva" userId="8a33842c199de2dd" providerId="LiveId" clId="{03B7172A-24DE-4F15-9EEA-ACEE23D13517}" dt="2026-09-01T18:28:50.711" v="155" actId="13926"/>
        <pc:sldMkLst>
          <pc:docMk/>
          <pc:sldMk cId="0" sldId="259"/>
        </pc:sldMkLst>
        <pc:spChg chg="mod">
          <ac:chgData name="Daniel Paiva" userId="8a33842c199de2dd" providerId="LiveId" clId="{03B7172A-24DE-4F15-9EEA-ACEE23D13517}" dt="2026-09-01T18:28:50.711" v="155" actId="13926"/>
          <ac:spMkLst>
            <pc:docMk/>
            <pc:sldMk cId="0" sldId="259"/>
            <ac:spMk id="3692" creationId="{00000000-0000-0000-0000-000000000000}"/>
          </ac:spMkLst>
        </pc:spChg>
      </pc:sldChg>
      <pc:sldChg chg="modSp mod">
        <pc:chgData name="Daniel Paiva" userId="8a33842c199de2dd" providerId="LiveId" clId="{03B7172A-24DE-4F15-9EEA-ACEE23D13517}" dt="2026-09-01T18:30:59.735" v="180" actId="13926"/>
        <pc:sldMkLst>
          <pc:docMk/>
          <pc:sldMk cId="0" sldId="261"/>
        </pc:sldMkLst>
        <pc:spChg chg="mod">
          <ac:chgData name="Daniel Paiva" userId="8a33842c199de2dd" providerId="LiveId" clId="{03B7172A-24DE-4F15-9EEA-ACEE23D13517}" dt="2026-09-01T18:30:59.735" v="180" actId="13926"/>
          <ac:spMkLst>
            <pc:docMk/>
            <pc:sldMk cId="0" sldId="261"/>
            <ac:spMk id="3" creationId="{20EE5CF9-7176-C58D-F903-E748BFEF6EC8}"/>
          </ac:spMkLst>
        </pc:spChg>
        <pc:spChg chg="mod">
          <ac:chgData name="Daniel Paiva" userId="8a33842c199de2dd" providerId="LiveId" clId="{03B7172A-24DE-4F15-9EEA-ACEE23D13517}" dt="2026-09-01T18:30:28.817" v="167" actId="20577"/>
          <ac:spMkLst>
            <pc:docMk/>
            <pc:sldMk cId="0" sldId="261"/>
            <ac:spMk id="3707" creationId="{00000000-0000-0000-0000-000000000000}"/>
          </ac:spMkLst>
        </pc:spChg>
      </pc:sldChg>
      <pc:sldChg chg="addSp delSp modSp mod">
        <pc:chgData name="Daniel Paiva" userId="8a33842c199de2dd" providerId="LiveId" clId="{03B7172A-24DE-4F15-9EEA-ACEE23D13517}" dt="2026-09-02T11:37:19.795" v="1225" actId="13926"/>
        <pc:sldMkLst>
          <pc:docMk/>
          <pc:sldMk cId="0" sldId="262"/>
        </pc:sldMkLst>
        <pc:spChg chg="add del mod">
          <ac:chgData name="Daniel Paiva" userId="8a33842c199de2dd" providerId="LiveId" clId="{03B7172A-24DE-4F15-9EEA-ACEE23D13517}" dt="2026-09-01T18:42:33.343" v="207"/>
          <ac:spMkLst>
            <pc:docMk/>
            <pc:sldMk cId="0" sldId="262"/>
            <ac:spMk id="2" creationId="{F90EEED7-3901-E0E6-83D3-11E8F9122BF9}"/>
          </ac:spMkLst>
        </pc:spChg>
        <pc:spChg chg="add del mod">
          <ac:chgData name="Daniel Paiva" userId="8a33842c199de2dd" providerId="LiveId" clId="{03B7172A-24DE-4F15-9EEA-ACEE23D13517}" dt="2026-09-01T18:42:34.790" v="210"/>
          <ac:spMkLst>
            <pc:docMk/>
            <pc:sldMk cId="0" sldId="262"/>
            <ac:spMk id="8" creationId="{F09428AA-C277-0780-9858-EB06C746C25E}"/>
          </ac:spMkLst>
        </pc:spChg>
        <pc:spChg chg="add del mod">
          <ac:chgData name="Daniel Paiva" userId="8a33842c199de2dd" providerId="LiveId" clId="{03B7172A-24DE-4F15-9EEA-ACEE23D13517}" dt="2026-09-01T18:42:35.782" v="213"/>
          <ac:spMkLst>
            <pc:docMk/>
            <pc:sldMk cId="0" sldId="262"/>
            <ac:spMk id="9" creationId="{A709AA54-3B47-5BE5-9A5B-0950DED1DFCF}"/>
          </ac:spMkLst>
        </pc:spChg>
        <pc:spChg chg="add del mod">
          <ac:chgData name="Daniel Paiva" userId="8a33842c199de2dd" providerId="LiveId" clId="{03B7172A-24DE-4F15-9EEA-ACEE23D13517}" dt="2026-09-01T18:42:37.184" v="216"/>
          <ac:spMkLst>
            <pc:docMk/>
            <pc:sldMk cId="0" sldId="262"/>
            <ac:spMk id="10" creationId="{56E04DFB-7549-BDAD-EA5A-743C6F1185DA}"/>
          </ac:spMkLst>
        </pc:spChg>
        <pc:spChg chg="mod">
          <ac:chgData name="Daniel Paiva" userId="8a33842c199de2dd" providerId="LiveId" clId="{03B7172A-24DE-4F15-9EEA-ACEE23D13517}" dt="2026-09-02T11:36:43.137" v="1223" actId="13926"/>
          <ac:spMkLst>
            <pc:docMk/>
            <pc:sldMk cId="0" sldId="262"/>
            <ac:spMk id="3731" creationId="{00000000-0000-0000-0000-000000000000}"/>
          </ac:spMkLst>
        </pc:spChg>
        <pc:spChg chg="mod">
          <ac:chgData name="Daniel Paiva" userId="8a33842c199de2dd" providerId="LiveId" clId="{03B7172A-24DE-4F15-9EEA-ACEE23D13517}" dt="2026-09-01T18:33:37.569" v="182" actId="13926"/>
          <ac:spMkLst>
            <pc:docMk/>
            <pc:sldMk cId="0" sldId="262"/>
            <ac:spMk id="3732" creationId="{00000000-0000-0000-0000-000000000000}"/>
          </ac:spMkLst>
        </pc:spChg>
        <pc:spChg chg="mod">
          <ac:chgData name="Daniel Paiva" userId="8a33842c199de2dd" providerId="LiveId" clId="{03B7172A-24DE-4F15-9EEA-ACEE23D13517}" dt="2026-09-01T18:33:59.181" v="184" actId="13926"/>
          <ac:spMkLst>
            <pc:docMk/>
            <pc:sldMk cId="0" sldId="262"/>
            <ac:spMk id="3736" creationId="{00000000-0000-0000-0000-000000000000}"/>
          </ac:spMkLst>
        </pc:spChg>
        <pc:spChg chg="mod">
          <ac:chgData name="Daniel Paiva" userId="8a33842c199de2dd" providerId="LiveId" clId="{03B7172A-24DE-4F15-9EEA-ACEE23D13517}" dt="2026-09-02T11:37:19.795" v="1225" actId="13926"/>
          <ac:spMkLst>
            <pc:docMk/>
            <pc:sldMk cId="0" sldId="262"/>
            <ac:spMk id="3742" creationId="{00000000-0000-0000-0000-000000000000}"/>
          </ac:spMkLst>
        </pc:spChg>
      </pc:sldChg>
      <pc:sldChg chg="modSp mod modNotesTx">
        <pc:chgData name="Daniel Paiva" userId="8a33842c199de2dd" providerId="LiveId" clId="{03B7172A-24DE-4F15-9EEA-ACEE23D13517}" dt="2026-09-02T11:39:59.320" v="1226" actId="6549"/>
        <pc:sldMkLst>
          <pc:docMk/>
          <pc:sldMk cId="0" sldId="266"/>
        </pc:sldMkLst>
        <pc:spChg chg="mod">
          <ac:chgData name="Daniel Paiva" userId="8a33842c199de2dd" providerId="LiveId" clId="{03B7172A-24DE-4F15-9EEA-ACEE23D13517}" dt="2026-09-02T11:39:59.320" v="1226" actId="6549"/>
          <ac:spMkLst>
            <pc:docMk/>
            <pc:sldMk cId="0" sldId="266"/>
            <ac:spMk id="3789" creationId="{00000000-0000-0000-0000-000000000000}"/>
          </ac:spMkLst>
        </pc:spChg>
      </pc:sldChg>
      <pc:sldChg chg="modSp mod modNotesTx">
        <pc:chgData name="Daniel Paiva" userId="8a33842c199de2dd" providerId="LiveId" clId="{03B7172A-24DE-4F15-9EEA-ACEE23D13517}" dt="2026-09-01T18:52:00.416" v="247" actId="13926"/>
        <pc:sldMkLst>
          <pc:docMk/>
          <pc:sldMk cId="0" sldId="268"/>
        </pc:sldMkLst>
        <pc:spChg chg="mod">
          <ac:chgData name="Daniel Paiva" userId="8a33842c199de2dd" providerId="LiveId" clId="{03B7172A-24DE-4F15-9EEA-ACEE23D13517}" dt="2026-09-01T18:52:00.416" v="247" actId="13926"/>
          <ac:spMkLst>
            <pc:docMk/>
            <pc:sldMk cId="0" sldId="268"/>
            <ac:spMk id="3" creationId="{81C54AC2-09B3-4E8A-DCE4-ED018239A4F3}"/>
          </ac:spMkLst>
        </pc:spChg>
      </pc:sldChg>
      <pc:sldChg chg="modNotesTx">
        <pc:chgData name="Daniel Paiva" userId="8a33842c199de2dd" providerId="LiveId" clId="{03B7172A-24DE-4F15-9EEA-ACEE23D13517}" dt="2026-09-01T18:19:23.598" v="6" actId="120"/>
        <pc:sldMkLst>
          <pc:docMk/>
          <pc:sldMk cId="0" sldId="272"/>
        </pc:sldMkLst>
      </pc:sldChg>
      <pc:sldChg chg="modSp mod modNotesTx">
        <pc:chgData name="Daniel Paiva" userId="8a33842c199de2dd" providerId="LiveId" clId="{03B7172A-24DE-4F15-9EEA-ACEE23D13517}" dt="2026-09-02T11:41:28.209" v="1227" actId="113"/>
        <pc:sldMkLst>
          <pc:docMk/>
          <pc:sldMk cId="0" sldId="273"/>
        </pc:sldMkLst>
        <pc:spChg chg="mod">
          <ac:chgData name="Daniel Paiva" userId="8a33842c199de2dd" providerId="LiveId" clId="{03B7172A-24DE-4F15-9EEA-ACEE23D13517}" dt="2026-09-02T11:41:28.209" v="1227" actId="113"/>
          <ac:spMkLst>
            <pc:docMk/>
            <pc:sldMk cId="0" sldId="273"/>
            <ac:spMk id="3" creationId="{64FEA1A6-944A-B092-0B05-1887E8C9A767}"/>
          </ac:spMkLst>
        </pc:spChg>
      </pc:sldChg>
      <pc:sldChg chg="modSp mod modNotesTx">
        <pc:chgData name="Daniel Paiva" userId="8a33842c199de2dd" providerId="LiveId" clId="{03B7172A-24DE-4F15-9EEA-ACEE23D13517}" dt="2026-09-01T18:54:40.950" v="265" actId="13926"/>
        <pc:sldMkLst>
          <pc:docMk/>
          <pc:sldMk cId="0" sldId="275"/>
        </pc:sldMkLst>
        <pc:spChg chg="mod">
          <ac:chgData name="Daniel Paiva" userId="8a33842c199de2dd" providerId="LiveId" clId="{03B7172A-24DE-4F15-9EEA-ACEE23D13517}" dt="2026-09-01T18:54:40.950" v="265" actId="13926"/>
          <ac:spMkLst>
            <pc:docMk/>
            <pc:sldMk cId="0" sldId="275"/>
            <ac:spMk id="3907" creationId="{00000000-0000-0000-0000-000000000000}"/>
          </ac:spMkLst>
        </pc:spChg>
      </pc:sldChg>
      <pc:sldChg chg="modSp mod">
        <pc:chgData name="Daniel Paiva" userId="8a33842c199de2dd" providerId="LiveId" clId="{03B7172A-24DE-4F15-9EEA-ACEE23D13517}" dt="2026-09-01T18:57:48.130" v="279" actId="13926"/>
        <pc:sldMkLst>
          <pc:docMk/>
          <pc:sldMk cId="0" sldId="276"/>
        </pc:sldMkLst>
        <pc:spChg chg="mod">
          <ac:chgData name="Daniel Paiva" userId="8a33842c199de2dd" providerId="LiveId" clId="{03B7172A-24DE-4F15-9EEA-ACEE23D13517}" dt="2026-09-01T18:57:48.130" v="279" actId="13926"/>
          <ac:spMkLst>
            <pc:docMk/>
            <pc:sldMk cId="0" sldId="276"/>
            <ac:spMk id="3913" creationId="{00000000-0000-0000-0000-000000000000}"/>
          </ac:spMkLst>
        </pc:spChg>
      </pc:sldChg>
      <pc:sldChg chg="modSp mod">
        <pc:chgData name="Daniel Paiva" userId="8a33842c199de2dd" providerId="LiveId" clId="{03B7172A-24DE-4F15-9EEA-ACEE23D13517}" dt="2026-09-02T11:16:03.683" v="961" actId="20577"/>
        <pc:sldMkLst>
          <pc:docMk/>
          <pc:sldMk cId="0" sldId="277"/>
        </pc:sldMkLst>
        <pc:spChg chg="mod">
          <ac:chgData name="Daniel Paiva" userId="8a33842c199de2dd" providerId="LiveId" clId="{03B7172A-24DE-4F15-9EEA-ACEE23D13517}" dt="2026-09-02T11:16:03.683" v="961" actId="20577"/>
          <ac:spMkLst>
            <pc:docMk/>
            <pc:sldMk cId="0" sldId="277"/>
            <ac:spMk id="3919" creationId="{00000000-0000-0000-0000-000000000000}"/>
          </ac:spMkLst>
        </pc:spChg>
      </pc:sldChg>
      <pc:sldChg chg="modNotesTx">
        <pc:chgData name="Daniel Paiva" userId="8a33842c199de2dd" providerId="LiveId" clId="{03B7172A-24DE-4F15-9EEA-ACEE23D13517}" dt="2026-09-01T18:19:39.708" v="14" actId="20577"/>
        <pc:sldMkLst>
          <pc:docMk/>
          <pc:sldMk cId="0" sldId="278"/>
        </pc:sldMkLst>
      </pc:sldChg>
      <pc:sldChg chg="modSp mod modNotesTx">
        <pc:chgData name="Daniel Paiva" userId="8a33842c199de2dd" providerId="LiveId" clId="{03B7172A-24DE-4F15-9EEA-ACEE23D13517}" dt="2026-09-01T19:05:21.929" v="396" actId="13926"/>
        <pc:sldMkLst>
          <pc:docMk/>
          <pc:sldMk cId="0" sldId="279"/>
        </pc:sldMkLst>
        <pc:spChg chg="mod">
          <ac:chgData name="Daniel Paiva" userId="8a33842c199de2dd" providerId="LiveId" clId="{03B7172A-24DE-4F15-9EEA-ACEE23D13517}" dt="2026-09-01T19:05:21.929" v="396" actId="13926"/>
          <ac:spMkLst>
            <pc:docMk/>
            <pc:sldMk cId="0" sldId="279"/>
            <ac:spMk id="3939" creationId="{00000000-0000-0000-0000-000000000000}"/>
          </ac:spMkLst>
        </pc:spChg>
      </pc:sldChg>
      <pc:sldChg chg="modSp mod modNotesTx">
        <pc:chgData name="Daniel Paiva" userId="8a33842c199de2dd" providerId="LiveId" clId="{03B7172A-24DE-4F15-9EEA-ACEE23D13517}" dt="2026-09-01T19:07:33.452" v="408" actId="13926"/>
        <pc:sldMkLst>
          <pc:docMk/>
          <pc:sldMk cId="0" sldId="280"/>
        </pc:sldMkLst>
        <pc:spChg chg="mod">
          <ac:chgData name="Daniel Paiva" userId="8a33842c199de2dd" providerId="LiveId" clId="{03B7172A-24DE-4F15-9EEA-ACEE23D13517}" dt="2026-09-01T19:07:33.452" v="408" actId="13926"/>
          <ac:spMkLst>
            <pc:docMk/>
            <pc:sldMk cId="0" sldId="280"/>
            <ac:spMk id="3952" creationId="{00000000-0000-0000-0000-000000000000}"/>
          </ac:spMkLst>
        </pc:spChg>
        <pc:spChg chg="mod">
          <ac:chgData name="Daniel Paiva" userId="8a33842c199de2dd" providerId="LiveId" clId="{03B7172A-24DE-4F15-9EEA-ACEE23D13517}" dt="2026-09-01T19:05:59.229" v="400" actId="13926"/>
          <ac:spMkLst>
            <pc:docMk/>
            <pc:sldMk cId="0" sldId="280"/>
            <ac:spMk id="3954" creationId="{00000000-0000-0000-0000-000000000000}"/>
          </ac:spMkLst>
        </pc:spChg>
      </pc:sldChg>
      <pc:sldChg chg="modSp mod modCm modNotesTx">
        <pc:chgData name="Daniel Paiva" userId="8a33842c199de2dd" providerId="LiveId" clId="{03B7172A-24DE-4F15-9EEA-ACEE23D13517}" dt="2026-09-02T11:45:51.916" v="1235" actId="13926"/>
        <pc:sldMkLst>
          <pc:docMk/>
          <pc:sldMk cId="0" sldId="281"/>
        </pc:sldMkLst>
        <pc:spChg chg="mod">
          <ac:chgData name="Daniel Paiva" userId="8a33842c199de2dd" providerId="LiveId" clId="{03B7172A-24DE-4F15-9EEA-ACEE23D13517}" dt="2026-09-01T19:08:02.880" v="412" actId="13926"/>
          <ac:spMkLst>
            <pc:docMk/>
            <pc:sldMk cId="0" sldId="281"/>
            <ac:spMk id="3977" creationId="{00000000-0000-0000-0000-000000000000}"/>
          </ac:spMkLst>
        </pc:spChg>
        <pc:spChg chg="mod">
          <ac:chgData name="Daniel Paiva" userId="8a33842c199de2dd" providerId="LiveId" clId="{03B7172A-24DE-4F15-9EEA-ACEE23D13517}" dt="2026-09-02T11:45:51.916" v="1235" actId="13926"/>
          <ac:spMkLst>
            <pc:docMk/>
            <pc:sldMk cId="0" sldId="281"/>
            <ac:spMk id="3978" creationId="{00000000-0000-0000-0000-000000000000}"/>
          </ac:spMkLst>
        </pc:spChg>
      </pc:sldChg>
      <pc:sldChg chg="modSp mod modNotesTx">
        <pc:chgData name="Daniel Paiva" userId="8a33842c199de2dd" providerId="LiveId" clId="{03B7172A-24DE-4F15-9EEA-ACEE23D13517}" dt="2026-09-01T19:14:28.732" v="524" actId="13926"/>
        <pc:sldMkLst>
          <pc:docMk/>
          <pc:sldMk cId="0" sldId="282"/>
        </pc:sldMkLst>
        <pc:spChg chg="mod">
          <ac:chgData name="Daniel Paiva" userId="8a33842c199de2dd" providerId="LiveId" clId="{03B7172A-24DE-4F15-9EEA-ACEE23D13517}" dt="2026-09-01T19:14:28.732" v="524" actId="13926"/>
          <ac:spMkLst>
            <pc:docMk/>
            <pc:sldMk cId="0" sldId="282"/>
            <ac:spMk id="5" creationId="{16B6C4F3-DC1B-6BFF-AA1A-0869A7B098CB}"/>
          </ac:spMkLst>
        </pc:spChg>
      </pc:sldChg>
      <pc:sldChg chg="modNotesTx">
        <pc:chgData name="Daniel Paiva" userId="8a33842c199de2dd" providerId="LiveId" clId="{03B7172A-24DE-4F15-9EEA-ACEE23D13517}" dt="2026-09-01T18:20:08.640" v="46" actId="20577"/>
        <pc:sldMkLst>
          <pc:docMk/>
          <pc:sldMk cId="0" sldId="284"/>
        </pc:sldMkLst>
      </pc:sldChg>
      <pc:sldChg chg="modNotesTx">
        <pc:chgData name="Daniel Paiva" userId="8a33842c199de2dd" providerId="LiveId" clId="{03B7172A-24DE-4F15-9EEA-ACEE23D13517}" dt="2026-09-01T18:20:13.745" v="48" actId="20577"/>
        <pc:sldMkLst>
          <pc:docMk/>
          <pc:sldMk cId="0" sldId="285"/>
        </pc:sldMkLst>
      </pc:sldChg>
      <pc:sldChg chg="modSp mod">
        <pc:chgData name="Daniel Paiva" userId="8a33842c199de2dd" providerId="LiveId" clId="{03B7172A-24DE-4F15-9EEA-ACEE23D13517}" dt="2026-09-02T10:45:40.693" v="572" actId="13926"/>
        <pc:sldMkLst>
          <pc:docMk/>
          <pc:sldMk cId="0" sldId="286"/>
        </pc:sldMkLst>
        <pc:spChg chg="mod">
          <ac:chgData name="Daniel Paiva" userId="8a33842c199de2dd" providerId="LiveId" clId="{03B7172A-24DE-4F15-9EEA-ACEE23D13517}" dt="2026-09-01T19:18:08.726" v="570" actId="20577"/>
          <ac:spMkLst>
            <pc:docMk/>
            <pc:sldMk cId="0" sldId="286"/>
            <ac:spMk id="4054" creationId="{00000000-0000-0000-0000-000000000000}"/>
          </ac:spMkLst>
        </pc:spChg>
        <pc:spChg chg="mod">
          <ac:chgData name="Daniel Paiva" userId="8a33842c199de2dd" providerId="LiveId" clId="{03B7172A-24DE-4F15-9EEA-ACEE23D13517}" dt="2026-09-02T10:45:40.693" v="572" actId="13926"/>
          <ac:spMkLst>
            <pc:docMk/>
            <pc:sldMk cId="0" sldId="286"/>
            <ac:spMk id="4056" creationId="{00000000-0000-0000-0000-000000000000}"/>
          </ac:spMkLst>
        </pc:spChg>
      </pc:sldChg>
      <pc:sldChg chg="modSp mod modCm">
        <pc:chgData name="Daniel Paiva" userId="8a33842c199de2dd" providerId="LiveId" clId="{03B7172A-24DE-4F15-9EEA-ACEE23D13517}" dt="2026-09-02T10:46:19.430" v="578"/>
        <pc:sldMkLst>
          <pc:docMk/>
          <pc:sldMk cId="0" sldId="287"/>
        </pc:sldMkLst>
        <pc:spChg chg="mod">
          <ac:chgData name="Daniel Paiva" userId="8a33842c199de2dd" providerId="LiveId" clId="{03B7172A-24DE-4F15-9EEA-ACEE23D13517}" dt="2026-09-02T10:45:59.950" v="576" actId="13926"/>
          <ac:spMkLst>
            <pc:docMk/>
            <pc:sldMk cId="0" sldId="287"/>
            <ac:spMk id="4094" creationId="{00000000-0000-0000-0000-000000000000}"/>
          </ac:spMkLst>
        </pc:spChg>
        <pc:spChg chg="mod">
          <ac:chgData name="Daniel Paiva" userId="8a33842c199de2dd" providerId="LiveId" clId="{03B7172A-24DE-4F15-9EEA-ACEE23D13517}" dt="2026-09-02T10:45:52.991" v="574" actId="13926"/>
          <ac:spMkLst>
            <pc:docMk/>
            <pc:sldMk cId="0" sldId="287"/>
            <ac:spMk id="4097" creationId="{00000000-0000-0000-0000-000000000000}"/>
          </ac:spMkLst>
        </pc:spChg>
      </pc:sldChg>
      <pc:sldChg chg="modSp mod">
        <pc:chgData name="Daniel Paiva" userId="8a33842c199de2dd" providerId="LiveId" clId="{03B7172A-24DE-4F15-9EEA-ACEE23D13517}" dt="2026-09-02T10:46:29.180" v="580" actId="13926"/>
        <pc:sldMkLst>
          <pc:docMk/>
          <pc:sldMk cId="0" sldId="288"/>
        </pc:sldMkLst>
        <pc:spChg chg="mod">
          <ac:chgData name="Daniel Paiva" userId="8a33842c199de2dd" providerId="LiveId" clId="{03B7172A-24DE-4F15-9EEA-ACEE23D13517}" dt="2026-09-02T10:46:29.180" v="580" actId="13926"/>
          <ac:spMkLst>
            <pc:docMk/>
            <pc:sldMk cId="0" sldId="288"/>
            <ac:spMk id="4123" creationId="{00000000-0000-0000-0000-000000000000}"/>
          </ac:spMkLst>
        </pc:spChg>
      </pc:sldChg>
      <pc:sldChg chg="modSp mod modCm">
        <pc:chgData name="Daniel Paiva" userId="8a33842c199de2dd" providerId="LiveId" clId="{03B7172A-24DE-4F15-9EEA-ACEE23D13517}" dt="2026-09-02T10:50:47.825" v="583"/>
        <pc:sldMkLst>
          <pc:docMk/>
          <pc:sldMk cId="0" sldId="290"/>
        </pc:sldMkLst>
        <pc:spChg chg="mod">
          <ac:chgData name="Daniel Paiva" userId="8a33842c199de2dd" providerId="LiveId" clId="{03B7172A-24DE-4F15-9EEA-ACEE23D13517}" dt="2026-09-02T10:48:57.538" v="581" actId="20577"/>
          <ac:spMkLst>
            <pc:docMk/>
            <pc:sldMk cId="0" sldId="290"/>
            <ac:spMk id="4138" creationId="{00000000-0000-0000-0000-000000000000}"/>
          </ac:spMkLst>
        </pc:spChg>
      </pc:sldChg>
      <pc:sldChg chg="modNotesTx">
        <pc:chgData name="Daniel Paiva" userId="8a33842c199de2dd" providerId="LiveId" clId="{03B7172A-24DE-4F15-9EEA-ACEE23D13517}" dt="2026-09-01T18:20:23.658" v="49" actId="120"/>
        <pc:sldMkLst>
          <pc:docMk/>
          <pc:sldMk cId="0" sldId="292"/>
        </pc:sldMkLst>
      </pc:sldChg>
      <pc:sldChg chg="modNotesTx">
        <pc:chgData name="Daniel Paiva" userId="8a33842c199de2dd" providerId="LiveId" clId="{03B7172A-24DE-4F15-9EEA-ACEE23D13517}" dt="2026-09-01T18:20:28.001" v="50" actId="120"/>
        <pc:sldMkLst>
          <pc:docMk/>
          <pc:sldMk cId="0" sldId="293"/>
        </pc:sldMkLst>
      </pc:sldChg>
      <pc:sldChg chg="modNotesTx">
        <pc:chgData name="Daniel Paiva" userId="8a33842c199de2dd" providerId="LiveId" clId="{03B7172A-24DE-4F15-9EEA-ACEE23D13517}" dt="2026-09-01T18:20:32.277" v="51" actId="120"/>
        <pc:sldMkLst>
          <pc:docMk/>
          <pc:sldMk cId="0" sldId="295"/>
        </pc:sldMkLst>
      </pc:sldChg>
      <pc:sldChg chg="modNotesTx">
        <pc:chgData name="Daniel Paiva" userId="8a33842c199de2dd" providerId="LiveId" clId="{03B7172A-24DE-4F15-9EEA-ACEE23D13517}" dt="2026-09-01T18:20:36.157" v="52" actId="120"/>
        <pc:sldMkLst>
          <pc:docMk/>
          <pc:sldMk cId="0" sldId="296"/>
        </pc:sldMkLst>
      </pc:sldChg>
      <pc:sldChg chg="modSp mod">
        <pc:chgData name="Daniel Paiva" userId="8a33842c199de2dd" providerId="LiveId" clId="{03B7172A-24DE-4F15-9EEA-ACEE23D13517}" dt="2026-09-02T10:54:42.535" v="614" actId="13926"/>
        <pc:sldMkLst>
          <pc:docMk/>
          <pc:sldMk cId="0" sldId="301"/>
        </pc:sldMkLst>
        <pc:spChg chg="mod">
          <ac:chgData name="Daniel Paiva" userId="8a33842c199de2dd" providerId="LiveId" clId="{03B7172A-24DE-4F15-9EEA-ACEE23D13517}" dt="2026-09-02T10:54:42.535" v="614" actId="13926"/>
          <ac:spMkLst>
            <pc:docMk/>
            <pc:sldMk cId="0" sldId="301"/>
            <ac:spMk id="4295" creationId="{00000000-0000-0000-0000-000000000000}"/>
          </ac:spMkLst>
        </pc:spChg>
      </pc:sldChg>
      <pc:sldChg chg="modNotesTx">
        <pc:chgData name="Daniel Paiva" userId="8a33842c199de2dd" providerId="LiveId" clId="{03B7172A-24DE-4F15-9EEA-ACEE23D13517}" dt="2026-09-01T18:20:44.374" v="53" actId="20577"/>
        <pc:sldMkLst>
          <pc:docMk/>
          <pc:sldMk cId="0" sldId="302"/>
        </pc:sldMkLst>
      </pc:sldChg>
      <pc:sldChg chg="modSp mod">
        <pc:chgData name="Daniel Paiva" userId="8a33842c199de2dd" providerId="LiveId" clId="{03B7172A-24DE-4F15-9EEA-ACEE23D13517}" dt="2026-09-02T10:57:13.100" v="632" actId="13926"/>
        <pc:sldMkLst>
          <pc:docMk/>
          <pc:sldMk cId="0" sldId="303"/>
        </pc:sldMkLst>
        <pc:spChg chg="mod">
          <ac:chgData name="Daniel Paiva" userId="8a33842c199de2dd" providerId="LiveId" clId="{03B7172A-24DE-4F15-9EEA-ACEE23D13517}" dt="2026-09-02T10:57:13.100" v="632" actId="13926"/>
          <ac:spMkLst>
            <pc:docMk/>
            <pc:sldMk cId="0" sldId="303"/>
            <ac:spMk id="4307" creationId="{00000000-0000-0000-0000-000000000000}"/>
          </ac:spMkLst>
        </pc:spChg>
      </pc:sldChg>
      <pc:sldChg chg="modSp mod">
        <pc:chgData name="Daniel Paiva" userId="8a33842c199de2dd" providerId="LiveId" clId="{03B7172A-24DE-4F15-9EEA-ACEE23D13517}" dt="2026-09-02T11:17:27.277" v="966" actId="20577"/>
        <pc:sldMkLst>
          <pc:docMk/>
          <pc:sldMk cId="0" sldId="304"/>
        </pc:sldMkLst>
        <pc:spChg chg="mod">
          <ac:chgData name="Daniel Paiva" userId="8a33842c199de2dd" providerId="LiveId" clId="{03B7172A-24DE-4F15-9EEA-ACEE23D13517}" dt="2026-09-02T11:17:27.277" v="966" actId="20577"/>
          <ac:spMkLst>
            <pc:docMk/>
            <pc:sldMk cId="0" sldId="304"/>
            <ac:spMk id="4313" creationId="{00000000-0000-0000-0000-000000000000}"/>
          </ac:spMkLst>
        </pc:spChg>
      </pc:sldChg>
      <pc:sldChg chg="modNotesTx">
        <pc:chgData name="Daniel Paiva" userId="8a33842c199de2dd" providerId="LiveId" clId="{03B7172A-24DE-4F15-9EEA-ACEE23D13517}" dt="2026-09-01T18:20:54.764" v="59" actId="20577"/>
        <pc:sldMkLst>
          <pc:docMk/>
          <pc:sldMk cId="0" sldId="305"/>
        </pc:sldMkLst>
      </pc:sldChg>
      <pc:sldChg chg="modSp mod modNotesTx">
        <pc:chgData name="Daniel Paiva" userId="8a33842c199de2dd" providerId="LiveId" clId="{03B7172A-24DE-4F15-9EEA-ACEE23D13517}" dt="2026-09-02T11:00:17.503" v="677" actId="6549"/>
        <pc:sldMkLst>
          <pc:docMk/>
          <pc:sldMk cId="0" sldId="306"/>
        </pc:sldMkLst>
        <pc:spChg chg="mod">
          <ac:chgData name="Daniel Paiva" userId="8a33842c199de2dd" providerId="LiveId" clId="{03B7172A-24DE-4F15-9EEA-ACEE23D13517}" dt="2026-09-02T11:00:17.503" v="677" actId="6549"/>
          <ac:spMkLst>
            <pc:docMk/>
            <pc:sldMk cId="0" sldId="306"/>
            <ac:spMk id="4333" creationId="{00000000-0000-0000-0000-000000000000}"/>
          </ac:spMkLst>
        </pc:spChg>
      </pc:sldChg>
      <pc:sldChg chg="modSp mod modNotesTx">
        <pc:chgData name="Daniel Paiva" userId="8a33842c199de2dd" providerId="LiveId" clId="{03B7172A-24DE-4F15-9EEA-ACEE23D13517}" dt="2026-09-02T11:53:03.824" v="1272" actId="6549"/>
        <pc:sldMkLst>
          <pc:docMk/>
          <pc:sldMk cId="0" sldId="307"/>
        </pc:sldMkLst>
        <pc:spChg chg="mod">
          <ac:chgData name="Daniel Paiva" userId="8a33842c199de2dd" providerId="LiveId" clId="{03B7172A-24DE-4F15-9EEA-ACEE23D13517}" dt="2026-09-02T11:53:03.824" v="1272" actId="6549"/>
          <ac:spMkLst>
            <pc:docMk/>
            <pc:sldMk cId="0" sldId="307"/>
            <ac:spMk id="4348" creationId="{00000000-0000-0000-0000-000000000000}"/>
          </ac:spMkLst>
        </pc:spChg>
      </pc:sldChg>
      <pc:sldChg chg="modSp mod modNotesTx">
        <pc:chgData name="Daniel Paiva" userId="8a33842c199de2dd" providerId="LiveId" clId="{03B7172A-24DE-4F15-9EEA-ACEE23D13517}" dt="2026-09-02T11:06:42.865" v="771" actId="13926"/>
        <pc:sldMkLst>
          <pc:docMk/>
          <pc:sldMk cId="0" sldId="308"/>
        </pc:sldMkLst>
        <pc:spChg chg="mod">
          <ac:chgData name="Daniel Paiva" userId="8a33842c199de2dd" providerId="LiveId" clId="{03B7172A-24DE-4F15-9EEA-ACEE23D13517}" dt="2026-09-02T11:06:42.865" v="771" actId="13926"/>
          <ac:spMkLst>
            <pc:docMk/>
            <pc:sldMk cId="0" sldId="308"/>
            <ac:spMk id="5" creationId="{88841209-D0D5-062E-3FAC-DCC59E5D9B53}"/>
          </ac:spMkLst>
        </pc:spChg>
      </pc:sldChg>
      <pc:sldChg chg="modSp mod modNotesTx">
        <pc:chgData name="Daniel Paiva" userId="8a33842c199de2dd" providerId="LiveId" clId="{03B7172A-24DE-4F15-9EEA-ACEE23D13517}" dt="2026-09-02T11:53:53.809" v="1275" actId="13926"/>
        <pc:sldMkLst>
          <pc:docMk/>
          <pc:sldMk cId="0" sldId="309"/>
        </pc:sldMkLst>
        <pc:spChg chg="mod">
          <ac:chgData name="Daniel Paiva" userId="8a33842c199de2dd" providerId="LiveId" clId="{03B7172A-24DE-4F15-9EEA-ACEE23D13517}" dt="2026-09-02T11:53:53.809" v="1275" actId="13926"/>
          <ac:spMkLst>
            <pc:docMk/>
            <pc:sldMk cId="0" sldId="309"/>
            <ac:spMk id="4385" creationId="{00000000-0000-0000-0000-000000000000}"/>
          </ac:spMkLst>
        </pc:spChg>
      </pc:sldChg>
      <pc:sldChg chg="modNotesTx">
        <pc:chgData name="Daniel Paiva" userId="8a33842c199de2dd" providerId="LiveId" clId="{03B7172A-24DE-4F15-9EEA-ACEE23D13517}" dt="2026-09-01T18:21:28.298" v="91" actId="20577"/>
        <pc:sldMkLst>
          <pc:docMk/>
          <pc:sldMk cId="0" sldId="311"/>
        </pc:sldMkLst>
      </pc:sldChg>
      <pc:sldChg chg="modNotesTx">
        <pc:chgData name="Daniel Paiva" userId="8a33842c199de2dd" providerId="LiveId" clId="{03B7172A-24DE-4F15-9EEA-ACEE23D13517}" dt="2026-09-01T18:21:32.598" v="93" actId="20577"/>
        <pc:sldMkLst>
          <pc:docMk/>
          <pc:sldMk cId="0" sldId="312"/>
        </pc:sldMkLst>
      </pc:sldChg>
      <pc:sldChg chg="modSp mod">
        <pc:chgData name="Daniel Paiva" userId="8a33842c199de2dd" providerId="LiveId" clId="{03B7172A-24DE-4F15-9EEA-ACEE23D13517}" dt="2026-09-02T11:10:41.403" v="856" actId="13926"/>
        <pc:sldMkLst>
          <pc:docMk/>
          <pc:sldMk cId="0" sldId="313"/>
        </pc:sldMkLst>
        <pc:spChg chg="mod">
          <ac:chgData name="Daniel Paiva" userId="8a33842c199de2dd" providerId="LiveId" clId="{03B7172A-24DE-4F15-9EEA-ACEE23D13517}" dt="2026-09-02T11:10:41.403" v="856" actId="13926"/>
          <ac:spMkLst>
            <pc:docMk/>
            <pc:sldMk cId="0" sldId="313"/>
            <ac:spMk id="4450" creationId="{00000000-0000-0000-0000-000000000000}"/>
          </ac:spMkLst>
        </pc:spChg>
      </pc:sldChg>
      <pc:sldChg chg="modSp mod modCm">
        <pc:chgData name="Daniel Paiva" userId="8a33842c199de2dd" providerId="LiveId" clId="{03B7172A-24DE-4F15-9EEA-ACEE23D13517}" dt="2026-09-02T11:11:07.582" v="861"/>
        <pc:sldMkLst>
          <pc:docMk/>
          <pc:sldMk cId="0" sldId="314"/>
        </pc:sldMkLst>
        <pc:spChg chg="mod">
          <ac:chgData name="Daniel Paiva" userId="8a33842c199de2dd" providerId="LiveId" clId="{03B7172A-24DE-4F15-9EEA-ACEE23D13517}" dt="2026-09-02T11:10:55.406" v="860" actId="13926"/>
          <ac:spMkLst>
            <pc:docMk/>
            <pc:sldMk cId="0" sldId="314"/>
            <ac:spMk id="4488" creationId="{00000000-0000-0000-0000-000000000000}"/>
          </ac:spMkLst>
        </pc:spChg>
        <pc:spChg chg="mod">
          <ac:chgData name="Daniel Paiva" userId="8a33842c199de2dd" providerId="LiveId" clId="{03B7172A-24DE-4F15-9EEA-ACEE23D13517}" dt="2026-09-02T11:10:49.757" v="858" actId="13926"/>
          <ac:spMkLst>
            <pc:docMk/>
            <pc:sldMk cId="0" sldId="314"/>
            <ac:spMk id="4491" creationId="{00000000-0000-0000-0000-000000000000}"/>
          </ac:spMkLst>
        </pc:spChg>
      </pc:sldChg>
      <pc:sldChg chg="modSp mod">
        <pc:chgData name="Daniel Paiva" userId="8a33842c199de2dd" providerId="LiveId" clId="{03B7172A-24DE-4F15-9EEA-ACEE23D13517}" dt="2026-09-02T11:11:17.925" v="863" actId="13926"/>
        <pc:sldMkLst>
          <pc:docMk/>
          <pc:sldMk cId="0" sldId="315"/>
        </pc:sldMkLst>
        <pc:spChg chg="mod">
          <ac:chgData name="Daniel Paiva" userId="8a33842c199de2dd" providerId="LiveId" clId="{03B7172A-24DE-4F15-9EEA-ACEE23D13517}" dt="2026-09-02T11:11:17.925" v="863" actId="13926"/>
          <ac:spMkLst>
            <pc:docMk/>
            <pc:sldMk cId="0" sldId="315"/>
            <ac:spMk id="4517" creationId="{00000000-0000-0000-0000-000000000000}"/>
          </ac:spMkLst>
        </pc:spChg>
      </pc:sldChg>
      <pc:sldChg chg="modSp mod">
        <pc:chgData name="Daniel Paiva" userId="8a33842c199de2dd" providerId="LiveId" clId="{03B7172A-24DE-4F15-9EEA-ACEE23D13517}" dt="2026-09-02T11:11:39.795" v="867" actId="13926"/>
        <pc:sldMkLst>
          <pc:docMk/>
          <pc:sldMk cId="0" sldId="316"/>
        </pc:sldMkLst>
        <pc:spChg chg="mod">
          <ac:chgData name="Daniel Paiva" userId="8a33842c199de2dd" providerId="LiveId" clId="{03B7172A-24DE-4F15-9EEA-ACEE23D13517}" dt="2026-09-02T11:11:39.795" v="867" actId="13926"/>
          <ac:spMkLst>
            <pc:docMk/>
            <pc:sldMk cId="0" sldId="316"/>
            <ac:spMk id="4527" creationId="{00000000-0000-0000-0000-000000000000}"/>
          </ac:spMkLst>
        </pc:spChg>
      </pc:sldChg>
      <pc:sldChg chg="modSp mod">
        <pc:chgData name="Daniel Paiva" userId="8a33842c199de2dd" providerId="LiveId" clId="{03B7172A-24DE-4F15-9EEA-ACEE23D13517}" dt="2026-09-02T11:55:53.372" v="1278" actId="13926"/>
        <pc:sldMkLst>
          <pc:docMk/>
          <pc:sldMk cId="0" sldId="318"/>
        </pc:sldMkLst>
        <pc:spChg chg="mod">
          <ac:chgData name="Daniel Paiva" userId="8a33842c199de2dd" providerId="LiveId" clId="{03B7172A-24DE-4F15-9EEA-ACEE23D13517}" dt="2026-09-02T11:08:03.311" v="795" actId="14100"/>
          <ac:spMkLst>
            <pc:docMk/>
            <pc:sldMk cId="0" sldId="318"/>
            <ac:spMk id="8" creationId="{E059D2AE-5A09-FBF4-7B17-86A81C963DBC}"/>
          </ac:spMkLst>
        </pc:spChg>
        <pc:spChg chg="mod">
          <ac:chgData name="Daniel Paiva" userId="8a33842c199de2dd" providerId="LiveId" clId="{03B7172A-24DE-4F15-9EEA-ACEE23D13517}" dt="2026-09-02T11:12:58.106" v="886" actId="6549"/>
          <ac:spMkLst>
            <pc:docMk/>
            <pc:sldMk cId="0" sldId="318"/>
            <ac:spMk id="41" creationId="{BB645F27-091F-C16C-3404-C3E671F33460}"/>
          </ac:spMkLst>
        </pc:spChg>
        <pc:spChg chg="mod">
          <ac:chgData name="Daniel Paiva" userId="8a33842c199de2dd" providerId="LiveId" clId="{03B7172A-24DE-4F15-9EEA-ACEE23D13517}" dt="2026-09-02T11:55:53.372" v="1278" actId="13926"/>
          <ac:spMkLst>
            <pc:docMk/>
            <pc:sldMk cId="0" sldId="318"/>
            <ac:spMk id="42" creationId="{985092F7-38E3-A00E-3A5D-9768108DD635}"/>
          </ac:spMkLst>
        </pc:spChg>
      </pc:sldChg>
      <pc:sldChg chg="modNotesTx">
        <pc:chgData name="Daniel Paiva" userId="8a33842c199de2dd" providerId="LiveId" clId="{03B7172A-24DE-4F15-9EEA-ACEE23D13517}" dt="2026-09-01T18:21:43.926" v="94" actId="20577"/>
        <pc:sldMkLst>
          <pc:docMk/>
          <pc:sldMk cId="0" sldId="321"/>
        </pc:sldMkLst>
      </pc:sldChg>
      <pc:sldChg chg="modSp mod">
        <pc:chgData name="Daniel Paiva" userId="8a33842c199de2dd" providerId="LiveId" clId="{03B7172A-24DE-4F15-9EEA-ACEE23D13517}" dt="2026-09-02T11:57:29.811" v="1280" actId="207"/>
        <pc:sldMkLst>
          <pc:docMk/>
          <pc:sldMk cId="0" sldId="322"/>
        </pc:sldMkLst>
        <pc:spChg chg="mod">
          <ac:chgData name="Daniel Paiva" userId="8a33842c199de2dd" providerId="LiveId" clId="{03B7172A-24DE-4F15-9EEA-ACEE23D13517}" dt="2026-09-02T11:57:29.811" v="1280" actId="207"/>
          <ac:spMkLst>
            <pc:docMk/>
            <pc:sldMk cId="0" sldId="322"/>
            <ac:spMk id="4637" creationId="{00000000-0000-0000-0000-000000000000}"/>
          </ac:spMkLst>
        </pc:spChg>
      </pc:sldChg>
      <pc:sldChg chg="modSp mod modCm">
        <pc:chgData name="Daniel Paiva" userId="8a33842c199de2dd" providerId="LiveId" clId="{03B7172A-24DE-4F15-9EEA-ACEE23D13517}" dt="2026-09-02T11:29:37.542" v="1161"/>
        <pc:sldMkLst>
          <pc:docMk/>
          <pc:sldMk cId="0" sldId="323"/>
        </pc:sldMkLst>
        <pc:spChg chg="mod">
          <ac:chgData name="Daniel Paiva" userId="8a33842c199de2dd" providerId="LiveId" clId="{03B7172A-24DE-4F15-9EEA-ACEE23D13517}" dt="2026-09-02T11:19:23.888" v="990"/>
          <ac:spMkLst>
            <pc:docMk/>
            <pc:sldMk cId="0" sldId="323"/>
            <ac:spMk id="4643" creationId="{00000000-0000-0000-0000-000000000000}"/>
          </ac:spMkLst>
        </pc:spChg>
      </pc:sldChg>
      <pc:sldChg chg="modNotesTx">
        <pc:chgData name="Daniel Paiva" userId="8a33842c199de2dd" providerId="LiveId" clId="{03B7172A-24DE-4F15-9EEA-ACEE23D13517}" dt="2026-09-01T18:21:52.257" v="100" actId="20577"/>
        <pc:sldMkLst>
          <pc:docMk/>
          <pc:sldMk cId="0" sldId="324"/>
        </pc:sldMkLst>
      </pc:sldChg>
      <pc:sldChg chg="modSp mod modNotesTx">
        <pc:chgData name="Daniel Paiva" userId="8a33842c199de2dd" providerId="LiveId" clId="{03B7172A-24DE-4F15-9EEA-ACEE23D13517}" dt="2026-09-02T11:58:14.745" v="1283" actId="6549"/>
        <pc:sldMkLst>
          <pc:docMk/>
          <pc:sldMk cId="0" sldId="325"/>
        </pc:sldMkLst>
        <pc:spChg chg="mod">
          <ac:chgData name="Daniel Paiva" userId="8a33842c199de2dd" providerId="LiveId" clId="{03B7172A-24DE-4F15-9EEA-ACEE23D13517}" dt="2026-09-02T11:58:14.745" v="1283" actId="6549"/>
          <ac:spMkLst>
            <pc:docMk/>
            <pc:sldMk cId="0" sldId="325"/>
            <ac:spMk id="4657" creationId="{00000000-0000-0000-0000-000000000000}"/>
          </ac:spMkLst>
        </pc:spChg>
      </pc:sldChg>
      <pc:sldChg chg="modSp mod modNotesTx">
        <pc:chgData name="Daniel Paiva" userId="8a33842c199de2dd" providerId="LiveId" clId="{03B7172A-24DE-4F15-9EEA-ACEE23D13517}" dt="2026-09-02T11:59:51.475" v="1290" actId="113"/>
        <pc:sldMkLst>
          <pc:docMk/>
          <pc:sldMk cId="0" sldId="326"/>
        </pc:sldMkLst>
        <pc:spChg chg="mod">
          <ac:chgData name="Daniel Paiva" userId="8a33842c199de2dd" providerId="LiveId" clId="{03B7172A-24DE-4F15-9EEA-ACEE23D13517}" dt="2026-09-02T11:59:51.475" v="1290" actId="113"/>
          <ac:spMkLst>
            <pc:docMk/>
            <pc:sldMk cId="0" sldId="326"/>
            <ac:spMk id="6" creationId="{EBBF54E1-7D50-9CD3-4EB4-D3D24FD781B0}"/>
          </ac:spMkLst>
        </pc:spChg>
        <pc:spChg chg="mod">
          <ac:chgData name="Daniel Paiva" userId="8a33842c199de2dd" providerId="LiveId" clId="{03B7172A-24DE-4F15-9EEA-ACEE23D13517}" dt="2026-09-02T11:59:20.886" v="1289" actId="13926"/>
          <ac:spMkLst>
            <pc:docMk/>
            <pc:sldMk cId="0" sldId="326"/>
            <ac:spMk id="4681" creationId="{00000000-0000-0000-0000-000000000000}"/>
          </ac:spMkLst>
        </pc:spChg>
      </pc:sldChg>
      <pc:sldChg chg="modNotesTx">
        <pc:chgData name="Daniel Paiva" userId="8a33842c199de2dd" providerId="LiveId" clId="{03B7172A-24DE-4F15-9EEA-ACEE23D13517}" dt="2026-09-01T18:24:23.736" v="120" actId="20577"/>
        <pc:sldMkLst>
          <pc:docMk/>
          <pc:sldMk cId="0" sldId="329"/>
        </pc:sldMkLst>
      </pc:sldChg>
      <pc:sldChg chg="modNotesTx">
        <pc:chgData name="Daniel Paiva" userId="8a33842c199de2dd" providerId="LiveId" clId="{03B7172A-24DE-4F15-9EEA-ACEE23D13517}" dt="2026-09-01T18:25:36.100" v="122" actId="20577"/>
        <pc:sldMkLst>
          <pc:docMk/>
          <pc:sldMk cId="0" sldId="330"/>
        </pc:sldMkLst>
      </pc:sldChg>
      <pc:sldChg chg="modSp mod">
        <pc:chgData name="Daniel Paiva" userId="8a33842c199de2dd" providerId="LiveId" clId="{03B7172A-24DE-4F15-9EEA-ACEE23D13517}" dt="2026-09-02T11:23:29.954" v="1066" actId="13926"/>
        <pc:sldMkLst>
          <pc:docMk/>
          <pc:sldMk cId="0" sldId="331"/>
        </pc:sldMkLst>
        <pc:spChg chg="mod">
          <ac:chgData name="Daniel Paiva" userId="8a33842c199de2dd" providerId="LiveId" clId="{03B7172A-24DE-4F15-9EEA-ACEE23D13517}" dt="2026-09-02T11:23:29.954" v="1066" actId="13926"/>
          <ac:spMkLst>
            <pc:docMk/>
            <pc:sldMk cId="0" sldId="331"/>
            <ac:spMk id="4762" creationId="{00000000-0000-0000-0000-000000000000}"/>
          </ac:spMkLst>
        </pc:spChg>
      </pc:sldChg>
      <pc:sldChg chg="modSp mod modCm">
        <pc:chgData name="Daniel Paiva" userId="8a33842c199de2dd" providerId="LiveId" clId="{03B7172A-24DE-4F15-9EEA-ACEE23D13517}" dt="2026-09-02T11:23:55.795" v="1071"/>
        <pc:sldMkLst>
          <pc:docMk/>
          <pc:sldMk cId="0" sldId="332"/>
        </pc:sldMkLst>
        <pc:spChg chg="mod">
          <ac:chgData name="Daniel Paiva" userId="8a33842c199de2dd" providerId="LiveId" clId="{03B7172A-24DE-4F15-9EEA-ACEE23D13517}" dt="2026-09-02T11:23:43.053" v="1070" actId="13926"/>
          <ac:spMkLst>
            <pc:docMk/>
            <pc:sldMk cId="0" sldId="332"/>
            <ac:spMk id="4800" creationId="{00000000-0000-0000-0000-000000000000}"/>
          </ac:spMkLst>
        </pc:spChg>
        <pc:spChg chg="mod">
          <ac:chgData name="Daniel Paiva" userId="8a33842c199de2dd" providerId="LiveId" clId="{03B7172A-24DE-4F15-9EEA-ACEE23D13517}" dt="2026-09-02T11:23:38.951" v="1068" actId="13926"/>
          <ac:spMkLst>
            <pc:docMk/>
            <pc:sldMk cId="0" sldId="332"/>
            <ac:spMk id="4803" creationId="{00000000-0000-0000-0000-000000000000}"/>
          </ac:spMkLst>
        </pc:spChg>
      </pc:sldChg>
      <pc:sldChg chg="modSp mod">
        <pc:chgData name="Daniel Paiva" userId="8a33842c199de2dd" providerId="LiveId" clId="{03B7172A-24DE-4F15-9EEA-ACEE23D13517}" dt="2026-09-02T11:24:07.140" v="1073" actId="13926"/>
        <pc:sldMkLst>
          <pc:docMk/>
          <pc:sldMk cId="0" sldId="333"/>
        </pc:sldMkLst>
        <pc:spChg chg="mod">
          <ac:chgData name="Daniel Paiva" userId="8a33842c199de2dd" providerId="LiveId" clId="{03B7172A-24DE-4F15-9EEA-ACEE23D13517}" dt="2026-09-02T11:24:07.140" v="1073" actId="13926"/>
          <ac:spMkLst>
            <pc:docMk/>
            <pc:sldMk cId="0" sldId="333"/>
            <ac:spMk id="4829" creationId="{00000000-0000-0000-0000-000000000000}"/>
          </ac:spMkLst>
        </pc:spChg>
      </pc:sldChg>
      <pc:sldChg chg="modSp mod">
        <pc:chgData name="Daniel Paiva" userId="8a33842c199de2dd" providerId="LiveId" clId="{03B7172A-24DE-4F15-9EEA-ACEE23D13517}" dt="2026-09-02T11:24:22.667" v="1077" actId="13926"/>
        <pc:sldMkLst>
          <pc:docMk/>
          <pc:sldMk cId="0" sldId="334"/>
        </pc:sldMkLst>
        <pc:spChg chg="mod">
          <ac:chgData name="Daniel Paiva" userId="8a33842c199de2dd" providerId="LiveId" clId="{03B7172A-24DE-4F15-9EEA-ACEE23D13517}" dt="2026-09-02T11:24:22.667" v="1077" actId="13926"/>
          <ac:spMkLst>
            <pc:docMk/>
            <pc:sldMk cId="0" sldId="334"/>
            <ac:spMk id="4839" creationId="{00000000-0000-0000-0000-000000000000}"/>
          </ac:spMkLst>
        </pc:spChg>
      </pc:sldChg>
      <pc:sldChg chg="modSp mod">
        <pc:chgData name="Daniel Paiva" userId="8a33842c199de2dd" providerId="LiveId" clId="{03B7172A-24DE-4F15-9EEA-ACEE23D13517}" dt="2026-09-02T12:01:15.190" v="1291" actId="20577"/>
        <pc:sldMkLst>
          <pc:docMk/>
          <pc:sldMk cId="0" sldId="335"/>
        </pc:sldMkLst>
        <pc:spChg chg="mod">
          <ac:chgData name="Daniel Paiva" userId="8a33842c199de2dd" providerId="LiveId" clId="{03B7172A-24DE-4F15-9EEA-ACEE23D13517}" dt="2026-09-02T12:01:15.190" v="1291" actId="20577"/>
          <ac:spMkLst>
            <pc:docMk/>
            <pc:sldMk cId="0" sldId="335"/>
            <ac:spMk id="36" creationId="{9F094ABE-B0FC-2464-51CD-C61AD6DAB32F}"/>
          </ac:spMkLst>
        </pc:spChg>
        <pc:spChg chg="mod">
          <ac:chgData name="Daniel Paiva" userId="8a33842c199de2dd" providerId="LiveId" clId="{03B7172A-24DE-4F15-9EEA-ACEE23D13517}" dt="2026-09-02T11:24:55.402" v="1090" actId="13926"/>
          <ac:spMkLst>
            <pc:docMk/>
            <pc:sldMk cId="0" sldId="335"/>
            <ac:spMk id="37" creationId="{397F38AC-2FA5-FB92-7379-78AA0B3C345A}"/>
          </ac:spMkLst>
        </pc:spChg>
      </pc:sldChg>
      <pc:sldChg chg="modNotesTx">
        <pc:chgData name="Daniel Paiva" userId="8a33842c199de2dd" providerId="LiveId" clId="{03B7172A-24DE-4F15-9EEA-ACEE23D13517}" dt="2026-09-01T18:25:44.304" v="123" actId="20577"/>
        <pc:sldMkLst>
          <pc:docMk/>
          <pc:sldMk cId="0" sldId="336"/>
        </pc:sldMkLst>
      </pc:sldChg>
      <pc:sldChg chg="modSp mod">
        <pc:chgData name="Daniel Paiva" userId="8a33842c199de2dd" providerId="LiveId" clId="{03B7172A-24DE-4F15-9EEA-ACEE23D13517}" dt="2026-09-02T11:26:18.472" v="1127" actId="113"/>
        <pc:sldMkLst>
          <pc:docMk/>
          <pc:sldMk cId="0" sldId="337"/>
        </pc:sldMkLst>
        <pc:spChg chg="mod">
          <ac:chgData name="Daniel Paiva" userId="8a33842c199de2dd" providerId="LiveId" clId="{03B7172A-24DE-4F15-9EEA-ACEE23D13517}" dt="2026-09-02T11:26:18.472" v="1127" actId="113"/>
          <ac:spMkLst>
            <pc:docMk/>
            <pc:sldMk cId="0" sldId="337"/>
            <ac:spMk id="4879" creationId="{00000000-0000-0000-0000-000000000000}"/>
          </ac:spMkLst>
        </pc:spChg>
      </pc:sldChg>
      <pc:sldChg chg="modSp mod modCm">
        <pc:chgData name="Daniel Paiva" userId="8a33842c199de2dd" providerId="LiveId" clId="{03B7172A-24DE-4F15-9EEA-ACEE23D13517}" dt="2026-09-02T11:30:03.346" v="1163"/>
        <pc:sldMkLst>
          <pc:docMk/>
          <pc:sldMk cId="0" sldId="338"/>
        </pc:sldMkLst>
        <pc:spChg chg="mod">
          <ac:chgData name="Daniel Paiva" userId="8a33842c199de2dd" providerId="LiveId" clId="{03B7172A-24DE-4F15-9EEA-ACEE23D13517}" dt="2026-09-02T11:28:46.670" v="1160" actId="20577"/>
          <ac:spMkLst>
            <pc:docMk/>
            <pc:sldMk cId="0" sldId="338"/>
            <ac:spMk id="4885" creationId="{00000000-0000-0000-0000-000000000000}"/>
          </ac:spMkLst>
        </pc:spChg>
      </pc:sldChg>
      <pc:sldChg chg="modNotesTx">
        <pc:chgData name="Daniel Paiva" userId="8a33842c199de2dd" providerId="LiveId" clId="{03B7172A-24DE-4F15-9EEA-ACEE23D13517}" dt="2026-09-01T18:25:51.266" v="129" actId="20577"/>
        <pc:sldMkLst>
          <pc:docMk/>
          <pc:sldMk cId="0" sldId="339"/>
        </pc:sldMkLst>
      </pc:sldChg>
      <pc:sldChg chg="modSp mod modNotesTx">
        <pc:chgData name="Daniel Paiva" userId="8a33842c199de2dd" providerId="LiveId" clId="{03B7172A-24DE-4F15-9EEA-ACEE23D13517}" dt="2026-09-02T12:03:17.806" v="1302" actId="20577"/>
        <pc:sldMkLst>
          <pc:docMk/>
          <pc:sldMk cId="0" sldId="340"/>
        </pc:sldMkLst>
        <pc:spChg chg="mod">
          <ac:chgData name="Daniel Paiva" userId="8a33842c199de2dd" providerId="LiveId" clId="{03B7172A-24DE-4F15-9EEA-ACEE23D13517}" dt="2026-09-02T12:03:17.806" v="1302" actId="20577"/>
          <ac:spMkLst>
            <pc:docMk/>
            <pc:sldMk cId="0" sldId="340"/>
            <ac:spMk id="4899" creationId="{00000000-0000-0000-0000-000000000000}"/>
          </ac:spMkLst>
        </pc:spChg>
      </pc:sldChg>
      <pc:sldChg chg="modNotesTx">
        <pc:chgData name="Daniel Paiva" userId="8a33842c199de2dd" providerId="LiveId" clId="{03B7172A-24DE-4F15-9EEA-ACEE23D13517}" dt="2026-09-01T18:26:04.388" v="143" actId="20577"/>
        <pc:sldMkLst>
          <pc:docMk/>
          <pc:sldMk cId="0" sldId="342"/>
        </pc:sldMkLst>
      </pc:sldChg>
      <pc:sldChg chg="modSp mod">
        <pc:chgData name="Daniel Paiva" userId="8a33842c199de2dd" providerId="LiveId" clId="{03B7172A-24DE-4F15-9EEA-ACEE23D13517}" dt="2026-09-01T18:52:36.249" v="253" actId="13926"/>
        <pc:sldMkLst>
          <pc:docMk/>
          <pc:sldMk cId="348024202" sldId="587"/>
        </pc:sldMkLst>
        <pc:spChg chg="mod">
          <ac:chgData name="Daniel Paiva" userId="8a33842c199de2dd" providerId="LiveId" clId="{03B7172A-24DE-4F15-9EEA-ACEE23D13517}" dt="2026-09-01T18:52:36.249" v="253" actId="13926"/>
          <ac:spMkLst>
            <pc:docMk/>
            <pc:sldMk cId="348024202" sldId="587"/>
            <ac:spMk id="5" creationId="{3B30F271-3498-D5A4-79C6-693642042D8E}"/>
          </ac:spMkLst>
        </pc:spChg>
        <pc:spChg chg="mod">
          <ac:chgData name="Daniel Paiva" userId="8a33842c199de2dd" providerId="LiveId" clId="{03B7172A-24DE-4F15-9EEA-ACEE23D13517}" dt="2026-09-01T18:52:19.137" v="249" actId="13926"/>
          <ac:spMkLst>
            <pc:docMk/>
            <pc:sldMk cId="348024202" sldId="587"/>
            <ac:spMk id="11" creationId="{ABA620DC-69AF-7B74-22BE-7462CA958E3F}"/>
          </ac:spMkLst>
        </pc:spChg>
        <pc:spChg chg="mod">
          <ac:chgData name="Daniel Paiva" userId="8a33842c199de2dd" providerId="LiveId" clId="{03B7172A-24DE-4F15-9EEA-ACEE23D13517}" dt="2026-09-01T18:52:30.995" v="251" actId="13926"/>
          <ac:spMkLst>
            <pc:docMk/>
            <pc:sldMk cId="348024202" sldId="587"/>
            <ac:spMk id="20" creationId="{32B59E54-585A-5342-A0C6-7CEF0F74353A}"/>
          </ac:spMkLst>
        </pc:spChg>
      </pc:sldChg>
      <pc:sldChg chg="modSp mod">
        <pc:chgData name="Daniel Paiva" userId="8a33842c199de2dd" providerId="LiveId" clId="{03B7172A-24DE-4F15-9EEA-ACEE23D13517}" dt="2026-09-01T18:52:54.688" v="259" actId="13926"/>
        <pc:sldMkLst>
          <pc:docMk/>
          <pc:sldMk cId="895442015" sldId="588"/>
        </pc:sldMkLst>
        <pc:spChg chg="mod">
          <ac:chgData name="Daniel Paiva" userId="8a33842c199de2dd" providerId="LiveId" clId="{03B7172A-24DE-4F15-9EEA-ACEE23D13517}" dt="2026-09-01T18:52:54.688" v="259" actId="13926"/>
          <ac:spMkLst>
            <pc:docMk/>
            <pc:sldMk cId="895442015" sldId="588"/>
            <ac:spMk id="5" creationId="{34B78DE3-2DE9-54BE-884F-D9AB7B047554}"/>
          </ac:spMkLst>
        </pc:spChg>
        <pc:spChg chg="mod">
          <ac:chgData name="Daniel Paiva" userId="8a33842c199de2dd" providerId="LiveId" clId="{03B7172A-24DE-4F15-9EEA-ACEE23D13517}" dt="2026-09-01T18:52:42.855" v="255" actId="13926"/>
          <ac:spMkLst>
            <pc:docMk/>
            <pc:sldMk cId="895442015" sldId="588"/>
            <ac:spMk id="11" creationId="{63DB72FF-6D0F-61F0-41FC-A09E096DDA3A}"/>
          </ac:spMkLst>
        </pc:spChg>
        <pc:spChg chg="mod">
          <ac:chgData name="Daniel Paiva" userId="8a33842c199de2dd" providerId="LiveId" clId="{03B7172A-24DE-4F15-9EEA-ACEE23D13517}" dt="2026-09-01T18:52:49.803" v="257" actId="13926"/>
          <ac:spMkLst>
            <pc:docMk/>
            <pc:sldMk cId="895442015" sldId="588"/>
            <ac:spMk id="20" creationId="{57FA8D28-758F-5FB2-1980-F4867B429648}"/>
          </ac:spMkLst>
        </pc:spChg>
      </pc:sldChg>
      <pc:sldChg chg="modSp mod">
        <pc:chgData name="Daniel Paiva" userId="8a33842c199de2dd" providerId="LiveId" clId="{03B7172A-24DE-4F15-9EEA-ACEE23D13517}" dt="2026-09-02T10:52:40.452" v="591" actId="13926"/>
        <pc:sldMkLst>
          <pc:docMk/>
          <pc:sldMk cId="2654924718" sldId="589"/>
        </pc:sldMkLst>
        <pc:spChg chg="mod">
          <ac:chgData name="Daniel Paiva" userId="8a33842c199de2dd" providerId="LiveId" clId="{03B7172A-24DE-4F15-9EEA-ACEE23D13517}" dt="2026-09-02T10:52:29.842" v="587" actId="13926"/>
          <ac:spMkLst>
            <pc:docMk/>
            <pc:sldMk cId="2654924718" sldId="589"/>
            <ac:spMk id="2" creationId="{40D9303F-0657-E6D2-4352-6A83C83EF2A4}"/>
          </ac:spMkLst>
        </pc:spChg>
        <pc:spChg chg="mod">
          <ac:chgData name="Daniel Paiva" userId="8a33842c199de2dd" providerId="LiveId" clId="{03B7172A-24DE-4F15-9EEA-ACEE23D13517}" dt="2026-09-02T10:52:40.452" v="591" actId="13926"/>
          <ac:spMkLst>
            <pc:docMk/>
            <pc:sldMk cId="2654924718" sldId="589"/>
            <ac:spMk id="5" creationId="{3B30F271-3498-D5A4-79C6-693642042D8E}"/>
          </ac:spMkLst>
        </pc:spChg>
        <pc:spChg chg="mod">
          <ac:chgData name="Daniel Paiva" userId="8a33842c199de2dd" providerId="LiveId" clId="{03B7172A-24DE-4F15-9EEA-ACEE23D13517}" dt="2026-09-02T10:52:24.173" v="585" actId="13926"/>
          <ac:spMkLst>
            <pc:docMk/>
            <pc:sldMk cId="2654924718" sldId="589"/>
            <ac:spMk id="11" creationId="{ABA620DC-69AF-7B74-22BE-7462CA958E3F}"/>
          </ac:spMkLst>
        </pc:spChg>
        <pc:spChg chg="mod">
          <ac:chgData name="Daniel Paiva" userId="8a33842c199de2dd" providerId="LiveId" clId="{03B7172A-24DE-4F15-9EEA-ACEE23D13517}" dt="2026-09-02T10:52:35.759" v="589" actId="13926"/>
          <ac:spMkLst>
            <pc:docMk/>
            <pc:sldMk cId="2654924718" sldId="589"/>
            <ac:spMk id="20" creationId="{32B59E54-585A-5342-A0C6-7CEF0F74353A}"/>
          </ac:spMkLst>
        </pc:spChg>
      </pc:sldChg>
      <pc:sldChg chg="modSp mod">
        <pc:chgData name="Daniel Paiva" userId="8a33842c199de2dd" providerId="LiveId" clId="{03B7172A-24DE-4F15-9EEA-ACEE23D13517}" dt="2026-09-02T10:53:01.755" v="599" actId="13926"/>
        <pc:sldMkLst>
          <pc:docMk/>
          <pc:sldMk cId="2943960376" sldId="590"/>
        </pc:sldMkLst>
        <pc:spChg chg="mod">
          <ac:chgData name="Daniel Paiva" userId="8a33842c199de2dd" providerId="LiveId" clId="{03B7172A-24DE-4F15-9EEA-ACEE23D13517}" dt="2026-09-02T10:52:52.488" v="595" actId="13926"/>
          <ac:spMkLst>
            <pc:docMk/>
            <pc:sldMk cId="2943960376" sldId="590"/>
            <ac:spMk id="2" creationId="{D0CBF1E8-8E62-F247-C729-A8B7FF2A721D}"/>
          </ac:spMkLst>
        </pc:spChg>
        <pc:spChg chg="mod">
          <ac:chgData name="Daniel Paiva" userId="8a33842c199de2dd" providerId="LiveId" clId="{03B7172A-24DE-4F15-9EEA-ACEE23D13517}" dt="2026-09-02T10:53:01.755" v="599" actId="13926"/>
          <ac:spMkLst>
            <pc:docMk/>
            <pc:sldMk cId="2943960376" sldId="590"/>
            <ac:spMk id="5" creationId="{870455FE-6C12-2928-CFCA-44576A94482A}"/>
          </ac:spMkLst>
        </pc:spChg>
        <pc:spChg chg="mod">
          <ac:chgData name="Daniel Paiva" userId="8a33842c199de2dd" providerId="LiveId" clId="{03B7172A-24DE-4F15-9EEA-ACEE23D13517}" dt="2026-09-02T10:52:48.144" v="593" actId="13926"/>
          <ac:spMkLst>
            <pc:docMk/>
            <pc:sldMk cId="2943960376" sldId="590"/>
            <ac:spMk id="11" creationId="{D521CB81-A2C9-202B-D63C-C2C16F5E9053}"/>
          </ac:spMkLst>
        </pc:spChg>
        <pc:spChg chg="mod">
          <ac:chgData name="Daniel Paiva" userId="8a33842c199de2dd" providerId="LiveId" clId="{03B7172A-24DE-4F15-9EEA-ACEE23D13517}" dt="2026-09-02T10:52:57.220" v="597" actId="13926"/>
          <ac:spMkLst>
            <pc:docMk/>
            <pc:sldMk cId="2943960376" sldId="590"/>
            <ac:spMk id="20" creationId="{5146F13B-FD88-F884-A6D4-B21CBD285E4B}"/>
          </ac:spMkLst>
        </pc:spChg>
      </pc:sldChg>
      <pc:sldChg chg="modSp mod">
        <pc:chgData name="Daniel Paiva" userId="8a33842c199de2dd" providerId="LiveId" clId="{03B7172A-24DE-4F15-9EEA-ACEE23D13517}" dt="2026-09-02T11:13:32.647" v="894" actId="13926"/>
        <pc:sldMkLst>
          <pc:docMk/>
          <pc:sldMk cId="2156771623" sldId="591"/>
        </pc:sldMkLst>
        <pc:spChg chg="mod">
          <ac:chgData name="Daniel Paiva" userId="8a33842c199de2dd" providerId="LiveId" clId="{03B7172A-24DE-4F15-9EEA-ACEE23D13517}" dt="2026-09-02T11:13:22.218" v="890" actId="13926"/>
          <ac:spMkLst>
            <pc:docMk/>
            <pc:sldMk cId="2156771623" sldId="591"/>
            <ac:spMk id="2" creationId="{40D9303F-0657-E6D2-4352-6A83C83EF2A4}"/>
          </ac:spMkLst>
        </pc:spChg>
        <pc:spChg chg="mod">
          <ac:chgData name="Daniel Paiva" userId="8a33842c199de2dd" providerId="LiveId" clId="{03B7172A-24DE-4F15-9EEA-ACEE23D13517}" dt="2026-09-02T11:13:32.647" v="894" actId="13926"/>
          <ac:spMkLst>
            <pc:docMk/>
            <pc:sldMk cId="2156771623" sldId="591"/>
            <ac:spMk id="5" creationId="{3B30F271-3498-D5A4-79C6-693642042D8E}"/>
          </ac:spMkLst>
        </pc:spChg>
        <pc:spChg chg="mod">
          <ac:chgData name="Daniel Paiva" userId="8a33842c199de2dd" providerId="LiveId" clId="{03B7172A-24DE-4F15-9EEA-ACEE23D13517}" dt="2026-09-02T11:13:16.845" v="888" actId="13926"/>
          <ac:spMkLst>
            <pc:docMk/>
            <pc:sldMk cId="2156771623" sldId="591"/>
            <ac:spMk id="11" creationId="{ABA620DC-69AF-7B74-22BE-7462CA958E3F}"/>
          </ac:spMkLst>
        </pc:spChg>
        <pc:spChg chg="mod">
          <ac:chgData name="Daniel Paiva" userId="8a33842c199de2dd" providerId="LiveId" clId="{03B7172A-24DE-4F15-9EEA-ACEE23D13517}" dt="2026-09-02T11:13:28.048" v="892" actId="13926"/>
          <ac:spMkLst>
            <pc:docMk/>
            <pc:sldMk cId="2156771623" sldId="591"/>
            <ac:spMk id="20" creationId="{32B59E54-585A-5342-A0C6-7CEF0F74353A}"/>
          </ac:spMkLst>
        </pc:spChg>
      </pc:sldChg>
      <pc:sldChg chg="modSp mod">
        <pc:chgData name="Daniel Paiva" userId="8a33842c199de2dd" providerId="LiveId" clId="{03B7172A-24DE-4F15-9EEA-ACEE23D13517}" dt="2026-09-02T11:13:53.437" v="902" actId="13926"/>
        <pc:sldMkLst>
          <pc:docMk/>
          <pc:sldMk cId="2951632948" sldId="592"/>
        </pc:sldMkLst>
        <pc:spChg chg="mod">
          <ac:chgData name="Daniel Paiva" userId="8a33842c199de2dd" providerId="LiveId" clId="{03B7172A-24DE-4F15-9EEA-ACEE23D13517}" dt="2026-09-02T11:13:43.961" v="898" actId="13926"/>
          <ac:spMkLst>
            <pc:docMk/>
            <pc:sldMk cId="2951632948" sldId="592"/>
            <ac:spMk id="2" creationId="{CA1CEA8A-24BE-CD78-9490-A8F92DD865C4}"/>
          </ac:spMkLst>
        </pc:spChg>
        <pc:spChg chg="mod">
          <ac:chgData name="Daniel Paiva" userId="8a33842c199de2dd" providerId="LiveId" clId="{03B7172A-24DE-4F15-9EEA-ACEE23D13517}" dt="2026-09-02T11:13:53.437" v="902" actId="13926"/>
          <ac:spMkLst>
            <pc:docMk/>
            <pc:sldMk cId="2951632948" sldId="592"/>
            <ac:spMk id="5" creationId="{EC070E76-BA85-83D4-33C3-2DEAC4A6A387}"/>
          </ac:spMkLst>
        </pc:spChg>
        <pc:spChg chg="mod">
          <ac:chgData name="Daniel Paiva" userId="8a33842c199de2dd" providerId="LiveId" clId="{03B7172A-24DE-4F15-9EEA-ACEE23D13517}" dt="2026-09-02T11:13:39.373" v="896" actId="13926"/>
          <ac:spMkLst>
            <pc:docMk/>
            <pc:sldMk cId="2951632948" sldId="592"/>
            <ac:spMk id="11" creationId="{31B35155-9D3D-1496-6C19-2C22452863C0}"/>
          </ac:spMkLst>
        </pc:spChg>
        <pc:spChg chg="mod">
          <ac:chgData name="Daniel Paiva" userId="8a33842c199de2dd" providerId="LiveId" clId="{03B7172A-24DE-4F15-9EEA-ACEE23D13517}" dt="2026-09-02T11:13:48.647" v="900" actId="13926"/>
          <ac:spMkLst>
            <pc:docMk/>
            <pc:sldMk cId="2951632948" sldId="592"/>
            <ac:spMk id="20" creationId="{88842736-5332-5DBF-7F0B-CFAE3E55D32A}"/>
          </ac:spMkLst>
        </pc:spChg>
      </pc:sldChg>
      <pc:sldChg chg="modSp mod">
        <pc:chgData name="Daniel Paiva" userId="8a33842c199de2dd" providerId="LiveId" clId="{03B7172A-24DE-4F15-9EEA-ACEE23D13517}" dt="2026-09-01T18:44:05.249" v="239" actId="13926"/>
        <pc:sldMkLst>
          <pc:docMk/>
          <pc:sldMk cId="3366533767" sldId="593"/>
        </pc:sldMkLst>
        <pc:spChg chg="mod">
          <ac:chgData name="Daniel Paiva" userId="8a33842c199de2dd" providerId="LiveId" clId="{03B7172A-24DE-4F15-9EEA-ACEE23D13517}" dt="2026-09-01T18:43:14.340" v="220" actId="13926"/>
          <ac:spMkLst>
            <pc:docMk/>
            <pc:sldMk cId="3366533767" sldId="593"/>
            <ac:spMk id="29" creationId="{18AC2D7E-F467-E756-3E8B-3E537995B62A}"/>
          </ac:spMkLst>
        </pc:spChg>
        <pc:spChg chg="mod">
          <ac:chgData name="Daniel Paiva" userId="8a33842c199de2dd" providerId="LiveId" clId="{03B7172A-24DE-4F15-9EEA-ACEE23D13517}" dt="2026-09-01T18:44:05.249" v="239" actId="13926"/>
          <ac:spMkLst>
            <pc:docMk/>
            <pc:sldMk cId="3366533767" sldId="593"/>
            <ac:spMk id="32" creationId="{4EC32E19-D213-FA23-54A5-98E55508751B}"/>
          </ac:spMkLst>
        </pc:spChg>
      </pc:sldChg>
      <pc:sldChg chg="modSp mod">
        <pc:chgData name="Daniel Paiva" userId="8a33842c199de2dd" providerId="LiveId" clId="{03B7172A-24DE-4F15-9EEA-ACEE23D13517}" dt="2026-09-01T18:45:57.053" v="245" actId="13926"/>
        <pc:sldMkLst>
          <pc:docMk/>
          <pc:sldMk cId="3564415047" sldId="594"/>
        </pc:sldMkLst>
        <pc:spChg chg="mod">
          <ac:chgData name="Daniel Paiva" userId="8a33842c199de2dd" providerId="LiveId" clId="{03B7172A-24DE-4F15-9EEA-ACEE23D13517}" dt="2026-09-01T18:45:57.053" v="245" actId="13926"/>
          <ac:spMkLst>
            <pc:docMk/>
            <pc:sldMk cId="3564415047" sldId="594"/>
            <ac:spMk id="3766" creationId="{E9A057F3-A237-6DB3-00A2-7CA0D7EB6850}"/>
          </ac:spMkLst>
        </pc:spChg>
        <pc:spChg chg="mod">
          <ac:chgData name="Daniel Paiva" userId="8a33842c199de2dd" providerId="LiveId" clId="{03B7172A-24DE-4F15-9EEA-ACEE23D13517}" dt="2026-09-01T18:45:41.493" v="243" actId="13926"/>
          <ac:spMkLst>
            <pc:docMk/>
            <pc:sldMk cId="3564415047" sldId="594"/>
            <ac:spMk id="3768" creationId="{F72E41E9-1D0C-0FFD-03FF-5E3CB0AB91C2}"/>
          </ac:spMkLst>
        </pc:spChg>
      </pc:sldChg>
      <pc:sldChg chg="modSp mod">
        <pc:chgData name="Daniel Paiva" userId="8a33842c199de2dd" providerId="LiveId" clId="{03B7172A-24DE-4F15-9EEA-ACEE23D13517}" dt="2026-09-02T11:42:06.726" v="1228" actId="14100"/>
        <pc:sldMkLst>
          <pc:docMk/>
          <pc:sldMk cId="0" sldId="597"/>
        </pc:sldMkLst>
        <pc:spChg chg="mod">
          <ac:chgData name="Daniel Paiva" userId="8a33842c199de2dd" providerId="LiveId" clId="{03B7172A-24DE-4F15-9EEA-ACEE23D13517}" dt="2026-09-01T18:54:20.650" v="263" actId="13926"/>
          <ac:spMkLst>
            <pc:docMk/>
            <pc:sldMk cId="0" sldId="597"/>
            <ac:spMk id="4" creationId="{0133D691-AA8F-884B-2DF5-F713AF420BF6}"/>
          </ac:spMkLst>
        </pc:spChg>
        <pc:spChg chg="mod">
          <ac:chgData name="Daniel Paiva" userId="8a33842c199de2dd" providerId="LiveId" clId="{03B7172A-24DE-4F15-9EEA-ACEE23D13517}" dt="2026-09-02T11:42:06.726" v="1228" actId="14100"/>
          <ac:spMkLst>
            <pc:docMk/>
            <pc:sldMk cId="0" sldId="597"/>
            <ac:spMk id="6" creationId="{3D92F862-C156-BDF1-1A02-774497A40944}"/>
          </ac:spMkLst>
        </pc:spChg>
      </pc:sldChg>
      <pc:sldChg chg="modSp mod">
        <pc:chgData name="Daniel Paiva" userId="8a33842c199de2dd" providerId="LiveId" clId="{03B7172A-24DE-4F15-9EEA-ACEE23D13517}" dt="2026-09-02T10:54:12.784" v="610" actId="6549"/>
        <pc:sldMkLst>
          <pc:docMk/>
          <pc:sldMk cId="3826706446" sldId="598"/>
        </pc:sldMkLst>
        <pc:spChg chg="mod">
          <ac:chgData name="Daniel Paiva" userId="8a33842c199de2dd" providerId="LiveId" clId="{03B7172A-24DE-4F15-9EEA-ACEE23D13517}" dt="2026-09-02T10:54:12.784" v="610" actId="6549"/>
          <ac:spMkLst>
            <pc:docMk/>
            <pc:sldMk cId="3826706446" sldId="598"/>
            <ac:spMk id="46" creationId="{6A106ABF-D4A2-5049-2A71-D8BE2827270D}"/>
          </ac:spMkLst>
        </pc:spChg>
        <pc:spChg chg="mod">
          <ac:chgData name="Daniel Paiva" userId="8a33842c199de2dd" providerId="LiveId" clId="{03B7172A-24DE-4F15-9EEA-ACEE23D13517}" dt="2026-09-02T10:53:38.090" v="606" actId="13926"/>
          <ac:spMkLst>
            <pc:docMk/>
            <pc:sldMk cId="3826706446" sldId="598"/>
            <ac:spMk id="4277" creationId="{1C704428-482C-F657-CEF8-427340898085}"/>
          </ac:spMkLst>
        </pc:spChg>
      </pc:sldChg>
      <pc:sldChg chg="modSp mod modNotesTx">
        <pc:chgData name="Daniel Paiva" userId="8a33842c199de2dd" providerId="LiveId" clId="{03B7172A-24DE-4F15-9EEA-ACEE23D13517}" dt="2026-09-01T19:17:53.776" v="568" actId="6549"/>
        <pc:sldMkLst>
          <pc:docMk/>
          <pc:sldMk cId="0" sldId="626"/>
        </pc:sldMkLst>
        <pc:spChg chg="mod">
          <ac:chgData name="Daniel Paiva" userId="8a33842c199de2dd" providerId="LiveId" clId="{03B7172A-24DE-4F15-9EEA-ACEE23D13517}" dt="2026-09-01T19:17:53.776" v="568" actId="6549"/>
          <ac:spMkLst>
            <pc:docMk/>
            <pc:sldMk cId="0" sldId="626"/>
            <ac:spMk id="17" creationId="{A98B4930-1249-FA4C-31DB-16D940173436}"/>
          </ac:spMkLst>
        </pc:spChg>
      </pc:sldChg>
      <pc:sldChg chg="modSp mod modNotesTx">
        <pc:chgData name="Daniel Paiva" userId="8a33842c199de2dd" providerId="LiveId" clId="{03B7172A-24DE-4F15-9EEA-ACEE23D13517}" dt="2026-09-02T11:10:26.228" v="854" actId="13926"/>
        <pc:sldMkLst>
          <pc:docMk/>
          <pc:sldMk cId="785036831" sldId="627"/>
        </pc:sldMkLst>
        <pc:spChg chg="mod">
          <ac:chgData name="Daniel Paiva" userId="8a33842c199de2dd" providerId="LiveId" clId="{03B7172A-24DE-4F15-9EEA-ACEE23D13517}" dt="2026-09-02T11:10:26.228" v="854" actId="13926"/>
          <ac:spMkLst>
            <pc:docMk/>
            <pc:sldMk cId="785036831" sldId="627"/>
            <ac:spMk id="17" creationId="{473EFC5B-00C7-5806-4FDD-DF111AF56C7F}"/>
          </ac:spMkLst>
        </pc:spChg>
      </pc:sldChg>
      <pc:sldChg chg="modSp mod modNotesTx">
        <pc:chgData name="Daniel Paiva" userId="8a33842c199de2dd" providerId="LiveId" clId="{03B7172A-24DE-4F15-9EEA-ACEE23D13517}" dt="2026-09-02T11:23:17.085" v="1064" actId="20577"/>
        <pc:sldMkLst>
          <pc:docMk/>
          <pc:sldMk cId="142255791" sldId="628"/>
        </pc:sldMkLst>
        <pc:spChg chg="mod">
          <ac:chgData name="Daniel Paiva" userId="8a33842c199de2dd" providerId="LiveId" clId="{03B7172A-24DE-4F15-9EEA-ACEE23D13517}" dt="2026-09-02T11:23:17.085" v="1064" actId="20577"/>
          <ac:spMkLst>
            <pc:docMk/>
            <pc:sldMk cId="142255791" sldId="628"/>
            <ac:spMk id="17" creationId="{B94138A0-C1C7-9D43-810A-FBC61735E3BA}"/>
          </ac:spMkLst>
        </pc:spChg>
      </pc:sldChg>
      <pc:sldChg chg="modSp mod modNotesTx">
        <pc:chgData name="Daniel Paiva" userId="8a33842c199de2dd" providerId="LiveId" clId="{03B7172A-24DE-4F15-9EEA-ACEE23D13517}" dt="2026-09-02T11:32:42.818" v="1221" actId="20577"/>
        <pc:sldMkLst>
          <pc:docMk/>
          <pc:sldMk cId="1823796871" sldId="629"/>
        </pc:sldMkLst>
        <pc:spChg chg="mod">
          <ac:chgData name="Daniel Paiva" userId="8a33842c199de2dd" providerId="LiveId" clId="{03B7172A-24DE-4F15-9EEA-ACEE23D13517}" dt="2026-09-02T11:32:42.818" v="1221" actId="20577"/>
          <ac:spMkLst>
            <pc:docMk/>
            <pc:sldMk cId="1823796871" sldId="629"/>
            <ac:spMk id="17" creationId="{8E2F80D2-1D59-13BA-3B4A-F34042BA632E}"/>
          </ac:spMkLst>
        </pc:spChg>
      </pc:sldChg>
      <pc:sldMasterChg chg="modSldLayout sldLayoutOrd">
        <pc:chgData name="Daniel Paiva" userId="8a33842c199de2dd" providerId="LiveId" clId="{03B7172A-24DE-4F15-9EEA-ACEE23D13517}" dt="2026-09-01T18:53:50.140" v="261" actId="13926"/>
        <pc:sldMasterMkLst>
          <pc:docMk/>
          <pc:sldMasterMk cId="0" sldId="2147483990"/>
        </pc:sldMasterMkLst>
        <pc:sldLayoutChg chg="modSp mod">
          <pc:chgData name="Daniel Paiva" userId="8a33842c199de2dd" providerId="LiveId" clId="{03B7172A-24DE-4F15-9EEA-ACEE23D13517}" dt="2026-09-01T18:40:33.245" v="192" actId="13926"/>
          <pc:sldLayoutMkLst>
            <pc:docMk/>
            <pc:sldMasterMk cId="0" sldId="2147483990"/>
            <pc:sldLayoutMk cId="0" sldId="2147483658"/>
          </pc:sldLayoutMkLst>
          <pc:spChg chg="mod">
            <ac:chgData name="Daniel Paiva" userId="8a33842c199de2dd" providerId="LiveId" clId="{03B7172A-24DE-4F15-9EEA-ACEE23D13517}" dt="2026-09-01T18:40:33.245" v="192" actId="13926"/>
            <ac:spMkLst>
              <pc:docMk/>
              <pc:sldMasterMk cId="0" sldId="2147483990"/>
              <pc:sldLayoutMk cId="0" sldId="2147483658"/>
              <ac:spMk id="135" creationId="{00000000-0000-0000-0000-000000000000}"/>
            </ac:spMkLst>
          </pc:spChg>
        </pc:sldLayoutChg>
        <pc:sldLayoutChg chg="modSp mod">
          <pc:chgData name="Daniel Paiva" userId="8a33842c199de2dd" providerId="LiveId" clId="{03B7172A-24DE-4F15-9EEA-ACEE23D13517}" dt="2026-09-01T18:40:45.252" v="194" actId="13926"/>
          <pc:sldLayoutMkLst>
            <pc:docMk/>
            <pc:sldMasterMk cId="0" sldId="2147483990"/>
            <pc:sldLayoutMk cId="0" sldId="2147483662"/>
          </pc:sldLayoutMkLst>
          <pc:spChg chg="mod">
            <ac:chgData name="Daniel Paiva" userId="8a33842c199de2dd" providerId="LiveId" clId="{03B7172A-24DE-4F15-9EEA-ACEE23D13517}" dt="2026-09-01T18:40:45.252" v="194" actId="13926"/>
            <ac:spMkLst>
              <pc:docMk/>
              <pc:sldMasterMk cId="0" sldId="2147483990"/>
              <pc:sldLayoutMk cId="0" sldId="2147483662"/>
              <ac:spMk id="185" creationId="{00000000-0000-0000-0000-000000000000}"/>
            </ac:spMkLst>
          </pc:spChg>
        </pc:sldLayoutChg>
        <pc:sldLayoutChg chg="modSp mod">
          <pc:chgData name="Daniel Paiva" userId="8a33842c199de2dd" providerId="LiveId" clId="{03B7172A-24DE-4F15-9EEA-ACEE23D13517}" dt="2026-09-01T18:41:04.180" v="196" actId="13926"/>
          <pc:sldLayoutMkLst>
            <pc:docMk/>
            <pc:sldMasterMk cId="0" sldId="2147483990"/>
            <pc:sldLayoutMk cId="0" sldId="2147483679"/>
          </pc:sldLayoutMkLst>
          <pc:spChg chg="mod">
            <ac:chgData name="Daniel Paiva" userId="8a33842c199de2dd" providerId="LiveId" clId="{03B7172A-24DE-4F15-9EEA-ACEE23D13517}" dt="2026-09-01T18:41:04.180" v="196" actId="13926"/>
            <ac:spMkLst>
              <pc:docMk/>
              <pc:sldMasterMk cId="0" sldId="2147483990"/>
              <pc:sldLayoutMk cId="0" sldId="2147483679"/>
              <ac:spMk id="334" creationId="{00000000-0000-0000-0000-000000000000}"/>
            </ac:spMkLst>
          </pc:spChg>
        </pc:sldLayoutChg>
        <pc:sldLayoutChg chg="modSp mod">
          <pc:chgData name="Daniel Paiva" userId="8a33842c199de2dd" providerId="LiveId" clId="{03B7172A-24DE-4F15-9EEA-ACEE23D13517}" dt="2026-09-01T18:41:19.677" v="198" actId="13926"/>
          <pc:sldLayoutMkLst>
            <pc:docMk/>
            <pc:sldMasterMk cId="0" sldId="2147483990"/>
            <pc:sldLayoutMk cId="0" sldId="2147483692"/>
          </pc:sldLayoutMkLst>
          <pc:spChg chg="mod">
            <ac:chgData name="Daniel Paiva" userId="8a33842c199de2dd" providerId="LiveId" clId="{03B7172A-24DE-4F15-9EEA-ACEE23D13517}" dt="2026-09-01T18:41:19.677" v="198" actId="13926"/>
            <ac:spMkLst>
              <pc:docMk/>
              <pc:sldMasterMk cId="0" sldId="2147483990"/>
              <pc:sldLayoutMk cId="0" sldId="2147483692"/>
              <ac:spMk id="496" creationId="{00000000-0000-0000-0000-000000000000}"/>
            </ac:spMkLst>
          </pc:spChg>
        </pc:sldLayoutChg>
        <pc:sldLayoutChg chg="modSp mod">
          <pc:chgData name="Daniel Paiva" userId="8a33842c199de2dd" providerId="LiveId" clId="{03B7172A-24DE-4F15-9EEA-ACEE23D13517}" dt="2026-09-01T18:41:29.201" v="200" actId="13926"/>
          <pc:sldLayoutMkLst>
            <pc:docMk/>
            <pc:sldMasterMk cId="0" sldId="2147483990"/>
            <pc:sldLayoutMk cId="0" sldId="2147483694"/>
          </pc:sldLayoutMkLst>
          <pc:spChg chg="mod">
            <ac:chgData name="Daniel Paiva" userId="8a33842c199de2dd" providerId="LiveId" clId="{03B7172A-24DE-4F15-9EEA-ACEE23D13517}" dt="2026-09-01T18:41:29.201" v="200" actId="13926"/>
            <ac:spMkLst>
              <pc:docMk/>
              <pc:sldMasterMk cId="0" sldId="2147483990"/>
              <pc:sldLayoutMk cId="0" sldId="2147483694"/>
              <ac:spMk id="509" creationId="{00000000-0000-0000-0000-000000000000}"/>
            </ac:spMkLst>
          </pc:spChg>
        </pc:sldLayoutChg>
        <pc:sldLayoutChg chg="modSp mod">
          <pc:chgData name="Daniel Paiva" userId="8a33842c199de2dd" providerId="LiveId" clId="{03B7172A-24DE-4F15-9EEA-ACEE23D13517}" dt="2026-09-01T18:41:38.150" v="202" actId="13926"/>
          <pc:sldLayoutMkLst>
            <pc:docMk/>
            <pc:sldMasterMk cId="0" sldId="2147483990"/>
            <pc:sldLayoutMk cId="0" sldId="2147483697"/>
          </pc:sldLayoutMkLst>
          <pc:spChg chg="mod">
            <ac:chgData name="Daniel Paiva" userId="8a33842c199de2dd" providerId="LiveId" clId="{03B7172A-24DE-4F15-9EEA-ACEE23D13517}" dt="2026-09-01T18:41:38.150" v="202" actId="13926"/>
            <ac:spMkLst>
              <pc:docMk/>
              <pc:sldMasterMk cId="0" sldId="2147483990"/>
              <pc:sldLayoutMk cId="0" sldId="2147483697"/>
              <ac:spMk id="533" creationId="{00000000-0000-0000-0000-000000000000}"/>
            </ac:spMkLst>
          </pc:spChg>
        </pc:sldLayoutChg>
        <pc:sldLayoutChg chg="modSp mod">
          <pc:chgData name="Daniel Paiva" userId="8a33842c199de2dd" providerId="LiveId" clId="{03B7172A-24DE-4F15-9EEA-ACEE23D13517}" dt="2026-09-01T18:41:48.951" v="204" actId="13926"/>
          <pc:sldLayoutMkLst>
            <pc:docMk/>
            <pc:sldMasterMk cId="0" sldId="2147483990"/>
            <pc:sldLayoutMk cId="0" sldId="2147483699"/>
          </pc:sldLayoutMkLst>
          <pc:spChg chg="mod">
            <ac:chgData name="Daniel Paiva" userId="8a33842c199de2dd" providerId="LiveId" clId="{03B7172A-24DE-4F15-9EEA-ACEE23D13517}" dt="2026-09-01T18:41:48.951" v="204" actId="13926"/>
            <ac:spMkLst>
              <pc:docMk/>
              <pc:sldMasterMk cId="0" sldId="2147483990"/>
              <pc:sldLayoutMk cId="0" sldId="2147483699"/>
              <ac:spMk id="554" creationId="{00000000-0000-0000-0000-000000000000}"/>
            </ac:spMkLst>
          </pc:spChg>
        </pc:sldLayoutChg>
        <pc:sldLayoutChg chg="modSp mod">
          <pc:chgData name="Daniel Paiva" userId="8a33842c199de2dd" providerId="LiveId" clId="{03B7172A-24DE-4F15-9EEA-ACEE23D13517}" dt="2026-09-01T18:40:12.274" v="190" actId="13926"/>
          <pc:sldLayoutMkLst>
            <pc:docMk/>
            <pc:sldMasterMk cId="0" sldId="2147483990"/>
            <pc:sldLayoutMk cId="0" sldId="2147483701"/>
          </pc:sldLayoutMkLst>
          <pc:spChg chg="mod">
            <ac:chgData name="Daniel Paiva" userId="8a33842c199de2dd" providerId="LiveId" clId="{03B7172A-24DE-4F15-9EEA-ACEE23D13517}" dt="2026-09-01T18:40:12.274" v="190" actId="13926"/>
            <ac:spMkLst>
              <pc:docMk/>
              <pc:sldMasterMk cId="0" sldId="2147483990"/>
              <pc:sldLayoutMk cId="0" sldId="2147483701"/>
              <ac:spMk id="578" creationId="{00000000-0000-0000-0000-000000000000}"/>
            </ac:spMkLst>
          </pc:spChg>
        </pc:sldLayoutChg>
        <pc:sldLayoutChg chg="modSp mod">
          <pc:chgData name="Daniel Paiva" userId="8a33842c199de2dd" providerId="LiveId" clId="{03B7172A-24DE-4F15-9EEA-ACEE23D13517}" dt="2026-09-01T18:40:01.929" v="188" actId="13926"/>
          <pc:sldLayoutMkLst>
            <pc:docMk/>
            <pc:sldMasterMk cId="0" sldId="2147483990"/>
            <pc:sldLayoutMk cId="0" sldId="2147483703"/>
          </pc:sldLayoutMkLst>
          <pc:spChg chg="mod">
            <ac:chgData name="Daniel Paiva" userId="8a33842c199de2dd" providerId="LiveId" clId="{03B7172A-24DE-4F15-9EEA-ACEE23D13517}" dt="2026-09-01T18:40:01.929" v="188" actId="13926"/>
            <ac:spMkLst>
              <pc:docMk/>
              <pc:sldMasterMk cId="0" sldId="2147483990"/>
              <pc:sldLayoutMk cId="0" sldId="2147483703"/>
              <ac:spMk id="596"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789"/>
          </pc:sldLayoutMkLst>
          <pc:spChg chg="mod">
            <ac:chgData name="Daniel Paiva" userId="8a33842c199de2dd" providerId="LiveId" clId="{03B7172A-24DE-4F15-9EEA-ACEE23D13517}" dt="2026-09-01T18:19:07.343" v="2"/>
            <ac:spMkLst>
              <pc:docMk/>
              <pc:sldMasterMk cId="0" sldId="2147483990"/>
              <pc:sldLayoutMk cId="0" sldId="2147483789"/>
              <ac:spMk id="1511"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790"/>
          </pc:sldLayoutMkLst>
          <pc:spChg chg="mod">
            <ac:chgData name="Daniel Paiva" userId="8a33842c199de2dd" providerId="LiveId" clId="{03B7172A-24DE-4F15-9EEA-ACEE23D13517}" dt="2026-09-01T18:19:07.343" v="2"/>
            <ac:spMkLst>
              <pc:docMk/>
              <pc:sldMasterMk cId="0" sldId="2147483990"/>
              <pc:sldLayoutMk cId="0" sldId="2147483790"/>
              <ac:spMk id="1517"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792"/>
          </pc:sldLayoutMkLst>
          <pc:spChg chg="mod">
            <ac:chgData name="Daniel Paiva" userId="8a33842c199de2dd" providerId="LiveId" clId="{03B7172A-24DE-4F15-9EEA-ACEE23D13517}" dt="2026-09-01T18:19:07.343" v="2"/>
            <ac:spMkLst>
              <pc:docMk/>
              <pc:sldMasterMk cId="0" sldId="2147483990"/>
              <pc:sldLayoutMk cId="0" sldId="2147483792"/>
              <ac:spMk id="1531"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793"/>
          </pc:sldLayoutMkLst>
          <pc:spChg chg="mod">
            <ac:chgData name="Daniel Paiva" userId="8a33842c199de2dd" providerId="LiveId" clId="{03B7172A-24DE-4F15-9EEA-ACEE23D13517}" dt="2026-09-01T18:19:07.343" v="2"/>
            <ac:spMkLst>
              <pc:docMk/>
              <pc:sldMasterMk cId="0" sldId="2147483990"/>
              <pc:sldLayoutMk cId="0" sldId="2147483793"/>
              <ac:spMk id="1537"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794"/>
          </pc:sldLayoutMkLst>
          <pc:spChg chg="mod">
            <ac:chgData name="Daniel Paiva" userId="8a33842c199de2dd" providerId="LiveId" clId="{03B7172A-24DE-4F15-9EEA-ACEE23D13517}" dt="2026-09-01T18:19:07.343" v="2"/>
            <ac:spMkLst>
              <pc:docMk/>
              <pc:sldMasterMk cId="0" sldId="2147483990"/>
              <pc:sldLayoutMk cId="0" sldId="2147483794"/>
              <ac:spMk id="1542" creationId="{00000000-0000-0000-0000-000000000000}"/>
            </ac:spMkLst>
          </pc:spChg>
        </pc:sldLayoutChg>
        <pc:sldLayoutChg chg="modSp mod ord">
          <pc:chgData name="Daniel Paiva" userId="8a33842c199de2dd" providerId="LiveId" clId="{03B7172A-24DE-4F15-9EEA-ACEE23D13517}" dt="2026-09-01T18:39:38.597" v="186" actId="13926"/>
          <pc:sldLayoutMkLst>
            <pc:docMk/>
            <pc:sldMasterMk cId="0" sldId="2147483990"/>
            <pc:sldLayoutMk cId="0" sldId="2147483795"/>
          </pc:sldLayoutMkLst>
          <pc:spChg chg="mod">
            <ac:chgData name="Daniel Paiva" userId="8a33842c199de2dd" providerId="LiveId" clId="{03B7172A-24DE-4F15-9EEA-ACEE23D13517}" dt="2026-09-01T18:39:38.597" v="186" actId="13926"/>
            <ac:spMkLst>
              <pc:docMk/>
              <pc:sldMasterMk cId="0" sldId="2147483990"/>
              <pc:sldLayoutMk cId="0" sldId="2147483795"/>
              <ac:spMk id="1551" creationId="{00000000-0000-0000-0000-000000000000}"/>
            </ac:spMkLst>
          </pc:spChg>
        </pc:sldLayoutChg>
        <pc:sldLayoutChg chg="mod ord">
          <pc:chgData name="Daniel Paiva" userId="8a33842c199de2dd" providerId="LiveId" clId="{03B7172A-24DE-4F15-9EEA-ACEE23D13517}" dt="2026-09-01T18:19:07.343" v="2"/>
          <pc:sldLayoutMkLst>
            <pc:docMk/>
            <pc:sldMasterMk cId="0" sldId="2147483990"/>
            <pc:sldLayoutMk cId="0" sldId="2147483796"/>
          </pc:sldLayoutMkLst>
        </pc:sldLayoutChg>
        <pc:sldLayoutChg chg="modSp mod ord">
          <pc:chgData name="Daniel Paiva" userId="8a33842c199de2dd" providerId="LiveId" clId="{03B7172A-24DE-4F15-9EEA-ACEE23D13517}" dt="2026-09-01T18:19:07.343" v="2"/>
          <pc:sldLayoutMkLst>
            <pc:docMk/>
            <pc:sldMasterMk cId="0" sldId="2147483990"/>
            <pc:sldLayoutMk cId="0" sldId="2147483797"/>
          </pc:sldLayoutMkLst>
          <pc:spChg chg="mod">
            <ac:chgData name="Daniel Paiva" userId="8a33842c199de2dd" providerId="LiveId" clId="{03B7172A-24DE-4F15-9EEA-ACEE23D13517}" dt="2026-09-01T18:19:07.343" v="2"/>
            <ac:spMkLst>
              <pc:docMk/>
              <pc:sldMasterMk cId="0" sldId="2147483990"/>
              <pc:sldLayoutMk cId="0" sldId="2147483797"/>
              <ac:spMk id="155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797"/>
              <ac:spMk id="1560"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798"/>
          </pc:sldLayoutMkLst>
          <pc:spChg chg="mod">
            <ac:chgData name="Daniel Paiva" userId="8a33842c199de2dd" providerId="LiveId" clId="{03B7172A-24DE-4F15-9EEA-ACEE23D13517}" dt="2026-09-01T18:19:07.343" v="2"/>
            <ac:spMkLst>
              <pc:docMk/>
              <pc:sldMasterMk cId="0" sldId="2147483990"/>
              <pc:sldLayoutMk cId="0" sldId="2147483798"/>
              <ac:spMk id="156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798"/>
              <ac:spMk id="156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798"/>
              <ac:spMk id="1570"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798"/>
              <ac:spMk id="1571" creationId="{00000000-0000-0000-0000-000000000000}"/>
            </ac:spMkLst>
          </pc:spChg>
        </pc:sldLayoutChg>
        <pc:sldLayoutChg chg="mod ord">
          <pc:chgData name="Daniel Paiva" userId="8a33842c199de2dd" providerId="LiveId" clId="{03B7172A-24DE-4F15-9EEA-ACEE23D13517}" dt="2026-09-01T18:19:07.343" v="2"/>
          <pc:sldLayoutMkLst>
            <pc:docMk/>
            <pc:sldMasterMk cId="0" sldId="2147483990"/>
            <pc:sldLayoutMk cId="0" sldId="2147483799"/>
          </pc:sldLayoutMkLst>
        </pc:sldLayoutChg>
        <pc:sldLayoutChg chg="mod ord">
          <pc:chgData name="Daniel Paiva" userId="8a33842c199de2dd" providerId="LiveId" clId="{03B7172A-24DE-4F15-9EEA-ACEE23D13517}" dt="2026-09-01T18:19:07.343" v="2"/>
          <pc:sldLayoutMkLst>
            <pc:docMk/>
            <pc:sldMasterMk cId="0" sldId="2147483990"/>
            <pc:sldLayoutMk cId="0" sldId="2147483800"/>
          </pc:sldLayoutMkLst>
        </pc:sldLayoutChg>
        <pc:sldLayoutChg chg="modSp mod ord">
          <pc:chgData name="Daniel Paiva" userId="8a33842c199de2dd" providerId="LiveId" clId="{03B7172A-24DE-4F15-9EEA-ACEE23D13517}" dt="2026-09-01T18:19:07.343" v="2"/>
          <pc:sldLayoutMkLst>
            <pc:docMk/>
            <pc:sldMasterMk cId="0" sldId="2147483990"/>
            <pc:sldLayoutMk cId="0" sldId="2147483801"/>
          </pc:sldLayoutMkLst>
          <pc:spChg chg="mod">
            <ac:chgData name="Daniel Paiva" userId="8a33842c199de2dd" providerId="LiveId" clId="{03B7172A-24DE-4F15-9EEA-ACEE23D13517}" dt="2026-09-01T18:19:07.343" v="2"/>
            <ac:spMkLst>
              <pc:docMk/>
              <pc:sldMasterMk cId="0" sldId="2147483990"/>
              <pc:sldLayoutMk cId="0" sldId="2147483801"/>
              <ac:spMk id="1603"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01"/>
              <ac:spMk id="1604"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02"/>
          </pc:sldLayoutMkLst>
          <pc:spChg chg="mod">
            <ac:chgData name="Daniel Paiva" userId="8a33842c199de2dd" providerId="LiveId" clId="{03B7172A-24DE-4F15-9EEA-ACEE23D13517}" dt="2026-09-01T18:19:07.343" v="2"/>
            <ac:spMkLst>
              <pc:docMk/>
              <pc:sldMasterMk cId="0" sldId="2147483990"/>
              <pc:sldLayoutMk cId="0" sldId="2147483802"/>
              <ac:spMk id="1614"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02"/>
              <ac:spMk id="1615"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02"/>
              <ac:spMk id="161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02"/>
              <ac:spMk id="1617"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03"/>
          </pc:sldLayoutMkLst>
          <pc:spChg chg="mod">
            <ac:chgData name="Daniel Paiva" userId="8a33842c199de2dd" providerId="LiveId" clId="{03B7172A-24DE-4F15-9EEA-ACEE23D13517}" dt="2026-09-01T18:19:07.343" v="2"/>
            <ac:spMkLst>
              <pc:docMk/>
              <pc:sldMasterMk cId="0" sldId="2147483990"/>
              <pc:sldLayoutMk cId="0" sldId="2147483803"/>
              <ac:spMk id="165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03"/>
              <ac:spMk id="165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03"/>
              <ac:spMk id="1660" creationId="{00000000-0000-0000-0000-000000000000}"/>
            </ac:spMkLst>
          </pc:spChg>
        </pc:sldLayoutChg>
        <pc:sldLayoutChg chg="mod ord">
          <pc:chgData name="Daniel Paiva" userId="8a33842c199de2dd" providerId="LiveId" clId="{03B7172A-24DE-4F15-9EEA-ACEE23D13517}" dt="2026-09-01T18:19:07.343" v="2"/>
          <pc:sldLayoutMkLst>
            <pc:docMk/>
            <pc:sldMasterMk cId="0" sldId="2147483990"/>
            <pc:sldLayoutMk cId="0" sldId="2147483804"/>
          </pc:sldLayoutMkLst>
        </pc:sldLayoutChg>
        <pc:sldLayoutChg chg="modSp mod ord">
          <pc:chgData name="Daniel Paiva" userId="8a33842c199de2dd" providerId="LiveId" clId="{03B7172A-24DE-4F15-9EEA-ACEE23D13517}" dt="2026-09-01T18:45:19.911" v="241" actId="13926"/>
          <pc:sldLayoutMkLst>
            <pc:docMk/>
            <pc:sldMasterMk cId="0" sldId="2147483990"/>
            <pc:sldLayoutMk cId="0" sldId="2147483836"/>
          </pc:sldLayoutMkLst>
          <pc:spChg chg="mod">
            <ac:chgData name="Daniel Paiva" userId="8a33842c199de2dd" providerId="LiveId" clId="{03B7172A-24DE-4F15-9EEA-ACEE23D13517}" dt="2026-09-01T18:19:07.343" v="2"/>
            <ac:spMkLst>
              <pc:docMk/>
              <pc:sldMasterMk cId="0" sldId="2147483990"/>
              <pc:sldLayoutMk cId="0" sldId="2147483836"/>
              <ac:spMk id="200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36"/>
              <ac:spMk id="2010"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36"/>
              <ac:spMk id="2011" creationId="{00000000-0000-0000-0000-000000000000}"/>
            </ac:spMkLst>
          </pc:spChg>
          <pc:spChg chg="mod">
            <ac:chgData name="Daniel Paiva" userId="8a33842c199de2dd" providerId="LiveId" clId="{03B7172A-24DE-4F15-9EEA-ACEE23D13517}" dt="2026-09-01T18:45:19.911" v="241" actId="13926"/>
            <ac:spMkLst>
              <pc:docMk/>
              <pc:sldMasterMk cId="0" sldId="2147483990"/>
              <pc:sldLayoutMk cId="0" sldId="2147483836"/>
              <ac:spMk id="2013" creationId="{00000000-0000-0000-0000-000000000000}"/>
            </ac:spMkLst>
          </pc:spChg>
        </pc:sldLayoutChg>
        <pc:sldLayoutChg chg="modSp mod ord">
          <pc:chgData name="Daniel Paiva" userId="8a33842c199de2dd" providerId="LiveId" clId="{03B7172A-24DE-4F15-9EEA-ACEE23D13517}" dt="2026-09-01T18:42:57.657" v="218" actId="13926"/>
          <pc:sldLayoutMkLst>
            <pc:docMk/>
            <pc:sldMasterMk cId="0" sldId="2147483990"/>
            <pc:sldLayoutMk cId="0" sldId="2147483839"/>
          </pc:sldLayoutMkLst>
          <pc:spChg chg="mod">
            <ac:chgData name="Daniel Paiva" userId="8a33842c199de2dd" providerId="LiveId" clId="{03B7172A-24DE-4F15-9EEA-ACEE23D13517}" dt="2026-09-01T18:19:07.343" v="2"/>
            <ac:spMkLst>
              <pc:docMk/>
              <pc:sldMasterMk cId="0" sldId="2147483990"/>
              <pc:sldLayoutMk cId="0" sldId="2147483839"/>
              <ac:spMk id="2033"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39"/>
              <ac:spMk id="2034"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39"/>
              <ac:spMk id="2035" creationId="{00000000-0000-0000-0000-000000000000}"/>
            </ac:spMkLst>
          </pc:spChg>
          <pc:spChg chg="mod">
            <ac:chgData name="Daniel Paiva" userId="8a33842c199de2dd" providerId="LiveId" clId="{03B7172A-24DE-4F15-9EEA-ACEE23D13517}" dt="2026-09-01T18:42:57.657" v="218" actId="13926"/>
            <ac:spMkLst>
              <pc:docMk/>
              <pc:sldMasterMk cId="0" sldId="2147483990"/>
              <pc:sldLayoutMk cId="0" sldId="2147483839"/>
              <ac:spMk id="2037"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48"/>
          </pc:sldLayoutMkLst>
          <pc:spChg chg="mod">
            <ac:chgData name="Daniel Paiva" userId="8a33842c199de2dd" providerId="LiveId" clId="{03B7172A-24DE-4F15-9EEA-ACEE23D13517}" dt="2026-09-01T18:19:07.343" v="2"/>
            <ac:spMkLst>
              <pc:docMk/>
              <pc:sldMasterMk cId="0" sldId="2147483990"/>
              <pc:sldLayoutMk cId="0" sldId="2147483848"/>
              <ac:spMk id="2111"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48"/>
              <ac:spMk id="2112"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48"/>
              <ac:spMk id="2113"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49"/>
          </pc:sldLayoutMkLst>
          <pc:spChg chg="mod">
            <ac:chgData name="Daniel Paiva" userId="8a33842c199de2dd" providerId="LiveId" clId="{03B7172A-24DE-4F15-9EEA-ACEE23D13517}" dt="2026-09-01T18:19:07.343" v="2"/>
            <ac:spMkLst>
              <pc:docMk/>
              <pc:sldMasterMk cId="0" sldId="2147483990"/>
              <pc:sldLayoutMk cId="0" sldId="2147483849"/>
              <ac:spMk id="211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49"/>
              <ac:spMk id="2120"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49"/>
              <ac:spMk id="2121"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50"/>
          </pc:sldLayoutMkLst>
          <pc:spChg chg="mod">
            <ac:chgData name="Daniel Paiva" userId="8a33842c199de2dd" providerId="LiveId" clId="{03B7172A-24DE-4F15-9EEA-ACEE23D13517}" dt="2026-09-01T18:19:07.343" v="2"/>
            <ac:spMkLst>
              <pc:docMk/>
              <pc:sldMasterMk cId="0" sldId="2147483990"/>
              <pc:sldLayoutMk cId="0" sldId="2147483850"/>
              <ac:spMk id="212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0"/>
              <ac:spMk id="2130"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0"/>
              <ac:spMk id="2131"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0"/>
              <ac:spMk id="2132" creationId="{00000000-0000-0000-0000-000000000000}"/>
            </ac:spMkLst>
          </pc:spChg>
        </pc:sldLayoutChg>
        <pc:sldLayoutChg chg="mod ord">
          <pc:chgData name="Daniel Paiva" userId="8a33842c199de2dd" providerId="LiveId" clId="{03B7172A-24DE-4F15-9EEA-ACEE23D13517}" dt="2026-09-01T18:19:07.343" v="2"/>
          <pc:sldLayoutMkLst>
            <pc:docMk/>
            <pc:sldMasterMk cId="0" sldId="2147483990"/>
            <pc:sldLayoutMk cId="0" sldId="2147483851"/>
          </pc:sldLayoutMkLst>
        </pc:sldLayoutChg>
        <pc:sldLayoutChg chg="mod ord">
          <pc:chgData name="Daniel Paiva" userId="8a33842c199de2dd" providerId="LiveId" clId="{03B7172A-24DE-4F15-9EEA-ACEE23D13517}" dt="2026-09-01T18:19:07.343" v="2"/>
          <pc:sldLayoutMkLst>
            <pc:docMk/>
            <pc:sldMasterMk cId="0" sldId="2147483990"/>
            <pc:sldLayoutMk cId="0" sldId="2147483852"/>
          </pc:sldLayoutMkLst>
        </pc:sldLayoutChg>
        <pc:sldLayoutChg chg="mod ord">
          <pc:chgData name="Daniel Paiva" userId="8a33842c199de2dd" providerId="LiveId" clId="{03B7172A-24DE-4F15-9EEA-ACEE23D13517}" dt="2026-09-01T18:19:07.343" v="2"/>
          <pc:sldLayoutMkLst>
            <pc:docMk/>
            <pc:sldMasterMk cId="0" sldId="2147483990"/>
            <pc:sldLayoutMk cId="0" sldId="2147483853"/>
          </pc:sldLayoutMkLst>
        </pc:sldLayoutChg>
        <pc:sldLayoutChg chg="modSp mod ord">
          <pc:chgData name="Daniel Paiva" userId="8a33842c199de2dd" providerId="LiveId" clId="{03B7172A-24DE-4F15-9EEA-ACEE23D13517}" dt="2026-09-01T18:19:07.343" v="2"/>
          <pc:sldLayoutMkLst>
            <pc:docMk/>
            <pc:sldMasterMk cId="0" sldId="2147483990"/>
            <pc:sldLayoutMk cId="0" sldId="2147483854"/>
          </pc:sldLayoutMkLst>
          <pc:spChg chg="mod">
            <ac:chgData name="Daniel Paiva" userId="8a33842c199de2dd" providerId="LiveId" clId="{03B7172A-24DE-4F15-9EEA-ACEE23D13517}" dt="2026-09-01T18:19:07.343" v="2"/>
            <ac:spMkLst>
              <pc:docMk/>
              <pc:sldMasterMk cId="0" sldId="2147483990"/>
              <pc:sldLayoutMk cId="0" sldId="2147483854"/>
              <ac:spMk id="2175"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4"/>
              <ac:spMk id="217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4"/>
              <ac:spMk id="217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4"/>
              <ac:spMk id="2180"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4"/>
              <ac:spMk id="2182"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4"/>
              <ac:spMk id="2183"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4"/>
              <ac:spMk id="2184"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4"/>
              <ac:spMk id="2185"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4"/>
              <ac:spMk id="218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4"/>
              <ac:spMk id="2187"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55"/>
          </pc:sldLayoutMkLst>
          <pc:spChg chg="mod">
            <ac:chgData name="Daniel Paiva" userId="8a33842c199de2dd" providerId="LiveId" clId="{03B7172A-24DE-4F15-9EEA-ACEE23D13517}" dt="2026-09-01T18:19:07.343" v="2"/>
            <ac:spMkLst>
              <pc:docMk/>
              <pc:sldMasterMk cId="0" sldId="2147483990"/>
              <pc:sldLayoutMk cId="0" sldId="2147483855"/>
              <ac:spMk id="2194"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5"/>
              <ac:spMk id="2197"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5"/>
              <ac:spMk id="219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5"/>
              <ac:spMk id="219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5"/>
              <ac:spMk id="2200"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5"/>
              <ac:spMk id="2201"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5"/>
              <ac:spMk id="2202"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5"/>
              <ac:spMk id="2203"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5"/>
              <ac:spMk id="2204"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5"/>
              <ac:spMk id="2205"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56"/>
          </pc:sldLayoutMkLst>
          <pc:spChg chg="mod">
            <ac:chgData name="Daniel Paiva" userId="8a33842c199de2dd" providerId="LiveId" clId="{03B7172A-24DE-4F15-9EEA-ACEE23D13517}" dt="2026-09-01T18:19:07.343" v="2"/>
            <ac:spMkLst>
              <pc:docMk/>
              <pc:sldMasterMk cId="0" sldId="2147483990"/>
              <pc:sldLayoutMk cId="0" sldId="2147483856"/>
              <ac:spMk id="2217"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6"/>
              <ac:spMk id="221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6"/>
              <ac:spMk id="221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6"/>
              <ac:spMk id="2220"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57"/>
          </pc:sldLayoutMkLst>
          <pc:spChg chg="mod">
            <ac:chgData name="Daniel Paiva" userId="8a33842c199de2dd" providerId="LiveId" clId="{03B7172A-24DE-4F15-9EEA-ACEE23D13517}" dt="2026-09-01T18:19:07.343" v="2"/>
            <ac:spMkLst>
              <pc:docMk/>
              <pc:sldMasterMk cId="0" sldId="2147483990"/>
              <pc:sldLayoutMk cId="0" sldId="2147483857"/>
              <ac:spMk id="225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7"/>
              <ac:spMk id="225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7"/>
              <ac:spMk id="2260"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7"/>
              <ac:spMk id="2261"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7"/>
              <ac:spMk id="2262"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58"/>
          </pc:sldLayoutMkLst>
          <pc:spChg chg="mod">
            <ac:chgData name="Daniel Paiva" userId="8a33842c199de2dd" providerId="LiveId" clId="{03B7172A-24DE-4F15-9EEA-ACEE23D13517}" dt="2026-09-01T18:19:07.343" v="2"/>
            <ac:spMkLst>
              <pc:docMk/>
              <pc:sldMasterMk cId="0" sldId="2147483990"/>
              <pc:sldLayoutMk cId="0" sldId="2147483858"/>
              <ac:spMk id="2270"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59"/>
          </pc:sldLayoutMkLst>
          <pc:spChg chg="mod">
            <ac:chgData name="Daniel Paiva" userId="8a33842c199de2dd" providerId="LiveId" clId="{03B7172A-24DE-4F15-9EEA-ACEE23D13517}" dt="2026-09-01T18:19:07.343" v="2"/>
            <ac:spMkLst>
              <pc:docMk/>
              <pc:sldMasterMk cId="0" sldId="2147483990"/>
              <pc:sldLayoutMk cId="0" sldId="2147483859"/>
              <ac:spMk id="227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9"/>
              <ac:spMk id="2279"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60"/>
          </pc:sldLayoutMkLst>
          <pc:spChg chg="mod">
            <ac:chgData name="Daniel Paiva" userId="8a33842c199de2dd" providerId="LiveId" clId="{03B7172A-24DE-4F15-9EEA-ACEE23D13517}" dt="2026-09-01T18:19:07.343" v="2"/>
            <ac:spMkLst>
              <pc:docMk/>
              <pc:sldMasterMk cId="0" sldId="2147483990"/>
              <pc:sldLayoutMk cId="0" sldId="2147483860"/>
              <ac:spMk id="2287"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60"/>
              <ac:spMk id="228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60"/>
              <ac:spMk id="228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60"/>
              <ac:spMk id="2290"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61"/>
          </pc:sldLayoutMkLst>
          <pc:spChg chg="mod">
            <ac:chgData name="Daniel Paiva" userId="8a33842c199de2dd" providerId="LiveId" clId="{03B7172A-24DE-4F15-9EEA-ACEE23D13517}" dt="2026-09-01T18:19:07.343" v="2"/>
            <ac:spMkLst>
              <pc:docMk/>
              <pc:sldMasterMk cId="0" sldId="2147483990"/>
              <pc:sldLayoutMk cId="0" sldId="2147483861"/>
              <ac:spMk id="229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61"/>
              <ac:spMk id="229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61"/>
              <ac:spMk id="2301"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62"/>
          </pc:sldLayoutMkLst>
          <pc:spChg chg="mod">
            <ac:chgData name="Daniel Paiva" userId="8a33842c199de2dd" providerId="LiveId" clId="{03B7172A-24DE-4F15-9EEA-ACEE23D13517}" dt="2026-09-01T18:19:07.343" v="2"/>
            <ac:spMkLst>
              <pc:docMk/>
              <pc:sldMasterMk cId="0" sldId="2147483990"/>
              <pc:sldLayoutMk cId="0" sldId="2147483862"/>
              <ac:spMk id="230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62"/>
              <ac:spMk id="2310"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62"/>
              <ac:spMk id="2311" creationId="{00000000-0000-0000-0000-000000000000}"/>
            </ac:spMkLst>
          </pc:spChg>
        </pc:sldLayoutChg>
        <pc:sldLayoutChg chg="mod ord">
          <pc:chgData name="Daniel Paiva" userId="8a33842c199de2dd" providerId="LiveId" clId="{03B7172A-24DE-4F15-9EEA-ACEE23D13517}" dt="2026-09-01T18:19:07.343" v="2"/>
          <pc:sldLayoutMkLst>
            <pc:docMk/>
            <pc:sldMasterMk cId="0" sldId="2147483990"/>
            <pc:sldLayoutMk cId="0" sldId="2147483907"/>
          </pc:sldLayoutMkLst>
        </pc:sldLayoutChg>
        <pc:sldLayoutChg chg="mod ord">
          <pc:chgData name="Daniel Paiva" userId="8a33842c199de2dd" providerId="LiveId" clId="{03B7172A-24DE-4F15-9EEA-ACEE23D13517}" dt="2026-09-01T18:19:07.343" v="2"/>
          <pc:sldLayoutMkLst>
            <pc:docMk/>
            <pc:sldMasterMk cId="0" sldId="2147483990"/>
            <pc:sldLayoutMk cId="0" sldId="2147483908"/>
          </pc:sldLayoutMkLst>
        </pc:sldLayoutChg>
        <pc:sldLayoutChg chg="mod ord">
          <pc:chgData name="Daniel Paiva" userId="8a33842c199de2dd" providerId="LiveId" clId="{03B7172A-24DE-4F15-9EEA-ACEE23D13517}" dt="2026-09-01T18:19:07.343" v="2"/>
          <pc:sldLayoutMkLst>
            <pc:docMk/>
            <pc:sldMasterMk cId="0" sldId="2147483990"/>
            <pc:sldLayoutMk cId="0" sldId="2147483909"/>
          </pc:sldLayoutMkLst>
        </pc:sldLayoutChg>
        <pc:sldLayoutChg chg="modSp mod ord">
          <pc:chgData name="Daniel Paiva" userId="8a33842c199de2dd" providerId="LiveId" clId="{03B7172A-24DE-4F15-9EEA-ACEE23D13517}" dt="2026-09-01T18:19:07.343" v="2"/>
          <pc:sldLayoutMkLst>
            <pc:docMk/>
            <pc:sldMasterMk cId="0" sldId="2147483990"/>
            <pc:sldLayoutMk cId="0" sldId="2147483910"/>
          </pc:sldLayoutMkLst>
          <pc:spChg chg="mod">
            <ac:chgData name="Daniel Paiva" userId="8a33842c199de2dd" providerId="LiveId" clId="{03B7172A-24DE-4F15-9EEA-ACEE23D13517}" dt="2026-09-01T18:19:07.343" v="2"/>
            <ac:spMkLst>
              <pc:docMk/>
              <pc:sldMasterMk cId="0" sldId="2147483990"/>
              <pc:sldLayoutMk cId="0" sldId="2147483910"/>
              <ac:spMk id="2785"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0"/>
              <ac:spMk id="2786"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11"/>
          </pc:sldLayoutMkLst>
          <pc:spChg chg="mod">
            <ac:chgData name="Daniel Paiva" userId="8a33842c199de2dd" providerId="LiveId" clId="{03B7172A-24DE-4F15-9EEA-ACEE23D13517}" dt="2026-09-01T18:19:07.343" v="2"/>
            <ac:spMkLst>
              <pc:docMk/>
              <pc:sldMasterMk cId="0" sldId="2147483990"/>
              <pc:sldLayoutMk cId="0" sldId="2147483911"/>
              <ac:spMk id="279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1"/>
              <ac:spMk id="2797"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1"/>
              <ac:spMk id="279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1"/>
              <ac:spMk id="2799"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12"/>
          </pc:sldLayoutMkLst>
          <pc:spChg chg="mod">
            <ac:chgData name="Daniel Paiva" userId="8a33842c199de2dd" providerId="LiveId" clId="{03B7172A-24DE-4F15-9EEA-ACEE23D13517}" dt="2026-09-01T18:19:07.343" v="2"/>
            <ac:spMkLst>
              <pc:docMk/>
              <pc:sldMasterMk cId="0" sldId="2147483990"/>
              <pc:sldLayoutMk cId="0" sldId="2147483912"/>
              <ac:spMk id="2841"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2"/>
              <ac:spMk id="2842"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13"/>
          </pc:sldLayoutMkLst>
          <pc:spChg chg="mod">
            <ac:chgData name="Daniel Paiva" userId="8a33842c199de2dd" providerId="LiveId" clId="{03B7172A-24DE-4F15-9EEA-ACEE23D13517}" dt="2026-09-01T18:19:07.343" v="2"/>
            <ac:spMkLst>
              <pc:docMk/>
              <pc:sldMasterMk cId="0" sldId="2147483990"/>
              <pc:sldLayoutMk cId="0" sldId="2147483913"/>
              <ac:spMk id="2850"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14"/>
          </pc:sldLayoutMkLst>
          <pc:spChg chg="mod">
            <ac:chgData name="Daniel Paiva" userId="8a33842c199de2dd" providerId="LiveId" clId="{03B7172A-24DE-4F15-9EEA-ACEE23D13517}" dt="2026-09-01T18:19:07.343" v="2"/>
            <ac:spMkLst>
              <pc:docMk/>
              <pc:sldMasterMk cId="0" sldId="2147483990"/>
              <pc:sldLayoutMk cId="0" sldId="2147483914"/>
              <ac:spMk id="2854"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4"/>
              <ac:spMk id="2855"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4"/>
              <ac:spMk id="285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4"/>
              <ac:spMk id="2857"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4"/>
              <ac:spMk id="2858"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15"/>
          </pc:sldLayoutMkLst>
          <pc:spChg chg="mod">
            <ac:chgData name="Daniel Paiva" userId="8a33842c199de2dd" providerId="LiveId" clId="{03B7172A-24DE-4F15-9EEA-ACEE23D13517}" dt="2026-09-01T18:19:07.343" v="2"/>
            <ac:spMkLst>
              <pc:docMk/>
              <pc:sldMasterMk cId="0" sldId="2147483990"/>
              <pc:sldLayoutMk cId="0" sldId="2147483915"/>
              <ac:spMk id="286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5"/>
              <ac:spMk id="2867"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16"/>
          </pc:sldLayoutMkLst>
          <pc:spChg chg="mod">
            <ac:chgData name="Daniel Paiva" userId="8a33842c199de2dd" providerId="LiveId" clId="{03B7172A-24DE-4F15-9EEA-ACEE23D13517}" dt="2026-09-01T18:19:07.343" v="2"/>
            <ac:spMkLst>
              <pc:docMk/>
              <pc:sldMasterMk cId="0" sldId="2147483990"/>
              <pc:sldLayoutMk cId="0" sldId="2147483916"/>
              <ac:spMk id="2875"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6"/>
              <ac:spMk id="287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6"/>
              <ac:spMk id="2877"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17"/>
          </pc:sldLayoutMkLst>
          <pc:spChg chg="mod">
            <ac:chgData name="Daniel Paiva" userId="8a33842c199de2dd" providerId="LiveId" clId="{03B7172A-24DE-4F15-9EEA-ACEE23D13517}" dt="2026-09-01T18:19:07.343" v="2"/>
            <ac:spMkLst>
              <pc:docMk/>
              <pc:sldMasterMk cId="0" sldId="2147483990"/>
              <pc:sldLayoutMk cId="0" sldId="2147483917"/>
              <ac:spMk id="2885"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7"/>
              <ac:spMk id="288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7"/>
              <ac:spMk id="2888"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18"/>
          </pc:sldLayoutMkLst>
          <pc:spChg chg="mod">
            <ac:chgData name="Daniel Paiva" userId="8a33842c199de2dd" providerId="LiveId" clId="{03B7172A-24DE-4F15-9EEA-ACEE23D13517}" dt="2026-09-01T18:19:07.343" v="2"/>
            <ac:spMkLst>
              <pc:docMk/>
              <pc:sldMasterMk cId="0" sldId="2147483990"/>
              <pc:sldLayoutMk cId="0" sldId="2147483918"/>
              <ac:spMk id="289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8"/>
              <ac:spMk id="2897"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8"/>
              <ac:spMk id="289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8"/>
              <ac:spMk id="2899"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19"/>
          </pc:sldLayoutMkLst>
          <pc:spChg chg="mod">
            <ac:chgData name="Daniel Paiva" userId="8a33842c199de2dd" providerId="LiveId" clId="{03B7172A-24DE-4F15-9EEA-ACEE23D13517}" dt="2026-09-01T18:19:07.343" v="2"/>
            <ac:spMkLst>
              <pc:docMk/>
              <pc:sldMasterMk cId="0" sldId="2147483990"/>
              <pc:sldLayoutMk cId="0" sldId="2147483919"/>
              <ac:spMk id="2907"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9"/>
              <ac:spMk id="2908"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20"/>
          </pc:sldLayoutMkLst>
          <pc:spChg chg="mod">
            <ac:chgData name="Daniel Paiva" userId="8a33842c199de2dd" providerId="LiveId" clId="{03B7172A-24DE-4F15-9EEA-ACEE23D13517}" dt="2026-09-01T18:19:07.343" v="2"/>
            <ac:spMkLst>
              <pc:docMk/>
              <pc:sldMasterMk cId="0" sldId="2147483990"/>
              <pc:sldLayoutMk cId="0" sldId="2147483920"/>
              <ac:spMk id="2915"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20"/>
              <ac:spMk id="291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20"/>
              <ac:spMk id="291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20"/>
              <ac:spMk id="291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20"/>
              <ac:spMk id="2920"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20"/>
              <ac:spMk id="2921"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20"/>
              <ac:spMk id="2922"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20"/>
              <ac:spMk id="2923"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20"/>
              <ac:spMk id="292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20"/>
              <ac:spMk id="2927"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21"/>
          </pc:sldLayoutMkLst>
          <pc:spChg chg="mod">
            <ac:chgData name="Daniel Paiva" userId="8a33842c199de2dd" providerId="LiveId" clId="{03B7172A-24DE-4F15-9EEA-ACEE23D13517}" dt="2026-09-01T18:19:07.343" v="2"/>
            <ac:spMkLst>
              <pc:docMk/>
              <pc:sldMasterMk cId="0" sldId="2147483990"/>
              <pc:sldLayoutMk cId="0" sldId="2147483921"/>
              <ac:spMk id="2933" creationId="{00000000-0000-0000-0000-000000000000}"/>
            </ac:spMkLst>
          </pc:spChg>
        </pc:sldLayoutChg>
        <pc:sldLayoutChg chg="modSp mod ord">
          <pc:chgData name="Daniel Paiva" userId="8a33842c199de2dd" providerId="LiveId" clId="{03B7172A-24DE-4F15-9EEA-ACEE23D13517}" dt="2026-09-01T18:53:50.140" v="261" actId="13926"/>
          <pc:sldLayoutMkLst>
            <pc:docMk/>
            <pc:sldMasterMk cId="0" sldId="2147483990"/>
            <pc:sldLayoutMk cId="0" sldId="2147483976"/>
          </pc:sldLayoutMkLst>
          <pc:spChg chg="mod">
            <ac:chgData name="Daniel Paiva" userId="8a33842c199de2dd" providerId="LiveId" clId="{03B7172A-24DE-4F15-9EEA-ACEE23D13517}" dt="2026-09-01T18:53:50.140" v="261" actId="13926"/>
            <ac:spMkLst>
              <pc:docMk/>
              <pc:sldMasterMk cId="0" sldId="2147483990"/>
              <pc:sldLayoutMk cId="0" sldId="2147483976"/>
              <ac:spMk id="2" creationId="{32CEA87F-0953-193E-3090-710A8DFBFC24}"/>
            </ac:spMkLst>
          </pc:spChg>
          <pc:spChg chg="mod">
            <ac:chgData name="Daniel Paiva" userId="8a33842c199de2dd" providerId="LiveId" clId="{03B7172A-24DE-4F15-9EEA-ACEE23D13517}" dt="2026-09-01T18:19:07.343" v="2"/>
            <ac:spMkLst>
              <pc:docMk/>
              <pc:sldMasterMk cId="0" sldId="2147483990"/>
              <pc:sldLayoutMk cId="0" sldId="2147483976"/>
              <ac:spMk id="3457"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76"/>
              <ac:spMk id="3458"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1696351566" sldId="2147483995"/>
          </pc:sldLayoutMkLst>
          <pc:spChg chg="mod">
            <ac:chgData name="Daniel Paiva" userId="8a33842c199de2dd" providerId="LiveId" clId="{03B7172A-24DE-4F15-9EEA-ACEE23D13517}" dt="2026-09-01T18:19:07.343" v="2"/>
            <ac:spMkLst>
              <pc:docMk/>
              <pc:sldMasterMk cId="0" sldId="2147483990"/>
              <pc:sldLayoutMk cId="1696351566" sldId="2147483995"/>
              <ac:spMk id="11" creationId="{195C8DE1-D92C-0520-6827-BF4E2122A3E1}"/>
            </ac:spMkLst>
          </pc:spChg>
          <pc:spChg chg="mod">
            <ac:chgData name="Daniel Paiva" userId="8a33842c199de2dd" providerId="LiveId" clId="{03B7172A-24DE-4F15-9EEA-ACEE23D13517}" dt="2026-09-01T18:19:07.343" v="2"/>
            <ac:spMkLst>
              <pc:docMk/>
              <pc:sldMasterMk cId="0" sldId="2147483990"/>
              <pc:sldLayoutMk cId="1696351566" sldId="2147483995"/>
              <ac:spMk id="12" creationId="{D96DF696-0CE9-222F-9539-CCDCDE3B62F4}"/>
            </ac:spMkLst>
          </pc:spChg>
        </pc:sldLayoutChg>
      </pc:sldMasterChg>
      <pc:sldMasterChg chg="del sldLayoutOrd">
        <pc:chgData name="Daniel Paiva" userId="8a33842c199de2dd" providerId="LiveId" clId="{03B7172A-24DE-4F15-9EEA-ACEE23D13517}" dt="2026-09-01T18:19:07.438" v="3"/>
        <pc:sldMasterMkLst>
          <pc:docMk/>
          <pc:sldMasterMk cId="0" sldId="2147483992"/>
        </pc:sldMasterMkLst>
      </pc:sldMasterChg>
      <pc:sldMasterChg chg="del sldLayoutOrd">
        <pc:chgData name="Daniel Paiva" userId="8a33842c199de2dd" providerId="LiveId" clId="{03B7172A-24DE-4F15-9EEA-ACEE23D13517}" dt="2026-09-01T18:19:07.438" v="3"/>
        <pc:sldMasterMkLst>
          <pc:docMk/>
          <pc:sldMasterMk cId="0" sldId="2147483993"/>
        </pc:sldMasterMkLst>
      </pc:sldMasterChg>
      <pc:sldMasterChg chg="del sldLayoutOrd">
        <pc:chgData name="Daniel Paiva" userId="8a33842c199de2dd" providerId="LiveId" clId="{03B7172A-24DE-4F15-9EEA-ACEE23D13517}" dt="2026-09-01T18:19:07.438" v="3"/>
        <pc:sldMasterMkLst>
          <pc:docMk/>
          <pc:sldMasterMk cId="0" sldId="2147483994"/>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‹nº›</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9"/>
        <p:cNvGrpSpPr/>
        <p:nvPr/>
      </p:nvGrpSpPr>
      <p:grpSpPr>
        <a:xfrm>
          <a:off x="0" y="0"/>
          <a:ext cx="0" cy="0"/>
          <a:chOff x="0" y="0"/>
          <a:chExt cx="0" cy="0"/>
        </a:xfrm>
      </p:grpSpPr>
      <p:sp>
        <p:nvSpPr>
          <p:cNvPr id="4440" name="Google Shape;4440;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441" name="Google Shape;4441;p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4442" name="Google Shape;4442;p6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1</a:t>
            </a:fld>
            <a:endParaRPr sz="1200" b="0" i="0" u="none" strike="noStrike" cap="none" dirty="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4"/>
        <p:cNvGrpSpPr/>
        <p:nvPr/>
      </p:nvGrpSpPr>
      <p:grpSpPr>
        <a:xfrm>
          <a:off x="0" y="0"/>
          <a:ext cx="0" cy="0"/>
          <a:chOff x="0" y="0"/>
          <a:chExt cx="0" cy="0"/>
        </a:xfrm>
      </p:grpSpPr>
      <p:sp>
        <p:nvSpPr>
          <p:cNvPr id="4445" name="Google Shape;4445;g3f6f2a67c17_0_10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446" name="Google Shape;4446;g3f6f2a67c17_0_10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3"/>
        <p:cNvGrpSpPr/>
        <p:nvPr/>
      </p:nvGrpSpPr>
      <p:grpSpPr>
        <a:xfrm>
          <a:off x="0" y="0"/>
          <a:ext cx="0" cy="0"/>
          <a:chOff x="0" y="0"/>
          <a:chExt cx="0" cy="0"/>
        </a:xfrm>
      </p:grpSpPr>
      <p:sp>
        <p:nvSpPr>
          <p:cNvPr id="4454" name="Google Shape;4454;g3f6f2a67c17_0_10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455" name="Google Shape;4455;g3f6f2a67c17_0_10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4456" name="Google Shape;4456;g3f6f2a67c17_0_10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3</a:t>
            </a:fld>
            <a:endParaRPr sz="1200" b="0" i="0" u="none" strike="noStrike" cap="none" dirty="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0"/>
        <p:cNvGrpSpPr/>
        <p:nvPr/>
      </p:nvGrpSpPr>
      <p:grpSpPr>
        <a:xfrm>
          <a:off x="0" y="0"/>
          <a:ext cx="0" cy="0"/>
          <a:chOff x="0" y="0"/>
          <a:chExt cx="0" cy="0"/>
        </a:xfrm>
      </p:grpSpPr>
      <p:sp>
        <p:nvSpPr>
          <p:cNvPr id="4501" name="Google Shape;4501;g3f6f2a67c17_0_10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502" name="Google Shape;4502;g3f6f2a67c17_0_10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9"/>
        <p:cNvGrpSpPr/>
        <p:nvPr/>
      </p:nvGrpSpPr>
      <p:grpSpPr>
        <a:xfrm>
          <a:off x="0" y="0"/>
          <a:ext cx="0" cy="0"/>
          <a:chOff x="0" y="0"/>
          <a:chExt cx="0" cy="0"/>
        </a:xfrm>
      </p:grpSpPr>
      <p:sp>
        <p:nvSpPr>
          <p:cNvPr id="4520" name="Google Shape;4520;g3f6f2a67c17_0_1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521" name="Google Shape;4521;g3f6f2a67c17_0_1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8"/>
        <p:cNvGrpSpPr/>
        <p:nvPr/>
      </p:nvGrpSpPr>
      <p:grpSpPr>
        <a:xfrm>
          <a:off x="0" y="0"/>
          <a:ext cx="0" cy="0"/>
          <a:chOff x="0" y="0"/>
          <a:chExt cx="0" cy="0"/>
        </a:xfrm>
      </p:grpSpPr>
      <p:sp>
        <p:nvSpPr>
          <p:cNvPr id="4529" name="Google Shape;4529;p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530" name="Google Shape;4530;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1"/>
        <p:cNvGrpSpPr/>
        <p:nvPr/>
      </p:nvGrpSpPr>
      <p:grpSpPr>
        <a:xfrm>
          <a:off x="0" y="0"/>
          <a:ext cx="0" cy="0"/>
          <a:chOff x="0" y="0"/>
          <a:chExt cx="0" cy="0"/>
        </a:xfrm>
      </p:grpSpPr>
      <p:sp>
        <p:nvSpPr>
          <p:cNvPr id="4552" name="Google Shape;4552;p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553" name="Google Shape;4553;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A00ED82E-5C65-FC31-6A2D-437AF18F1000}"/>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B4F84568-387E-1CEC-A8C0-B2F9174783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1953BD46-A29E-B914-D694-176EF9E62E1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extLst>
      <p:ext uri="{BB962C8B-B14F-4D97-AF65-F5344CB8AC3E}">
        <p14:creationId xmlns:p14="http://schemas.microsoft.com/office/powerpoint/2010/main" val="4180205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74A49E99-7EE5-1AD4-7FEF-27E8F6B31562}"/>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07E68959-CA33-858C-3D2F-832DB502298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F3440467-1010-4975-624E-CA27291911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extLst>
      <p:ext uri="{BB962C8B-B14F-4D97-AF65-F5344CB8AC3E}">
        <p14:creationId xmlns:p14="http://schemas.microsoft.com/office/powerpoint/2010/main" val="4139174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7"/>
        <p:cNvGrpSpPr/>
        <p:nvPr/>
      </p:nvGrpSpPr>
      <p:grpSpPr>
        <a:xfrm>
          <a:off x="0" y="0"/>
          <a:ext cx="0" cy="0"/>
          <a:chOff x="0" y="0"/>
          <a:chExt cx="0" cy="0"/>
        </a:xfrm>
      </p:grpSpPr>
      <p:sp>
        <p:nvSpPr>
          <p:cNvPr id="4628" name="Google Shape;4628;p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30400" lvl="0" indent="-228600" algn="l" rtl="0">
              <a:lnSpc>
                <a:spcPct val="107000"/>
              </a:lnSpc>
              <a:spcBef>
                <a:spcPts val="0"/>
              </a:spcBef>
              <a:spcAft>
                <a:spcPts val="800"/>
              </a:spcAft>
              <a:buSzPts val="1400"/>
              <a:buNone/>
            </a:pPr>
            <a:endParaRPr dirty="0"/>
          </a:p>
        </p:txBody>
      </p:sp>
      <p:sp>
        <p:nvSpPr>
          <p:cNvPr id="4629" name="Google Shape;4629;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3"/>
        <p:cNvGrpSpPr/>
        <p:nvPr/>
      </p:nvGrpSpPr>
      <p:grpSpPr>
        <a:xfrm>
          <a:off x="0" y="0"/>
          <a:ext cx="0" cy="0"/>
          <a:chOff x="0" y="0"/>
          <a:chExt cx="0" cy="0"/>
        </a:xfrm>
      </p:grpSpPr>
      <p:sp>
        <p:nvSpPr>
          <p:cNvPr id="4634" name="Google Shape;4634;p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635" name="Google Shape;4635;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9"/>
        <p:cNvGrpSpPr/>
        <p:nvPr/>
      </p:nvGrpSpPr>
      <p:grpSpPr>
        <a:xfrm>
          <a:off x="0" y="0"/>
          <a:ext cx="0" cy="0"/>
          <a:chOff x="0" y="0"/>
          <a:chExt cx="0" cy="0"/>
        </a:xfrm>
      </p:grpSpPr>
      <p:sp>
        <p:nvSpPr>
          <p:cNvPr id="4640" name="Google Shape;4640;p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641" name="Google Shape;4641;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5"/>
        <p:cNvGrpSpPr/>
        <p:nvPr/>
      </p:nvGrpSpPr>
      <p:grpSpPr>
        <a:xfrm>
          <a:off x="0" y="0"/>
          <a:ext cx="0" cy="0"/>
          <a:chOff x="0" y="0"/>
          <a:chExt cx="0" cy="0"/>
        </a:xfrm>
      </p:grpSpPr>
      <p:sp>
        <p:nvSpPr>
          <p:cNvPr id="4646" name="Google Shape;4646;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647" name="Google Shape;4647;p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4648" name="Google Shape;4648;p7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13</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0"/>
        <p:cNvGrpSpPr/>
        <p:nvPr/>
      </p:nvGrpSpPr>
      <p:grpSpPr>
        <a:xfrm>
          <a:off x="0" y="0"/>
          <a:ext cx="0" cy="0"/>
          <a:chOff x="0" y="0"/>
          <a:chExt cx="0" cy="0"/>
        </a:xfrm>
      </p:grpSpPr>
      <p:sp>
        <p:nvSpPr>
          <p:cNvPr id="4651" name="Google Shape;4651;p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652" name="Google Shape;4652;p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4653" name="Google Shape;4653;p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14</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4"/>
        <p:cNvGrpSpPr/>
        <p:nvPr/>
      </p:nvGrpSpPr>
      <p:grpSpPr>
        <a:xfrm>
          <a:off x="0" y="0"/>
          <a:ext cx="0" cy="0"/>
          <a:chOff x="0" y="0"/>
          <a:chExt cx="0" cy="0"/>
        </a:xfrm>
      </p:grpSpPr>
      <p:sp>
        <p:nvSpPr>
          <p:cNvPr id="4675" name="Google Shape;4675;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676" name="Google Shape;4676;p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4677" name="Google Shape;4677;p7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15</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0">
          <a:extLst>
            <a:ext uri="{FF2B5EF4-FFF2-40B4-BE49-F238E27FC236}">
              <a16:creationId xmlns:a16="http://schemas.microsoft.com/office/drawing/2014/main" id="{8F2CE0B3-8B97-B669-54DA-5CC86939EF6D}"/>
            </a:ext>
          </a:extLst>
        </p:cNvPr>
        <p:cNvGrpSpPr/>
        <p:nvPr/>
      </p:nvGrpSpPr>
      <p:grpSpPr>
        <a:xfrm>
          <a:off x="0" y="0"/>
          <a:ext cx="0" cy="0"/>
          <a:chOff x="0" y="0"/>
          <a:chExt cx="0" cy="0"/>
        </a:xfrm>
      </p:grpSpPr>
      <p:sp>
        <p:nvSpPr>
          <p:cNvPr id="3051" name="Google Shape;3051;g3ee235a11d4_0_4569:notes">
            <a:extLst>
              <a:ext uri="{FF2B5EF4-FFF2-40B4-BE49-F238E27FC236}">
                <a16:creationId xmlns:a16="http://schemas.microsoft.com/office/drawing/2014/main" id="{58FF5131-77BA-1893-A27F-9CDAE43EDC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052" name="Google Shape;3052;g3ee235a11d4_0_4569:notes">
            <a:extLst>
              <a:ext uri="{FF2B5EF4-FFF2-40B4-BE49-F238E27FC236}">
                <a16:creationId xmlns:a16="http://schemas.microsoft.com/office/drawing/2014/main" id="{835530C4-8E5D-560D-15FE-5E41698E7ED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3053" name="Google Shape;3053;g3ee235a11d4_0_4569:notes">
            <a:extLst>
              <a:ext uri="{FF2B5EF4-FFF2-40B4-BE49-F238E27FC236}">
                <a16:creationId xmlns:a16="http://schemas.microsoft.com/office/drawing/2014/main" id="{C6BBF28E-B9A3-24EC-7159-14651577B12E}"/>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16</a:t>
            </a:fld>
            <a:endParaRPr sz="1200" b="0" i="0" u="none" strike="noStrike" cap="none"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8519184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6"/>
        <p:cNvGrpSpPr/>
        <p:nvPr/>
      </p:nvGrpSpPr>
      <p:grpSpPr>
        <a:xfrm>
          <a:off x="0" y="0"/>
          <a:ext cx="0" cy="0"/>
          <a:chOff x="0" y="0"/>
          <a:chExt cx="0" cy="0"/>
        </a:xfrm>
      </p:grpSpPr>
      <p:sp>
        <p:nvSpPr>
          <p:cNvPr id="4747" name="Google Shape;4747;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748" name="Google Shape;4748;p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4749" name="Google Shape;4749;p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17</a:t>
            </a:fld>
            <a:endParaRPr sz="1200" b="0" i="0" u="none" strike="noStrike" cap="none" dirty="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23.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23.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1.xml"/><Relationship Id="rId4" Type="http://schemas.openxmlformats.org/officeDocument/2006/relationships/image" Target="../media/image26.png"/></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3_Layout Personalizado">
  <p:cSld name="3_Layout Personalizado">
    <p:spTree>
      <p:nvGrpSpPr>
        <p:cNvPr id="1" name="Shape 10"/>
        <p:cNvGrpSpPr/>
        <p:nvPr/>
      </p:nvGrpSpPr>
      <p:grpSpPr>
        <a:xfrm>
          <a:off x="0" y="0"/>
          <a:ext cx="0" cy="0"/>
          <a:chOff x="0" y="0"/>
          <a:chExt cx="0" cy="0"/>
        </a:xfrm>
      </p:grpSpPr>
      <p:sp>
        <p:nvSpPr>
          <p:cNvPr id="11" name="Google Shape;11;p2"/>
          <p:cNvSpPr/>
          <p:nvPr/>
        </p:nvSpPr>
        <p:spPr>
          <a:xfrm>
            <a:off x="0" y="0"/>
            <a:ext cx="12192000" cy="6858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12" name="Google Shape;12;p2"/>
          <p:cNvSpPr/>
          <p:nvPr/>
        </p:nvSpPr>
        <p:spPr>
          <a:xfrm>
            <a:off x="5802699" y="1543035"/>
            <a:ext cx="4205858" cy="3044205"/>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 name="Google Shape;13;p2"/>
          <p:cNvSpPr txBox="1"/>
          <p:nvPr/>
        </p:nvSpPr>
        <p:spPr>
          <a:xfrm>
            <a:off x="2149362" y="2398780"/>
            <a:ext cx="3401671" cy="1574726"/>
          </a:xfrm>
          <a:prstGeom prst="rect">
            <a:avLst/>
          </a:prstGeom>
          <a:noFill/>
          <a:ln>
            <a:noFill/>
          </a:ln>
        </p:spPr>
        <p:txBody>
          <a:bodyPr spcFirstLastPara="1" wrap="square" lIns="0" tIns="0" rIns="0" bIns="0" anchor="t" anchorCtr="0">
            <a:spAutoFit/>
          </a:bodyPr>
          <a:lstStyle/>
          <a:p>
            <a:pPr marL="0" marR="0" lvl="0" indent="0" algn="r" rtl="0">
              <a:lnSpc>
                <a:spcPct val="93999"/>
              </a:lnSpc>
              <a:spcBef>
                <a:spcPts val="0"/>
              </a:spcBef>
              <a:spcAft>
                <a:spcPts val="0"/>
              </a:spcAft>
              <a:buClr>
                <a:srgbClr val="000000"/>
              </a:buClr>
              <a:buSzPts val="4266"/>
              <a:buFont typeface="Arial"/>
              <a:buNone/>
            </a:pPr>
            <a:r>
              <a:rPr lang="pt-BR" sz="4266" b="1" i="0" u="none" strike="noStrike" cap="none" dirty="0">
                <a:solidFill>
                  <a:srgbClr val="000000"/>
                </a:solidFill>
                <a:latin typeface="Poppins"/>
                <a:ea typeface="Poppins"/>
                <a:cs typeface="Poppins"/>
                <a:sym typeface="Poppins"/>
              </a:rPr>
              <a:t>Educação Profissional Paulista</a:t>
            </a:r>
            <a:endParaRPr sz="1400" b="0" i="0" u="none" strike="noStrike" cap="none" dirty="0">
              <a:solidFill>
                <a:srgbClr val="000000"/>
              </a:solidFill>
              <a:latin typeface="Arial"/>
              <a:ea typeface="Arial"/>
              <a:cs typeface="Arial"/>
              <a:sym typeface="Arial"/>
            </a:endParaRPr>
          </a:p>
        </p:txBody>
      </p:sp>
      <p:sp>
        <p:nvSpPr>
          <p:cNvPr id="14" name="Google Shape;14;p2"/>
          <p:cNvSpPr txBox="1"/>
          <p:nvPr/>
        </p:nvSpPr>
        <p:spPr>
          <a:xfrm>
            <a:off x="6069602" y="2317274"/>
            <a:ext cx="3578455" cy="570669"/>
          </a:xfrm>
          <a:prstGeom prst="rect">
            <a:avLst/>
          </a:prstGeom>
          <a:noFill/>
          <a:ln>
            <a:noFill/>
          </a:ln>
        </p:spPr>
        <p:txBody>
          <a:bodyPr spcFirstLastPara="1" wrap="square" lIns="0" tIns="0" rIns="0" bIns="0" anchor="t" anchorCtr="0">
            <a:spAutoFit/>
          </a:bodyPr>
          <a:lstStyle/>
          <a:p>
            <a:pPr marL="0" marR="0" lvl="0" indent="0" algn="l" rtl="0">
              <a:lnSpc>
                <a:spcPct val="136892"/>
              </a:lnSpc>
              <a:spcBef>
                <a:spcPts val="0"/>
              </a:spcBef>
              <a:spcAft>
                <a:spcPts val="0"/>
              </a:spcAft>
              <a:buClr>
                <a:srgbClr val="000000"/>
              </a:buClr>
              <a:buSzPts val="3334"/>
              <a:buFont typeface="Arial"/>
              <a:buNone/>
            </a:pPr>
            <a:r>
              <a:rPr lang="pt-BR" sz="3334" b="0" i="0" u="none" strike="noStrike" cap="none" dirty="0">
                <a:solidFill>
                  <a:srgbClr val="FFFFFF"/>
                </a:solidFill>
                <a:latin typeface="Poppins Light"/>
                <a:ea typeface="Poppins Light"/>
                <a:cs typeface="Poppins Light"/>
                <a:sym typeface="Poppins Light"/>
              </a:rPr>
              <a:t>Técnico em </a:t>
            </a:r>
            <a:endParaRPr sz="1400" b="0" i="0" u="none" strike="noStrike" cap="none" dirty="0">
              <a:solidFill>
                <a:srgbClr val="000000"/>
              </a:solidFill>
              <a:latin typeface="Arial"/>
              <a:ea typeface="Arial"/>
              <a:cs typeface="Arial"/>
              <a:sym typeface="Arial"/>
            </a:endParaRPr>
          </a:p>
        </p:txBody>
      </p:sp>
      <p:sp>
        <p:nvSpPr>
          <p:cNvPr id="15" name="Google Shape;15;p2"/>
          <p:cNvSpPr txBox="1"/>
          <p:nvPr/>
        </p:nvSpPr>
        <p:spPr>
          <a:xfrm>
            <a:off x="6116400" y="2896479"/>
            <a:ext cx="3673776" cy="9642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133"/>
              <a:buFont typeface="Arial"/>
              <a:buNone/>
            </a:pPr>
            <a:r>
              <a:rPr lang="pt-BR" sz="3133" b="1" i="0" u="none" strike="noStrike" cap="none" dirty="0">
                <a:solidFill>
                  <a:srgbClr val="FFFFFF"/>
                </a:solidFill>
                <a:latin typeface="Poppins"/>
                <a:ea typeface="Poppins"/>
                <a:cs typeface="Poppins"/>
                <a:sym typeface="Poppins"/>
              </a:rPr>
              <a:t>Desenvolvimento de Sistemas</a:t>
            </a:r>
            <a:endParaRPr sz="1400" b="0" i="0" u="none" strike="noStrike" cap="none" dirty="0">
              <a:solidFill>
                <a:srgbClr val="000000"/>
              </a:solidFill>
              <a:latin typeface="Arial"/>
              <a:ea typeface="Arial"/>
              <a:cs typeface="Arial"/>
              <a:sym typeface="Arial"/>
            </a:endParaRPr>
          </a:p>
        </p:txBody>
      </p:sp>
      <p:pic>
        <p:nvPicPr>
          <p:cNvPr id="16" name="Google Shape;16;p2" descr="Logotipo&#10;&#10;O conteúdo gerado por IA pode estar incorreto."/>
          <p:cNvPicPr preferRelativeResize="0"/>
          <p:nvPr/>
        </p:nvPicPr>
        <p:blipFill rotWithShape="1">
          <a:blip r:embed="rId2">
            <a:alphaModFix/>
          </a:blip>
          <a:srcRect l="12566" t="26436" r="13369" b="26176"/>
          <a:stretch/>
        </p:blipFill>
        <p:spPr>
          <a:xfrm>
            <a:off x="4828111" y="5385674"/>
            <a:ext cx="2535779" cy="114745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Personalizado">
  <p:cSld name="Layout Personalizado">
    <p:spTree>
      <p:nvGrpSpPr>
        <p:cNvPr id="1"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t="13678" b="6264"/>
          <a:stretch/>
        </p:blipFill>
        <p:spPr>
          <a:xfrm>
            <a:off x="0" y="0"/>
            <a:ext cx="8566485" cy="6858000"/>
          </a:xfrm>
          <a:prstGeom prst="rect">
            <a:avLst/>
          </a:prstGeom>
          <a:noFill/>
          <a:ln>
            <a:noFill/>
          </a:ln>
        </p:spPr>
      </p:pic>
      <p:grpSp>
        <p:nvGrpSpPr>
          <p:cNvPr id="19" name="Google Shape;19;p3"/>
          <p:cNvGrpSpPr/>
          <p:nvPr/>
        </p:nvGrpSpPr>
        <p:grpSpPr>
          <a:xfrm>
            <a:off x="9766737" y="6378809"/>
            <a:ext cx="2435595" cy="499855"/>
            <a:chOff x="14634602" y="9537218"/>
            <a:chExt cx="3653392" cy="749782"/>
          </a:xfrm>
        </p:grpSpPr>
        <p:pic>
          <p:nvPicPr>
            <p:cNvPr id="20" name="Google Shape;20;p3"/>
            <p:cNvPicPr preferRelativeResize="0"/>
            <p:nvPr/>
          </p:nvPicPr>
          <p:blipFill rotWithShape="1">
            <a:blip r:embed="rId3">
              <a:alphaModFix/>
            </a:blip>
            <a:srcRect/>
            <a:stretch/>
          </p:blipFill>
          <p:spPr>
            <a:xfrm>
              <a:off x="14634602" y="9537218"/>
              <a:ext cx="3653392" cy="749782"/>
            </a:xfrm>
            <a:prstGeom prst="rect">
              <a:avLst/>
            </a:prstGeom>
            <a:noFill/>
            <a:ln>
              <a:noFill/>
            </a:ln>
          </p:spPr>
        </p:pic>
        <p:pic>
          <p:nvPicPr>
            <p:cNvPr id="21" name="Google Shape;21;p3" descr="Logotipo"/>
            <p:cNvPicPr preferRelativeResize="0"/>
            <p:nvPr/>
          </p:nvPicPr>
          <p:blipFill rotWithShape="1">
            <a:blip r:embed="rId4">
              <a:alphaModFix/>
            </a:blip>
            <a:srcRect l="6765" t="26294" b="17973"/>
            <a:stretch/>
          </p:blipFill>
          <p:spPr>
            <a:xfrm>
              <a:off x="15016163" y="9710738"/>
              <a:ext cx="3271831" cy="487362"/>
            </a:xfrm>
            <a:prstGeom prst="rect">
              <a:avLst/>
            </a:prstGeom>
            <a:noFill/>
            <a:ln>
              <a:noFill/>
            </a:ln>
          </p:spPr>
        </p:pic>
      </p:grpSp>
      <p:sp>
        <p:nvSpPr>
          <p:cNvPr id="22" name="Google Shape;22;p3"/>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23" name="Google Shape;23;p3"/>
          <p:cNvPicPr preferRelativeResize="0"/>
          <p:nvPr/>
        </p:nvPicPr>
        <p:blipFill rotWithShape="1">
          <a:blip r:embed="rId5">
            <a:alphaModFix/>
          </a:blip>
          <a:srcRect/>
          <a:stretch/>
        </p:blipFill>
        <p:spPr>
          <a:xfrm>
            <a:off x="0" y="0"/>
            <a:ext cx="12192000" cy="6859200"/>
          </a:xfrm>
          <a:prstGeom prst="rect">
            <a:avLst/>
          </a:prstGeom>
          <a:noFill/>
          <a:ln>
            <a:noFill/>
          </a:ln>
        </p:spPr>
      </p:pic>
      <p:grpSp>
        <p:nvGrpSpPr>
          <p:cNvPr id="24" name="Google Shape;24;p3"/>
          <p:cNvGrpSpPr/>
          <p:nvPr/>
        </p:nvGrpSpPr>
        <p:grpSpPr>
          <a:xfrm>
            <a:off x="10400796" y="6090630"/>
            <a:ext cx="1791203" cy="767370"/>
            <a:chOff x="10400796" y="6090630"/>
            <a:chExt cx="1791203" cy="767370"/>
          </a:xfrm>
        </p:grpSpPr>
        <p:sp>
          <p:nvSpPr>
            <p:cNvPr id="25" name="Google Shape;25;p3"/>
            <p:cNvSpPr/>
            <p:nvPr/>
          </p:nvSpPr>
          <p:spPr>
            <a:xfrm>
              <a:off x="10400796" y="6090630"/>
              <a:ext cx="1791203" cy="767370"/>
            </a:xfrm>
            <a:prstGeom prst="round2SameRect">
              <a:avLst>
                <a:gd name="adj1" fmla="val 15454"/>
                <a:gd name="adj2" fmla="val 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6" name="Google Shape;26;p3"/>
            <p:cNvSpPr/>
            <p:nvPr/>
          </p:nvSpPr>
          <p:spPr>
            <a:xfrm>
              <a:off x="11842890" y="6090630"/>
              <a:ext cx="349109" cy="306142"/>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pic>
        <p:nvPicPr>
          <p:cNvPr id="27" name="Google Shape;27;p3" descr="Logotipo&#10;&#10;O conteúdo gerado por IA pode estar incorreto."/>
          <p:cNvPicPr preferRelativeResize="0"/>
          <p:nvPr/>
        </p:nvPicPr>
        <p:blipFill rotWithShape="1">
          <a:blip r:embed="rId6">
            <a:alphaModFix/>
          </a:blip>
          <a:srcRect l="12566" t="26436" r="13369" b="26176"/>
          <a:stretch/>
        </p:blipFill>
        <p:spPr>
          <a:xfrm>
            <a:off x="10534930" y="6126882"/>
            <a:ext cx="1539046" cy="696429"/>
          </a:xfrm>
          <a:prstGeom prst="rect">
            <a:avLst/>
          </a:prstGeom>
          <a:noFill/>
          <a:ln>
            <a:noFill/>
          </a:ln>
        </p:spPr>
      </p:pic>
      <p:grpSp>
        <p:nvGrpSpPr>
          <p:cNvPr id="28" name="Google Shape;28;p3"/>
          <p:cNvGrpSpPr/>
          <p:nvPr/>
        </p:nvGrpSpPr>
        <p:grpSpPr>
          <a:xfrm>
            <a:off x="0" y="1"/>
            <a:ext cx="8566485" cy="5380264"/>
            <a:chOff x="0" y="0"/>
            <a:chExt cx="8566485" cy="5808133"/>
          </a:xfrm>
        </p:grpSpPr>
        <p:sp>
          <p:nvSpPr>
            <p:cNvPr id="29" name="Google Shape;29;p3"/>
            <p:cNvSpPr/>
            <p:nvPr/>
          </p:nvSpPr>
          <p:spPr>
            <a:xfrm>
              <a:off x="0" y="0"/>
              <a:ext cx="8566485" cy="465666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 name="Google Shape;30;p3"/>
            <p:cNvSpPr/>
            <p:nvPr/>
          </p:nvSpPr>
          <p:spPr>
            <a:xfrm>
              <a:off x="0" y="0"/>
              <a:ext cx="8566485" cy="5808133"/>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 name="Google Shape;31;p3"/>
            <p:cNvSpPr/>
            <p:nvPr/>
          </p:nvSpPr>
          <p:spPr>
            <a:xfrm>
              <a:off x="0" y="3890433"/>
              <a:ext cx="1109133" cy="1917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Atividade_embranco">
  <p:cSld name="2_Atividade_embranco">
    <p:spTree>
      <p:nvGrpSpPr>
        <p:cNvPr id="1" name="Shape 32"/>
        <p:cNvGrpSpPr/>
        <p:nvPr/>
      </p:nvGrpSpPr>
      <p:grpSpPr>
        <a:xfrm>
          <a:off x="0" y="0"/>
          <a:ext cx="0" cy="0"/>
          <a:chOff x="0" y="0"/>
          <a:chExt cx="0" cy="0"/>
        </a:xfrm>
      </p:grpSpPr>
      <p:sp>
        <p:nvSpPr>
          <p:cNvPr id="33" name="Google Shape;33;p4"/>
          <p:cNvSpPr>
            <a:spLocks noGrp="1"/>
          </p:cNvSpPr>
          <p:nvPr>
            <p:ph type="pic" idx="2"/>
          </p:nvPr>
        </p:nvSpPr>
        <p:spPr>
          <a:xfrm>
            <a:off x="0" y="0"/>
            <a:ext cx="12192000" cy="6858000"/>
          </a:xfrm>
          <a:prstGeom prst="rect">
            <a:avLst/>
          </a:prstGeom>
          <a:solidFill>
            <a:srgbClr val="D8D8D8"/>
          </a:solidFill>
          <a:ln>
            <a:noFill/>
          </a:ln>
        </p:spPr>
        <p:txBody>
          <a:bodyPr/>
          <a:lstStyle/>
          <a:p>
            <a:endParaRPr lang="pt-BR" dirty="0"/>
          </a:p>
        </p:txBody>
      </p:sp>
      <p:sp>
        <p:nvSpPr>
          <p:cNvPr id="34" name="Google Shape;34;p4"/>
          <p:cNvSpPr>
            <a:spLocks noGrp="1"/>
          </p:cNvSpPr>
          <p:nvPr>
            <p:ph type="media" idx="3"/>
          </p:nvPr>
        </p:nvSpPr>
        <p:spPr>
          <a:xfrm>
            <a:off x="862542" y="887942"/>
            <a:ext cx="4092575" cy="3605741"/>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1. Conteudo">
  <p:cSld name="2_1. Conteudo">
    <p:spTree>
      <p:nvGrpSpPr>
        <p:cNvPr id="1" name="Shape 35"/>
        <p:cNvGrpSpPr/>
        <p:nvPr/>
      </p:nvGrpSpPr>
      <p:grpSpPr>
        <a:xfrm>
          <a:off x="0" y="0"/>
          <a:ext cx="0" cy="0"/>
          <a:chOff x="0" y="0"/>
          <a:chExt cx="0" cy="0"/>
        </a:xfrm>
      </p:grpSpPr>
      <p:cxnSp>
        <p:nvCxnSpPr>
          <p:cNvPr id="36" name="Google Shape;36;p5"/>
          <p:cNvCxnSpPr/>
          <p:nvPr/>
        </p:nvCxnSpPr>
        <p:spPr>
          <a:xfrm>
            <a:off x="6090044" y="840916"/>
            <a:ext cx="0" cy="5101049"/>
          </a:xfrm>
          <a:prstGeom prst="straightConnector1">
            <a:avLst/>
          </a:prstGeom>
          <a:noFill/>
          <a:ln w="38100" cap="flat" cmpd="sng">
            <a:solidFill>
              <a:srgbClr val="BFBFBF"/>
            </a:solidFill>
            <a:prstDash val="solid"/>
            <a:round/>
            <a:headEnd type="none" w="sm" len="sm"/>
            <a:tailEnd type="none" w="sm" len="sm"/>
          </a:ln>
        </p:spPr>
      </p:cxnSp>
      <p:sp>
        <p:nvSpPr>
          <p:cNvPr id="37" name="Google Shape;37;p5"/>
          <p:cNvSpPr txBox="1"/>
          <p:nvPr/>
        </p:nvSpPr>
        <p:spPr>
          <a:xfrm>
            <a:off x="1467545" y="885957"/>
            <a:ext cx="4045354"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38" name="Google Shape;38;p5"/>
          <p:cNvSpPr txBox="1"/>
          <p:nvPr/>
        </p:nvSpPr>
        <p:spPr>
          <a:xfrm>
            <a:off x="7467011" y="885654"/>
            <a:ext cx="4301563"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sz="2000" b="0" i="0" u="none" strike="noStrike" cap="none" dirty="0">
              <a:solidFill>
                <a:srgbClr val="000000"/>
              </a:solidFill>
              <a:latin typeface="Poppins"/>
              <a:ea typeface="Poppins"/>
              <a:cs typeface="Poppins"/>
              <a:sym typeface="Poppins"/>
            </a:endParaRPr>
          </a:p>
        </p:txBody>
      </p:sp>
      <p:sp>
        <p:nvSpPr>
          <p:cNvPr id="39" name="Google Shape;39;p5"/>
          <p:cNvSpPr txBox="1"/>
          <p:nvPr/>
        </p:nvSpPr>
        <p:spPr>
          <a:xfrm>
            <a:off x="1433188" y="2910758"/>
            <a:ext cx="3369028"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40" name="Google Shape;40;p5"/>
          <p:cNvSpPr txBox="1"/>
          <p:nvPr/>
        </p:nvSpPr>
        <p:spPr>
          <a:xfrm>
            <a:off x="1445466" y="4649652"/>
            <a:ext cx="3267249"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41" name="Google Shape;41;p5"/>
          <p:cNvSpPr txBox="1"/>
          <p:nvPr/>
        </p:nvSpPr>
        <p:spPr>
          <a:xfrm>
            <a:off x="7467011" y="3115942"/>
            <a:ext cx="4381080"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sz="2000" b="0" i="0" u="none" strike="noStrike" cap="none" dirty="0">
              <a:solidFill>
                <a:srgbClr val="000000"/>
              </a:solidFill>
              <a:latin typeface="Poppins"/>
              <a:ea typeface="Poppins"/>
              <a:cs typeface="Poppins"/>
              <a:sym typeface="Poppins"/>
            </a:endParaRPr>
          </a:p>
        </p:txBody>
      </p:sp>
      <p:sp>
        <p:nvSpPr>
          <p:cNvPr id="42" name="Google Shape;42;p5"/>
          <p:cNvSpPr txBox="1"/>
          <p:nvPr/>
        </p:nvSpPr>
        <p:spPr>
          <a:xfrm>
            <a:off x="4717774" y="224403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43" name="Google Shape;43;p5"/>
          <p:cNvSpPr txBox="1"/>
          <p:nvPr/>
        </p:nvSpPr>
        <p:spPr>
          <a:xfrm>
            <a:off x="1395562" y="5079496"/>
            <a:ext cx="1723806" cy="292361"/>
          </a:xfrm>
          <a:prstGeom prst="rect">
            <a:avLst/>
          </a:prstGeom>
          <a:solidFill>
            <a:schemeClr val="lt1"/>
          </a:solid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a:ea typeface="Poppins"/>
                <a:cs typeface="Poppins"/>
                <a:sym typeface="Poppins"/>
              </a:rPr>
              <a:t>50 minutos.</a:t>
            </a:r>
            <a:endParaRPr sz="1400" b="0" i="0" u="none" strike="noStrike" cap="none" dirty="0">
              <a:solidFill>
                <a:srgbClr val="000000"/>
              </a:solidFill>
              <a:latin typeface="Arial"/>
              <a:ea typeface="Arial"/>
              <a:cs typeface="Arial"/>
              <a:sym typeface="Arial"/>
            </a:endParaRPr>
          </a:p>
        </p:txBody>
      </p:sp>
      <p:sp>
        <p:nvSpPr>
          <p:cNvPr id="44" name="Google Shape;44;p5"/>
          <p:cNvSpPr txBox="1">
            <a:spLocks noGrp="1"/>
          </p:cNvSpPr>
          <p:nvPr>
            <p:ph type="body" idx="1"/>
          </p:nvPr>
        </p:nvSpPr>
        <p:spPr>
          <a:xfrm>
            <a:off x="1467909" y="1390650"/>
            <a:ext cx="4044985" cy="1397696"/>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chemeClr val="dk1"/>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5" name="Google Shape;45;p5"/>
          <p:cNvSpPr txBox="1">
            <a:spLocks noGrp="1"/>
          </p:cNvSpPr>
          <p:nvPr>
            <p:ph type="body" idx="2"/>
          </p:nvPr>
        </p:nvSpPr>
        <p:spPr>
          <a:xfrm>
            <a:off x="7467375" y="1355465"/>
            <a:ext cx="4044985" cy="1555292"/>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6" name="Google Shape;46;p5"/>
          <p:cNvSpPr txBox="1">
            <a:spLocks noGrp="1"/>
          </p:cNvSpPr>
          <p:nvPr>
            <p:ph type="body" idx="3"/>
          </p:nvPr>
        </p:nvSpPr>
        <p:spPr>
          <a:xfrm>
            <a:off x="7467375" y="3649330"/>
            <a:ext cx="4044985" cy="1590171"/>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7" name="Google Shape;47;p5"/>
          <p:cNvSpPr txBox="1">
            <a:spLocks noGrp="1"/>
          </p:cNvSpPr>
          <p:nvPr>
            <p:ph type="body" idx="4"/>
          </p:nvPr>
        </p:nvSpPr>
        <p:spPr>
          <a:xfrm>
            <a:off x="1443515" y="3489566"/>
            <a:ext cx="4044985" cy="1045573"/>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grpSp>
        <p:nvGrpSpPr>
          <p:cNvPr id="48" name="Google Shape;48;p5"/>
          <p:cNvGrpSpPr/>
          <p:nvPr/>
        </p:nvGrpSpPr>
        <p:grpSpPr>
          <a:xfrm>
            <a:off x="9756405" y="6381592"/>
            <a:ext cx="2435595" cy="499855"/>
            <a:chOff x="14634602" y="9537218"/>
            <a:chExt cx="3653392" cy="749782"/>
          </a:xfrm>
        </p:grpSpPr>
        <p:pic>
          <p:nvPicPr>
            <p:cNvPr id="49" name="Google Shape;49;p5"/>
            <p:cNvPicPr preferRelativeResize="0"/>
            <p:nvPr/>
          </p:nvPicPr>
          <p:blipFill rotWithShape="1">
            <a:blip r:embed="rId2">
              <a:alphaModFix/>
            </a:blip>
            <a:srcRect/>
            <a:stretch/>
          </p:blipFill>
          <p:spPr>
            <a:xfrm>
              <a:off x="14634602" y="9537218"/>
              <a:ext cx="3653392" cy="749782"/>
            </a:xfrm>
            <a:prstGeom prst="rect">
              <a:avLst/>
            </a:prstGeom>
            <a:noFill/>
            <a:ln>
              <a:noFill/>
            </a:ln>
          </p:spPr>
        </p:pic>
        <p:pic>
          <p:nvPicPr>
            <p:cNvPr id="50" name="Google Shape;50;p5" descr="Logotipo"/>
            <p:cNvPicPr preferRelativeResize="0"/>
            <p:nvPr/>
          </p:nvPicPr>
          <p:blipFill rotWithShape="1">
            <a:blip r:embed="rId3">
              <a:alphaModFix/>
            </a:blip>
            <a:srcRect l="6765" t="26294" b="17973"/>
            <a:stretch/>
          </p:blipFill>
          <p:spPr>
            <a:xfrm>
              <a:off x="15016163" y="9710738"/>
              <a:ext cx="3271831" cy="487362"/>
            </a:xfrm>
            <a:prstGeom prst="rect">
              <a:avLst/>
            </a:prstGeom>
            <a:noFill/>
            <a:ln>
              <a:noFill/>
            </a:ln>
          </p:spPr>
        </p:pic>
      </p:grpSp>
      <p:sp>
        <p:nvSpPr>
          <p:cNvPr id="51" name="Google Shape;51;p5"/>
          <p:cNvSpPr txBox="1"/>
          <p:nvPr/>
        </p:nvSpPr>
        <p:spPr>
          <a:xfrm>
            <a:off x="13188461" y="47244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52" name="Google Shape;52;p5"/>
          <p:cNvPicPr preferRelativeResize="0"/>
          <p:nvPr/>
        </p:nvPicPr>
        <p:blipFill rotWithShape="1">
          <a:blip r:embed="rId4">
            <a:alphaModFix/>
          </a:blip>
          <a:srcRect/>
          <a:stretch/>
        </p:blipFill>
        <p:spPr>
          <a:xfrm>
            <a:off x="0" y="6281734"/>
            <a:ext cx="12192000" cy="595317"/>
          </a:xfrm>
          <a:prstGeom prst="rect">
            <a:avLst/>
          </a:prstGeom>
          <a:noFill/>
          <a:ln>
            <a:noFill/>
          </a:ln>
        </p:spPr>
      </p:pic>
      <p:pic>
        <p:nvPicPr>
          <p:cNvPr id="53" name="Google Shape;53;p5"/>
          <p:cNvPicPr preferRelativeResize="0"/>
          <p:nvPr/>
        </p:nvPicPr>
        <p:blipFill rotWithShape="1">
          <a:blip r:embed="rId5">
            <a:alphaModFix/>
          </a:blip>
          <a:srcRect/>
          <a:stretch/>
        </p:blipFill>
        <p:spPr>
          <a:xfrm>
            <a:off x="0" y="9526"/>
            <a:ext cx="12192000" cy="568301"/>
          </a:xfrm>
          <a:prstGeom prst="rect">
            <a:avLst/>
          </a:prstGeom>
          <a:noFill/>
          <a:ln>
            <a:noFill/>
          </a:ln>
        </p:spPr>
      </p:pic>
      <p:sp>
        <p:nvSpPr>
          <p:cNvPr id="54" name="Google Shape;54;p5"/>
          <p:cNvSpPr/>
          <p:nvPr/>
        </p:nvSpPr>
        <p:spPr>
          <a:xfrm>
            <a:off x="538284" y="960081"/>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55" name="Google Shape;55;p5"/>
          <p:cNvSpPr/>
          <p:nvPr/>
        </p:nvSpPr>
        <p:spPr>
          <a:xfrm>
            <a:off x="514540" y="2965834"/>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56" name="Google Shape;56;p5"/>
          <p:cNvGrpSpPr/>
          <p:nvPr/>
        </p:nvGrpSpPr>
        <p:grpSpPr>
          <a:xfrm>
            <a:off x="632680" y="3096505"/>
            <a:ext cx="486839" cy="481169"/>
            <a:chOff x="8278989" y="8660410"/>
            <a:chExt cx="569755" cy="563121"/>
          </a:xfrm>
        </p:grpSpPr>
        <p:grpSp>
          <p:nvGrpSpPr>
            <p:cNvPr id="57" name="Google Shape;57;p5"/>
            <p:cNvGrpSpPr/>
            <p:nvPr/>
          </p:nvGrpSpPr>
          <p:grpSpPr>
            <a:xfrm>
              <a:off x="8278989" y="8852628"/>
              <a:ext cx="265651" cy="370903"/>
              <a:chOff x="8278989" y="8852628"/>
              <a:chExt cx="265651" cy="370903"/>
            </a:xfrm>
          </p:grpSpPr>
          <p:sp>
            <p:nvSpPr>
              <p:cNvPr id="58" name="Google Shape;58;p5"/>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59" name="Google Shape;59;p5"/>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60" name="Google Shape;60;p5"/>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61" name="Google Shape;61;p5"/>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62" name="Google Shape;62;p5"/>
            <p:cNvSpPr/>
            <p:nvPr/>
          </p:nvSpPr>
          <p:spPr>
            <a:xfrm>
              <a:off x="8534039" y="8750044"/>
              <a:ext cx="314705" cy="225170"/>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63" name="Google Shape;63;p5"/>
          <p:cNvSpPr/>
          <p:nvPr/>
        </p:nvSpPr>
        <p:spPr>
          <a:xfrm>
            <a:off x="516205" y="4700100"/>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64" name="Google Shape;64;p5"/>
          <p:cNvPicPr preferRelativeResize="0"/>
          <p:nvPr/>
        </p:nvPicPr>
        <p:blipFill rotWithShape="1">
          <a:blip r:embed="rId6">
            <a:alphaModFix/>
          </a:blip>
          <a:srcRect/>
          <a:stretch/>
        </p:blipFill>
        <p:spPr>
          <a:xfrm>
            <a:off x="658917" y="4858582"/>
            <a:ext cx="380919" cy="380919"/>
          </a:xfrm>
          <a:prstGeom prst="rect">
            <a:avLst/>
          </a:prstGeom>
          <a:noFill/>
          <a:ln>
            <a:noFill/>
          </a:ln>
        </p:spPr>
      </p:pic>
      <p:sp>
        <p:nvSpPr>
          <p:cNvPr id="65" name="Google Shape;65;p5"/>
          <p:cNvSpPr/>
          <p:nvPr/>
        </p:nvSpPr>
        <p:spPr>
          <a:xfrm>
            <a:off x="6537750" y="974816"/>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66" name="Google Shape;66;p5"/>
          <p:cNvGrpSpPr/>
          <p:nvPr/>
        </p:nvGrpSpPr>
        <p:grpSpPr>
          <a:xfrm>
            <a:off x="6643328" y="1077215"/>
            <a:ext cx="472784" cy="435244"/>
            <a:chOff x="8560697" y="2808577"/>
            <a:chExt cx="496370" cy="456957"/>
          </a:xfrm>
        </p:grpSpPr>
        <p:sp>
          <p:nvSpPr>
            <p:cNvPr id="67" name="Google Shape;67;p5"/>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68" name="Google Shape;68;p5"/>
            <p:cNvGrpSpPr/>
            <p:nvPr/>
          </p:nvGrpSpPr>
          <p:grpSpPr>
            <a:xfrm>
              <a:off x="8560697" y="2875026"/>
              <a:ext cx="496370" cy="324059"/>
              <a:chOff x="8560697" y="2875026"/>
              <a:chExt cx="496370" cy="324059"/>
            </a:xfrm>
          </p:grpSpPr>
          <p:sp>
            <p:nvSpPr>
              <p:cNvPr id="69" name="Google Shape;69;p5"/>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0" name="Google Shape;70;p5"/>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1" name="Google Shape;71;p5"/>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2" name="Google Shape;72;p5"/>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3" name="Google Shape;73;p5"/>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4" name="Google Shape;74;p5"/>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75" name="Google Shape;75;p5"/>
          <p:cNvSpPr/>
          <p:nvPr/>
        </p:nvSpPr>
        <p:spPr>
          <a:xfrm>
            <a:off x="6537750" y="3144691"/>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76" name="Google Shape;76;p5"/>
          <p:cNvSpPr/>
          <p:nvPr/>
        </p:nvSpPr>
        <p:spPr>
          <a:xfrm>
            <a:off x="6637986" y="3252609"/>
            <a:ext cx="458663" cy="45856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77" name="Google Shape;77;p5"/>
          <p:cNvGrpSpPr/>
          <p:nvPr/>
        </p:nvGrpSpPr>
        <p:grpSpPr>
          <a:xfrm>
            <a:off x="664474" y="1066003"/>
            <a:ext cx="428502" cy="428501"/>
            <a:chOff x="9358184" y="2764785"/>
            <a:chExt cx="495514" cy="495513"/>
          </a:xfrm>
        </p:grpSpPr>
        <p:grpSp>
          <p:nvGrpSpPr>
            <p:cNvPr id="78" name="Google Shape;78;p5"/>
            <p:cNvGrpSpPr/>
            <p:nvPr/>
          </p:nvGrpSpPr>
          <p:grpSpPr>
            <a:xfrm>
              <a:off x="9358184" y="2802389"/>
              <a:ext cx="457909" cy="457909"/>
              <a:chOff x="9358184" y="2802389"/>
              <a:chExt cx="457909" cy="457909"/>
            </a:xfrm>
          </p:grpSpPr>
          <p:sp>
            <p:nvSpPr>
              <p:cNvPr id="79" name="Google Shape;79;p5"/>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0" name="Google Shape;80;p5"/>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1" name="Google Shape;81;p5"/>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82" name="Google Shape;82;p5"/>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3" name="Google Shape;83;p5"/>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 Conteudo">
  <p:cSld name="3. Ponto de partida">
    <p:spTree>
      <p:nvGrpSpPr>
        <p:cNvPr id="1" name="Shape 84"/>
        <p:cNvGrpSpPr/>
        <p:nvPr/>
      </p:nvGrpSpPr>
      <p:grpSpPr>
        <a:xfrm>
          <a:off x="0" y="0"/>
          <a:ext cx="0" cy="0"/>
          <a:chOff x="0" y="0"/>
          <a:chExt cx="0" cy="0"/>
        </a:xfrm>
      </p:grpSpPr>
      <p:pic>
        <p:nvPicPr>
          <p:cNvPr id="85" name="Google Shape;85;p6"/>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86" name="Google Shape;86;p6"/>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7" name="Google Shape;87;p6"/>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8" name="Google Shape;88;p6"/>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9" name="Google Shape;89;p6"/>
          <p:cNvSpPr txBox="1">
            <a:spLocks noGrp="1"/>
          </p:cNvSpPr>
          <p:nvPr>
            <p:ph type="body" idx="1"/>
          </p:nvPr>
        </p:nvSpPr>
        <p:spPr>
          <a:xfrm>
            <a:off x="3598334" y="2009776"/>
            <a:ext cx="8080375" cy="3739091"/>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0" name="Google Shape;90;p6"/>
          <p:cNvSpPr/>
          <p:nvPr/>
        </p:nvSpPr>
        <p:spPr>
          <a:xfrm>
            <a:off x="200185" y="269162"/>
            <a:ext cx="2290073" cy="1671398"/>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1" name="Google Shape;91;p6"/>
          <p:cNvSpPr txBox="1"/>
          <p:nvPr/>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e Conteúdo">
  <p:cSld name="Título e Conteúdo">
    <p:spTree>
      <p:nvGrpSpPr>
        <p:cNvPr id="1" name="Shape 92"/>
        <p:cNvGrpSpPr/>
        <p:nvPr/>
      </p:nvGrpSpPr>
      <p:grpSpPr>
        <a:xfrm>
          <a:off x="0" y="0"/>
          <a:ext cx="0" cy="0"/>
          <a:chOff x="0" y="0"/>
          <a:chExt cx="0" cy="0"/>
        </a:xfrm>
      </p:grpSpPr>
      <p:pic>
        <p:nvPicPr>
          <p:cNvPr id="93" name="Google Shape;93;p7"/>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94" name="Google Shape;94;p7"/>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95" name="Google Shape;95;p7"/>
          <p:cNvSpPr txBox="1">
            <a:spLocks noGrp="1"/>
          </p:cNvSpPr>
          <p:nvPr>
            <p:ph type="body" idx="1"/>
          </p:nvPr>
        </p:nvSpPr>
        <p:spPr>
          <a:xfrm>
            <a:off x="3178176" y="1031875"/>
            <a:ext cx="4616450" cy="5365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 name="Google Shape;96;p7"/>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7" name="Google Shape;97;p7"/>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tividade">
  <p:cSld name="1_Atividade">
    <p:spTree>
      <p:nvGrpSpPr>
        <p:cNvPr id="1" name="Shape 98"/>
        <p:cNvGrpSpPr/>
        <p:nvPr/>
      </p:nvGrpSpPr>
      <p:grpSpPr>
        <a:xfrm>
          <a:off x="0" y="0"/>
          <a:ext cx="0" cy="0"/>
          <a:chOff x="0" y="0"/>
          <a:chExt cx="0" cy="0"/>
        </a:xfrm>
      </p:grpSpPr>
      <p:pic>
        <p:nvPicPr>
          <p:cNvPr id="99" name="Google Shape;99;p8"/>
          <p:cNvPicPr preferRelativeResize="0"/>
          <p:nvPr/>
        </p:nvPicPr>
        <p:blipFill rotWithShape="1">
          <a:blip r:embed="rId2">
            <a:alphaModFix/>
          </a:blip>
          <a:srcRect/>
          <a:stretch/>
        </p:blipFill>
        <p:spPr>
          <a:xfrm>
            <a:off x="4" y="0"/>
            <a:ext cx="12192000" cy="6857989"/>
          </a:xfrm>
          <a:prstGeom prst="rect">
            <a:avLst/>
          </a:prstGeom>
          <a:noFill/>
          <a:ln>
            <a:noFill/>
          </a:ln>
        </p:spPr>
      </p:pic>
      <p:sp>
        <p:nvSpPr>
          <p:cNvPr id="100" name="Google Shape;100;p8"/>
          <p:cNvSpPr txBox="1"/>
          <p:nvPr/>
        </p:nvSpPr>
        <p:spPr>
          <a:xfrm>
            <a:off x="2510117" y="-585694"/>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01" name="Google Shape;101;p8"/>
          <p:cNvSpPr txBox="1">
            <a:spLocks noGrp="1"/>
          </p:cNvSpPr>
          <p:nvPr>
            <p:ph type="body" idx="1"/>
          </p:nvPr>
        </p:nvSpPr>
        <p:spPr>
          <a:xfrm>
            <a:off x="3026388" y="1395942"/>
            <a:ext cx="7107154" cy="515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2533" b="1" i="0" u="none" strike="noStrike" cap="none">
                <a:solidFill>
                  <a:schemeClr val="lt1"/>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2" name="Google Shape;102;p8"/>
          <p:cNvSpPr txBox="1">
            <a:spLocks noGrp="1"/>
          </p:cNvSpPr>
          <p:nvPr>
            <p:ph type="body" idx="2"/>
          </p:nvPr>
        </p:nvSpPr>
        <p:spPr>
          <a:xfrm>
            <a:off x="3026389" y="2075496"/>
            <a:ext cx="7107153" cy="73258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467" b="0" i="0" u="none" strike="noStrike" cap="none">
                <a:solidFill>
                  <a:schemeClr val="lt1"/>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3" name="Google Shape;103;p8"/>
          <p:cNvSpPr/>
          <p:nvPr/>
        </p:nvSpPr>
        <p:spPr>
          <a:xfrm>
            <a:off x="200184" y="44804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4" name="Google Shape;104;p8"/>
          <p:cNvSpPr txBox="1"/>
          <p:nvPr/>
        </p:nvSpPr>
        <p:spPr>
          <a:xfrm>
            <a:off x="629139" y="882775"/>
            <a:ext cx="1528469"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Pause 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responda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5_OqueAprendemos">
  <p:cSld name="5_OqueAprendemos">
    <p:spTree>
      <p:nvGrpSpPr>
        <p:cNvPr id="1" name="Shape 105"/>
        <p:cNvGrpSpPr/>
        <p:nvPr/>
      </p:nvGrpSpPr>
      <p:grpSpPr>
        <a:xfrm>
          <a:off x="0" y="0"/>
          <a:ext cx="0" cy="0"/>
          <a:chOff x="0" y="0"/>
          <a:chExt cx="0" cy="0"/>
        </a:xfrm>
      </p:grpSpPr>
      <p:pic>
        <p:nvPicPr>
          <p:cNvPr id="106" name="Google Shape;106;p9"/>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107" name="Google Shape;107;p9" descr="Pessoas sentadas ao redor de uma mesa&#10;&#10;Descrição gerada automaticamente com confiança média"/>
          <p:cNvPicPr preferRelativeResize="0"/>
          <p:nvPr/>
        </p:nvPicPr>
        <p:blipFill rotWithShape="1">
          <a:blip r:embed="rId3">
            <a:alphaModFix/>
          </a:blip>
          <a:srcRect r="35132"/>
          <a:stretch/>
        </p:blipFill>
        <p:spPr>
          <a:xfrm>
            <a:off x="132497" y="695158"/>
            <a:ext cx="3823136" cy="3899277"/>
          </a:xfrm>
          <a:prstGeom prst="ellipse">
            <a:avLst/>
          </a:prstGeom>
          <a:noFill/>
          <a:ln>
            <a:noFill/>
          </a:ln>
        </p:spPr>
      </p:pic>
      <p:sp>
        <p:nvSpPr>
          <p:cNvPr id="108" name="Google Shape;108;p9"/>
          <p:cNvSpPr txBox="1"/>
          <p:nvPr/>
        </p:nvSpPr>
        <p:spPr>
          <a:xfrm>
            <a:off x="918094" y="4658787"/>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109" name="Google Shape;109;p9"/>
          <p:cNvSpPr txBox="1">
            <a:spLocks noGrp="1"/>
          </p:cNvSpPr>
          <p:nvPr>
            <p:ph type="body" idx="1"/>
          </p:nvPr>
        </p:nvSpPr>
        <p:spPr>
          <a:xfrm>
            <a:off x="4867932" y="1691622"/>
            <a:ext cx="6354575" cy="1268957"/>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0" name="Google Shape;110;p9"/>
          <p:cNvSpPr txBox="1">
            <a:spLocks noGrp="1"/>
          </p:cNvSpPr>
          <p:nvPr>
            <p:ph type="body" idx="2"/>
          </p:nvPr>
        </p:nvSpPr>
        <p:spPr>
          <a:xfrm>
            <a:off x="4867932" y="3080015"/>
            <a:ext cx="6354575" cy="1268957"/>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1" name="Google Shape;111;p9"/>
          <p:cNvSpPr txBox="1">
            <a:spLocks noGrp="1"/>
          </p:cNvSpPr>
          <p:nvPr>
            <p:ph type="body" idx="3"/>
          </p:nvPr>
        </p:nvSpPr>
        <p:spPr>
          <a:xfrm>
            <a:off x="4867932" y="4490837"/>
            <a:ext cx="6354575" cy="1268957"/>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2" name="Google Shape;112;p9"/>
          <p:cNvSpPr txBox="1"/>
          <p:nvPr/>
        </p:nvSpPr>
        <p:spPr>
          <a:xfrm>
            <a:off x="4603178" y="173762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1</a:t>
            </a:r>
            <a:endParaRPr sz="933" b="0" i="0" u="none" strike="noStrike" cap="none" dirty="0">
              <a:solidFill>
                <a:schemeClr val="dk1"/>
              </a:solidFill>
              <a:latin typeface="Arial"/>
              <a:ea typeface="Arial"/>
              <a:cs typeface="Arial"/>
              <a:sym typeface="Arial"/>
            </a:endParaRPr>
          </a:p>
        </p:txBody>
      </p:sp>
      <p:sp>
        <p:nvSpPr>
          <p:cNvPr id="113" name="Google Shape;113;p9"/>
          <p:cNvSpPr txBox="1"/>
          <p:nvPr/>
        </p:nvSpPr>
        <p:spPr>
          <a:xfrm>
            <a:off x="4574825" y="293423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2</a:t>
            </a:r>
            <a:endParaRPr sz="933" b="0" i="0" u="none" strike="noStrike" cap="none" dirty="0">
              <a:solidFill>
                <a:schemeClr val="dk1"/>
              </a:solidFill>
              <a:latin typeface="Arial"/>
              <a:ea typeface="Arial"/>
              <a:cs typeface="Arial"/>
              <a:sym typeface="Arial"/>
            </a:endParaRPr>
          </a:p>
        </p:txBody>
      </p:sp>
      <p:sp>
        <p:nvSpPr>
          <p:cNvPr id="114" name="Google Shape;114;p9"/>
          <p:cNvSpPr txBox="1"/>
          <p:nvPr/>
        </p:nvSpPr>
        <p:spPr>
          <a:xfrm>
            <a:off x="4574825" y="413084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3</a:t>
            </a:r>
            <a:endParaRPr sz="933" b="0" i="0" u="none" strike="noStrike" cap="none" dirty="0">
              <a:solidFill>
                <a:schemeClr val="dk1"/>
              </a:solidFill>
              <a:latin typeface="Arial"/>
              <a:ea typeface="Arial"/>
              <a:cs typeface="Arial"/>
              <a:sym typeface="Arial"/>
            </a:endParaRPr>
          </a:p>
        </p:txBody>
      </p:sp>
      <p:sp>
        <p:nvSpPr>
          <p:cNvPr id="115" name="Google Shape;115;p9"/>
          <p:cNvSpPr txBox="1"/>
          <p:nvPr/>
        </p:nvSpPr>
        <p:spPr>
          <a:xfrm>
            <a:off x="12302837" y="90516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16" name="Google Shape;116;p9"/>
          <p:cNvSpPr/>
          <p:nvPr/>
        </p:nvSpPr>
        <p:spPr>
          <a:xfrm>
            <a:off x="1827147" y="369589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7" name="Google Shape;117;p9"/>
          <p:cNvSpPr txBox="1"/>
          <p:nvPr/>
        </p:nvSpPr>
        <p:spPr>
          <a:xfrm>
            <a:off x="2025947" y="3952324"/>
            <a:ext cx="2001764" cy="10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18"/>
        <p:cNvGrpSpPr/>
        <p:nvPr/>
      </p:nvGrpSpPr>
      <p:grpSpPr>
        <a:xfrm>
          <a:off x="0" y="0"/>
          <a:ext cx="0" cy="0"/>
          <a:chOff x="0" y="0"/>
          <a:chExt cx="0" cy="0"/>
        </a:xfrm>
      </p:grpSpPr>
      <p:pic>
        <p:nvPicPr>
          <p:cNvPr id="119" name="Google Shape;119;p10"/>
          <p:cNvPicPr preferRelativeResize="0"/>
          <p:nvPr/>
        </p:nvPicPr>
        <p:blipFill rotWithShape="1">
          <a:blip r:embed="rId2">
            <a:alphaModFix/>
          </a:blip>
          <a:srcRect/>
          <a:stretch/>
        </p:blipFill>
        <p:spPr>
          <a:xfrm>
            <a:off x="4" y="0"/>
            <a:ext cx="12192000" cy="6857989"/>
          </a:xfrm>
          <a:prstGeom prst="rect">
            <a:avLst/>
          </a:prstGeom>
          <a:noFill/>
          <a:ln>
            <a:noFill/>
          </a:ln>
        </p:spPr>
      </p:pic>
      <p:sp>
        <p:nvSpPr>
          <p:cNvPr id="120" name="Google Shape;120;p10"/>
          <p:cNvSpPr/>
          <p:nvPr/>
        </p:nvSpPr>
        <p:spPr>
          <a:xfrm>
            <a:off x="5260792" y="304269"/>
            <a:ext cx="6553729" cy="5568211"/>
          </a:xfrm>
          <a:prstGeom prst="roundRect">
            <a:avLst>
              <a:gd name="adj" fmla="val 16667"/>
            </a:avLst>
          </a:prstGeom>
          <a:solidFill>
            <a:schemeClr val="lt1"/>
          </a:solidFill>
          <a:ln>
            <a:noFill/>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1" name="Google Shape;121;p10"/>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2" name="Google Shape;122;p10"/>
          <p:cNvSpPr txBox="1"/>
          <p:nvPr/>
        </p:nvSpPr>
        <p:spPr>
          <a:xfrm>
            <a:off x="3178098" y="-289932"/>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_Atividade_Seminario">
  <p:cSld name="4_Atividade_Seminario">
    <p:spTree>
      <p:nvGrpSpPr>
        <p:cNvPr id="1" name="Shape 123"/>
        <p:cNvGrpSpPr/>
        <p:nvPr/>
      </p:nvGrpSpPr>
      <p:grpSpPr>
        <a:xfrm>
          <a:off x="0" y="0"/>
          <a:ext cx="0" cy="0"/>
          <a:chOff x="0" y="0"/>
          <a:chExt cx="0" cy="0"/>
        </a:xfrm>
      </p:grpSpPr>
      <p:pic>
        <p:nvPicPr>
          <p:cNvPr id="124" name="Google Shape;124;p11"/>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125" name="Google Shape;125;p11"/>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126" name="Google Shape;126;p11"/>
          <p:cNvSpPr txBox="1">
            <a:spLocks noGrp="1"/>
          </p:cNvSpPr>
          <p:nvPr>
            <p:ph type="body" idx="1"/>
          </p:nvPr>
        </p:nvSpPr>
        <p:spPr>
          <a:xfrm>
            <a:off x="632648" y="1701800"/>
            <a:ext cx="11081832" cy="4145147"/>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7" name="Google Shape;127;p11"/>
          <p:cNvSpPr txBox="1"/>
          <p:nvPr/>
        </p:nvSpPr>
        <p:spPr>
          <a:xfrm>
            <a:off x="632648" y="1011053"/>
            <a:ext cx="6345600"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dirty="0">
                <a:solidFill>
                  <a:srgbClr val="FF161F"/>
                </a:solidFill>
                <a:latin typeface="Poppins"/>
                <a:ea typeface="Poppins"/>
                <a:cs typeface="Poppins"/>
                <a:sym typeface="Poppins"/>
              </a:rPr>
              <a:t>Referências da aula</a:t>
            </a:r>
            <a:endParaRPr sz="3200" b="0" i="0" u="none" strike="noStrike" cap="none" dirty="0">
              <a:solidFill>
                <a:srgbClr val="FF161F"/>
              </a:solidFill>
              <a:latin typeface="Poppins"/>
              <a:ea typeface="Poppins"/>
              <a:cs typeface="Poppins"/>
              <a:sym typeface="Poppin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Layout Personalizado">
  <p:cSld name="2_Layout Personalizado">
    <p:spTree>
      <p:nvGrpSpPr>
        <p:cNvPr id="1" name="Shape 128"/>
        <p:cNvGrpSpPr/>
        <p:nvPr/>
      </p:nvGrpSpPr>
      <p:grpSpPr>
        <a:xfrm>
          <a:off x="0" y="0"/>
          <a:ext cx="0" cy="0"/>
          <a:chOff x="0" y="0"/>
          <a:chExt cx="0" cy="0"/>
        </a:xfrm>
      </p:grpSpPr>
      <p:pic>
        <p:nvPicPr>
          <p:cNvPr id="129" name="Google Shape;129;p12"/>
          <p:cNvPicPr preferRelativeResize="0"/>
          <p:nvPr/>
        </p:nvPicPr>
        <p:blipFill rotWithShape="1">
          <a:blip r:embed="rId2">
            <a:alphaModFix/>
          </a:blip>
          <a:srcRect/>
          <a:stretch/>
        </p:blipFill>
        <p:spPr>
          <a:xfrm>
            <a:off x="0" y="0"/>
            <a:ext cx="12192000" cy="6859200"/>
          </a:xfrm>
          <a:prstGeom prst="rect">
            <a:avLst/>
          </a:prstGeom>
          <a:noFill/>
          <a:ln>
            <a:noFill/>
          </a:ln>
        </p:spPr>
      </p:pic>
      <p:grpSp>
        <p:nvGrpSpPr>
          <p:cNvPr id="130" name="Google Shape;130;p12"/>
          <p:cNvGrpSpPr/>
          <p:nvPr/>
        </p:nvGrpSpPr>
        <p:grpSpPr>
          <a:xfrm>
            <a:off x="0" y="1"/>
            <a:ext cx="8566485" cy="5380264"/>
            <a:chOff x="0" y="0"/>
            <a:chExt cx="8566485" cy="5808133"/>
          </a:xfrm>
        </p:grpSpPr>
        <p:sp>
          <p:nvSpPr>
            <p:cNvPr id="131" name="Google Shape;131;p12"/>
            <p:cNvSpPr/>
            <p:nvPr/>
          </p:nvSpPr>
          <p:spPr>
            <a:xfrm>
              <a:off x="0" y="0"/>
              <a:ext cx="8566485" cy="465666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2" name="Google Shape;132;p12"/>
            <p:cNvSpPr/>
            <p:nvPr/>
          </p:nvSpPr>
          <p:spPr>
            <a:xfrm>
              <a:off x="0" y="0"/>
              <a:ext cx="8566485" cy="5808133"/>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3" name="Google Shape;133;p12"/>
            <p:cNvSpPr/>
            <p:nvPr/>
          </p:nvSpPr>
          <p:spPr>
            <a:xfrm>
              <a:off x="0" y="3890433"/>
              <a:ext cx="1109133" cy="1917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134" name="Google Shape;134;p12"/>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35" name="Google Shape;135;p12"/>
          <p:cNvSpPr txBox="1"/>
          <p:nvPr/>
        </p:nvSpPr>
        <p:spPr>
          <a:xfrm>
            <a:off x="625132" y="2553290"/>
            <a:ext cx="6814747" cy="53543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4500"/>
              <a:buFont typeface="Arial"/>
              <a:buNone/>
            </a:pPr>
            <a:r>
              <a:rPr lang="pt-BR" sz="3000" b="1" i="0" u="none" strike="noStrike" cap="none" dirty="0">
                <a:solidFill>
                  <a:srgbClr val="FF161F"/>
                </a:solidFill>
                <a:latin typeface="Poppins"/>
                <a:ea typeface="Poppins"/>
                <a:cs typeface="Poppins"/>
                <a:sym typeface="Poppins"/>
              </a:rPr>
              <a:t>Orientações ao </a:t>
            </a:r>
            <a:r>
              <a:rPr lang="pt-BR" sz="3000" b="1" i="0" u="none" strike="noStrike" cap="none" dirty="0">
                <a:solidFill>
                  <a:srgbClr val="FF161F"/>
                </a:solidFill>
                <a:highlight>
                  <a:srgbClr val="00FFFF"/>
                </a:highlight>
                <a:latin typeface="Poppins"/>
                <a:ea typeface="Poppins"/>
                <a:cs typeface="Poppins"/>
                <a:sym typeface="Poppins"/>
              </a:rPr>
              <a:t>professor</a:t>
            </a:r>
            <a:endParaRPr sz="1400" b="0" i="0" u="none" strike="noStrike" cap="none" dirty="0">
              <a:solidFill>
                <a:srgbClr val="000000"/>
              </a:solidFill>
              <a:highlight>
                <a:srgbClr val="00FFFF"/>
              </a:highlight>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Linha do Tempo1">
  <p:cSld name="3_Linha do Tempo1">
    <p:spTree>
      <p:nvGrpSpPr>
        <p:cNvPr id="1" name="Shape 136"/>
        <p:cNvGrpSpPr/>
        <p:nvPr/>
      </p:nvGrpSpPr>
      <p:grpSpPr>
        <a:xfrm>
          <a:off x="0" y="0"/>
          <a:ext cx="0" cy="0"/>
          <a:chOff x="0" y="0"/>
          <a:chExt cx="0" cy="0"/>
        </a:xfrm>
      </p:grpSpPr>
      <p:pic>
        <p:nvPicPr>
          <p:cNvPr id="137" name="Google Shape;137;p13"/>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138" name="Google Shape;138;p13"/>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139" name="Google Shape;139;p13"/>
          <p:cNvSpPr txBox="1">
            <a:spLocks noGrp="1"/>
          </p:cNvSpPr>
          <p:nvPr>
            <p:ph type="body" idx="1"/>
          </p:nvPr>
        </p:nvSpPr>
        <p:spPr>
          <a:xfrm>
            <a:off x="3276600" y="118817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0" name="Google Shape;140;p13"/>
          <p:cNvSpPr txBox="1">
            <a:spLocks noGrp="1"/>
          </p:cNvSpPr>
          <p:nvPr>
            <p:ph type="body" idx="2"/>
          </p:nvPr>
        </p:nvSpPr>
        <p:spPr>
          <a:xfrm>
            <a:off x="3276600" y="1808050"/>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1" name="Google Shape;141;p13"/>
          <p:cNvSpPr txBox="1">
            <a:spLocks noGrp="1"/>
          </p:cNvSpPr>
          <p:nvPr>
            <p:ph type="body" idx="3"/>
          </p:nvPr>
        </p:nvSpPr>
        <p:spPr>
          <a:xfrm>
            <a:off x="3276600" y="2442212"/>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2" name="Google Shape;142;p13"/>
          <p:cNvSpPr txBox="1">
            <a:spLocks noGrp="1"/>
          </p:cNvSpPr>
          <p:nvPr>
            <p:ph type="body" idx="4"/>
          </p:nvPr>
        </p:nvSpPr>
        <p:spPr>
          <a:xfrm>
            <a:off x="3276600" y="3108857"/>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3" name="Google Shape;143;p13"/>
          <p:cNvSpPr txBox="1">
            <a:spLocks noGrp="1"/>
          </p:cNvSpPr>
          <p:nvPr>
            <p:ph type="body" idx="5"/>
          </p:nvPr>
        </p:nvSpPr>
        <p:spPr>
          <a:xfrm>
            <a:off x="3276600" y="3805543"/>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4" name="Google Shape;144;p13"/>
          <p:cNvSpPr txBox="1">
            <a:spLocks noGrp="1"/>
          </p:cNvSpPr>
          <p:nvPr>
            <p:ph type="body" idx="6"/>
          </p:nvPr>
        </p:nvSpPr>
        <p:spPr>
          <a:xfrm>
            <a:off x="3276600" y="451311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5" name="Google Shape;145;p13"/>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46" name="Google Shape;146;p13"/>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 Exposição">
  <p:cSld name="2_4. Exposição">
    <p:spTree>
      <p:nvGrpSpPr>
        <p:cNvPr id="1" name="Shape 147"/>
        <p:cNvGrpSpPr/>
        <p:nvPr/>
      </p:nvGrpSpPr>
      <p:grpSpPr>
        <a:xfrm>
          <a:off x="0" y="0"/>
          <a:ext cx="0" cy="0"/>
          <a:chOff x="0" y="0"/>
          <a:chExt cx="0" cy="0"/>
        </a:xfrm>
      </p:grpSpPr>
      <p:sp>
        <p:nvSpPr>
          <p:cNvPr id="148" name="Google Shape;148;p14"/>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p:cSld name="1_Construindo o conceito">
    <p:spTree>
      <p:nvGrpSpPr>
        <p:cNvPr id="1" name="Shape 149"/>
        <p:cNvGrpSpPr/>
        <p:nvPr/>
      </p:nvGrpSpPr>
      <p:grpSpPr>
        <a:xfrm>
          <a:off x="0" y="0"/>
          <a:ext cx="0" cy="0"/>
          <a:chOff x="0" y="0"/>
          <a:chExt cx="0" cy="0"/>
        </a:xfrm>
      </p:grpSpPr>
      <p:pic>
        <p:nvPicPr>
          <p:cNvPr id="150" name="Google Shape;150;p15"/>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151" name="Google Shape;151;p15"/>
          <p:cNvSpPr/>
          <p:nvPr/>
        </p:nvSpPr>
        <p:spPr>
          <a:xfrm>
            <a:off x="3426936" y="0"/>
            <a:ext cx="8781698" cy="688608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152" name="Google Shape;152;p15"/>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3" name="Google Shape;153;p15"/>
          <p:cNvSpPr txBox="1">
            <a:spLocks noGrp="1"/>
          </p:cNvSpPr>
          <p:nvPr>
            <p:ph type="body" idx="1"/>
          </p:nvPr>
        </p:nvSpPr>
        <p:spPr>
          <a:xfrm>
            <a:off x="6095993" y="2930526"/>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4" name="Google Shape;154;p15"/>
          <p:cNvSpPr txBox="1">
            <a:spLocks noGrp="1"/>
          </p:cNvSpPr>
          <p:nvPr>
            <p:ph type="body" idx="2"/>
          </p:nvPr>
        </p:nvSpPr>
        <p:spPr>
          <a:xfrm>
            <a:off x="6095995" y="328084"/>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155" name="Google Shape;155;p15"/>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56" name="Google Shape;156;p15"/>
          <p:cNvSpPr>
            <a:spLocks noGrp="1"/>
          </p:cNvSpPr>
          <p:nvPr>
            <p:ph type="pic" idx="3"/>
          </p:nvPr>
        </p:nvSpPr>
        <p:spPr>
          <a:xfrm>
            <a:off x="2916086" y="2386130"/>
            <a:ext cx="2615142" cy="1630053"/>
          </a:xfrm>
          <a:prstGeom prst="rect">
            <a:avLst/>
          </a:prstGeom>
          <a:solidFill>
            <a:srgbClr val="D8D8D8"/>
          </a:solidFill>
          <a:ln>
            <a:noFill/>
          </a:ln>
        </p:spPr>
        <p:txBody>
          <a:bodyPr/>
          <a:lstStyle/>
          <a:p>
            <a:endParaRPr lang="pt-BR" dirty="0"/>
          </a:p>
        </p:txBody>
      </p:sp>
      <p:sp>
        <p:nvSpPr>
          <p:cNvPr id="157" name="Google Shape;157;p15"/>
          <p:cNvSpPr>
            <a:spLocks noGrp="1"/>
          </p:cNvSpPr>
          <p:nvPr>
            <p:ph type="pic" idx="4"/>
          </p:nvPr>
        </p:nvSpPr>
        <p:spPr>
          <a:xfrm>
            <a:off x="2916086" y="4507889"/>
            <a:ext cx="2615142" cy="1674500"/>
          </a:xfrm>
          <a:prstGeom prst="rect">
            <a:avLst/>
          </a:prstGeom>
          <a:solidFill>
            <a:srgbClr val="D8D8D8"/>
          </a:solidFill>
          <a:ln>
            <a:noFill/>
          </a:ln>
        </p:spPr>
        <p:txBody>
          <a:bodyPr/>
          <a:lstStyle/>
          <a:p>
            <a:endParaRPr lang="pt-BR" dirty="0"/>
          </a:p>
        </p:txBody>
      </p:sp>
      <p:sp>
        <p:nvSpPr>
          <p:cNvPr id="158" name="Google Shape;158;p15"/>
          <p:cNvSpPr txBox="1">
            <a:spLocks noGrp="1"/>
          </p:cNvSpPr>
          <p:nvPr>
            <p:ph type="body" idx="5"/>
          </p:nvPr>
        </p:nvSpPr>
        <p:spPr>
          <a:xfrm>
            <a:off x="2909636" y="1999635"/>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9" name="Google Shape;159;p15"/>
          <p:cNvSpPr txBox="1">
            <a:spLocks noGrp="1"/>
          </p:cNvSpPr>
          <p:nvPr>
            <p:ph type="body" idx="6"/>
          </p:nvPr>
        </p:nvSpPr>
        <p:spPr>
          <a:xfrm>
            <a:off x="2909636" y="4093478"/>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0" name="Google Shape;160;p15"/>
          <p:cNvSpPr txBox="1">
            <a:spLocks noGrp="1"/>
          </p:cNvSpPr>
          <p:nvPr>
            <p:ph type="body" idx="7"/>
          </p:nvPr>
        </p:nvSpPr>
        <p:spPr>
          <a:xfrm>
            <a:off x="2909636" y="6265047"/>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1" name="Google Shape;161;p15"/>
          <p:cNvSpPr txBox="1">
            <a:spLocks noGrp="1"/>
          </p:cNvSpPr>
          <p:nvPr>
            <p:ph type="body" idx="8"/>
          </p:nvPr>
        </p:nvSpPr>
        <p:spPr>
          <a:xfrm>
            <a:off x="6095995" y="2453217"/>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2" name="Google Shape;162;p15"/>
          <p:cNvSpPr txBox="1">
            <a:spLocks noGrp="1"/>
          </p:cNvSpPr>
          <p:nvPr>
            <p:ph type="body" idx="9"/>
          </p:nvPr>
        </p:nvSpPr>
        <p:spPr>
          <a:xfrm>
            <a:off x="6095995" y="4586817"/>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3" name="Google Shape;163;p15"/>
          <p:cNvSpPr txBox="1">
            <a:spLocks noGrp="1"/>
          </p:cNvSpPr>
          <p:nvPr>
            <p:ph type="body" idx="13"/>
          </p:nvPr>
        </p:nvSpPr>
        <p:spPr>
          <a:xfrm>
            <a:off x="6095993" y="813859"/>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4" name="Google Shape;164;p15"/>
          <p:cNvSpPr txBox="1">
            <a:spLocks noGrp="1"/>
          </p:cNvSpPr>
          <p:nvPr>
            <p:ph type="body" idx="14"/>
          </p:nvPr>
        </p:nvSpPr>
        <p:spPr>
          <a:xfrm>
            <a:off x="6095993" y="5072592"/>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5" name="Google Shape;165;p15"/>
          <p:cNvSpPr>
            <a:spLocks noGrp="1"/>
          </p:cNvSpPr>
          <p:nvPr>
            <p:ph type="pic" idx="15"/>
          </p:nvPr>
        </p:nvSpPr>
        <p:spPr>
          <a:xfrm>
            <a:off x="2916086" y="300154"/>
            <a:ext cx="2615142" cy="1630053"/>
          </a:xfrm>
          <a:prstGeom prst="rect">
            <a:avLst/>
          </a:prstGeom>
          <a:solidFill>
            <a:srgbClr val="D8D8D8"/>
          </a:solidFill>
          <a:ln>
            <a:noFill/>
          </a:ln>
        </p:spPr>
        <p:txBody>
          <a:bodyPr/>
          <a:lstStyle/>
          <a:p>
            <a:endParaRPr lang="pt-BR" dirty="0"/>
          </a:p>
        </p:txBody>
      </p:sp>
      <p:sp>
        <p:nvSpPr>
          <p:cNvPr id="166" name="Google Shape;166;p15"/>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7" name="Google Shape;167;p15"/>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68"/>
        <p:cNvGrpSpPr/>
        <p:nvPr/>
      </p:nvGrpSpPr>
      <p:grpSpPr>
        <a:xfrm>
          <a:off x="0" y="0"/>
          <a:ext cx="0" cy="0"/>
          <a:chOff x="0" y="0"/>
          <a:chExt cx="0" cy="0"/>
        </a:xfrm>
      </p:grpSpPr>
      <p:pic>
        <p:nvPicPr>
          <p:cNvPr id="169" name="Google Shape;169;p16"/>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170" name="Google Shape;170;p16"/>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71" name="Google Shape;171;p16"/>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2" name="Google Shape;172;p16"/>
          <p:cNvSpPr txBox="1">
            <a:spLocks noGrp="1"/>
          </p:cNvSpPr>
          <p:nvPr>
            <p:ph type="body" idx="1"/>
          </p:nvPr>
        </p:nvSpPr>
        <p:spPr>
          <a:xfrm>
            <a:off x="6095993" y="2930526"/>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3" name="Google Shape;173;p16"/>
          <p:cNvSpPr txBox="1">
            <a:spLocks noGrp="1"/>
          </p:cNvSpPr>
          <p:nvPr>
            <p:ph type="body" idx="2"/>
          </p:nvPr>
        </p:nvSpPr>
        <p:spPr>
          <a:xfrm>
            <a:off x="6095995" y="328084"/>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174" name="Google Shape;174;p16"/>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75" name="Google Shape;175;p16"/>
          <p:cNvSpPr>
            <a:spLocks noGrp="1"/>
          </p:cNvSpPr>
          <p:nvPr>
            <p:ph type="pic" idx="3"/>
          </p:nvPr>
        </p:nvSpPr>
        <p:spPr>
          <a:xfrm>
            <a:off x="2916086" y="2386130"/>
            <a:ext cx="2615142" cy="1630053"/>
          </a:xfrm>
          <a:prstGeom prst="rect">
            <a:avLst/>
          </a:prstGeom>
          <a:solidFill>
            <a:srgbClr val="D8D8D8"/>
          </a:solidFill>
          <a:ln>
            <a:noFill/>
          </a:ln>
        </p:spPr>
        <p:txBody>
          <a:bodyPr/>
          <a:lstStyle/>
          <a:p>
            <a:endParaRPr lang="pt-BR" dirty="0"/>
          </a:p>
        </p:txBody>
      </p:sp>
      <p:sp>
        <p:nvSpPr>
          <p:cNvPr id="176" name="Google Shape;176;p16"/>
          <p:cNvSpPr>
            <a:spLocks noGrp="1"/>
          </p:cNvSpPr>
          <p:nvPr>
            <p:ph type="pic" idx="4"/>
          </p:nvPr>
        </p:nvSpPr>
        <p:spPr>
          <a:xfrm>
            <a:off x="2916086" y="4507889"/>
            <a:ext cx="2615142" cy="1674500"/>
          </a:xfrm>
          <a:prstGeom prst="rect">
            <a:avLst/>
          </a:prstGeom>
          <a:solidFill>
            <a:srgbClr val="D8D8D8"/>
          </a:solidFill>
          <a:ln>
            <a:noFill/>
          </a:ln>
        </p:spPr>
        <p:txBody>
          <a:bodyPr/>
          <a:lstStyle/>
          <a:p>
            <a:endParaRPr lang="pt-BR" dirty="0"/>
          </a:p>
        </p:txBody>
      </p:sp>
      <p:sp>
        <p:nvSpPr>
          <p:cNvPr id="177" name="Google Shape;177;p16"/>
          <p:cNvSpPr txBox="1">
            <a:spLocks noGrp="1"/>
          </p:cNvSpPr>
          <p:nvPr>
            <p:ph type="body" idx="5"/>
          </p:nvPr>
        </p:nvSpPr>
        <p:spPr>
          <a:xfrm>
            <a:off x="2909636" y="1999635"/>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8" name="Google Shape;178;p16"/>
          <p:cNvSpPr txBox="1">
            <a:spLocks noGrp="1"/>
          </p:cNvSpPr>
          <p:nvPr>
            <p:ph type="body" idx="6"/>
          </p:nvPr>
        </p:nvSpPr>
        <p:spPr>
          <a:xfrm>
            <a:off x="2909636" y="4093478"/>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9" name="Google Shape;179;p16"/>
          <p:cNvSpPr txBox="1">
            <a:spLocks noGrp="1"/>
          </p:cNvSpPr>
          <p:nvPr>
            <p:ph type="body" idx="7"/>
          </p:nvPr>
        </p:nvSpPr>
        <p:spPr>
          <a:xfrm>
            <a:off x="2909636" y="6265047"/>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0" name="Google Shape;180;p16"/>
          <p:cNvSpPr txBox="1">
            <a:spLocks noGrp="1"/>
          </p:cNvSpPr>
          <p:nvPr>
            <p:ph type="body" idx="8"/>
          </p:nvPr>
        </p:nvSpPr>
        <p:spPr>
          <a:xfrm>
            <a:off x="6095995" y="2453217"/>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1" name="Google Shape;181;p16"/>
          <p:cNvSpPr txBox="1">
            <a:spLocks noGrp="1"/>
          </p:cNvSpPr>
          <p:nvPr>
            <p:ph type="body" idx="9"/>
          </p:nvPr>
        </p:nvSpPr>
        <p:spPr>
          <a:xfrm>
            <a:off x="6095995" y="4586817"/>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2" name="Google Shape;182;p16"/>
          <p:cNvSpPr txBox="1">
            <a:spLocks noGrp="1"/>
          </p:cNvSpPr>
          <p:nvPr>
            <p:ph type="body" idx="13"/>
          </p:nvPr>
        </p:nvSpPr>
        <p:spPr>
          <a:xfrm>
            <a:off x="6095993" y="813859"/>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3" name="Google Shape;183;p16"/>
          <p:cNvSpPr txBox="1">
            <a:spLocks noGrp="1"/>
          </p:cNvSpPr>
          <p:nvPr>
            <p:ph type="body" idx="14"/>
          </p:nvPr>
        </p:nvSpPr>
        <p:spPr>
          <a:xfrm>
            <a:off x="6095993" y="5072592"/>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4" name="Google Shape;184;p16"/>
          <p:cNvSpPr>
            <a:spLocks noGrp="1"/>
          </p:cNvSpPr>
          <p:nvPr>
            <p:ph type="pic" idx="15"/>
          </p:nvPr>
        </p:nvSpPr>
        <p:spPr>
          <a:xfrm>
            <a:off x="2916086" y="300154"/>
            <a:ext cx="2615142" cy="1630053"/>
          </a:xfrm>
          <a:prstGeom prst="rect">
            <a:avLst/>
          </a:prstGeom>
          <a:solidFill>
            <a:srgbClr val="D8D8D8"/>
          </a:solidFill>
          <a:ln>
            <a:noFill/>
          </a:ln>
        </p:spPr>
        <p:txBody>
          <a:bodyPr/>
          <a:lstStyle/>
          <a:p>
            <a:endParaRPr lang="pt-BR" dirty="0"/>
          </a:p>
        </p:txBody>
      </p:sp>
      <p:sp>
        <p:nvSpPr>
          <p:cNvPr id="185" name="Google Shape;185;p16"/>
          <p:cNvSpPr txBox="1"/>
          <p:nvPr/>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highlight>
                  <a:srgbClr val="00FFFF"/>
                </a:highlight>
                <a:latin typeface="Poppins"/>
                <a:ea typeface="Poppins"/>
                <a:cs typeface="Poppins"/>
                <a:sym typeface="Poppins"/>
              </a:rPr>
              <a:t>guiada</a:t>
            </a:r>
            <a:endParaRPr sz="2333" b="0" i="0" u="none" strike="noStrike" cap="none" dirty="0">
              <a:solidFill>
                <a:schemeClr val="lt1"/>
              </a:solidFill>
              <a:highlight>
                <a:srgbClr val="00FFFF"/>
              </a:highlight>
              <a:latin typeface="Poppins Light"/>
              <a:ea typeface="Poppins Light"/>
              <a:cs typeface="Poppins Light"/>
              <a:sym typeface="Poppins Ligh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 Conteudo">
  <p:cSld name="2_1. Conteudo 2">
    <p:spTree>
      <p:nvGrpSpPr>
        <p:cNvPr id="1" name="Shape 186"/>
        <p:cNvGrpSpPr/>
        <p:nvPr/>
      </p:nvGrpSpPr>
      <p:grpSpPr>
        <a:xfrm>
          <a:off x="0" y="0"/>
          <a:ext cx="0" cy="0"/>
          <a:chOff x="0" y="0"/>
          <a:chExt cx="0" cy="0"/>
        </a:xfrm>
      </p:grpSpPr>
      <p:sp>
        <p:nvSpPr>
          <p:cNvPr id="187" name="Google Shape;187;p17"/>
          <p:cNvSpPr txBox="1">
            <a:spLocks noGrp="1"/>
          </p:cNvSpPr>
          <p:nvPr>
            <p:ph type="body" idx="1"/>
          </p:nvPr>
        </p:nvSpPr>
        <p:spPr>
          <a:xfrm>
            <a:off x="3751838" y="2170264"/>
            <a:ext cx="4044985" cy="7209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8" name="Google Shape;188;p17"/>
          <p:cNvSpPr txBox="1">
            <a:spLocks noGrp="1"/>
          </p:cNvSpPr>
          <p:nvPr>
            <p:ph type="body" idx="2"/>
          </p:nvPr>
        </p:nvSpPr>
        <p:spPr>
          <a:xfrm>
            <a:off x="3751838" y="3122764"/>
            <a:ext cx="4044985" cy="7209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9" name="Google Shape;189;p17"/>
          <p:cNvSpPr txBox="1">
            <a:spLocks noGrp="1"/>
          </p:cNvSpPr>
          <p:nvPr>
            <p:ph type="body" idx="3"/>
          </p:nvPr>
        </p:nvSpPr>
        <p:spPr>
          <a:xfrm>
            <a:off x="3751838" y="4049864"/>
            <a:ext cx="4044985" cy="7209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0" name="Google Shape;190;p17"/>
          <p:cNvSpPr txBox="1">
            <a:spLocks noGrp="1"/>
          </p:cNvSpPr>
          <p:nvPr>
            <p:ph type="body" idx="4"/>
          </p:nvPr>
        </p:nvSpPr>
        <p:spPr>
          <a:xfrm>
            <a:off x="3751838" y="4989664"/>
            <a:ext cx="4044985" cy="7209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1" name="Google Shape;191;p17"/>
          <p:cNvSpPr txBox="1">
            <a:spLocks noGrp="1"/>
          </p:cNvSpPr>
          <p:nvPr>
            <p:ph type="body" idx="5"/>
          </p:nvPr>
        </p:nvSpPr>
        <p:spPr>
          <a:xfrm>
            <a:off x="3514725" y="559205"/>
            <a:ext cx="7208308" cy="12606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2" name="Google Shape;192;p17"/>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3" name="Google Shape;193;p17"/>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 Conteudo">
  <p:cSld name="2_3. Conteudo">
    <p:spTree>
      <p:nvGrpSpPr>
        <p:cNvPr id="1" name="Shape 194"/>
        <p:cNvGrpSpPr/>
        <p:nvPr/>
      </p:nvGrpSpPr>
      <p:grpSpPr>
        <a:xfrm>
          <a:off x="0" y="0"/>
          <a:ext cx="0" cy="0"/>
          <a:chOff x="0" y="0"/>
          <a:chExt cx="0" cy="0"/>
        </a:xfrm>
      </p:grpSpPr>
      <p:pic>
        <p:nvPicPr>
          <p:cNvPr id="195" name="Google Shape;195;p18"/>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196" name="Google Shape;196;p18"/>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7" name="Google Shape;197;p18"/>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8" name="Google Shape;198;p18"/>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9" name="Google Shape;199;p18"/>
          <p:cNvSpPr txBox="1">
            <a:spLocks noGrp="1"/>
          </p:cNvSpPr>
          <p:nvPr>
            <p:ph type="body" idx="1"/>
          </p:nvPr>
        </p:nvSpPr>
        <p:spPr>
          <a:xfrm>
            <a:off x="3707268" y="641350"/>
            <a:ext cx="7366062" cy="173249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0" name="Google Shape;200;p18"/>
          <p:cNvSpPr txBox="1">
            <a:spLocks noGrp="1"/>
          </p:cNvSpPr>
          <p:nvPr>
            <p:ph type="body" idx="2"/>
          </p:nvPr>
        </p:nvSpPr>
        <p:spPr>
          <a:xfrm>
            <a:off x="4428690" y="2540104"/>
            <a:ext cx="6644640" cy="348648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1" name="Google Shape;201;p18"/>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2" name="Google Shape;202;p18"/>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3. Conteudo">
  <p:cSld name="2_3. Conteudo 2">
    <p:spTree>
      <p:nvGrpSpPr>
        <p:cNvPr id="1" name="Shape 203"/>
        <p:cNvGrpSpPr/>
        <p:nvPr/>
      </p:nvGrpSpPr>
      <p:grpSpPr>
        <a:xfrm>
          <a:off x="0" y="0"/>
          <a:ext cx="0" cy="0"/>
          <a:chOff x="0" y="0"/>
          <a:chExt cx="0" cy="0"/>
        </a:xfrm>
      </p:grpSpPr>
      <p:pic>
        <p:nvPicPr>
          <p:cNvPr id="204" name="Google Shape;204;p19"/>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05" name="Google Shape;205;p19"/>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6" name="Google Shape;206;p19"/>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7" name="Google Shape;207;p19"/>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8" name="Google Shape;208;p19"/>
          <p:cNvSpPr txBox="1">
            <a:spLocks noGrp="1"/>
          </p:cNvSpPr>
          <p:nvPr>
            <p:ph type="body" idx="1"/>
          </p:nvPr>
        </p:nvSpPr>
        <p:spPr>
          <a:xfrm>
            <a:off x="3598410" y="633942"/>
            <a:ext cx="8052782" cy="1162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9" name="Google Shape;209;p19"/>
          <p:cNvSpPr txBox="1">
            <a:spLocks noGrp="1"/>
          </p:cNvSpPr>
          <p:nvPr>
            <p:ph type="body" idx="2"/>
          </p:nvPr>
        </p:nvSpPr>
        <p:spPr>
          <a:xfrm>
            <a:off x="6374268" y="2372801"/>
            <a:ext cx="5276924" cy="357248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0" name="Google Shape;210;p19"/>
          <p:cNvSpPr txBox="1">
            <a:spLocks noGrp="1"/>
          </p:cNvSpPr>
          <p:nvPr>
            <p:ph type="body" idx="3"/>
          </p:nvPr>
        </p:nvSpPr>
        <p:spPr>
          <a:xfrm>
            <a:off x="3596090" y="5702430"/>
            <a:ext cx="2497589" cy="2428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1" name="Google Shape;211;p19"/>
          <p:cNvSpPr>
            <a:spLocks noGrp="1"/>
          </p:cNvSpPr>
          <p:nvPr>
            <p:ph type="pic" idx="4"/>
          </p:nvPr>
        </p:nvSpPr>
        <p:spPr>
          <a:xfrm>
            <a:off x="3596091" y="2364317"/>
            <a:ext cx="2497793" cy="3216275"/>
          </a:xfrm>
          <a:prstGeom prst="rect">
            <a:avLst/>
          </a:prstGeom>
          <a:solidFill>
            <a:srgbClr val="D9D9D9"/>
          </a:solidFill>
          <a:ln>
            <a:noFill/>
          </a:ln>
        </p:spPr>
        <p:txBody>
          <a:bodyPr/>
          <a:lstStyle/>
          <a:p>
            <a:endParaRPr lang="pt-BR" dirty="0"/>
          </a:p>
        </p:txBody>
      </p:sp>
      <p:sp>
        <p:nvSpPr>
          <p:cNvPr id="212" name="Google Shape;212;p19"/>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3" name="Google Shape;213;p19"/>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3. Conteudo">
  <p:cSld name="2_3. Conteudo 3">
    <p:spTree>
      <p:nvGrpSpPr>
        <p:cNvPr id="1" name="Shape 214"/>
        <p:cNvGrpSpPr/>
        <p:nvPr/>
      </p:nvGrpSpPr>
      <p:grpSpPr>
        <a:xfrm>
          <a:off x="0" y="0"/>
          <a:ext cx="0" cy="0"/>
          <a:chOff x="0" y="0"/>
          <a:chExt cx="0" cy="0"/>
        </a:xfrm>
      </p:grpSpPr>
      <p:pic>
        <p:nvPicPr>
          <p:cNvPr id="215" name="Google Shape;215;p20"/>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16" name="Google Shape;216;p20"/>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7" name="Google Shape;217;p20"/>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8" name="Google Shape;218;p20"/>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9" name="Google Shape;219;p20"/>
          <p:cNvSpPr txBox="1">
            <a:spLocks noGrp="1"/>
          </p:cNvSpPr>
          <p:nvPr>
            <p:ph type="body" idx="1"/>
          </p:nvPr>
        </p:nvSpPr>
        <p:spPr>
          <a:xfrm>
            <a:off x="3598409" y="619125"/>
            <a:ext cx="8052783" cy="118956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 name="Google Shape;220;p20"/>
          <p:cNvSpPr txBox="1">
            <a:spLocks noGrp="1"/>
          </p:cNvSpPr>
          <p:nvPr>
            <p:ph type="body" idx="2"/>
          </p:nvPr>
        </p:nvSpPr>
        <p:spPr>
          <a:xfrm>
            <a:off x="3598409" y="5860191"/>
            <a:ext cx="8052716" cy="29564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1" name="Google Shape;221;p20"/>
          <p:cNvSpPr txBox="1"/>
          <p:nvPr/>
        </p:nvSpPr>
        <p:spPr>
          <a:xfrm>
            <a:off x="12032105" y="578620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2" name="Google Shape;222;p20"/>
          <p:cNvSpPr txBox="1">
            <a:spLocks noGrp="1"/>
          </p:cNvSpPr>
          <p:nvPr>
            <p:ph type="body" idx="3"/>
          </p:nvPr>
        </p:nvSpPr>
        <p:spPr>
          <a:xfrm>
            <a:off x="3598409" y="2012716"/>
            <a:ext cx="8052716" cy="37361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3" name="Google Shape;223;p20"/>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24" name="Google Shape;224;p20"/>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 Conteudo">
  <p:cSld name="2_3. Conteudo 4">
    <p:spTree>
      <p:nvGrpSpPr>
        <p:cNvPr id="1" name="Shape 225"/>
        <p:cNvGrpSpPr/>
        <p:nvPr/>
      </p:nvGrpSpPr>
      <p:grpSpPr>
        <a:xfrm>
          <a:off x="0" y="0"/>
          <a:ext cx="0" cy="0"/>
          <a:chOff x="0" y="0"/>
          <a:chExt cx="0" cy="0"/>
        </a:xfrm>
      </p:grpSpPr>
      <p:pic>
        <p:nvPicPr>
          <p:cNvPr id="226" name="Google Shape;226;p21"/>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27" name="Google Shape;227;p21"/>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8" name="Google Shape;228;p21"/>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9" name="Google Shape;229;p21"/>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0" name="Google Shape;230;p21"/>
          <p:cNvSpPr>
            <a:spLocks noGrp="1"/>
          </p:cNvSpPr>
          <p:nvPr>
            <p:ph type="pic" idx="2"/>
          </p:nvPr>
        </p:nvSpPr>
        <p:spPr>
          <a:xfrm>
            <a:off x="3598408" y="2027345"/>
            <a:ext cx="8052717" cy="3699799"/>
          </a:xfrm>
          <a:prstGeom prst="rect">
            <a:avLst/>
          </a:prstGeom>
          <a:solidFill>
            <a:srgbClr val="D8D8D8"/>
          </a:solidFill>
          <a:ln>
            <a:noFill/>
          </a:ln>
        </p:spPr>
        <p:txBody>
          <a:bodyPr/>
          <a:lstStyle/>
          <a:p>
            <a:endParaRPr lang="pt-BR" dirty="0"/>
          </a:p>
        </p:txBody>
      </p:sp>
      <p:sp>
        <p:nvSpPr>
          <p:cNvPr id="231" name="Google Shape;231;p21"/>
          <p:cNvSpPr txBox="1">
            <a:spLocks noGrp="1"/>
          </p:cNvSpPr>
          <p:nvPr>
            <p:ph type="body" idx="1"/>
          </p:nvPr>
        </p:nvSpPr>
        <p:spPr>
          <a:xfrm>
            <a:off x="3598407" y="633942"/>
            <a:ext cx="8052785" cy="1162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2" name="Google Shape;232;p21"/>
          <p:cNvSpPr txBox="1">
            <a:spLocks noGrp="1"/>
          </p:cNvSpPr>
          <p:nvPr>
            <p:ph type="body" idx="3"/>
          </p:nvPr>
        </p:nvSpPr>
        <p:spPr>
          <a:xfrm>
            <a:off x="3598407" y="5842824"/>
            <a:ext cx="8052785" cy="3103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3" name="Google Shape;233;p21"/>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34" name="Google Shape;234;p21"/>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3. Conteudo">
  <p:cSld name="2_3. Conteudo 5">
    <p:spTree>
      <p:nvGrpSpPr>
        <p:cNvPr id="1" name="Shape 235"/>
        <p:cNvGrpSpPr/>
        <p:nvPr/>
      </p:nvGrpSpPr>
      <p:grpSpPr>
        <a:xfrm>
          <a:off x="0" y="0"/>
          <a:ext cx="0" cy="0"/>
          <a:chOff x="0" y="0"/>
          <a:chExt cx="0" cy="0"/>
        </a:xfrm>
      </p:grpSpPr>
      <p:pic>
        <p:nvPicPr>
          <p:cNvPr id="236" name="Google Shape;236;p22"/>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37" name="Google Shape;237;p22"/>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8" name="Google Shape;238;p22"/>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9" name="Google Shape;239;p22"/>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0" name="Google Shape;240;p22"/>
          <p:cNvSpPr txBox="1">
            <a:spLocks noGrp="1"/>
          </p:cNvSpPr>
          <p:nvPr>
            <p:ph type="body" idx="1"/>
          </p:nvPr>
        </p:nvSpPr>
        <p:spPr>
          <a:xfrm>
            <a:off x="3598410" y="633520"/>
            <a:ext cx="3803877" cy="546501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1" name="Google Shape;241;p22"/>
          <p:cNvSpPr txBox="1">
            <a:spLocks noGrp="1"/>
          </p:cNvSpPr>
          <p:nvPr>
            <p:ph type="body" idx="2"/>
          </p:nvPr>
        </p:nvSpPr>
        <p:spPr>
          <a:xfrm>
            <a:off x="7767637" y="630987"/>
            <a:ext cx="3803877" cy="546501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2" name="Google Shape;242;p22"/>
          <p:cNvSpPr/>
          <p:nvPr/>
        </p:nvSpPr>
        <p:spPr>
          <a:xfrm>
            <a:off x="200185" y="269162"/>
            <a:ext cx="2290073" cy="1671398"/>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43" name="Google Shape;243;p22"/>
          <p:cNvSpPr txBox="1"/>
          <p:nvPr/>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3. Conteudo">
  <p:cSld name="2_3. Conteudo 6">
    <p:spTree>
      <p:nvGrpSpPr>
        <p:cNvPr id="1" name="Shape 244"/>
        <p:cNvGrpSpPr/>
        <p:nvPr/>
      </p:nvGrpSpPr>
      <p:grpSpPr>
        <a:xfrm>
          <a:off x="0" y="0"/>
          <a:ext cx="0" cy="0"/>
          <a:chOff x="0" y="0"/>
          <a:chExt cx="0" cy="0"/>
        </a:xfrm>
      </p:grpSpPr>
      <p:pic>
        <p:nvPicPr>
          <p:cNvPr id="245" name="Google Shape;245;p23"/>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46" name="Google Shape;246;p23"/>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7" name="Google Shape;247;p23"/>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8" name="Google Shape;248;p23"/>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9" name="Google Shape;249;p23"/>
          <p:cNvSpPr txBox="1">
            <a:spLocks noGrp="1"/>
          </p:cNvSpPr>
          <p:nvPr>
            <p:ph type="body" idx="1"/>
          </p:nvPr>
        </p:nvSpPr>
        <p:spPr>
          <a:xfrm>
            <a:off x="3598410" y="633520"/>
            <a:ext cx="3803877" cy="546501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50" name="Google Shape;250;p23"/>
          <p:cNvSpPr txBox="1">
            <a:spLocks noGrp="1"/>
          </p:cNvSpPr>
          <p:nvPr>
            <p:ph type="body" idx="2"/>
          </p:nvPr>
        </p:nvSpPr>
        <p:spPr>
          <a:xfrm>
            <a:off x="7767637" y="630987"/>
            <a:ext cx="3803877" cy="546501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51" name="Google Shape;251;p23"/>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52" name="Google Shape;252;p23"/>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_Linha do Tempo1">
  <p:cSld name="3_Linha do Tempo1 2">
    <p:spTree>
      <p:nvGrpSpPr>
        <p:cNvPr id="1" name="Shape 253"/>
        <p:cNvGrpSpPr/>
        <p:nvPr/>
      </p:nvGrpSpPr>
      <p:grpSpPr>
        <a:xfrm>
          <a:off x="0" y="0"/>
          <a:ext cx="0" cy="0"/>
          <a:chOff x="0" y="0"/>
          <a:chExt cx="0" cy="0"/>
        </a:xfrm>
      </p:grpSpPr>
      <p:cxnSp>
        <p:nvCxnSpPr>
          <p:cNvPr id="254" name="Google Shape;254;p24"/>
          <p:cNvCxnSpPr/>
          <p:nvPr/>
        </p:nvCxnSpPr>
        <p:spPr>
          <a:xfrm rot="10800000">
            <a:off x="4997465" y="2618483"/>
            <a:ext cx="6017865" cy="0"/>
          </a:xfrm>
          <a:prstGeom prst="straightConnector1">
            <a:avLst/>
          </a:prstGeom>
          <a:noFill/>
          <a:ln w="19050" cap="flat" cmpd="sng">
            <a:solidFill>
              <a:srgbClr val="F4F4F4"/>
            </a:solidFill>
            <a:prstDash val="solid"/>
            <a:round/>
            <a:headEnd type="diamond" w="med" len="med"/>
            <a:tailEnd type="none" w="sm" len="sm"/>
          </a:ln>
        </p:spPr>
      </p:cxnSp>
      <p:sp>
        <p:nvSpPr>
          <p:cNvPr id="255" name="Google Shape;255;p24"/>
          <p:cNvSpPr>
            <a:spLocks noGrp="1"/>
          </p:cNvSpPr>
          <p:nvPr>
            <p:ph type="pic" idx="2"/>
          </p:nvPr>
        </p:nvSpPr>
        <p:spPr>
          <a:xfrm>
            <a:off x="2204323" y="2276371"/>
            <a:ext cx="2793140" cy="1677459"/>
          </a:xfrm>
          <a:prstGeom prst="rect">
            <a:avLst/>
          </a:prstGeom>
          <a:solidFill>
            <a:srgbClr val="D8D8D8"/>
          </a:solidFill>
          <a:ln>
            <a:noFill/>
          </a:ln>
        </p:spPr>
        <p:txBody>
          <a:bodyPr/>
          <a:lstStyle/>
          <a:p>
            <a:endParaRPr lang="pt-BR" dirty="0"/>
          </a:p>
        </p:txBody>
      </p:sp>
      <p:sp>
        <p:nvSpPr>
          <p:cNvPr id="256" name="Google Shape;256;p24"/>
          <p:cNvSpPr txBox="1">
            <a:spLocks noGrp="1"/>
          </p:cNvSpPr>
          <p:nvPr>
            <p:ph type="body" idx="1"/>
          </p:nvPr>
        </p:nvSpPr>
        <p:spPr>
          <a:xfrm>
            <a:off x="5572275" y="2819872"/>
            <a:ext cx="5443055" cy="11307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cxnSp>
        <p:nvCxnSpPr>
          <p:cNvPr id="257" name="Google Shape;257;p24"/>
          <p:cNvCxnSpPr/>
          <p:nvPr/>
        </p:nvCxnSpPr>
        <p:spPr>
          <a:xfrm rot="10800000">
            <a:off x="4997465" y="4669769"/>
            <a:ext cx="5961159" cy="0"/>
          </a:xfrm>
          <a:prstGeom prst="straightConnector1">
            <a:avLst/>
          </a:prstGeom>
          <a:noFill/>
          <a:ln w="19050" cap="flat" cmpd="sng">
            <a:solidFill>
              <a:srgbClr val="F4F4F4"/>
            </a:solidFill>
            <a:prstDash val="solid"/>
            <a:round/>
            <a:headEnd type="diamond" w="med" len="med"/>
            <a:tailEnd type="none" w="sm" len="sm"/>
          </a:ln>
        </p:spPr>
      </p:cxnSp>
      <p:sp>
        <p:nvSpPr>
          <p:cNvPr id="258" name="Google Shape;258;p24"/>
          <p:cNvSpPr>
            <a:spLocks noGrp="1"/>
          </p:cNvSpPr>
          <p:nvPr>
            <p:ph type="pic" idx="3"/>
          </p:nvPr>
        </p:nvSpPr>
        <p:spPr>
          <a:xfrm>
            <a:off x="2204323" y="4327657"/>
            <a:ext cx="2793140" cy="1677459"/>
          </a:xfrm>
          <a:prstGeom prst="rect">
            <a:avLst/>
          </a:prstGeom>
          <a:solidFill>
            <a:srgbClr val="D8D8D8"/>
          </a:solidFill>
          <a:ln>
            <a:noFill/>
          </a:ln>
        </p:spPr>
        <p:txBody>
          <a:bodyPr/>
          <a:lstStyle/>
          <a:p>
            <a:endParaRPr lang="pt-BR" dirty="0"/>
          </a:p>
        </p:txBody>
      </p:sp>
      <p:sp>
        <p:nvSpPr>
          <p:cNvPr id="259" name="Google Shape;259;p24"/>
          <p:cNvSpPr txBox="1">
            <a:spLocks noGrp="1"/>
          </p:cNvSpPr>
          <p:nvPr>
            <p:ph type="body" idx="4"/>
          </p:nvPr>
        </p:nvSpPr>
        <p:spPr>
          <a:xfrm>
            <a:off x="5572274" y="4871158"/>
            <a:ext cx="5443053" cy="11307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60" name="Google Shape;260;p24"/>
          <p:cNvSpPr txBox="1">
            <a:spLocks noGrp="1"/>
          </p:cNvSpPr>
          <p:nvPr>
            <p:ph type="body" idx="5"/>
          </p:nvPr>
        </p:nvSpPr>
        <p:spPr>
          <a:xfrm>
            <a:off x="2204324" y="1484525"/>
            <a:ext cx="8811006" cy="616192"/>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61" name="Google Shape;261;p24"/>
          <p:cNvSpPr txBox="1">
            <a:spLocks noGrp="1"/>
          </p:cNvSpPr>
          <p:nvPr>
            <p:ph type="body" idx="6"/>
          </p:nvPr>
        </p:nvSpPr>
        <p:spPr>
          <a:xfrm>
            <a:off x="2204323" y="454165"/>
            <a:ext cx="8811005" cy="82897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2_Linha do Tempo1">
  <p:cSld name="3_Linha do Tempo1 3">
    <p:spTree>
      <p:nvGrpSpPr>
        <p:cNvPr id="1" name="Shape 262"/>
        <p:cNvGrpSpPr/>
        <p:nvPr/>
      </p:nvGrpSpPr>
      <p:grpSpPr>
        <a:xfrm>
          <a:off x="0" y="0"/>
          <a:ext cx="0" cy="0"/>
          <a:chOff x="0" y="0"/>
          <a:chExt cx="0" cy="0"/>
        </a:xfrm>
      </p:grpSpPr>
      <p:pic>
        <p:nvPicPr>
          <p:cNvPr id="263" name="Google Shape;263;p25"/>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264" name="Google Shape;264;p25"/>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265" name="Google Shape;265;p25"/>
          <p:cNvSpPr txBox="1">
            <a:spLocks noGrp="1"/>
          </p:cNvSpPr>
          <p:nvPr>
            <p:ph type="body" idx="1"/>
          </p:nvPr>
        </p:nvSpPr>
        <p:spPr>
          <a:xfrm>
            <a:off x="3276600" y="118817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6" name="Google Shape;266;p25"/>
          <p:cNvSpPr txBox="1">
            <a:spLocks noGrp="1"/>
          </p:cNvSpPr>
          <p:nvPr>
            <p:ph type="body" idx="2"/>
          </p:nvPr>
        </p:nvSpPr>
        <p:spPr>
          <a:xfrm>
            <a:off x="3276600" y="1808050"/>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7" name="Google Shape;267;p25"/>
          <p:cNvSpPr txBox="1">
            <a:spLocks noGrp="1"/>
          </p:cNvSpPr>
          <p:nvPr>
            <p:ph type="body" idx="3"/>
          </p:nvPr>
        </p:nvSpPr>
        <p:spPr>
          <a:xfrm>
            <a:off x="3276600" y="2442212"/>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8" name="Google Shape;268;p25"/>
          <p:cNvSpPr txBox="1">
            <a:spLocks noGrp="1"/>
          </p:cNvSpPr>
          <p:nvPr>
            <p:ph type="body" idx="4"/>
          </p:nvPr>
        </p:nvSpPr>
        <p:spPr>
          <a:xfrm>
            <a:off x="3276600" y="3108857"/>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9" name="Google Shape;269;p25"/>
          <p:cNvSpPr txBox="1">
            <a:spLocks noGrp="1"/>
          </p:cNvSpPr>
          <p:nvPr>
            <p:ph type="body" idx="5"/>
          </p:nvPr>
        </p:nvSpPr>
        <p:spPr>
          <a:xfrm>
            <a:off x="3276600" y="3805543"/>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0" name="Google Shape;270;p25"/>
          <p:cNvSpPr txBox="1">
            <a:spLocks noGrp="1"/>
          </p:cNvSpPr>
          <p:nvPr>
            <p:ph type="body" idx="6"/>
          </p:nvPr>
        </p:nvSpPr>
        <p:spPr>
          <a:xfrm>
            <a:off x="3276600" y="451311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1" name="Google Shape;271;p25"/>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2" name="Google Shape;272;p25"/>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2_Linha do Tempo1">
  <p:cSld name="3_Linha do Tempo1 4">
    <p:spTree>
      <p:nvGrpSpPr>
        <p:cNvPr id="1" name="Shape 273"/>
        <p:cNvGrpSpPr/>
        <p:nvPr/>
      </p:nvGrpSpPr>
      <p:grpSpPr>
        <a:xfrm>
          <a:off x="0" y="0"/>
          <a:ext cx="0" cy="0"/>
          <a:chOff x="0" y="0"/>
          <a:chExt cx="0" cy="0"/>
        </a:xfrm>
      </p:grpSpPr>
      <p:pic>
        <p:nvPicPr>
          <p:cNvPr id="274" name="Google Shape;274;p26"/>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275" name="Google Shape;275;p26"/>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276" name="Google Shape;276;p26"/>
          <p:cNvSpPr txBox="1">
            <a:spLocks noGrp="1"/>
          </p:cNvSpPr>
          <p:nvPr>
            <p:ph type="body" idx="1"/>
          </p:nvPr>
        </p:nvSpPr>
        <p:spPr>
          <a:xfrm>
            <a:off x="3562371" y="2421299"/>
            <a:ext cx="3075909"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7" name="Google Shape;277;p26"/>
          <p:cNvSpPr txBox="1">
            <a:spLocks noGrp="1"/>
          </p:cNvSpPr>
          <p:nvPr>
            <p:ph type="body" idx="2"/>
          </p:nvPr>
        </p:nvSpPr>
        <p:spPr>
          <a:xfrm>
            <a:off x="3562371" y="3864517"/>
            <a:ext cx="3094789"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8" name="Google Shape;278;p26"/>
          <p:cNvSpPr txBox="1">
            <a:spLocks noGrp="1"/>
          </p:cNvSpPr>
          <p:nvPr>
            <p:ph type="body" idx="3"/>
          </p:nvPr>
        </p:nvSpPr>
        <p:spPr>
          <a:xfrm>
            <a:off x="3562371" y="5222027"/>
            <a:ext cx="3120376"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9" name="Google Shape;279;p26"/>
          <p:cNvSpPr txBox="1">
            <a:spLocks noGrp="1"/>
          </p:cNvSpPr>
          <p:nvPr>
            <p:ph type="body" idx="4"/>
          </p:nvPr>
        </p:nvSpPr>
        <p:spPr>
          <a:xfrm>
            <a:off x="8011122" y="2421299"/>
            <a:ext cx="3057657"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0" name="Google Shape;280;p26"/>
          <p:cNvSpPr txBox="1">
            <a:spLocks noGrp="1"/>
          </p:cNvSpPr>
          <p:nvPr>
            <p:ph type="body" idx="5"/>
          </p:nvPr>
        </p:nvSpPr>
        <p:spPr>
          <a:xfrm>
            <a:off x="8021910" y="3864492"/>
            <a:ext cx="3046869"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1" name="Google Shape;281;p26"/>
          <p:cNvSpPr txBox="1">
            <a:spLocks noGrp="1"/>
          </p:cNvSpPr>
          <p:nvPr>
            <p:ph type="body" idx="6"/>
          </p:nvPr>
        </p:nvSpPr>
        <p:spPr>
          <a:xfrm>
            <a:off x="8011122" y="5229761"/>
            <a:ext cx="3057657"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2" name="Google Shape;282;p26"/>
          <p:cNvSpPr txBox="1">
            <a:spLocks noGrp="1"/>
          </p:cNvSpPr>
          <p:nvPr>
            <p:ph type="body" idx="7"/>
          </p:nvPr>
        </p:nvSpPr>
        <p:spPr>
          <a:xfrm>
            <a:off x="2789174" y="919259"/>
            <a:ext cx="6425888" cy="5031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3" name="Google Shape;283;p26"/>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4" name="Google Shape;284;p26"/>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_Linha do Tempo1">
  <p:cSld name="3_Linha do Tempo1 5">
    <p:spTree>
      <p:nvGrpSpPr>
        <p:cNvPr id="1" name="Shape 285"/>
        <p:cNvGrpSpPr/>
        <p:nvPr/>
      </p:nvGrpSpPr>
      <p:grpSpPr>
        <a:xfrm>
          <a:off x="0" y="0"/>
          <a:ext cx="0" cy="0"/>
          <a:chOff x="0" y="0"/>
          <a:chExt cx="0" cy="0"/>
        </a:xfrm>
      </p:grpSpPr>
      <p:pic>
        <p:nvPicPr>
          <p:cNvPr id="286" name="Google Shape;286;p27"/>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287" name="Google Shape;287;p27"/>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288" name="Google Shape;288;p27"/>
          <p:cNvSpPr txBox="1">
            <a:spLocks noGrp="1"/>
          </p:cNvSpPr>
          <p:nvPr>
            <p:ph type="body" idx="1"/>
          </p:nvPr>
        </p:nvSpPr>
        <p:spPr>
          <a:xfrm>
            <a:off x="3557090" y="3556357"/>
            <a:ext cx="2160687" cy="238238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9" name="Google Shape;289;p27"/>
          <p:cNvSpPr txBox="1">
            <a:spLocks noGrp="1"/>
          </p:cNvSpPr>
          <p:nvPr>
            <p:ph type="body" idx="2"/>
          </p:nvPr>
        </p:nvSpPr>
        <p:spPr>
          <a:xfrm>
            <a:off x="6054957" y="3555846"/>
            <a:ext cx="2399155" cy="78507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0" name="Google Shape;290;p27"/>
          <p:cNvSpPr txBox="1">
            <a:spLocks noGrp="1"/>
          </p:cNvSpPr>
          <p:nvPr>
            <p:ph type="body" idx="3"/>
          </p:nvPr>
        </p:nvSpPr>
        <p:spPr>
          <a:xfrm>
            <a:off x="8983149" y="3555846"/>
            <a:ext cx="2492083" cy="187975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1" name="Google Shape;291;p27"/>
          <p:cNvSpPr txBox="1">
            <a:spLocks noGrp="1"/>
          </p:cNvSpPr>
          <p:nvPr>
            <p:ph type="body" idx="4"/>
          </p:nvPr>
        </p:nvSpPr>
        <p:spPr>
          <a:xfrm>
            <a:off x="2789174" y="919259"/>
            <a:ext cx="6425888" cy="5031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 name="Google Shape;292;p27"/>
          <p:cNvSpPr txBox="1">
            <a:spLocks noGrp="1"/>
          </p:cNvSpPr>
          <p:nvPr>
            <p:ph type="body" idx="5"/>
          </p:nvPr>
        </p:nvSpPr>
        <p:spPr>
          <a:xfrm>
            <a:off x="3548026" y="2796830"/>
            <a:ext cx="1892055" cy="62120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3" name="Google Shape;293;p27"/>
          <p:cNvSpPr txBox="1">
            <a:spLocks noGrp="1"/>
          </p:cNvSpPr>
          <p:nvPr>
            <p:ph type="body" idx="6"/>
          </p:nvPr>
        </p:nvSpPr>
        <p:spPr>
          <a:xfrm>
            <a:off x="6042197" y="2807800"/>
            <a:ext cx="1901246" cy="62120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4" name="Google Shape;294;p27"/>
          <p:cNvSpPr txBox="1">
            <a:spLocks noGrp="1"/>
          </p:cNvSpPr>
          <p:nvPr>
            <p:ph type="body" idx="7"/>
          </p:nvPr>
        </p:nvSpPr>
        <p:spPr>
          <a:xfrm>
            <a:off x="8983148" y="2807800"/>
            <a:ext cx="1989537" cy="62120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5" name="Google Shape;295;p27"/>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6" name="Google Shape;296;p27"/>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_Linha do Tempo1">
  <p:cSld name="3_Linha do Tempo1 6">
    <p:spTree>
      <p:nvGrpSpPr>
        <p:cNvPr id="1" name="Shape 297"/>
        <p:cNvGrpSpPr/>
        <p:nvPr/>
      </p:nvGrpSpPr>
      <p:grpSpPr>
        <a:xfrm>
          <a:off x="0" y="0"/>
          <a:ext cx="0" cy="0"/>
          <a:chOff x="0" y="0"/>
          <a:chExt cx="0" cy="0"/>
        </a:xfrm>
      </p:grpSpPr>
      <p:pic>
        <p:nvPicPr>
          <p:cNvPr id="298" name="Google Shape;298;p28"/>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299" name="Google Shape;299;p28"/>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300" name="Google Shape;300;p28"/>
          <p:cNvSpPr txBox="1">
            <a:spLocks noGrp="1"/>
          </p:cNvSpPr>
          <p:nvPr>
            <p:ph type="body" idx="1"/>
          </p:nvPr>
        </p:nvSpPr>
        <p:spPr>
          <a:xfrm>
            <a:off x="3276600" y="118817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1" name="Google Shape;301;p28"/>
          <p:cNvSpPr txBox="1">
            <a:spLocks noGrp="1"/>
          </p:cNvSpPr>
          <p:nvPr>
            <p:ph type="body" idx="2"/>
          </p:nvPr>
        </p:nvSpPr>
        <p:spPr>
          <a:xfrm>
            <a:off x="3276600" y="1808050"/>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2" name="Google Shape;302;p28"/>
          <p:cNvSpPr txBox="1">
            <a:spLocks noGrp="1"/>
          </p:cNvSpPr>
          <p:nvPr>
            <p:ph type="body" idx="3"/>
          </p:nvPr>
        </p:nvSpPr>
        <p:spPr>
          <a:xfrm>
            <a:off x="3276600" y="2442212"/>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3" name="Google Shape;303;p28"/>
          <p:cNvSpPr txBox="1">
            <a:spLocks noGrp="1"/>
          </p:cNvSpPr>
          <p:nvPr>
            <p:ph type="body" idx="4"/>
          </p:nvPr>
        </p:nvSpPr>
        <p:spPr>
          <a:xfrm>
            <a:off x="3276600" y="3108857"/>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4" name="Google Shape;304;p28"/>
          <p:cNvSpPr txBox="1">
            <a:spLocks noGrp="1"/>
          </p:cNvSpPr>
          <p:nvPr>
            <p:ph type="body" idx="5"/>
          </p:nvPr>
        </p:nvSpPr>
        <p:spPr>
          <a:xfrm>
            <a:off x="3276600" y="3805543"/>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 name="Google Shape;305;p28"/>
          <p:cNvSpPr txBox="1">
            <a:spLocks noGrp="1"/>
          </p:cNvSpPr>
          <p:nvPr>
            <p:ph type="body" idx="6"/>
          </p:nvPr>
        </p:nvSpPr>
        <p:spPr>
          <a:xfrm>
            <a:off x="3276600" y="451311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6" name="Google Shape;306;p28"/>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7" name="Google Shape;307;p28"/>
          <p:cNvSpPr txBox="1"/>
          <p:nvPr/>
        </p:nvSpPr>
        <p:spPr>
          <a:xfrm>
            <a:off x="473493" y="697144"/>
            <a:ext cx="1829795"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1" i="0" u="none" strike="noStrike" cap="none" dirty="0">
              <a:solidFill>
                <a:schemeClr val="lt1"/>
              </a:solidFill>
              <a:latin typeface="Poppins"/>
              <a:ea typeface="Poppins"/>
              <a:cs typeface="Poppins"/>
              <a:sym typeface="Poppi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Atividade">
  <p:cSld name="3_Atividade">
    <p:spTree>
      <p:nvGrpSpPr>
        <p:cNvPr id="1" name="Shape 308"/>
        <p:cNvGrpSpPr/>
        <p:nvPr/>
      </p:nvGrpSpPr>
      <p:grpSpPr>
        <a:xfrm>
          <a:off x="0" y="0"/>
          <a:ext cx="0" cy="0"/>
          <a:chOff x="0" y="0"/>
          <a:chExt cx="0" cy="0"/>
        </a:xfrm>
      </p:grpSpPr>
      <p:sp>
        <p:nvSpPr>
          <p:cNvPr id="309" name="Google Shape;309;p29"/>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Layout Personalizado">
  <p:cSld name="1_Layout Personalizado">
    <p:spTree>
      <p:nvGrpSpPr>
        <p:cNvPr id="1" name="Shape 310"/>
        <p:cNvGrpSpPr/>
        <p:nvPr/>
      </p:nvGrpSpPr>
      <p:grpSpPr>
        <a:xfrm>
          <a:off x="0" y="0"/>
          <a:ext cx="0" cy="0"/>
          <a:chOff x="0" y="0"/>
          <a:chExt cx="0" cy="0"/>
        </a:xfrm>
      </p:grpSpPr>
      <p:pic>
        <p:nvPicPr>
          <p:cNvPr id="311" name="Google Shape;311;p30"/>
          <p:cNvPicPr preferRelativeResize="0"/>
          <p:nvPr/>
        </p:nvPicPr>
        <p:blipFill rotWithShape="1">
          <a:blip r:embed="rId2">
            <a:alphaModFix/>
          </a:blip>
          <a:srcRect/>
          <a:stretch/>
        </p:blipFill>
        <p:spPr>
          <a:xfrm>
            <a:off x="4" y="0"/>
            <a:ext cx="12192000" cy="6857989"/>
          </a:xfrm>
          <a:prstGeom prst="rect">
            <a:avLst/>
          </a:prstGeom>
          <a:noFill/>
          <a:ln>
            <a:noFill/>
          </a:ln>
        </p:spPr>
      </p:pic>
      <p:grpSp>
        <p:nvGrpSpPr>
          <p:cNvPr id="312" name="Google Shape;312;p30"/>
          <p:cNvGrpSpPr/>
          <p:nvPr/>
        </p:nvGrpSpPr>
        <p:grpSpPr>
          <a:xfrm>
            <a:off x="0" y="0"/>
            <a:ext cx="8566485" cy="5808133"/>
            <a:chOff x="0" y="0"/>
            <a:chExt cx="8566485" cy="5808133"/>
          </a:xfrm>
        </p:grpSpPr>
        <p:sp>
          <p:nvSpPr>
            <p:cNvPr id="313" name="Google Shape;313;p30"/>
            <p:cNvSpPr/>
            <p:nvPr/>
          </p:nvSpPr>
          <p:spPr>
            <a:xfrm>
              <a:off x="0" y="0"/>
              <a:ext cx="8566485" cy="465666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4" name="Google Shape;314;p30"/>
            <p:cNvSpPr/>
            <p:nvPr/>
          </p:nvSpPr>
          <p:spPr>
            <a:xfrm>
              <a:off x="0" y="0"/>
              <a:ext cx="8566485" cy="5808133"/>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5" name="Google Shape;315;p30"/>
            <p:cNvSpPr/>
            <p:nvPr/>
          </p:nvSpPr>
          <p:spPr>
            <a:xfrm>
              <a:off x="0" y="3890433"/>
              <a:ext cx="1109133" cy="1917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316" name="Google Shape;316;p30"/>
          <p:cNvSpPr txBox="1">
            <a:spLocks noGrp="1"/>
          </p:cNvSpPr>
          <p:nvPr>
            <p:ph type="body" idx="1"/>
          </p:nvPr>
        </p:nvSpPr>
        <p:spPr>
          <a:xfrm>
            <a:off x="1472540" y="999139"/>
            <a:ext cx="5135423" cy="312843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7" name="Google Shape;317;p30"/>
          <p:cNvSpPr txBox="1">
            <a:spLocks noGrp="1"/>
          </p:cNvSpPr>
          <p:nvPr>
            <p:ph type="body" idx="2"/>
          </p:nvPr>
        </p:nvSpPr>
        <p:spPr>
          <a:xfrm>
            <a:off x="1472540" y="4248213"/>
            <a:ext cx="3345391" cy="40428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Atividade_Resposta">
  <p:cSld name="3_Atividade_Resposta">
    <p:spTree>
      <p:nvGrpSpPr>
        <p:cNvPr id="1" name="Shape 318"/>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2_Atividade_Resposta">
  <p:cSld name="3_Atividade_Resposta 2">
    <p:spTree>
      <p:nvGrpSpPr>
        <p:cNvPr id="1" name="Shape 319"/>
        <p:cNvGrpSpPr/>
        <p:nvPr/>
      </p:nvGrpSpPr>
      <p:grpSpPr>
        <a:xfrm>
          <a:off x="0" y="0"/>
          <a:ext cx="0" cy="0"/>
          <a:chOff x="0" y="0"/>
          <a:chExt cx="0" cy="0"/>
        </a:xfrm>
      </p:grpSpPr>
      <p:sp>
        <p:nvSpPr>
          <p:cNvPr id="320" name="Google Shape;320;p32"/>
          <p:cNvSpPr txBox="1">
            <a:spLocks noGrp="1"/>
          </p:cNvSpPr>
          <p:nvPr>
            <p:ph type="body" idx="1"/>
          </p:nvPr>
        </p:nvSpPr>
        <p:spPr>
          <a:xfrm>
            <a:off x="2633811" y="1324949"/>
            <a:ext cx="4998509" cy="8371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1" name="Google Shape;321;p32"/>
          <p:cNvSpPr txBox="1">
            <a:spLocks noGrp="1"/>
          </p:cNvSpPr>
          <p:nvPr>
            <p:ph type="body" idx="2"/>
          </p:nvPr>
        </p:nvSpPr>
        <p:spPr>
          <a:xfrm>
            <a:off x="2633811" y="2340949"/>
            <a:ext cx="4998509" cy="8371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2" name="Google Shape;322;p32"/>
          <p:cNvSpPr txBox="1">
            <a:spLocks noGrp="1"/>
          </p:cNvSpPr>
          <p:nvPr>
            <p:ph type="body" idx="3"/>
          </p:nvPr>
        </p:nvSpPr>
        <p:spPr>
          <a:xfrm>
            <a:off x="2633811" y="3365077"/>
            <a:ext cx="4998509" cy="8371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3" name="Google Shape;323;p32"/>
          <p:cNvSpPr txBox="1">
            <a:spLocks noGrp="1"/>
          </p:cNvSpPr>
          <p:nvPr>
            <p:ph type="body" idx="4"/>
          </p:nvPr>
        </p:nvSpPr>
        <p:spPr>
          <a:xfrm>
            <a:off x="2633811" y="4486741"/>
            <a:ext cx="4998509" cy="8371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4_Atividade_Resposta">
  <p:cSld name="5_Atividade_Resposta">
    <p:spTree>
      <p:nvGrpSpPr>
        <p:cNvPr id="1" name="Shape 324"/>
        <p:cNvGrpSpPr/>
        <p:nvPr/>
      </p:nvGrpSpPr>
      <p:grpSpPr>
        <a:xfrm>
          <a:off x="0" y="0"/>
          <a:ext cx="0" cy="0"/>
          <a:chOff x="0" y="0"/>
          <a:chExt cx="0" cy="0"/>
        </a:xfrm>
      </p:grpSpPr>
      <p:pic>
        <p:nvPicPr>
          <p:cNvPr id="325" name="Google Shape;325;p33"/>
          <p:cNvPicPr preferRelativeResize="0"/>
          <p:nvPr/>
        </p:nvPicPr>
        <p:blipFill rotWithShape="1">
          <a:blip r:embed="rId2">
            <a:alphaModFix/>
          </a:blip>
          <a:srcRect/>
          <a:stretch/>
        </p:blipFill>
        <p:spPr>
          <a:xfrm>
            <a:off x="0" y="9526"/>
            <a:ext cx="12192000" cy="568301"/>
          </a:xfrm>
          <a:prstGeom prst="rect">
            <a:avLst/>
          </a:prstGeom>
          <a:noFill/>
          <a:ln>
            <a:noFill/>
          </a:ln>
        </p:spPr>
      </p:pic>
      <p:sp>
        <p:nvSpPr>
          <p:cNvPr id="326" name="Google Shape;326;p33"/>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pic>
        <p:nvPicPr>
          <p:cNvPr id="327" name="Google Shape;327;p33"/>
          <p:cNvPicPr preferRelativeResize="0"/>
          <p:nvPr/>
        </p:nvPicPr>
        <p:blipFill rotWithShape="1">
          <a:blip r:embed="rId3">
            <a:alphaModFix/>
          </a:blip>
          <a:srcRect/>
          <a:stretch/>
        </p:blipFill>
        <p:spPr>
          <a:xfrm>
            <a:off x="0" y="6281734"/>
            <a:ext cx="12192000" cy="595317"/>
          </a:xfrm>
          <a:prstGeom prst="rect">
            <a:avLst/>
          </a:prstGeom>
          <a:noFill/>
          <a:ln>
            <a:noFill/>
          </a:ln>
        </p:spPr>
      </p:pic>
      <p:sp>
        <p:nvSpPr>
          <p:cNvPr id="328" name="Google Shape;328;p33"/>
          <p:cNvSpPr txBox="1">
            <a:spLocks noGrp="1"/>
          </p:cNvSpPr>
          <p:nvPr>
            <p:ph type="body" idx="1"/>
          </p:nvPr>
        </p:nvSpPr>
        <p:spPr>
          <a:xfrm>
            <a:off x="3136759" y="1056217"/>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9" name="Google Shape;329;p33"/>
          <p:cNvSpPr txBox="1">
            <a:spLocks noGrp="1"/>
          </p:cNvSpPr>
          <p:nvPr>
            <p:ph type="body" idx="2"/>
          </p:nvPr>
        </p:nvSpPr>
        <p:spPr>
          <a:xfrm>
            <a:off x="3136759" y="1771481"/>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0" name="Google Shape;330;p33"/>
          <p:cNvSpPr txBox="1">
            <a:spLocks noGrp="1"/>
          </p:cNvSpPr>
          <p:nvPr>
            <p:ph type="body" idx="3"/>
          </p:nvPr>
        </p:nvSpPr>
        <p:spPr>
          <a:xfrm>
            <a:off x="3136759" y="2584281"/>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1" name="Google Shape;331;p33"/>
          <p:cNvSpPr txBox="1">
            <a:spLocks noGrp="1"/>
          </p:cNvSpPr>
          <p:nvPr>
            <p:ph type="body" idx="4"/>
          </p:nvPr>
        </p:nvSpPr>
        <p:spPr>
          <a:xfrm>
            <a:off x="6501751" y="1056217"/>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2" name="Google Shape;332;p33"/>
          <p:cNvSpPr txBox="1">
            <a:spLocks noGrp="1"/>
          </p:cNvSpPr>
          <p:nvPr>
            <p:ph type="body" idx="5"/>
          </p:nvPr>
        </p:nvSpPr>
        <p:spPr>
          <a:xfrm>
            <a:off x="6501751" y="1771481"/>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3" name="Google Shape;333;p33"/>
          <p:cNvSpPr txBox="1">
            <a:spLocks noGrp="1"/>
          </p:cNvSpPr>
          <p:nvPr>
            <p:ph type="body" idx="6"/>
          </p:nvPr>
        </p:nvSpPr>
        <p:spPr>
          <a:xfrm>
            <a:off x="6501751" y="2584281"/>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4" name="Google Shape;334;p33"/>
          <p:cNvSpPr txBox="1"/>
          <p:nvPr/>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highlight>
                  <a:srgbClr val="00FFFF"/>
                </a:highlight>
                <a:latin typeface="Poppins"/>
                <a:ea typeface="Poppins"/>
                <a:cs typeface="Poppins"/>
                <a:sym typeface="Poppins"/>
              </a:rPr>
              <a:t>guiada</a:t>
            </a:r>
            <a:endParaRPr sz="2333" b="0" i="0" u="none" strike="noStrike" cap="none" dirty="0">
              <a:solidFill>
                <a:schemeClr val="lt1"/>
              </a:solidFill>
              <a:highlight>
                <a:srgbClr val="00FFFF"/>
              </a:highlight>
              <a:latin typeface="Poppins Light"/>
              <a:ea typeface="Poppins Light"/>
              <a:cs typeface="Poppins Light"/>
              <a:sym typeface="Poppins Light"/>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335"/>
        <p:cNvGrpSpPr/>
        <p:nvPr/>
      </p:nvGrpSpPr>
      <p:grpSpPr>
        <a:xfrm>
          <a:off x="0" y="0"/>
          <a:ext cx="0" cy="0"/>
          <a:chOff x="0" y="0"/>
          <a:chExt cx="0" cy="0"/>
        </a:xfrm>
      </p:grpSpPr>
      <p:sp>
        <p:nvSpPr>
          <p:cNvPr id="336" name="Google Shape;336;p34"/>
          <p:cNvSpPr txBox="1"/>
          <p:nvPr/>
        </p:nvSpPr>
        <p:spPr>
          <a:xfrm>
            <a:off x="12971489" y="493676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7" name="Google Shape;337;p34"/>
          <p:cNvSpPr txBox="1"/>
          <p:nvPr/>
        </p:nvSpPr>
        <p:spPr>
          <a:xfrm>
            <a:off x="12691672" y="388744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8" name="Google Shape;338;p34"/>
          <p:cNvSpPr txBox="1">
            <a:spLocks noGrp="1"/>
          </p:cNvSpPr>
          <p:nvPr>
            <p:ph type="body" idx="1"/>
          </p:nvPr>
        </p:nvSpPr>
        <p:spPr>
          <a:xfrm>
            <a:off x="878472" y="4705246"/>
            <a:ext cx="2509305" cy="306793"/>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9" name="Google Shape;339;p34"/>
          <p:cNvSpPr txBox="1">
            <a:spLocks noGrp="1"/>
          </p:cNvSpPr>
          <p:nvPr>
            <p:ph type="body" idx="2"/>
          </p:nvPr>
        </p:nvSpPr>
        <p:spPr>
          <a:xfrm>
            <a:off x="878472" y="5194925"/>
            <a:ext cx="2509305" cy="306793"/>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0" name="Google Shape;340;p34"/>
          <p:cNvSpPr txBox="1"/>
          <p:nvPr/>
        </p:nvSpPr>
        <p:spPr>
          <a:xfrm>
            <a:off x="3609788" y="-1039906"/>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41" name="Google Shape;341;p34"/>
          <p:cNvSpPr txBox="1"/>
          <p:nvPr/>
        </p:nvSpPr>
        <p:spPr>
          <a:xfrm>
            <a:off x="4535254" y="1129596"/>
            <a:ext cx="546847" cy="484094"/>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1</a:t>
            </a:r>
            <a:endParaRPr sz="1400" b="0" i="0" u="none" strike="noStrike" cap="none" dirty="0">
              <a:solidFill>
                <a:srgbClr val="000000"/>
              </a:solidFill>
              <a:latin typeface="Arial"/>
              <a:ea typeface="Arial"/>
              <a:cs typeface="Arial"/>
              <a:sym typeface="Arial"/>
            </a:endParaRPr>
          </a:p>
        </p:txBody>
      </p:sp>
      <p:cxnSp>
        <p:nvCxnSpPr>
          <p:cNvPr id="342" name="Google Shape;342;p34"/>
          <p:cNvCxnSpPr/>
          <p:nvPr/>
        </p:nvCxnSpPr>
        <p:spPr>
          <a:xfrm>
            <a:off x="4535253" y="1685408"/>
            <a:ext cx="6858888" cy="0"/>
          </a:xfrm>
          <a:prstGeom prst="straightConnector1">
            <a:avLst/>
          </a:prstGeom>
          <a:noFill/>
          <a:ln w="19050" cap="flat" cmpd="sng">
            <a:solidFill>
              <a:srgbClr val="A5A5A5"/>
            </a:solidFill>
            <a:prstDash val="solid"/>
            <a:round/>
            <a:headEnd type="oval" w="med" len="med"/>
            <a:tailEnd type="oval" w="med" len="med"/>
          </a:ln>
        </p:spPr>
      </p:cxnSp>
      <p:sp>
        <p:nvSpPr>
          <p:cNvPr id="343" name="Google Shape;343;p34"/>
          <p:cNvSpPr txBox="1"/>
          <p:nvPr/>
        </p:nvSpPr>
        <p:spPr>
          <a:xfrm>
            <a:off x="4535254" y="2594775"/>
            <a:ext cx="546847" cy="484094"/>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2</a:t>
            </a:r>
            <a:endParaRPr sz="1400" b="0" i="0" u="none" strike="noStrike" cap="none" dirty="0">
              <a:solidFill>
                <a:srgbClr val="000000"/>
              </a:solidFill>
              <a:latin typeface="Arial"/>
              <a:ea typeface="Arial"/>
              <a:cs typeface="Arial"/>
              <a:sym typeface="Arial"/>
            </a:endParaRPr>
          </a:p>
        </p:txBody>
      </p:sp>
      <p:cxnSp>
        <p:nvCxnSpPr>
          <p:cNvPr id="344" name="Google Shape;344;p34"/>
          <p:cNvCxnSpPr/>
          <p:nvPr/>
        </p:nvCxnSpPr>
        <p:spPr>
          <a:xfrm>
            <a:off x="4535253" y="3150587"/>
            <a:ext cx="6858888" cy="0"/>
          </a:xfrm>
          <a:prstGeom prst="straightConnector1">
            <a:avLst/>
          </a:prstGeom>
          <a:noFill/>
          <a:ln w="19050" cap="flat" cmpd="sng">
            <a:solidFill>
              <a:srgbClr val="A5A5A5"/>
            </a:solidFill>
            <a:prstDash val="solid"/>
            <a:round/>
            <a:headEnd type="oval" w="med" len="med"/>
            <a:tailEnd type="oval" w="med" len="med"/>
          </a:ln>
        </p:spPr>
      </p:cxnSp>
      <p:sp>
        <p:nvSpPr>
          <p:cNvPr id="345" name="Google Shape;345;p34"/>
          <p:cNvSpPr txBox="1"/>
          <p:nvPr/>
        </p:nvSpPr>
        <p:spPr>
          <a:xfrm>
            <a:off x="4535254" y="4059954"/>
            <a:ext cx="546847" cy="484094"/>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3</a:t>
            </a:r>
            <a:endParaRPr sz="1400" b="0" i="0" u="none" strike="noStrike" cap="none" dirty="0">
              <a:solidFill>
                <a:srgbClr val="000000"/>
              </a:solidFill>
              <a:latin typeface="Arial"/>
              <a:ea typeface="Arial"/>
              <a:cs typeface="Arial"/>
              <a:sym typeface="Arial"/>
            </a:endParaRPr>
          </a:p>
        </p:txBody>
      </p:sp>
      <p:cxnSp>
        <p:nvCxnSpPr>
          <p:cNvPr id="346" name="Google Shape;346;p34"/>
          <p:cNvCxnSpPr/>
          <p:nvPr/>
        </p:nvCxnSpPr>
        <p:spPr>
          <a:xfrm>
            <a:off x="4535253" y="4615765"/>
            <a:ext cx="6858888" cy="0"/>
          </a:xfrm>
          <a:prstGeom prst="straightConnector1">
            <a:avLst/>
          </a:prstGeom>
          <a:noFill/>
          <a:ln w="19050" cap="flat" cmpd="sng">
            <a:solidFill>
              <a:srgbClr val="A5A5A5"/>
            </a:solidFill>
            <a:prstDash val="solid"/>
            <a:round/>
            <a:headEnd type="oval" w="med" len="med"/>
            <a:tailEnd type="oval" w="med" len="med"/>
          </a:ln>
        </p:spPr>
      </p:cxnSp>
      <p:sp>
        <p:nvSpPr>
          <p:cNvPr id="347" name="Google Shape;347;p34"/>
          <p:cNvSpPr txBox="1"/>
          <p:nvPr/>
        </p:nvSpPr>
        <p:spPr>
          <a:xfrm>
            <a:off x="4535254" y="5525133"/>
            <a:ext cx="546847" cy="484094"/>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4</a:t>
            </a:r>
            <a:endParaRPr sz="1400" b="0" i="0" u="none" strike="noStrike" cap="none" dirty="0">
              <a:solidFill>
                <a:srgbClr val="000000"/>
              </a:solidFill>
              <a:latin typeface="Arial"/>
              <a:ea typeface="Arial"/>
              <a:cs typeface="Arial"/>
              <a:sym typeface="Arial"/>
            </a:endParaRPr>
          </a:p>
        </p:txBody>
      </p:sp>
      <p:cxnSp>
        <p:nvCxnSpPr>
          <p:cNvPr id="348" name="Google Shape;348;p34"/>
          <p:cNvCxnSpPr/>
          <p:nvPr/>
        </p:nvCxnSpPr>
        <p:spPr>
          <a:xfrm>
            <a:off x="4535253" y="6080945"/>
            <a:ext cx="6858888" cy="0"/>
          </a:xfrm>
          <a:prstGeom prst="straightConnector1">
            <a:avLst/>
          </a:prstGeom>
          <a:noFill/>
          <a:ln w="19050" cap="flat" cmpd="sng">
            <a:solidFill>
              <a:srgbClr val="A5A5A5"/>
            </a:solidFill>
            <a:prstDash val="solid"/>
            <a:round/>
            <a:headEnd type="oval" w="med" len="med"/>
            <a:tailEnd type="oval" w="med" len="med"/>
          </a:ln>
        </p:spPr>
      </p:cxnSp>
      <p:sp>
        <p:nvSpPr>
          <p:cNvPr id="349" name="Google Shape;349;p34"/>
          <p:cNvSpPr txBox="1">
            <a:spLocks noGrp="1"/>
          </p:cNvSpPr>
          <p:nvPr>
            <p:ph type="body" idx="3"/>
          </p:nvPr>
        </p:nvSpPr>
        <p:spPr>
          <a:xfrm>
            <a:off x="5207001" y="609602"/>
            <a:ext cx="6035675" cy="92441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0" name="Google Shape;350;p34"/>
          <p:cNvSpPr txBox="1">
            <a:spLocks noGrp="1"/>
          </p:cNvSpPr>
          <p:nvPr>
            <p:ph type="body" idx="4"/>
          </p:nvPr>
        </p:nvSpPr>
        <p:spPr>
          <a:xfrm>
            <a:off x="5207001" y="2078638"/>
            <a:ext cx="6035675" cy="92441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1" name="Google Shape;351;p34"/>
          <p:cNvSpPr txBox="1">
            <a:spLocks noGrp="1"/>
          </p:cNvSpPr>
          <p:nvPr>
            <p:ph type="body" idx="5"/>
          </p:nvPr>
        </p:nvSpPr>
        <p:spPr>
          <a:xfrm>
            <a:off x="5207001" y="3537680"/>
            <a:ext cx="6035675" cy="92441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2" name="Google Shape;352;p34"/>
          <p:cNvSpPr txBox="1">
            <a:spLocks noGrp="1"/>
          </p:cNvSpPr>
          <p:nvPr>
            <p:ph type="body" idx="6"/>
          </p:nvPr>
        </p:nvSpPr>
        <p:spPr>
          <a:xfrm>
            <a:off x="5207001" y="5006716"/>
            <a:ext cx="6035675" cy="92441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3" name="Google Shape;353;p34"/>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54" name="Google Shape;354;p34"/>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5_OqueAprendemos">
  <p:cSld name="6_OqueAprendemos">
    <p:spTree>
      <p:nvGrpSpPr>
        <p:cNvPr id="1" name="Shape 355"/>
        <p:cNvGrpSpPr/>
        <p:nvPr/>
      </p:nvGrpSpPr>
      <p:grpSpPr>
        <a:xfrm>
          <a:off x="0" y="0"/>
          <a:ext cx="0" cy="0"/>
          <a:chOff x="0" y="0"/>
          <a:chExt cx="0" cy="0"/>
        </a:xfrm>
      </p:grpSpPr>
      <p:pic>
        <p:nvPicPr>
          <p:cNvPr id="356" name="Google Shape;356;p35"/>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357" name="Google Shape;357;p35" descr="Pessoas sentadas ao redor de uma mesa&#10;&#10;Descrição gerada automaticamente com confiança média"/>
          <p:cNvPicPr preferRelativeResize="0"/>
          <p:nvPr/>
        </p:nvPicPr>
        <p:blipFill rotWithShape="1">
          <a:blip r:embed="rId3">
            <a:alphaModFix/>
          </a:blip>
          <a:srcRect r="35132"/>
          <a:stretch/>
        </p:blipFill>
        <p:spPr>
          <a:xfrm>
            <a:off x="132497" y="695158"/>
            <a:ext cx="3823136" cy="3899277"/>
          </a:xfrm>
          <a:prstGeom prst="ellipse">
            <a:avLst/>
          </a:prstGeom>
          <a:noFill/>
          <a:ln>
            <a:noFill/>
          </a:ln>
        </p:spPr>
      </p:pic>
      <p:sp>
        <p:nvSpPr>
          <p:cNvPr id="358" name="Google Shape;358;p35"/>
          <p:cNvSpPr txBox="1"/>
          <p:nvPr/>
        </p:nvSpPr>
        <p:spPr>
          <a:xfrm>
            <a:off x="918094" y="4658787"/>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359" name="Google Shape;359;p35"/>
          <p:cNvSpPr>
            <a:spLocks noGrp="1"/>
          </p:cNvSpPr>
          <p:nvPr>
            <p:ph type="pic" idx="2"/>
          </p:nvPr>
        </p:nvSpPr>
        <p:spPr>
          <a:xfrm>
            <a:off x="4868334" y="1691217"/>
            <a:ext cx="6354233" cy="4068233"/>
          </a:xfrm>
          <a:prstGeom prst="rect">
            <a:avLst/>
          </a:prstGeom>
          <a:solidFill>
            <a:srgbClr val="D8D8D8"/>
          </a:solidFill>
          <a:ln>
            <a:noFill/>
          </a:ln>
        </p:spPr>
        <p:txBody>
          <a:bodyPr/>
          <a:lstStyle/>
          <a:p>
            <a:endParaRPr lang="pt-BR" dirty="0"/>
          </a:p>
        </p:txBody>
      </p:sp>
      <p:sp>
        <p:nvSpPr>
          <p:cNvPr id="360" name="Google Shape;360;p35"/>
          <p:cNvSpPr txBox="1"/>
          <p:nvPr/>
        </p:nvSpPr>
        <p:spPr>
          <a:xfrm>
            <a:off x="4676921" y="734022"/>
            <a:ext cx="5440600" cy="718283"/>
          </a:xfrm>
          <a:prstGeom prst="rect">
            <a:avLst/>
          </a:prstGeom>
          <a:noFill/>
          <a:ln>
            <a:noFill/>
          </a:ln>
        </p:spPr>
        <p:txBody>
          <a:bodyPr spcFirstLastPara="1" wrap="square" lIns="60950" tIns="30450" rIns="60950" bIns="30450" anchor="t" anchorCtr="0">
            <a:normAutofit/>
          </a:bodyPr>
          <a:lstStyle/>
          <a:p>
            <a:pPr marL="304815" marR="0" lvl="0" indent="-152408" algn="l" rtl="0">
              <a:lnSpc>
                <a:spcPct val="100000"/>
              </a:lnSpc>
              <a:spcBef>
                <a:spcPts val="600"/>
              </a:spcBef>
              <a:spcAft>
                <a:spcPts val="0"/>
              </a:spcAft>
              <a:buClr>
                <a:schemeClr val="dk1"/>
              </a:buClr>
              <a:buSzPts val="4500"/>
              <a:buFont typeface="Poppins"/>
              <a:buNone/>
            </a:pPr>
            <a:r>
              <a:rPr lang="pt-BR" sz="3000" b="1" i="0" u="none" strike="noStrike" cap="none" dirty="0">
                <a:solidFill>
                  <a:srgbClr val="FF0000"/>
                </a:solidFill>
                <a:latin typeface="Poppins"/>
                <a:ea typeface="Poppins"/>
                <a:cs typeface="Poppins"/>
                <a:sym typeface="Poppins"/>
              </a:rPr>
              <a:t>Nuvem de palavras</a:t>
            </a:r>
            <a:endParaRPr sz="1400" b="0" i="0" u="none" strike="noStrike" cap="none" dirty="0">
              <a:solidFill>
                <a:srgbClr val="000000"/>
              </a:solidFill>
              <a:latin typeface="Arial"/>
              <a:ea typeface="Arial"/>
              <a:cs typeface="Arial"/>
              <a:sym typeface="Arial"/>
            </a:endParaRPr>
          </a:p>
        </p:txBody>
      </p:sp>
      <p:sp>
        <p:nvSpPr>
          <p:cNvPr id="361" name="Google Shape;361;p35"/>
          <p:cNvSpPr/>
          <p:nvPr/>
        </p:nvSpPr>
        <p:spPr>
          <a:xfrm>
            <a:off x="1827147" y="369589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62" name="Google Shape;362;p35"/>
          <p:cNvSpPr txBox="1"/>
          <p:nvPr/>
        </p:nvSpPr>
        <p:spPr>
          <a:xfrm>
            <a:off x="2025947" y="3952324"/>
            <a:ext cx="2001764" cy="10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p:spTree>
      <p:nvGrpSpPr>
        <p:cNvPr id="1" name="Shape 363"/>
        <p:cNvGrpSpPr/>
        <p:nvPr/>
      </p:nvGrpSpPr>
      <p:grpSpPr>
        <a:xfrm>
          <a:off x="0" y="0"/>
          <a:ext cx="0" cy="0"/>
          <a:chOff x="0" y="0"/>
          <a:chExt cx="0" cy="0"/>
        </a:xfrm>
      </p:grpSpPr>
      <p:pic>
        <p:nvPicPr>
          <p:cNvPr id="364" name="Google Shape;364;p36"/>
          <p:cNvPicPr preferRelativeResize="0"/>
          <p:nvPr/>
        </p:nvPicPr>
        <p:blipFill rotWithShape="1">
          <a:blip r:embed="rId2">
            <a:alphaModFix/>
          </a:blip>
          <a:srcRect/>
          <a:stretch/>
        </p:blipFill>
        <p:spPr>
          <a:xfrm>
            <a:off x="0" y="9526"/>
            <a:ext cx="12192000" cy="568301"/>
          </a:xfrm>
          <a:prstGeom prst="rect">
            <a:avLst/>
          </a:prstGeom>
          <a:noFill/>
          <a:ln>
            <a:noFill/>
          </a:ln>
        </p:spPr>
      </p:pic>
      <p:pic>
        <p:nvPicPr>
          <p:cNvPr id="365" name="Google Shape;365;p36"/>
          <p:cNvPicPr preferRelativeResize="0"/>
          <p:nvPr/>
        </p:nvPicPr>
        <p:blipFill rotWithShape="1">
          <a:blip r:embed="rId3">
            <a:alphaModFix/>
          </a:blip>
          <a:srcRect/>
          <a:stretch/>
        </p:blipFill>
        <p:spPr>
          <a:xfrm>
            <a:off x="0" y="6281734"/>
            <a:ext cx="12192000" cy="595317"/>
          </a:xfrm>
          <a:prstGeom prst="rect">
            <a:avLst/>
          </a:prstGeom>
          <a:noFill/>
          <a:ln>
            <a:noFill/>
          </a:ln>
        </p:spPr>
      </p:pic>
      <p:sp>
        <p:nvSpPr>
          <p:cNvPr id="366" name="Google Shape;366;p36"/>
          <p:cNvSpPr txBox="1">
            <a:spLocks noGrp="1"/>
          </p:cNvSpPr>
          <p:nvPr>
            <p:ph type="body" idx="1"/>
          </p:nvPr>
        </p:nvSpPr>
        <p:spPr>
          <a:xfrm>
            <a:off x="2832629" y="929217"/>
            <a:ext cx="8512278" cy="40990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4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67" name="Google Shape;367;p36"/>
          <p:cNvSpPr txBox="1">
            <a:spLocks noGrp="1"/>
          </p:cNvSpPr>
          <p:nvPr>
            <p:ph type="body" idx="2"/>
          </p:nvPr>
        </p:nvSpPr>
        <p:spPr>
          <a:xfrm>
            <a:off x="3117954" y="1598778"/>
            <a:ext cx="8226953" cy="261279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68" name="Google Shape;368;p36"/>
          <p:cNvSpPr txBox="1">
            <a:spLocks noGrp="1"/>
          </p:cNvSpPr>
          <p:nvPr>
            <p:ph type="body" idx="3"/>
          </p:nvPr>
        </p:nvSpPr>
        <p:spPr>
          <a:xfrm>
            <a:off x="4282082" y="4997173"/>
            <a:ext cx="6770665" cy="90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69" name="Google Shape;369;p36"/>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70" name="Google Shape;370;p36"/>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Linha do Tempo2">
  <p:cSld name="1_Linha do Tempo2">
    <p:bg>
      <p:bgPr>
        <a:solidFill>
          <a:schemeClr val="lt1"/>
        </a:solidFill>
        <a:effectLst/>
      </p:bgPr>
    </p:bg>
    <p:spTree>
      <p:nvGrpSpPr>
        <p:cNvPr id="1" name="Shape 371"/>
        <p:cNvGrpSpPr/>
        <p:nvPr/>
      </p:nvGrpSpPr>
      <p:grpSpPr>
        <a:xfrm>
          <a:off x="0" y="0"/>
          <a:ext cx="0" cy="0"/>
          <a:chOff x="0" y="0"/>
          <a:chExt cx="0" cy="0"/>
        </a:xfrm>
      </p:grpSpPr>
      <p:pic>
        <p:nvPicPr>
          <p:cNvPr id="372" name="Google Shape;372;p37"/>
          <p:cNvPicPr preferRelativeResize="0"/>
          <p:nvPr/>
        </p:nvPicPr>
        <p:blipFill rotWithShape="1">
          <a:blip r:embed="rId2">
            <a:alphaModFix/>
          </a:blip>
          <a:srcRect/>
          <a:stretch/>
        </p:blipFill>
        <p:spPr>
          <a:xfrm>
            <a:off x="0" y="9526"/>
            <a:ext cx="12192000" cy="568301"/>
          </a:xfrm>
          <a:prstGeom prst="rect">
            <a:avLst/>
          </a:prstGeom>
          <a:noFill/>
          <a:ln>
            <a:noFill/>
          </a:ln>
        </p:spPr>
      </p:pic>
      <p:pic>
        <p:nvPicPr>
          <p:cNvPr id="373" name="Google Shape;373;p37"/>
          <p:cNvPicPr preferRelativeResize="0"/>
          <p:nvPr/>
        </p:nvPicPr>
        <p:blipFill rotWithShape="1">
          <a:blip r:embed="rId3">
            <a:alphaModFix/>
          </a:blip>
          <a:srcRect/>
          <a:stretch/>
        </p:blipFill>
        <p:spPr>
          <a:xfrm>
            <a:off x="0" y="6281734"/>
            <a:ext cx="12192000" cy="595317"/>
          </a:xfrm>
          <a:prstGeom prst="rect">
            <a:avLst/>
          </a:prstGeom>
          <a:noFill/>
          <a:ln>
            <a:noFill/>
          </a:ln>
        </p:spPr>
      </p:pic>
      <p:cxnSp>
        <p:nvCxnSpPr>
          <p:cNvPr id="374" name="Google Shape;374;p37"/>
          <p:cNvCxnSpPr/>
          <p:nvPr/>
        </p:nvCxnSpPr>
        <p:spPr>
          <a:xfrm>
            <a:off x="460698" y="3353252"/>
            <a:ext cx="11844716" cy="0"/>
          </a:xfrm>
          <a:prstGeom prst="straightConnector1">
            <a:avLst/>
          </a:prstGeom>
          <a:noFill/>
          <a:ln w="28575" cap="flat" cmpd="sng">
            <a:solidFill>
              <a:schemeClr val="dk1"/>
            </a:solidFill>
            <a:prstDash val="dot"/>
            <a:round/>
            <a:headEnd type="none" w="sm" len="sm"/>
            <a:tailEnd type="none" w="sm" len="sm"/>
          </a:ln>
        </p:spPr>
      </p:cxnSp>
      <p:sp>
        <p:nvSpPr>
          <p:cNvPr id="375" name="Google Shape;375;p37"/>
          <p:cNvSpPr txBox="1">
            <a:spLocks noGrp="1"/>
          </p:cNvSpPr>
          <p:nvPr>
            <p:ph type="body" idx="1"/>
          </p:nvPr>
        </p:nvSpPr>
        <p:spPr>
          <a:xfrm>
            <a:off x="3104707" y="1639685"/>
            <a:ext cx="8240200" cy="225767"/>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rgbClr val="000000"/>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76" name="Google Shape;376;p37"/>
          <p:cNvSpPr txBox="1">
            <a:spLocks noGrp="1"/>
          </p:cNvSpPr>
          <p:nvPr>
            <p:ph type="body" idx="2"/>
          </p:nvPr>
        </p:nvSpPr>
        <p:spPr>
          <a:xfrm>
            <a:off x="3104707" y="1090293"/>
            <a:ext cx="7173432" cy="417775"/>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77" name="Google Shape;377;p37"/>
          <p:cNvSpPr txBox="1"/>
          <p:nvPr/>
        </p:nvSpPr>
        <p:spPr>
          <a:xfrm>
            <a:off x="1635512" y="498087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78" name="Google Shape;378;p37"/>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79" name="Google Shape;379;p37"/>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_Linha do Tempo1">
  <p:cSld name="3_Linha do Tempo1 7">
    <p:bg>
      <p:bgPr>
        <a:solidFill>
          <a:schemeClr val="lt1"/>
        </a:solidFill>
        <a:effectLst/>
      </p:bgPr>
    </p:bg>
    <p:spTree>
      <p:nvGrpSpPr>
        <p:cNvPr id="1" name="Shape 380"/>
        <p:cNvGrpSpPr/>
        <p:nvPr/>
      </p:nvGrpSpPr>
      <p:grpSpPr>
        <a:xfrm>
          <a:off x="0" y="0"/>
          <a:ext cx="0" cy="0"/>
          <a:chOff x="0" y="0"/>
          <a:chExt cx="0" cy="0"/>
        </a:xfrm>
      </p:grpSpPr>
      <p:pic>
        <p:nvPicPr>
          <p:cNvPr id="381" name="Google Shape;381;p38"/>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382" name="Google Shape;382;p38"/>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383" name="Google Shape;383;p38"/>
          <p:cNvCxnSpPr/>
          <p:nvPr/>
        </p:nvCxnSpPr>
        <p:spPr>
          <a:xfrm>
            <a:off x="1559442"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384" name="Google Shape;384;p38"/>
          <p:cNvCxnSpPr/>
          <p:nvPr/>
        </p:nvCxnSpPr>
        <p:spPr>
          <a:xfrm rot="10800000">
            <a:off x="1147295" y="4639450"/>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385" name="Google Shape;385;p38"/>
          <p:cNvCxnSpPr/>
          <p:nvPr/>
        </p:nvCxnSpPr>
        <p:spPr>
          <a:xfrm rot="10800000">
            <a:off x="6787299"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386" name="Google Shape;386;p38"/>
          <p:cNvCxnSpPr/>
          <p:nvPr/>
        </p:nvCxnSpPr>
        <p:spPr>
          <a:xfrm>
            <a:off x="3961499"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387" name="Google Shape;387;p38"/>
          <p:cNvCxnSpPr/>
          <p:nvPr/>
        </p:nvCxnSpPr>
        <p:spPr>
          <a:xfrm>
            <a:off x="9587327"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388" name="Google Shape;388;p38"/>
          <p:cNvSpPr>
            <a:spLocks noGrp="1"/>
          </p:cNvSpPr>
          <p:nvPr>
            <p:ph type="pic" idx="2"/>
          </p:nvPr>
        </p:nvSpPr>
        <p:spPr>
          <a:xfrm>
            <a:off x="778432" y="3092450"/>
            <a:ext cx="2016125" cy="1677459"/>
          </a:xfrm>
          <a:prstGeom prst="rect">
            <a:avLst/>
          </a:prstGeom>
          <a:solidFill>
            <a:srgbClr val="D8D8D8"/>
          </a:solidFill>
          <a:ln>
            <a:noFill/>
          </a:ln>
        </p:spPr>
        <p:txBody>
          <a:bodyPr/>
          <a:lstStyle/>
          <a:p>
            <a:endParaRPr lang="pt-BR" dirty="0"/>
          </a:p>
        </p:txBody>
      </p:sp>
      <p:sp>
        <p:nvSpPr>
          <p:cNvPr id="389" name="Google Shape;389;p38"/>
          <p:cNvSpPr>
            <a:spLocks noGrp="1"/>
          </p:cNvSpPr>
          <p:nvPr>
            <p:ph type="pic" idx="3"/>
          </p:nvPr>
        </p:nvSpPr>
        <p:spPr>
          <a:xfrm>
            <a:off x="3615829" y="3092450"/>
            <a:ext cx="2016125" cy="1677459"/>
          </a:xfrm>
          <a:prstGeom prst="rect">
            <a:avLst/>
          </a:prstGeom>
          <a:solidFill>
            <a:srgbClr val="D8D8D8"/>
          </a:solidFill>
          <a:ln>
            <a:noFill/>
          </a:ln>
        </p:spPr>
        <p:txBody>
          <a:bodyPr/>
          <a:lstStyle/>
          <a:p>
            <a:endParaRPr lang="pt-BR" dirty="0"/>
          </a:p>
        </p:txBody>
      </p:sp>
      <p:sp>
        <p:nvSpPr>
          <p:cNvPr id="390" name="Google Shape;390;p38"/>
          <p:cNvSpPr>
            <a:spLocks noGrp="1"/>
          </p:cNvSpPr>
          <p:nvPr>
            <p:ph type="pic" idx="4"/>
          </p:nvPr>
        </p:nvSpPr>
        <p:spPr>
          <a:xfrm>
            <a:off x="6432270" y="3092450"/>
            <a:ext cx="2016125" cy="1677459"/>
          </a:xfrm>
          <a:prstGeom prst="rect">
            <a:avLst/>
          </a:prstGeom>
          <a:solidFill>
            <a:srgbClr val="D8D8D8"/>
          </a:solidFill>
          <a:ln>
            <a:noFill/>
          </a:ln>
        </p:spPr>
        <p:txBody>
          <a:bodyPr/>
          <a:lstStyle/>
          <a:p>
            <a:endParaRPr lang="pt-BR" dirty="0"/>
          </a:p>
        </p:txBody>
      </p:sp>
      <p:sp>
        <p:nvSpPr>
          <p:cNvPr id="391" name="Google Shape;391;p38"/>
          <p:cNvSpPr>
            <a:spLocks noGrp="1"/>
          </p:cNvSpPr>
          <p:nvPr>
            <p:ph type="pic" idx="5"/>
          </p:nvPr>
        </p:nvSpPr>
        <p:spPr>
          <a:xfrm>
            <a:off x="9269667" y="3092450"/>
            <a:ext cx="2016125" cy="1677459"/>
          </a:xfrm>
          <a:prstGeom prst="rect">
            <a:avLst/>
          </a:prstGeom>
          <a:solidFill>
            <a:srgbClr val="D8D8D8"/>
          </a:solidFill>
          <a:ln>
            <a:noFill/>
          </a:ln>
        </p:spPr>
        <p:txBody>
          <a:bodyPr/>
          <a:lstStyle/>
          <a:p>
            <a:endParaRPr lang="pt-BR" dirty="0"/>
          </a:p>
        </p:txBody>
      </p:sp>
      <p:sp>
        <p:nvSpPr>
          <p:cNvPr id="392" name="Google Shape;392;p38"/>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93" name="Google Shape;393;p38"/>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94" name="Google Shape;394;p38"/>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1_Linha do Tempo1">
  <p:cSld name="3_Linha do Tempo1 8">
    <p:bg>
      <p:bgPr>
        <a:solidFill>
          <a:schemeClr val="lt1"/>
        </a:solidFill>
        <a:effectLst/>
      </p:bgPr>
    </p:bg>
    <p:spTree>
      <p:nvGrpSpPr>
        <p:cNvPr id="1" name="Shape 395"/>
        <p:cNvGrpSpPr/>
        <p:nvPr/>
      </p:nvGrpSpPr>
      <p:grpSpPr>
        <a:xfrm>
          <a:off x="0" y="0"/>
          <a:ext cx="0" cy="0"/>
          <a:chOff x="0" y="0"/>
          <a:chExt cx="0" cy="0"/>
        </a:xfrm>
      </p:grpSpPr>
      <p:pic>
        <p:nvPicPr>
          <p:cNvPr id="396" name="Google Shape;396;p39"/>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397" name="Google Shape;397;p39"/>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398" name="Google Shape;398;p39"/>
          <p:cNvCxnSpPr/>
          <p:nvPr/>
        </p:nvCxnSpPr>
        <p:spPr>
          <a:xfrm>
            <a:off x="1559442"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399" name="Google Shape;399;p39"/>
          <p:cNvCxnSpPr/>
          <p:nvPr/>
        </p:nvCxnSpPr>
        <p:spPr>
          <a:xfrm rot="10800000">
            <a:off x="1147295" y="4639450"/>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00" name="Google Shape;400;p39"/>
          <p:cNvCxnSpPr/>
          <p:nvPr/>
        </p:nvCxnSpPr>
        <p:spPr>
          <a:xfrm rot="10800000">
            <a:off x="6787299"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01" name="Google Shape;401;p39"/>
          <p:cNvCxnSpPr/>
          <p:nvPr/>
        </p:nvCxnSpPr>
        <p:spPr>
          <a:xfrm>
            <a:off x="3961499"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402" name="Google Shape;402;p39"/>
          <p:cNvCxnSpPr/>
          <p:nvPr/>
        </p:nvCxnSpPr>
        <p:spPr>
          <a:xfrm>
            <a:off x="9587327"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403" name="Google Shape;403;p39"/>
          <p:cNvSpPr>
            <a:spLocks noGrp="1"/>
          </p:cNvSpPr>
          <p:nvPr>
            <p:ph type="pic" idx="2"/>
          </p:nvPr>
        </p:nvSpPr>
        <p:spPr>
          <a:xfrm>
            <a:off x="778432" y="3092450"/>
            <a:ext cx="2016125" cy="1677459"/>
          </a:xfrm>
          <a:prstGeom prst="rect">
            <a:avLst/>
          </a:prstGeom>
          <a:solidFill>
            <a:srgbClr val="D8D8D8"/>
          </a:solidFill>
          <a:ln>
            <a:noFill/>
          </a:ln>
        </p:spPr>
        <p:txBody>
          <a:bodyPr/>
          <a:lstStyle/>
          <a:p>
            <a:endParaRPr lang="pt-BR" dirty="0"/>
          </a:p>
        </p:txBody>
      </p:sp>
      <p:sp>
        <p:nvSpPr>
          <p:cNvPr id="404" name="Google Shape;404;p39"/>
          <p:cNvSpPr>
            <a:spLocks noGrp="1"/>
          </p:cNvSpPr>
          <p:nvPr>
            <p:ph type="pic" idx="3"/>
          </p:nvPr>
        </p:nvSpPr>
        <p:spPr>
          <a:xfrm>
            <a:off x="3615829" y="3092450"/>
            <a:ext cx="2016125" cy="1677459"/>
          </a:xfrm>
          <a:prstGeom prst="rect">
            <a:avLst/>
          </a:prstGeom>
          <a:solidFill>
            <a:srgbClr val="D8D8D8"/>
          </a:solidFill>
          <a:ln>
            <a:noFill/>
          </a:ln>
        </p:spPr>
        <p:txBody>
          <a:bodyPr/>
          <a:lstStyle/>
          <a:p>
            <a:endParaRPr lang="pt-BR" dirty="0"/>
          </a:p>
        </p:txBody>
      </p:sp>
      <p:sp>
        <p:nvSpPr>
          <p:cNvPr id="405" name="Google Shape;405;p39"/>
          <p:cNvSpPr>
            <a:spLocks noGrp="1"/>
          </p:cNvSpPr>
          <p:nvPr>
            <p:ph type="pic" idx="4"/>
          </p:nvPr>
        </p:nvSpPr>
        <p:spPr>
          <a:xfrm>
            <a:off x="6432270" y="3092450"/>
            <a:ext cx="2016125" cy="1677459"/>
          </a:xfrm>
          <a:prstGeom prst="rect">
            <a:avLst/>
          </a:prstGeom>
          <a:solidFill>
            <a:srgbClr val="D8D8D8"/>
          </a:solidFill>
          <a:ln>
            <a:noFill/>
          </a:ln>
        </p:spPr>
        <p:txBody>
          <a:bodyPr/>
          <a:lstStyle/>
          <a:p>
            <a:endParaRPr lang="pt-BR" dirty="0"/>
          </a:p>
        </p:txBody>
      </p:sp>
      <p:sp>
        <p:nvSpPr>
          <p:cNvPr id="406" name="Google Shape;406;p39"/>
          <p:cNvSpPr>
            <a:spLocks noGrp="1"/>
          </p:cNvSpPr>
          <p:nvPr>
            <p:ph type="pic" idx="5"/>
          </p:nvPr>
        </p:nvSpPr>
        <p:spPr>
          <a:xfrm>
            <a:off x="9269667" y="3092450"/>
            <a:ext cx="2016125" cy="1677459"/>
          </a:xfrm>
          <a:prstGeom prst="rect">
            <a:avLst/>
          </a:prstGeom>
          <a:solidFill>
            <a:srgbClr val="D8D8D8"/>
          </a:solidFill>
          <a:ln>
            <a:noFill/>
          </a:ln>
        </p:spPr>
        <p:txBody>
          <a:bodyPr/>
          <a:lstStyle/>
          <a:p>
            <a:endParaRPr lang="pt-BR" dirty="0"/>
          </a:p>
        </p:txBody>
      </p:sp>
      <p:sp>
        <p:nvSpPr>
          <p:cNvPr id="407" name="Google Shape;407;p39"/>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08" name="Google Shape;408;p39"/>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09" name="Google Shape;409;p39"/>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1_Linha do Tempo1">
  <p:cSld name="3_Linha do Tempo1 9">
    <p:bg>
      <p:bgPr>
        <a:solidFill>
          <a:schemeClr val="lt1"/>
        </a:solidFill>
        <a:effectLst/>
      </p:bgPr>
    </p:bg>
    <p:spTree>
      <p:nvGrpSpPr>
        <p:cNvPr id="1" name="Shape 410"/>
        <p:cNvGrpSpPr/>
        <p:nvPr/>
      </p:nvGrpSpPr>
      <p:grpSpPr>
        <a:xfrm>
          <a:off x="0" y="0"/>
          <a:ext cx="0" cy="0"/>
          <a:chOff x="0" y="0"/>
          <a:chExt cx="0" cy="0"/>
        </a:xfrm>
      </p:grpSpPr>
      <p:pic>
        <p:nvPicPr>
          <p:cNvPr id="411" name="Google Shape;411;p40"/>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12" name="Google Shape;412;p40"/>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413" name="Google Shape;413;p40"/>
          <p:cNvCxnSpPr/>
          <p:nvPr/>
        </p:nvCxnSpPr>
        <p:spPr>
          <a:xfrm>
            <a:off x="1185264"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414" name="Google Shape;414;p40"/>
          <p:cNvCxnSpPr/>
          <p:nvPr/>
        </p:nvCxnSpPr>
        <p:spPr>
          <a:xfrm rot="10800000">
            <a:off x="620355"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15" name="Google Shape;415;p40"/>
          <p:cNvCxnSpPr/>
          <p:nvPr/>
        </p:nvCxnSpPr>
        <p:spPr>
          <a:xfrm rot="10800000">
            <a:off x="5263300"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16" name="Google Shape;416;p40"/>
          <p:cNvCxnSpPr/>
          <p:nvPr/>
        </p:nvCxnSpPr>
        <p:spPr>
          <a:xfrm>
            <a:off x="2959237"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417" name="Google Shape;417;p40"/>
          <p:cNvCxnSpPr/>
          <p:nvPr/>
        </p:nvCxnSpPr>
        <p:spPr>
          <a:xfrm>
            <a:off x="7589194"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418" name="Google Shape;418;p40"/>
          <p:cNvSpPr>
            <a:spLocks noGrp="1"/>
          </p:cNvSpPr>
          <p:nvPr>
            <p:ph type="pic" idx="2"/>
          </p:nvPr>
        </p:nvSpPr>
        <p:spPr>
          <a:xfrm>
            <a:off x="466617" y="3092450"/>
            <a:ext cx="1973681" cy="1677459"/>
          </a:xfrm>
          <a:prstGeom prst="rect">
            <a:avLst/>
          </a:prstGeom>
          <a:solidFill>
            <a:srgbClr val="D8D8D8"/>
          </a:solidFill>
          <a:ln>
            <a:noFill/>
          </a:ln>
        </p:spPr>
        <p:txBody>
          <a:bodyPr/>
          <a:lstStyle/>
          <a:p>
            <a:endParaRPr lang="pt-BR" dirty="0"/>
          </a:p>
        </p:txBody>
      </p:sp>
      <p:sp>
        <p:nvSpPr>
          <p:cNvPr id="419" name="Google Shape;419;p40"/>
          <p:cNvSpPr>
            <a:spLocks noGrp="1"/>
          </p:cNvSpPr>
          <p:nvPr>
            <p:ph type="pic" idx="3"/>
          </p:nvPr>
        </p:nvSpPr>
        <p:spPr>
          <a:xfrm>
            <a:off x="2769806" y="3092450"/>
            <a:ext cx="1973681" cy="1677459"/>
          </a:xfrm>
          <a:prstGeom prst="rect">
            <a:avLst/>
          </a:prstGeom>
          <a:solidFill>
            <a:srgbClr val="D8D8D8"/>
          </a:solidFill>
          <a:ln>
            <a:noFill/>
          </a:ln>
        </p:spPr>
        <p:txBody>
          <a:bodyPr/>
          <a:lstStyle/>
          <a:p>
            <a:endParaRPr lang="pt-BR" dirty="0"/>
          </a:p>
        </p:txBody>
      </p:sp>
      <p:sp>
        <p:nvSpPr>
          <p:cNvPr id="420" name="Google Shape;420;p40"/>
          <p:cNvSpPr>
            <a:spLocks noGrp="1"/>
          </p:cNvSpPr>
          <p:nvPr>
            <p:ph type="pic" idx="4"/>
          </p:nvPr>
        </p:nvSpPr>
        <p:spPr>
          <a:xfrm>
            <a:off x="5072996" y="3092450"/>
            <a:ext cx="1973681" cy="1677459"/>
          </a:xfrm>
          <a:prstGeom prst="rect">
            <a:avLst/>
          </a:prstGeom>
          <a:solidFill>
            <a:srgbClr val="D8D8D8"/>
          </a:solidFill>
          <a:ln>
            <a:noFill/>
          </a:ln>
        </p:spPr>
        <p:txBody>
          <a:bodyPr/>
          <a:lstStyle/>
          <a:p>
            <a:endParaRPr lang="pt-BR" dirty="0"/>
          </a:p>
        </p:txBody>
      </p:sp>
      <p:sp>
        <p:nvSpPr>
          <p:cNvPr id="421" name="Google Shape;421;p40"/>
          <p:cNvSpPr>
            <a:spLocks noGrp="1"/>
          </p:cNvSpPr>
          <p:nvPr>
            <p:ph type="pic" idx="5"/>
          </p:nvPr>
        </p:nvSpPr>
        <p:spPr>
          <a:xfrm>
            <a:off x="7376185" y="3092450"/>
            <a:ext cx="1973681" cy="1677459"/>
          </a:xfrm>
          <a:prstGeom prst="rect">
            <a:avLst/>
          </a:prstGeom>
          <a:solidFill>
            <a:srgbClr val="D8D8D8"/>
          </a:solidFill>
          <a:ln>
            <a:noFill/>
          </a:ln>
        </p:spPr>
        <p:txBody>
          <a:bodyPr/>
          <a:lstStyle/>
          <a:p>
            <a:endParaRPr lang="pt-BR" dirty="0"/>
          </a:p>
        </p:txBody>
      </p:sp>
      <p:sp>
        <p:nvSpPr>
          <p:cNvPr id="422" name="Google Shape;422;p40"/>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23" name="Google Shape;423;p40"/>
          <p:cNvSpPr>
            <a:spLocks noGrp="1"/>
          </p:cNvSpPr>
          <p:nvPr>
            <p:ph type="pic" idx="6"/>
          </p:nvPr>
        </p:nvSpPr>
        <p:spPr>
          <a:xfrm>
            <a:off x="9679374" y="3092450"/>
            <a:ext cx="1973681" cy="1677459"/>
          </a:xfrm>
          <a:prstGeom prst="rect">
            <a:avLst/>
          </a:prstGeom>
          <a:solidFill>
            <a:srgbClr val="D8D8D8"/>
          </a:solidFill>
          <a:ln>
            <a:noFill/>
          </a:ln>
        </p:spPr>
        <p:txBody>
          <a:bodyPr/>
          <a:lstStyle/>
          <a:p>
            <a:endParaRPr lang="pt-BR" dirty="0"/>
          </a:p>
        </p:txBody>
      </p:sp>
      <p:cxnSp>
        <p:nvCxnSpPr>
          <p:cNvPr id="424" name="Google Shape;424;p40"/>
          <p:cNvCxnSpPr/>
          <p:nvPr/>
        </p:nvCxnSpPr>
        <p:spPr>
          <a:xfrm rot="10800000">
            <a:off x="9869167" y="4624656"/>
            <a:ext cx="0" cy="1399041"/>
          </a:xfrm>
          <a:prstGeom prst="straightConnector1">
            <a:avLst/>
          </a:prstGeom>
          <a:noFill/>
          <a:ln w="19050" cap="flat" cmpd="sng">
            <a:solidFill>
              <a:schemeClr val="dk1"/>
            </a:solidFill>
            <a:prstDash val="solid"/>
            <a:round/>
            <a:headEnd type="diamond" w="med" len="med"/>
            <a:tailEnd type="none" w="sm" len="sm"/>
          </a:ln>
        </p:spPr>
      </p:cxnSp>
      <p:sp>
        <p:nvSpPr>
          <p:cNvPr id="425" name="Google Shape;425;p40"/>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26" name="Google Shape;426;p40"/>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1_Linha do Tempo1">
  <p:cSld name="3_Linha do Tempo1 10">
    <p:bg>
      <p:bgPr>
        <a:solidFill>
          <a:schemeClr val="lt1"/>
        </a:solidFill>
        <a:effectLst/>
      </p:bgPr>
    </p:bg>
    <p:spTree>
      <p:nvGrpSpPr>
        <p:cNvPr id="1" name="Shape 427"/>
        <p:cNvGrpSpPr/>
        <p:nvPr/>
      </p:nvGrpSpPr>
      <p:grpSpPr>
        <a:xfrm>
          <a:off x="0" y="0"/>
          <a:ext cx="0" cy="0"/>
          <a:chOff x="0" y="0"/>
          <a:chExt cx="0" cy="0"/>
        </a:xfrm>
      </p:grpSpPr>
      <p:pic>
        <p:nvPicPr>
          <p:cNvPr id="428" name="Google Shape;428;p41"/>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29" name="Google Shape;429;p41"/>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430" name="Google Shape;430;p41"/>
          <p:cNvCxnSpPr/>
          <p:nvPr/>
        </p:nvCxnSpPr>
        <p:spPr>
          <a:xfrm>
            <a:off x="1185264"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431" name="Google Shape;431;p41"/>
          <p:cNvCxnSpPr/>
          <p:nvPr/>
        </p:nvCxnSpPr>
        <p:spPr>
          <a:xfrm rot="10800000">
            <a:off x="620355"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32" name="Google Shape;432;p41"/>
          <p:cNvCxnSpPr/>
          <p:nvPr/>
        </p:nvCxnSpPr>
        <p:spPr>
          <a:xfrm rot="10800000">
            <a:off x="5263300"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33" name="Google Shape;433;p41"/>
          <p:cNvCxnSpPr/>
          <p:nvPr/>
        </p:nvCxnSpPr>
        <p:spPr>
          <a:xfrm>
            <a:off x="2959237"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434" name="Google Shape;434;p41"/>
          <p:cNvCxnSpPr/>
          <p:nvPr/>
        </p:nvCxnSpPr>
        <p:spPr>
          <a:xfrm>
            <a:off x="7589194"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435" name="Google Shape;435;p41"/>
          <p:cNvSpPr>
            <a:spLocks noGrp="1"/>
          </p:cNvSpPr>
          <p:nvPr>
            <p:ph type="pic" idx="2"/>
          </p:nvPr>
        </p:nvSpPr>
        <p:spPr>
          <a:xfrm>
            <a:off x="466617" y="3092450"/>
            <a:ext cx="1973681" cy="1677459"/>
          </a:xfrm>
          <a:prstGeom prst="rect">
            <a:avLst/>
          </a:prstGeom>
          <a:solidFill>
            <a:srgbClr val="D8D8D8"/>
          </a:solidFill>
          <a:ln>
            <a:noFill/>
          </a:ln>
        </p:spPr>
        <p:txBody>
          <a:bodyPr/>
          <a:lstStyle/>
          <a:p>
            <a:endParaRPr lang="pt-BR" dirty="0"/>
          </a:p>
        </p:txBody>
      </p:sp>
      <p:sp>
        <p:nvSpPr>
          <p:cNvPr id="436" name="Google Shape;436;p41"/>
          <p:cNvSpPr>
            <a:spLocks noGrp="1"/>
          </p:cNvSpPr>
          <p:nvPr>
            <p:ph type="pic" idx="3"/>
          </p:nvPr>
        </p:nvSpPr>
        <p:spPr>
          <a:xfrm>
            <a:off x="2769806" y="3092450"/>
            <a:ext cx="1973681" cy="1677459"/>
          </a:xfrm>
          <a:prstGeom prst="rect">
            <a:avLst/>
          </a:prstGeom>
          <a:solidFill>
            <a:srgbClr val="D8D8D8"/>
          </a:solidFill>
          <a:ln>
            <a:noFill/>
          </a:ln>
        </p:spPr>
        <p:txBody>
          <a:bodyPr/>
          <a:lstStyle/>
          <a:p>
            <a:endParaRPr lang="pt-BR" dirty="0"/>
          </a:p>
        </p:txBody>
      </p:sp>
      <p:sp>
        <p:nvSpPr>
          <p:cNvPr id="437" name="Google Shape;437;p41"/>
          <p:cNvSpPr>
            <a:spLocks noGrp="1"/>
          </p:cNvSpPr>
          <p:nvPr>
            <p:ph type="pic" idx="4"/>
          </p:nvPr>
        </p:nvSpPr>
        <p:spPr>
          <a:xfrm>
            <a:off x="5072996" y="3092450"/>
            <a:ext cx="1973681" cy="1677459"/>
          </a:xfrm>
          <a:prstGeom prst="rect">
            <a:avLst/>
          </a:prstGeom>
          <a:solidFill>
            <a:srgbClr val="D8D8D8"/>
          </a:solidFill>
          <a:ln>
            <a:noFill/>
          </a:ln>
        </p:spPr>
        <p:txBody>
          <a:bodyPr/>
          <a:lstStyle/>
          <a:p>
            <a:endParaRPr lang="pt-BR" dirty="0"/>
          </a:p>
        </p:txBody>
      </p:sp>
      <p:sp>
        <p:nvSpPr>
          <p:cNvPr id="438" name="Google Shape;438;p41"/>
          <p:cNvSpPr>
            <a:spLocks noGrp="1"/>
          </p:cNvSpPr>
          <p:nvPr>
            <p:ph type="pic" idx="5"/>
          </p:nvPr>
        </p:nvSpPr>
        <p:spPr>
          <a:xfrm>
            <a:off x="7376185" y="3092450"/>
            <a:ext cx="1973681" cy="1677459"/>
          </a:xfrm>
          <a:prstGeom prst="rect">
            <a:avLst/>
          </a:prstGeom>
          <a:solidFill>
            <a:srgbClr val="D8D8D8"/>
          </a:solidFill>
          <a:ln>
            <a:noFill/>
          </a:ln>
        </p:spPr>
        <p:txBody>
          <a:bodyPr/>
          <a:lstStyle/>
          <a:p>
            <a:endParaRPr lang="pt-BR" dirty="0"/>
          </a:p>
        </p:txBody>
      </p:sp>
      <p:sp>
        <p:nvSpPr>
          <p:cNvPr id="439" name="Google Shape;439;p41"/>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40" name="Google Shape;440;p41"/>
          <p:cNvSpPr>
            <a:spLocks noGrp="1"/>
          </p:cNvSpPr>
          <p:nvPr>
            <p:ph type="pic" idx="6"/>
          </p:nvPr>
        </p:nvSpPr>
        <p:spPr>
          <a:xfrm>
            <a:off x="9679374" y="3092450"/>
            <a:ext cx="1973681" cy="1677459"/>
          </a:xfrm>
          <a:prstGeom prst="rect">
            <a:avLst/>
          </a:prstGeom>
          <a:solidFill>
            <a:srgbClr val="D8D8D8"/>
          </a:solidFill>
          <a:ln>
            <a:noFill/>
          </a:ln>
        </p:spPr>
        <p:txBody>
          <a:bodyPr/>
          <a:lstStyle/>
          <a:p>
            <a:endParaRPr lang="pt-BR" dirty="0"/>
          </a:p>
        </p:txBody>
      </p:sp>
      <p:cxnSp>
        <p:nvCxnSpPr>
          <p:cNvPr id="441" name="Google Shape;441;p41"/>
          <p:cNvCxnSpPr/>
          <p:nvPr/>
        </p:nvCxnSpPr>
        <p:spPr>
          <a:xfrm rot="10800000">
            <a:off x="9869167" y="4624656"/>
            <a:ext cx="0" cy="1399041"/>
          </a:xfrm>
          <a:prstGeom prst="straightConnector1">
            <a:avLst/>
          </a:prstGeom>
          <a:noFill/>
          <a:ln w="19050" cap="flat" cmpd="sng">
            <a:solidFill>
              <a:schemeClr val="dk1"/>
            </a:solidFill>
            <a:prstDash val="solid"/>
            <a:round/>
            <a:headEnd type="diamond" w="med" len="med"/>
            <a:tailEnd type="none" w="sm" len="sm"/>
          </a:ln>
        </p:spPr>
      </p:cxnSp>
      <p:sp>
        <p:nvSpPr>
          <p:cNvPr id="442" name="Google Shape;442;p41"/>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43" name="Google Shape;443;p41"/>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1_Linha do Tempo1">
  <p:cSld name="3_Linha do Tempo1 11">
    <p:bg>
      <p:bgPr>
        <a:solidFill>
          <a:schemeClr val="lt1"/>
        </a:solidFill>
        <a:effectLst/>
      </p:bgPr>
    </p:bg>
    <p:spTree>
      <p:nvGrpSpPr>
        <p:cNvPr id="1" name="Shape 444"/>
        <p:cNvGrpSpPr/>
        <p:nvPr/>
      </p:nvGrpSpPr>
      <p:grpSpPr>
        <a:xfrm>
          <a:off x="0" y="0"/>
          <a:ext cx="0" cy="0"/>
          <a:chOff x="0" y="0"/>
          <a:chExt cx="0" cy="0"/>
        </a:xfrm>
      </p:grpSpPr>
      <p:pic>
        <p:nvPicPr>
          <p:cNvPr id="445" name="Google Shape;445;p42"/>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46" name="Google Shape;446;p42"/>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447" name="Google Shape;447;p42"/>
          <p:cNvCxnSpPr/>
          <p:nvPr/>
        </p:nvCxnSpPr>
        <p:spPr>
          <a:xfrm>
            <a:off x="1185264"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448" name="Google Shape;448;p42"/>
          <p:cNvCxnSpPr/>
          <p:nvPr/>
        </p:nvCxnSpPr>
        <p:spPr>
          <a:xfrm rot="10800000">
            <a:off x="620355"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49" name="Google Shape;449;p42"/>
          <p:cNvCxnSpPr/>
          <p:nvPr/>
        </p:nvCxnSpPr>
        <p:spPr>
          <a:xfrm rot="10800000">
            <a:off x="5263300"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50" name="Google Shape;450;p42"/>
          <p:cNvCxnSpPr/>
          <p:nvPr/>
        </p:nvCxnSpPr>
        <p:spPr>
          <a:xfrm>
            <a:off x="2959237"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451" name="Google Shape;451;p42"/>
          <p:cNvCxnSpPr/>
          <p:nvPr/>
        </p:nvCxnSpPr>
        <p:spPr>
          <a:xfrm>
            <a:off x="7589194"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452" name="Google Shape;452;p42"/>
          <p:cNvSpPr>
            <a:spLocks noGrp="1"/>
          </p:cNvSpPr>
          <p:nvPr>
            <p:ph type="pic" idx="2"/>
          </p:nvPr>
        </p:nvSpPr>
        <p:spPr>
          <a:xfrm>
            <a:off x="466617" y="3092450"/>
            <a:ext cx="1973681" cy="1677459"/>
          </a:xfrm>
          <a:prstGeom prst="rect">
            <a:avLst/>
          </a:prstGeom>
          <a:solidFill>
            <a:srgbClr val="D8D8D8"/>
          </a:solidFill>
          <a:ln>
            <a:noFill/>
          </a:ln>
        </p:spPr>
        <p:txBody>
          <a:bodyPr/>
          <a:lstStyle/>
          <a:p>
            <a:endParaRPr lang="pt-BR" dirty="0"/>
          </a:p>
        </p:txBody>
      </p:sp>
      <p:sp>
        <p:nvSpPr>
          <p:cNvPr id="453" name="Google Shape;453;p42"/>
          <p:cNvSpPr>
            <a:spLocks noGrp="1"/>
          </p:cNvSpPr>
          <p:nvPr>
            <p:ph type="pic" idx="3"/>
          </p:nvPr>
        </p:nvSpPr>
        <p:spPr>
          <a:xfrm>
            <a:off x="2769806" y="3092450"/>
            <a:ext cx="1973681" cy="1677459"/>
          </a:xfrm>
          <a:prstGeom prst="rect">
            <a:avLst/>
          </a:prstGeom>
          <a:solidFill>
            <a:srgbClr val="D8D8D8"/>
          </a:solidFill>
          <a:ln>
            <a:noFill/>
          </a:ln>
        </p:spPr>
        <p:txBody>
          <a:bodyPr/>
          <a:lstStyle/>
          <a:p>
            <a:endParaRPr lang="pt-BR" dirty="0"/>
          </a:p>
        </p:txBody>
      </p:sp>
      <p:sp>
        <p:nvSpPr>
          <p:cNvPr id="454" name="Google Shape;454;p42"/>
          <p:cNvSpPr>
            <a:spLocks noGrp="1"/>
          </p:cNvSpPr>
          <p:nvPr>
            <p:ph type="pic" idx="4"/>
          </p:nvPr>
        </p:nvSpPr>
        <p:spPr>
          <a:xfrm>
            <a:off x="5072996" y="3092450"/>
            <a:ext cx="1973681" cy="1677459"/>
          </a:xfrm>
          <a:prstGeom prst="rect">
            <a:avLst/>
          </a:prstGeom>
          <a:solidFill>
            <a:srgbClr val="D8D8D8"/>
          </a:solidFill>
          <a:ln>
            <a:noFill/>
          </a:ln>
        </p:spPr>
        <p:txBody>
          <a:bodyPr/>
          <a:lstStyle/>
          <a:p>
            <a:endParaRPr lang="pt-BR" dirty="0"/>
          </a:p>
        </p:txBody>
      </p:sp>
      <p:sp>
        <p:nvSpPr>
          <p:cNvPr id="455" name="Google Shape;455;p42"/>
          <p:cNvSpPr>
            <a:spLocks noGrp="1"/>
          </p:cNvSpPr>
          <p:nvPr>
            <p:ph type="pic" idx="5"/>
          </p:nvPr>
        </p:nvSpPr>
        <p:spPr>
          <a:xfrm>
            <a:off x="7376185" y="3092450"/>
            <a:ext cx="1973681" cy="1677459"/>
          </a:xfrm>
          <a:prstGeom prst="rect">
            <a:avLst/>
          </a:prstGeom>
          <a:solidFill>
            <a:srgbClr val="D8D8D8"/>
          </a:solidFill>
          <a:ln>
            <a:noFill/>
          </a:ln>
        </p:spPr>
        <p:txBody>
          <a:bodyPr/>
          <a:lstStyle/>
          <a:p>
            <a:endParaRPr lang="pt-BR" dirty="0"/>
          </a:p>
        </p:txBody>
      </p:sp>
      <p:sp>
        <p:nvSpPr>
          <p:cNvPr id="456" name="Google Shape;456;p42"/>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57" name="Google Shape;457;p42"/>
          <p:cNvSpPr>
            <a:spLocks noGrp="1"/>
          </p:cNvSpPr>
          <p:nvPr>
            <p:ph type="pic" idx="6"/>
          </p:nvPr>
        </p:nvSpPr>
        <p:spPr>
          <a:xfrm>
            <a:off x="9679374" y="3092450"/>
            <a:ext cx="1973681" cy="1677459"/>
          </a:xfrm>
          <a:prstGeom prst="rect">
            <a:avLst/>
          </a:prstGeom>
          <a:solidFill>
            <a:srgbClr val="D8D8D8"/>
          </a:solidFill>
          <a:ln>
            <a:noFill/>
          </a:ln>
        </p:spPr>
        <p:txBody>
          <a:bodyPr/>
          <a:lstStyle/>
          <a:p>
            <a:endParaRPr lang="pt-BR" dirty="0"/>
          </a:p>
        </p:txBody>
      </p:sp>
      <p:cxnSp>
        <p:nvCxnSpPr>
          <p:cNvPr id="458" name="Google Shape;458;p42"/>
          <p:cNvCxnSpPr/>
          <p:nvPr/>
        </p:nvCxnSpPr>
        <p:spPr>
          <a:xfrm rot="10800000">
            <a:off x="9869167" y="4624656"/>
            <a:ext cx="0" cy="1399041"/>
          </a:xfrm>
          <a:prstGeom prst="straightConnector1">
            <a:avLst/>
          </a:prstGeom>
          <a:noFill/>
          <a:ln w="19050" cap="flat" cmpd="sng">
            <a:solidFill>
              <a:schemeClr val="dk1"/>
            </a:solidFill>
            <a:prstDash val="solid"/>
            <a:round/>
            <a:headEnd type="diamond" w="med" len="med"/>
            <a:tailEnd type="none" w="sm" len="sm"/>
          </a:ln>
        </p:spPr>
      </p:cxnSp>
      <p:sp>
        <p:nvSpPr>
          <p:cNvPr id="459" name="Google Shape;459;p42"/>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60" name="Google Shape;460;p42"/>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1_Linha do Tempo1">
  <p:cSld name="3_Linha do Tempo1 12">
    <p:bg>
      <p:bgPr>
        <a:solidFill>
          <a:schemeClr val="lt1"/>
        </a:solidFill>
        <a:effectLst/>
      </p:bgPr>
    </p:bg>
    <p:spTree>
      <p:nvGrpSpPr>
        <p:cNvPr id="1" name="Shape 461"/>
        <p:cNvGrpSpPr/>
        <p:nvPr/>
      </p:nvGrpSpPr>
      <p:grpSpPr>
        <a:xfrm>
          <a:off x="0" y="0"/>
          <a:ext cx="0" cy="0"/>
          <a:chOff x="0" y="0"/>
          <a:chExt cx="0" cy="0"/>
        </a:xfrm>
      </p:grpSpPr>
      <p:pic>
        <p:nvPicPr>
          <p:cNvPr id="462" name="Google Shape;462;p43"/>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63" name="Google Shape;463;p43"/>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464" name="Google Shape;464;p43"/>
          <p:cNvSpPr>
            <a:spLocks noGrp="1"/>
          </p:cNvSpPr>
          <p:nvPr>
            <p:ph type="pic" idx="2"/>
          </p:nvPr>
        </p:nvSpPr>
        <p:spPr>
          <a:xfrm>
            <a:off x="3127810" y="1084585"/>
            <a:ext cx="2481584" cy="1744787"/>
          </a:xfrm>
          <a:prstGeom prst="rect">
            <a:avLst/>
          </a:prstGeom>
          <a:solidFill>
            <a:srgbClr val="D8D8D8"/>
          </a:solidFill>
          <a:ln>
            <a:noFill/>
          </a:ln>
        </p:spPr>
        <p:txBody>
          <a:bodyPr/>
          <a:lstStyle/>
          <a:p>
            <a:endParaRPr lang="pt-BR" dirty="0"/>
          </a:p>
        </p:txBody>
      </p:sp>
      <p:sp>
        <p:nvSpPr>
          <p:cNvPr id="465" name="Google Shape;465;p43"/>
          <p:cNvSpPr>
            <a:spLocks noGrp="1"/>
          </p:cNvSpPr>
          <p:nvPr>
            <p:ph type="pic" idx="3"/>
          </p:nvPr>
        </p:nvSpPr>
        <p:spPr>
          <a:xfrm>
            <a:off x="3127810" y="3837265"/>
            <a:ext cx="2481584" cy="1744787"/>
          </a:xfrm>
          <a:prstGeom prst="rect">
            <a:avLst/>
          </a:prstGeom>
          <a:solidFill>
            <a:srgbClr val="D8D8D8"/>
          </a:solidFill>
          <a:ln>
            <a:noFill/>
          </a:ln>
        </p:spPr>
        <p:txBody>
          <a:bodyPr/>
          <a:lstStyle/>
          <a:p>
            <a:endParaRPr lang="pt-BR" dirty="0"/>
          </a:p>
        </p:txBody>
      </p:sp>
      <p:sp>
        <p:nvSpPr>
          <p:cNvPr id="466" name="Google Shape;466;p43"/>
          <p:cNvSpPr>
            <a:spLocks noGrp="1"/>
          </p:cNvSpPr>
          <p:nvPr>
            <p:ph type="pic" idx="4"/>
          </p:nvPr>
        </p:nvSpPr>
        <p:spPr>
          <a:xfrm>
            <a:off x="8759529" y="3837265"/>
            <a:ext cx="2481584" cy="1744787"/>
          </a:xfrm>
          <a:prstGeom prst="rect">
            <a:avLst/>
          </a:prstGeom>
          <a:solidFill>
            <a:srgbClr val="D8D8D8"/>
          </a:solidFill>
          <a:ln>
            <a:noFill/>
          </a:ln>
        </p:spPr>
        <p:txBody>
          <a:bodyPr/>
          <a:lstStyle/>
          <a:p>
            <a:endParaRPr lang="pt-BR" dirty="0"/>
          </a:p>
        </p:txBody>
      </p:sp>
      <p:sp>
        <p:nvSpPr>
          <p:cNvPr id="467" name="Google Shape;467;p43"/>
          <p:cNvSpPr>
            <a:spLocks noGrp="1"/>
          </p:cNvSpPr>
          <p:nvPr>
            <p:ph type="pic" idx="5"/>
          </p:nvPr>
        </p:nvSpPr>
        <p:spPr>
          <a:xfrm>
            <a:off x="8759529" y="1084585"/>
            <a:ext cx="2481584" cy="1744787"/>
          </a:xfrm>
          <a:prstGeom prst="rect">
            <a:avLst/>
          </a:prstGeom>
          <a:solidFill>
            <a:srgbClr val="D8D8D8"/>
          </a:solidFill>
          <a:ln>
            <a:noFill/>
          </a:ln>
        </p:spPr>
        <p:txBody>
          <a:bodyPr/>
          <a:lstStyle/>
          <a:p>
            <a:endParaRPr lang="pt-BR" dirty="0"/>
          </a:p>
        </p:txBody>
      </p:sp>
      <p:grpSp>
        <p:nvGrpSpPr>
          <p:cNvPr id="468" name="Google Shape;468;p43"/>
          <p:cNvGrpSpPr/>
          <p:nvPr/>
        </p:nvGrpSpPr>
        <p:grpSpPr>
          <a:xfrm>
            <a:off x="9756405" y="6381592"/>
            <a:ext cx="2435595" cy="499855"/>
            <a:chOff x="14634602" y="9537218"/>
            <a:chExt cx="3653392" cy="749782"/>
          </a:xfrm>
        </p:grpSpPr>
        <p:pic>
          <p:nvPicPr>
            <p:cNvPr id="469" name="Google Shape;469;p43"/>
            <p:cNvPicPr preferRelativeResize="0"/>
            <p:nvPr/>
          </p:nvPicPr>
          <p:blipFill rotWithShape="1">
            <a:blip r:embed="rId4">
              <a:alphaModFix/>
            </a:blip>
            <a:srcRect/>
            <a:stretch/>
          </p:blipFill>
          <p:spPr>
            <a:xfrm>
              <a:off x="14634602" y="9537218"/>
              <a:ext cx="3653392" cy="749782"/>
            </a:xfrm>
            <a:prstGeom prst="rect">
              <a:avLst/>
            </a:prstGeom>
            <a:noFill/>
            <a:ln>
              <a:noFill/>
            </a:ln>
          </p:spPr>
        </p:pic>
        <p:pic>
          <p:nvPicPr>
            <p:cNvPr id="470" name="Google Shape;470;p43" descr="Logotipo"/>
            <p:cNvPicPr preferRelativeResize="0"/>
            <p:nvPr/>
          </p:nvPicPr>
          <p:blipFill rotWithShape="1">
            <a:blip r:embed="rId5">
              <a:alphaModFix/>
            </a:blip>
            <a:srcRect l="6765" t="26294" b="17973"/>
            <a:stretch/>
          </p:blipFill>
          <p:spPr>
            <a:xfrm>
              <a:off x="15016163" y="9710738"/>
              <a:ext cx="3271831" cy="487362"/>
            </a:xfrm>
            <a:prstGeom prst="rect">
              <a:avLst/>
            </a:prstGeom>
            <a:noFill/>
            <a:ln>
              <a:noFill/>
            </a:ln>
          </p:spPr>
        </p:pic>
      </p:grpSp>
      <p:sp>
        <p:nvSpPr>
          <p:cNvPr id="471" name="Google Shape;471;p43"/>
          <p:cNvSpPr>
            <a:spLocks noGrp="1"/>
          </p:cNvSpPr>
          <p:nvPr>
            <p:ph type="pic" idx="6"/>
          </p:nvPr>
        </p:nvSpPr>
        <p:spPr>
          <a:xfrm>
            <a:off x="5943669" y="2636294"/>
            <a:ext cx="2481584" cy="1744787"/>
          </a:xfrm>
          <a:prstGeom prst="rect">
            <a:avLst/>
          </a:prstGeom>
          <a:solidFill>
            <a:srgbClr val="D8D8D8"/>
          </a:solidFill>
          <a:ln>
            <a:noFill/>
          </a:ln>
        </p:spPr>
        <p:txBody>
          <a:bodyPr/>
          <a:lstStyle/>
          <a:p>
            <a:endParaRPr lang="pt-BR" dirty="0"/>
          </a:p>
        </p:txBody>
      </p:sp>
      <p:sp>
        <p:nvSpPr>
          <p:cNvPr id="472" name="Google Shape;472;p43"/>
          <p:cNvSpPr txBox="1">
            <a:spLocks noGrp="1"/>
          </p:cNvSpPr>
          <p:nvPr>
            <p:ph type="body" idx="1"/>
          </p:nvPr>
        </p:nvSpPr>
        <p:spPr>
          <a:xfrm>
            <a:off x="3127811" y="2908275"/>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3" name="Google Shape;473;p43"/>
          <p:cNvSpPr txBox="1">
            <a:spLocks noGrp="1"/>
          </p:cNvSpPr>
          <p:nvPr>
            <p:ph type="body" idx="7"/>
          </p:nvPr>
        </p:nvSpPr>
        <p:spPr>
          <a:xfrm>
            <a:off x="3127811" y="5656962"/>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4" name="Google Shape;474;p43"/>
          <p:cNvSpPr txBox="1">
            <a:spLocks noGrp="1"/>
          </p:cNvSpPr>
          <p:nvPr>
            <p:ph type="body" idx="8"/>
          </p:nvPr>
        </p:nvSpPr>
        <p:spPr>
          <a:xfrm>
            <a:off x="8760967" y="2908275"/>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5" name="Google Shape;475;p43"/>
          <p:cNvSpPr txBox="1">
            <a:spLocks noGrp="1"/>
          </p:cNvSpPr>
          <p:nvPr>
            <p:ph type="body" idx="9"/>
          </p:nvPr>
        </p:nvSpPr>
        <p:spPr>
          <a:xfrm>
            <a:off x="8760967" y="5656962"/>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6" name="Google Shape;476;p43"/>
          <p:cNvSpPr txBox="1">
            <a:spLocks noGrp="1"/>
          </p:cNvSpPr>
          <p:nvPr>
            <p:ph type="body" idx="13"/>
          </p:nvPr>
        </p:nvSpPr>
        <p:spPr>
          <a:xfrm>
            <a:off x="5950033" y="4443564"/>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7" name="Google Shape;477;p43"/>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78" name="Google Shape;478;p43"/>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3_1. Desenvolvimento">
  <p:cSld name="4_1. Desenvolvimento">
    <p:spTree>
      <p:nvGrpSpPr>
        <p:cNvPr id="1" name="Shape 479"/>
        <p:cNvGrpSpPr/>
        <p:nvPr/>
      </p:nvGrpSpPr>
      <p:grpSpPr>
        <a:xfrm>
          <a:off x="0" y="0"/>
          <a:ext cx="0" cy="0"/>
          <a:chOff x="0" y="0"/>
          <a:chExt cx="0" cy="0"/>
        </a:xfrm>
      </p:grpSpPr>
      <p:pic>
        <p:nvPicPr>
          <p:cNvPr id="480" name="Google Shape;480;p44"/>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81" name="Google Shape;481;p44"/>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482" name="Google Shape;482;p44"/>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483" name="Google Shape;483;p44"/>
          <p:cNvSpPr txBox="1">
            <a:spLocks noGrp="1"/>
          </p:cNvSpPr>
          <p:nvPr>
            <p:ph type="body" idx="1"/>
          </p:nvPr>
        </p:nvSpPr>
        <p:spPr>
          <a:xfrm>
            <a:off x="3005293"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84" name="Google Shape;484;p44"/>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85" name="Google Shape;485;p44"/>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3_1. Desenvolvimento">
  <p:cSld name="4_1. Desenvolvimento 2">
    <p:spTree>
      <p:nvGrpSpPr>
        <p:cNvPr id="1" name="Shape 486"/>
        <p:cNvGrpSpPr/>
        <p:nvPr/>
      </p:nvGrpSpPr>
      <p:grpSpPr>
        <a:xfrm>
          <a:off x="0" y="0"/>
          <a:ext cx="0" cy="0"/>
          <a:chOff x="0" y="0"/>
          <a:chExt cx="0" cy="0"/>
        </a:xfrm>
      </p:grpSpPr>
      <p:pic>
        <p:nvPicPr>
          <p:cNvPr id="487" name="Google Shape;487;p45"/>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88" name="Google Shape;488;p45"/>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489" name="Google Shape;489;p45"/>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490" name="Google Shape;490;p45"/>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91" name="Google Shape;491;p45"/>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Quadro">
  <p:cSld name="1_Quadro">
    <p:spTree>
      <p:nvGrpSpPr>
        <p:cNvPr id="1" name="Shape 492"/>
        <p:cNvGrpSpPr/>
        <p:nvPr/>
      </p:nvGrpSpPr>
      <p:grpSpPr>
        <a:xfrm>
          <a:off x="0" y="0"/>
          <a:ext cx="0" cy="0"/>
          <a:chOff x="0" y="0"/>
          <a:chExt cx="0" cy="0"/>
        </a:xfrm>
      </p:grpSpPr>
      <p:pic>
        <p:nvPicPr>
          <p:cNvPr id="493" name="Google Shape;493;p46"/>
          <p:cNvPicPr preferRelativeResize="0"/>
          <p:nvPr/>
        </p:nvPicPr>
        <p:blipFill rotWithShape="1">
          <a:blip r:embed="rId2">
            <a:alphaModFix/>
          </a:blip>
          <a:srcRect/>
          <a:stretch/>
        </p:blipFill>
        <p:spPr>
          <a:xfrm>
            <a:off x="4" y="0"/>
            <a:ext cx="12192000" cy="6857989"/>
          </a:xfrm>
          <a:prstGeom prst="rect">
            <a:avLst/>
          </a:prstGeom>
          <a:noFill/>
          <a:ln>
            <a:noFill/>
          </a:ln>
        </p:spPr>
      </p:pic>
      <p:sp>
        <p:nvSpPr>
          <p:cNvPr id="494" name="Google Shape;494;p46"/>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95" name="Google Shape;495;p46"/>
          <p:cNvSpPr txBox="1">
            <a:spLocks noGrp="1"/>
          </p:cNvSpPr>
          <p:nvPr>
            <p:ph type="body" idx="1"/>
          </p:nvPr>
        </p:nvSpPr>
        <p:spPr>
          <a:xfrm>
            <a:off x="500292" y="3098664"/>
            <a:ext cx="2435595" cy="130352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496" name="Google Shape;496;p46"/>
          <p:cNvSpPr txBox="1"/>
          <p:nvPr/>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highlight>
                  <a:srgbClr val="00FFFF"/>
                </a:highlight>
                <a:latin typeface="Poppins"/>
                <a:ea typeface="Poppins"/>
                <a:cs typeface="Poppins"/>
                <a:sym typeface="Poppins"/>
              </a:rPr>
              <a:t>guiada</a:t>
            </a:r>
            <a:endParaRPr sz="2333" b="0" i="0" u="none" strike="noStrike" cap="none" dirty="0">
              <a:solidFill>
                <a:schemeClr val="lt1"/>
              </a:solidFill>
              <a:highlight>
                <a:srgbClr val="00FFFF"/>
              </a:highlight>
              <a:latin typeface="Poppins Light"/>
              <a:ea typeface="Poppins Light"/>
              <a:cs typeface="Poppins Light"/>
              <a:sym typeface="Poppins Light"/>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Quadro">
  <p:cSld name="1_Quadro 2">
    <p:spTree>
      <p:nvGrpSpPr>
        <p:cNvPr id="1" name="Shape 497"/>
        <p:cNvGrpSpPr/>
        <p:nvPr/>
      </p:nvGrpSpPr>
      <p:grpSpPr>
        <a:xfrm>
          <a:off x="0" y="0"/>
          <a:ext cx="0" cy="0"/>
          <a:chOff x="0" y="0"/>
          <a:chExt cx="0" cy="0"/>
        </a:xfrm>
      </p:grpSpPr>
      <p:pic>
        <p:nvPicPr>
          <p:cNvPr id="498" name="Google Shape;498;p47"/>
          <p:cNvPicPr preferRelativeResize="0"/>
          <p:nvPr/>
        </p:nvPicPr>
        <p:blipFill rotWithShape="1">
          <a:blip r:embed="rId2">
            <a:alphaModFix/>
          </a:blip>
          <a:srcRect/>
          <a:stretch/>
        </p:blipFill>
        <p:spPr>
          <a:xfrm>
            <a:off x="4" y="0"/>
            <a:ext cx="12192000" cy="6857989"/>
          </a:xfrm>
          <a:prstGeom prst="rect">
            <a:avLst/>
          </a:prstGeom>
          <a:noFill/>
          <a:ln>
            <a:noFill/>
          </a:ln>
        </p:spPr>
      </p:pic>
      <p:sp>
        <p:nvSpPr>
          <p:cNvPr id="499" name="Google Shape;499;p47"/>
          <p:cNvSpPr txBox="1">
            <a:spLocks noGrp="1"/>
          </p:cNvSpPr>
          <p:nvPr>
            <p:ph type="body" idx="1"/>
          </p:nvPr>
        </p:nvSpPr>
        <p:spPr>
          <a:xfrm>
            <a:off x="500292" y="3098664"/>
            <a:ext cx="2601182" cy="130352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500" name="Google Shape;500;p47"/>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01" name="Google Shape;501;p47"/>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2">
    <p:spTree>
      <p:nvGrpSpPr>
        <p:cNvPr id="1" name="Shape 502"/>
        <p:cNvGrpSpPr/>
        <p:nvPr/>
      </p:nvGrpSpPr>
      <p:grpSpPr>
        <a:xfrm>
          <a:off x="0" y="0"/>
          <a:ext cx="0" cy="0"/>
          <a:chOff x="0" y="0"/>
          <a:chExt cx="0" cy="0"/>
        </a:xfrm>
      </p:grpSpPr>
      <p:pic>
        <p:nvPicPr>
          <p:cNvPr id="503" name="Google Shape;503;p48"/>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04" name="Google Shape;504;p48"/>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05" name="Google Shape;505;p48"/>
          <p:cNvSpPr txBox="1">
            <a:spLocks noGrp="1"/>
          </p:cNvSpPr>
          <p:nvPr>
            <p:ph type="body" idx="1"/>
          </p:nvPr>
        </p:nvSpPr>
        <p:spPr>
          <a:xfrm>
            <a:off x="3163359" y="1023409"/>
            <a:ext cx="4888441" cy="108161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06" name="Google Shape;506;p48"/>
          <p:cNvSpPr txBox="1">
            <a:spLocks noGrp="1"/>
          </p:cNvSpPr>
          <p:nvPr>
            <p:ph type="body" idx="2"/>
          </p:nvPr>
        </p:nvSpPr>
        <p:spPr>
          <a:xfrm>
            <a:off x="3163359" y="2334624"/>
            <a:ext cx="4888441" cy="108161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07" name="Google Shape;507;p48"/>
          <p:cNvSpPr>
            <a:spLocks noGrp="1"/>
          </p:cNvSpPr>
          <p:nvPr>
            <p:ph type="pic" idx="3"/>
          </p:nvPr>
        </p:nvSpPr>
        <p:spPr>
          <a:xfrm>
            <a:off x="3163359" y="3645959"/>
            <a:ext cx="4888441" cy="1667933"/>
          </a:xfrm>
          <a:prstGeom prst="rect">
            <a:avLst/>
          </a:prstGeom>
          <a:noFill/>
          <a:ln>
            <a:noFill/>
          </a:ln>
        </p:spPr>
        <p:txBody>
          <a:bodyPr/>
          <a:lstStyle/>
          <a:p>
            <a:endParaRPr lang="pt-BR" dirty="0"/>
          </a:p>
        </p:txBody>
      </p:sp>
      <p:sp>
        <p:nvSpPr>
          <p:cNvPr id="508" name="Google Shape;508;p48"/>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09" name="Google Shape;509;p48"/>
          <p:cNvSpPr txBox="1"/>
          <p:nvPr/>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highlight>
                  <a:srgbClr val="00FFFF"/>
                </a:highlight>
                <a:latin typeface="Poppins"/>
                <a:ea typeface="Poppins"/>
                <a:cs typeface="Poppins"/>
                <a:sym typeface="Poppins"/>
              </a:rPr>
              <a:t>guiada</a:t>
            </a:r>
            <a:endParaRPr sz="2333" b="0" i="0" u="none" strike="noStrike" cap="none" dirty="0">
              <a:solidFill>
                <a:schemeClr val="lt1"/>
              </a:solidFill>
              <a:highlight>
                <a:srgbClr val="00FFFF"/>
              </a:highlight>
              <a:latin typeface="Poppins Light"/>
              <a:ea typeface="Poppins Light"/>
              <a:cs typeface="Poppins Light"/>
              <a:sym typeface="Poppins Light"/>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3">
    <p:spTree>
      <p:nvGrpSpPr>
        <p:cNvPr id="1" name="Shape 510"/>
        <p:cNvGrpSpPr/>
        <p:nvPr/>
      </p:nvGrpSpPr>
      <p:grpSpPr>
        <a:xfrm>
          <a:off x="0" y="0"/>
          <a:ext cx="0" cy="0"/>
          <a:chOff x="0" y="0"/>
          <a:chExt cx="0" cy="0"/>
        </a:xfrm>
      </p:grpSpPr>
      <p:pic>
        <p:nvPicPr>
          <p:cNvPr id="511" name="Google Shape;511;p49"/>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12" name="Google Shape;512;p49"/>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13" name="Google Shape;513;p49"/>
          <p:cNvSpPr>
            <a:spLocks noGrp="1"/>
          </p:cNvSpPr>
          <p:nvPr>
            <p:ph type="pic" idx="2"/>
          </p:nvPr>
        </p:nvSpPr>
        <p:spPr>
          <a:xfrm>
            <a:off x="2805141" y="2431243"/>
            <a:ext cx="9004568" cy="3295901"/>
          </a:xfrm>
          <a:prstGeom prst="rect">
            <a:avLst/>
          </a:prstGeom>
          <a:solidFill>
            <a:srgbClr val="D8D8D8"/>
          </a:solidFill>
          <a:ln>
            <a:noFill/>
          </a:ln>
        </p:spPr>
        <p:txBody>
          <a:bodyPr/>
          <a:lstStyle/>
          <a:p>
            <a:endParaRPr lang="pt-BR" dirty="0"/>
          </a:p>
        </p:txBody>
      </p:sp>
      <p:sp>
        <p:nvSpPr>
          <p:cNvPr id="514" name="Google Shape;514;p49"/>
          <p:cNvSpPr txBox="1">
            <a:spLocks noGrp="1"/>
          </p:cNvSpPr>
          <p:nvPr>
            <p:ph type="body" idx="1"/>
          </p:nvPr>
        </p:nvSpPr>
        <p:spPr>
          <a:xfrm>
            <a:off x="2805142" y="5860191"/>
            <a:ext cx="9004801" cy="2793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15" name="Google Shape;515;p49"/>
          <p:cNvSpPr txBox="1">
            <a:spLocks noGrp="1"/>
          </p:cNvSpPr>
          <p:nvPr>
            <p:ph type="body" idx="3"/>
          </p:nvPr>
        </p:nvSpPr>
        <p:spPr>
          <a:xfrm>
            <a:off x="2805142" y="823383"/>
            <a:ext cx="9004801" cy="136311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16" name="Google Shape;516;p49"/>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17" name="Google Shape;517;p49"/>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4">
    <p:spTree>
      <p:nvGrpSpPr>
        <p:cNvPr id="1" name="Shape 518"/>
        <p:cNvGrpSpPr/>
        <p:nvPr/>
      </p:nvGrpSpPr>
      <p:grpSpPr>
        <a:xfrm>
          <a:off x="0" y="0"/>
          <a:ext cx="0" cy="0"/>
          <a:chOff x="0" y="0"/>
          <a:chExt cx="0" cy="0"/>
        </a:xfrm>
      </p:grpSpPr>
      <p:pic>
        <p:nvPicPr>
          <p:cNvPr id="519" name="Google Shape;519;p50"/>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20" name="Google Shape;520;p50"/>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21" name="Google Shape;521;p50"/>
          <p:cNvSpPr txBox="1">
            <a:spLocks noGrp="1"/>
          </p:cNvSpPr>
          <p:nvPr>
            <p:ph type="body" idx="1"/>
          </p:nvPr>
        </p:nvSpPr>
        <p:spPr>
          <a:xfrm>
            <a:off x="2967826" y="931395"/>
            <a:ext cx="8540120" cy="52069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22" name="Google Shape;522;p50"/>
          <p:cNvSpPr txBox="1">
            <a:spLocks noGrp="1"/>
          </p:cNvSpPr>
          <p:nvPr>
            <p:ph type="body" idx="2"/>
          </p:nvPr>
        </p:nvSpPr>
        <p:spPr>
          <a:xfrm>
            <a:off x="2967826" y="2012830"/>
            <a:ext cx="3829789" cy="376111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23" name="Google Shape;523;p50"/>
          <p:cNvSpPr>
            <a:spLocks noGrp="1"/>
          </p:cNvSpPr>
          <p:nvPr>
            <p:ph type="pic" idx="3"/>
          </p:nvPr>
        </p:nvSpPr>
        <p:spPr>
          <a:xfrm>
            <a:off x="7131171" y="2012830"/>
            <a:ext cx="4376775" cy="3761117"/>
          </a:xfrm>
          <a:prstGeom prst="rect">
            <a:avLst/>
          </a:prstGeom>
          <a:solidFill>
            <a:srgbClr val="D8D8D8"/>
          </a:solidFill>
          <a:ln>
            <a:noFill/>
          </a:ln>
        </p:spPr>
        <p:txBody>
          <a:bodyPr/>
          <a:lstStyle/>
          <a:p>
            <a:endParaRPr lang="pt-BR" dirty="0"/>
          </a:p>
        </p:txBody>
      </p:sp>
      <p:sp>
        <p:nvSpPr>
          <p:cNvPr id="524" name="Google Shape;524;p50"/>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25" name="Google Shape;525;p50"/>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1. Conteudo">
  <p:cSld name="2_1. Conteudo 3">
    <p:spTree>
      <p:nvGrpSpPr>
        <p:cNvPr id="1" name="Shape 526"/>
        <p:cNvGrpSpPr/>
        <p:nvPr/>
      </p:nvGrpSpPr>
      <p:grpSpPr>
        <a:xfrm>
          <a:off x="0" y="0"/>
          <a:ext cx="0" cy="0"/>
          <a:chOff x="0" y="0"/>
          <a:chExt cx="0" cy="0"/>
        </a:xfrm>
      </p:grpSpPr>
      <p:pic>
        <p:nvPicPr>
          <p:cNvPr id="527" name="Google Shape;527;p51"/>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28" name="Google Shape;528;p51"/>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29" name="Google Shape;529;p51"/>
          <p:cNvSpPr txBox="1">
            <a:spLocks noGrp="1"/>
          </p:cNvSpPr>
          <p:nvPr>
            <p:ph type="body" idx="1"/>
          </p:nvPr>
        </p:nvSpPr>
        <p:spPr>
          <a:xfrm>
            <a:off x="3236779" y="2362200"/>
            <a:ext cx="7240049" cy="163942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0" name="Google Shape;530;p51"/>
          <p:cNvSpPr txBox="1">
            <a:spLocks noGrp="1"/>
          </p:cNvSpPr>
          <p:nvPr>
            <p:ph type="body" idx="2"/>
          </p:nvPr>
        </p:nvSpPr>
        <p:spPr>
          <a:xfrm>
            <a:off x="3236867" y="1170031"/>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1" name="Google Shape;531;p51"/>
          <p:cNvSpPr txBox="1">
            <a:spLocks noGrp="1"/>
          </p:cNvSpPr>
          <p:nvPr>
            <p:ph type="body" idx="3"/>
          </p:nvPr>
        </p:nvSpPr>
        <p:spPr>
          <a:xfrm>
            <a:off x="3236778" y="4403072"/>
            <a:ext cx="7240049" cy="163942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2" name="Google Shape;532;p51"/>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33" name="Google Shape;533;p51"/>
          <p:cNvSpPr txBox="1"/>
          <p:nvPr/>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highlight>
                  <a:srgbClr val="00FFFF"/>
                </a:highlight>
                <a:latin typeface="Poppins"/>
                <a:ea typeface="Poppins"/>
                <a:cs typeface="Poppins"/>
                <a:sym typeface="Poppins"/>
              </a:rPr>
              <a:t>guiada</a:t>
            </a:r>
            <a:endParaRPr sz="2333" b="0" i="0" u="none" strike="noStrike" cap="none" dirty="0">
              <a:solidFill>
                <a:schemeClr val="lt1"/>
              </a:solidFill>
              <a:highlight>
                <a:srgbClr val="00FFFF"/>
              </a:highlight>
              <a:latin typeface="Poppins Light"/>
              <a:ea typeface="Poppins Light"/>
              <a:cs typeface="Poppins Light"/>
              <a:sym typeface="Poppins Light"/>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1. Conteudo">
  <p:cSld name="2_1. Conteudo 4">
    <p:spTree>
      <p:nvGrpSpPr>
        <p:cNvPr id="1" name="Shape 534"/>
        <p:cNvGrpSpPr/>
        <p:nvPr/>
      </p:nvGrpSpPr>
      <p:grpSpPr>
        <a:xfrm>
          <a:off x="0" y="0"/>
          <a:ext cx="0" cy="0"/>
          <a:chOff x="0" y="0"/>
          <a:chExt cx="0" cy="0"/>
        </a:xfrm>
      </p:grpSpPr>
      <p:pic>
        <p:nvPicPr>
          <p:cNvPr id="535" name="Google Shape;535;p52"/>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36" name="Google Shape;536;p52"/>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37" name="Google Shape;537;p52"/>
          <p:cNvSpPr txBox="1">
            <a:spLocks noGrp="1"/>
          </p:cNvSpPr>
          <p:nvPr>
            <p:ph type="body" idx="1"/>
          </p:nvPr>
        </p:nvSpPr>
        <p:spPr>
          <a:xfrm>
            <a:off x="3236779" y="2362200"/>
            <a:ext cx="7240049" cy="163942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8" name="Google Shape;538;p52"/>
          <p:cNvSpPr txBox="1">
            <a:spLocks noGrp="1"/>
          </p:cNvSpPr>
          <p:nvPr>
            <p:ph type="body" idx="2"/>
          </p:nvPr>
        </p:nvSpPr>
        <p:spPr>
          <a:xfrm>
            <a:off x="3236867" y="1170031"/>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9" name="Google Shape;539;p52"/>
          <p:cNvSpPr txBox="1">
            <a:spLocks noGrp="1"/>
          </p:cNvSpPr>
          <p:nvPr>
            <p:ph type="body" idx="3"/>
          </p:nvPr>
        </p:nvSpPr>
        <p:spPr>
          <a:xfrm>
            <a:off x="3236778" y="4403072"/>
            <a:ext cx="7240049" cy="163942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40" name="Google Shape;540;p52"/>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41" name="Google Shape;541;p52"/>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1_3. Conteudo">
  <p:cSld name="2_3. Conteudo 7">
    <p:bg>
      <p:bgPr>
        <a:solidFill>
          <a:srgbClr val="28566E"/>
        </a:solidFill>
        <a:effectLst/>
      </p:bgPr>
    </p:bg>
    <p:spTree>
      <p:nvGrpSpPr>
        <p:cNvPr id="1" name="Shape 542"/>
        <p:cNvGrpSpPr/>
        <p:nvPr/>
      </p:nvGrpSpPr>
      <p:grpSpPr>
        <a:xfrm>
          <a:off x="0" y="0"/>
          <a:ext cx="0" cy="0"/>
          <a:chOff x="0" y="0"/>
          <a:chExt cx="0" cy="0"/>
        </a:xfrm>
      </p:grpSpPr>
      <p:pic>
        <p:nvPicPr>
          <p:cNvPr id="543" name="Google Shape;543;p53"/>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544" name="Google Shape;544;p53"/>
          <p:cNvSpPr/>
          <p:nvPr/>
        </p:nvSpPr>
        <p:spPr>
          <a:xfrm>
            <a:off x="448134" y="414865"/>
            <a:ext cx="3223941" cy="3223928"/>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545" name="Google Shape;545;p53"/>
          <p:cNvSpPr/>
          <p:nvPr/>
        </p:nvSpPr>
        <p:spPr>
          <a:xfrm>
            <a:off x="2256369" y="2700818"/>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46" name="Google Shape;546;p53"/>
          <p:cNvSpPr txBox="1"/>
          <p:nvPr/>
        </p:nvSpPr>
        <p:spPr>
          <a:xfrm>
            <a:off x="485664" y="3463802"/>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547" name="Google Shape;547;p53"/>
          <p:cNvSpPr txBox="1">
            <a:spLocks noGrp="1"/>
          </p:cNvSpPr>
          <p:nvPr>
            <p:ph type="body" idx="1"/>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48" name="Google Shape;548;p53"/>
          <p:cNvSpPr txBox="1">
            <a:spLocks noGrp="1"/>
          </p:cNvSpPr>
          <p:nvPr>
            <p:ph type="body" idx="2"/>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49" name="Google Shape;549;p53"/>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50" name="Google Shape;550;p53"/>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51" name="Google Shape;551;p53"/>
          <p:cNvSpPr txBox="1">
            <a:spLocks noGrp="1"/>
          </p:cNvSpPr>
          <p:nvPr>
            <p:ph type="body" idx="3"/>
          </p:nvPr>
        </p:nvSpPr>
        <p:spPr>
          <a:xfrm>
            <a:off x="5128181" y="5971893"/>
            <a:ext cx="65532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52" name="Google Shape;552;p53"/>
          <p:cNvSpPr txBox="1">
            <a:spLocks noGrp="1"/>
          </p:cNvSpPr>
          <p:nvPr>
            <p:ph type="body" idx="4"/>
          </p:nvPr>
        </p:nvSpPr>
        <p:spPr>
          <a:xfrm>
            <a:off x="5128181" y="2547964"/>
            <a:ext cx="6553200" cy="33171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53" name="Google Shape;553;p53"/>
          <p:cNvSpPr txBox="1"/>
          <p:nvPr/>
        </p:nvSpPr>
        <p:spPr>
          <a:xfrm>
            <a:off x="6265889" y="14990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54" name="Google Shape;554;p53"/>
          <p:cNvSpPr txBox="1"/>
          <p:nvPr/>
        </p:nvSpPr>
        <p:spPr>
          <a:xfrm>
            <a:off x="2806376" y="3120112"/>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highlight>
                  <a:srgbClr val="00FFFF"/>
                </a:highlight>
                <a:latin typeface="Poppins"/>
                <a:ea typeface="Poppins"/>
                <a:cs typeface="Poppins"/>
                <a:sym typeface="Poppins"/>
              </a:rPr>
              <a:t>guiada</a:t>
            </a:r>
            <a:endParaRPr sz="2333" b="0" i="0" u="none" strike="noStrike" cap="none" dirty="0">
              <a:solidFill>
                <a:schemeClr val="lt1"/>
              </a:solidFill>
              <a:highlight>
                <a:srgbClr val="00FFFF"/>
              </a:highlight>
              <a:latin typeface="Poppins Light"/>
              <a:ea typeface="Poppins Light"/>
              <a:cs typeface="Poppins Light"/>
              <a:sym typeface="Poppins Light"/>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1_3. Conteudo">
  <p:cSld name="2_3. Conteudo 8">
    <p:bg>
      <p:bgPr>
        <a:solidFill>
          <a:srgbClr val="28566E"/>
        </a:solidFill>
        <a:effectLst/>
      </p:bgPr>
    </p:bg>
    <p:spTree>
      <p:nvGrpSpPr>
        <p:cNvPr id="1" name="Shape 555"/>
        <p:cNvGrpSpPr/>
        <p:nvPr/>
      </p:nvGrpSpPr>
      <p:grpSpPr>
        <a:xfrm>
          <a:off x="0" y="0"/>
          <a:ext cx="0" cy="0"/>
          <a:chOff x="0" y="0"/>
          <a:chExt cx="0" cy="0"/>
        </a:xfrm>
      </p:grpSpPr>
      <p:pic>
        <p:nvPicPr>
          <p:cNvPr id="556" name="Google Shape;556;p54"/>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557" name="Google Shape;557;p54"/>
          <p:cNvSpPr/>
          <p:nvPr/>
        </p:nvSpPr>
        <p:spPr>
          <a:xfrm>
            <a:off x="448134" y="414865"/>
            <a:ext cx="3223941" cy="3223928"/>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l="-24972" r="-24972"/>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558" name="Google Shape;558;p54"/>
          <p:cNvSpPr txBox="1"/>
          <p:nvPr/>
        </p:nvSpPr>
        <p:spPr>
          <a:xfrm>
            <a:off x="485664" y="3463802"/>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559" name="Google Shape;559;p54"/>
          <p:cNvSpPr txBox="1">
            <a:spLocks noGrp="1"/>
          </p:cNvSpPr>
          <p:nvPr>
            <p:ph type="body" idx="1"/>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60" name="Google Shape;560;p54"/>
          <p:cNvSpPr txBox="1">
            <a:spLocks noGrp="1"/>
          </p:cNvSpPr>
          <p:nvPr>
            <p:ph type="body" idx="2"/>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61" name="Google Shape;561;p54"/>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62" name="Google Shape;562;p54"/>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63" name="Google Shape;563;p54"/>
          <p:cNvSpPr txBox="1">
            <a:spLocks noGrp="1"/>
          </p:cNvSpPr>
          <p:nvPr>
            <p:ph type="body" idx="3"/>
          </p:nvPr>
        </p:nvSpPr>
        <p:spPr>
          <a:xfrm>
            <a:off x="5128181" y="5971893"/>
            <a:ext cx="65532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64" name="Google Shape;564;p54"/>
          <p:cNvSpPr txBox="1">
            <a:spLocks noGrp="1"/>
          </p:cNvSpPr>
          <p:nvPr>
            <p:ph type="body" idx="4"/>
          </p:nvPr>
        </p:nvSpPr>
        <p:spPr>
          <a:xfrm>
            <a:off x="5128181" y="2547964"/>
            <a:ext cx="6553200" cy="33171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65" name="Google Shape;565;p54"/>
          <p:cNvSpPr txBox="1"/>
          <p:nvPr/>
        </p:nvSpPr>
        <p:spPr>
          <a:xfrm>
            <a:off x="12638314" y="38317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66" name="Google Shape;566;p54"/>
          <p:cNvSpPr txBox="1"/>
          <p:nvPr/>
        </p:nvSpPr>
        <p:spPr>
          <a:xfrm>
            <a:off x="12442371" y="12409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67" name="Google Shape;567;p54"/>
          <p:cNvSpPr/>
          <p:nvPr/>
        </p:nvSpPr>
        <p:spPr>
          <a:xfrm>
            <a:off x="2256369" y="2700818"/>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68" name="Google Shape;568;p54"/>
          <p:cNvSpPr txBox="1"/>
          <p:nvPr/>
        </p:nvSpPr>
        <p:spPr>
          <a:xfrm>
            <a:off x="2578394" y="3162010"/>
            <a:ext cx="1600935" cy="65646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1_3. Conteudo">
  <p:cSld name="2_3. Conteudo 9">
    <p:bg>
      <p:bgPr>
        <a:solidFill>
          <a:srgbClr val="28566E"/>
        </a:solidFill>
        <a:effectLst/>
      </p:bgPr>
    </p:bg>
    <p:spTree>
      <p:nvGrpSpPr>
        <p:cNvPr id="1" name="Shape 569"/>
        <p:cNvGrpSpPr/>
        <p:nvPr/>
      </p:nvGrpSpPr>
      <p:grpSpPr>
        <a:xfrm>
          <a:off x="0" y="0"/>
          <a:ext cx="0" cy="0"/>
          <a:chOff x="0" y="0"/>
          <a:chExt cx="0" cy="0"/>
        </a:xfrm>
      </p:grpSpPr>
      <p:pic>
        <p:nvPicPr>
          <p:cNvPr id="570" name="Google Shape;570;p55"/>
          <p:cNvPicPr preferRelativeResize="0"/>
          <p:nvPr/>
        </p:nvPicPr>
        <p:blipFill rotWithShape="1">
          <a:blip r:embed="rId2">
            <a:alphaModFix/>
          </a:blip>
          <a:srcRect/>
          <a:stretch/>
        </p:blipFill>
        <p:spPr>
          <a:xfrm>
            <a:off x="0" y="17"/>
            <a:ext cx="4630818" cy="6857983"/>
          </a:xfrm>
          <a:prstGeom prst="rect">
            <a:avLst/>
          </a:prstGeom>
          <a:noFill/>
          <a:ln>
            <a:noFill/>
          </a:ln>
        </p:spPr>
      </p:pic>
      <p:pic>
        <p:nvPicPr>
          <p:cNvPr id="571" name="Google Shape;571;p55" descr="Câmera fotográfica preta&#10;&#10;Descrição gerada automaticamente"/>
          <p:cNvPicPr preferRelativeResize="0"/>
          <p:nvPr/>
        </p:nvPicPr>
        <p:blipFill rotWithShape="1">
          <a:blip r:embed="rId3">
            <a:alphaModFix/>
          </a:blip>
          <a:srcRect t="-268"/>
          <a:stretch/>
        </p:blipFill>
        <p:spPr>
          <a:xfrm>
            <a:off x="428798" y="386760"/>
            <a:ext cx="3243277" cy="3243277"/>
          </a:xfrm>
          <a:prstGeom prst="ellipse">
            <a:avLst/>
          </a:prstGeom>
          <a:noFill/>
          <a:ln>
            <a:noFill/>
          </a:ln>
        </p:spPr>
      </p:pic>
      <p:sp>
        <p:nvSpPr>
          <p:cNvPr id="572" name="Google Shape;572;p55"/>
          <p:cNvSpPr txBox="1"/>
          <p:nvPr/>
        </p:nvSpPr>
        <p:spPr>
          <a:xfrm>
            <a:off x="485664" y="3463802"/>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573" name="Google Shape;573;p55"/>
          <p:cNvSpPr txBox="1">
            <a:spLocks noGrp="1"/>
          </p:cNvSpPr>
          <p:nvPr>
            <p:ph type="body" idx="1"/>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74" name="Google Shape;574;p55"/>
          <p:cNvSpPr txBox="1">
            <a:spLocks noGrp="1"/>
          </p:cNvSpPr>
          <p:nvPr>
            <p:ph type="body" idx="2"/>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75" name="Google Shape;575;p55"/>
          <p:cNvSpPr txBox="1">
            <a:spLocks noGrp="1"/>
          </p:cNvSpPr>
          <p:nvPr>
            <p:ph type="body" idx="3"/>
          </p:nvPr>
        </p:nvSpPr>
        <p:spPr>
          <a:xfrm>
            <a:off x="5128181" y="5971893"/>
            <a:ext cx="65532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76" name="Google Shape;576;p55"/>
          <p:cNvSpPr txBox="1">
            <a:spLocks noGrp="1"/>
          </p:cNvSpPr>
          <p:nvPr>
            <p:ph type="body" idx="4"/>
          </p:nvPr>
        </p:nvSpPr>
        <p:spPr>
          <a:xfrm>
            <a:off x="5128181" y="2547964"/>
            <a:ext cx="6553200" cy="33171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77" name="Google Shape;577;p55"/>
          <p:cNvSpPr/>
          <p:nvPr/>
        </p:nvSpPr>
        <p:spPr>
          <a:xfrm>
            <a:off x="2256369" y="2700818"/>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78" name="Google Shape;578;p55"/>
          <p:cNvSpPr txBox="1"/>
          <p:nvPr/>
        </p:nvSpPr>
        <p:spPr>
          <a:xfrm>
            <a:off x="2806376" y="3120112"/>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highlight>
                  <a:srgbClr val="00FFFF"/>
                </a:highlight>
                <a:latin typeface="Poppins"/>
                <a:ea typeface="Poppins"/>
                <a:cs typeface="Poppins"/>
                <a:sym typeface="Poppins"/>
              </a:rPr>
              <a:t>guiada</a:t>
            </a:r>
            <a:endParaRPr sz="2333" b="0" i="0" u="none" strike="noStrike" cap="none" dirty="0">
              <a:solidFill>
                <a:schemeClr val="lt1"/>
              </a:solidFill>
              <a:highlight>
                <a:srgbClr val="00FFFF"/>
              </a:highlight>
              <a:latin typeface="Poppins Light"/>
              <a:ea typeface="Poppins Light"/>
              <a:cs typeface="Poppins Light"/>
              <a:sym typeface="Poppins Light"/>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1_3. Conteudo">
  <p:cSld name="2_3. Conteudo 10">
    <p:bg>
      <p:bgPr>
        <a:solidFill>
          <a:srgbClr val="28566E"/>
        </a:solidFill>
        <a:effectLst/>
      </p:bgPr>
    </p:bg>
    <p:spTree>
      <p:nvGrpSpPr>
        <p:cNvPr id="1" name="Shape 579"/>
        <p:cNvGrpSpPr/>
        <p:nvPr/>
      </p:nvGrpSpPr>
      <p:grpSpPr>
        <a:xfrm>
          <a:off x="0" y="0"/>
          <a:ext cx="0" cy="0"/>
          <a:chOff x="0" y="0"/>
          <a:chExt cx="0" cy="0"/>
        </a:xfrm>
      </p:grpSpPr>
      <p:pic>
        <p:nvPicPr>
          <p:cNvPr id="580" name="Google Shape;580;p56"/>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581" name="Google Shape;581;p56" descr="Câmera fotográfica preta&#10;&#10;Descrição gerada automaticamente"/>
          <p:cNvSpPr/>
          <p:nvPr/>
        </p:nvSpPr>
        <p:spPr>
          <a:xfrm>
            <a:off x="428798" y="386760"/>
            <a:ext cx="3243277" cy="3243277"/>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582" name="Google Shape;582;p56"/>
          <p:cNvSpPr txBox="1"/>
          <p:nvPr/>
        </p:nvSpPr>
        <p:spPr>
          <a:xfrm>
            <a:off x="485664" y="3463802"/>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583" name="Google Shape;583;p56"/>
          <p:cNvSpPr txBox="1">
            <a:spLocks noGrp="1"/>
          </p:cNvSpPr>
          <p:nvPr>
            <p:ph type="body" idx="1"/>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84" name="Google Shape;584;p56"/>
          <p:cNvSpPr txBox="1">
            <a:spLocks noGrp="1"/>
          </p:cNvSpPr>
          <p:nvPr>
            <p:ph type="body" idx="2"/>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85" name="Google Shape;585;p56"/>
          <p:cNvSpPr txBox="1">
            <a:spLocks noGrp="1"/>
          </p:cNvSpPr>
          <p:nvPr>
            <p:ph type="body" idx="3"/>
          </p:nvPr>
        </p:nvSpPr>
        <p:spPr>
          <a:xfrm>
            <a:off x="5128181" y="5971893"/>
            <a:ext cx="65532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86" name="Google Shape;586;p56"/>
          <p:cNvSpPr txBox="1">
            <a:spLocks noGrp="1"/>
          </p:cNvSpPr>
          <p:nvPr>
            <p:ph type="body" idx="4"/>
          </p:nvPr>
        </p:nvSpPr>
        <p:spPr>
          <a:xfrm>
            <a:off x="5128181" y="2547964"/>
            <a:ext cx="6553200" cy="33171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87" name="Google Shape;587;p56"/>
          <p:cNvSpPr/>
          <p:nvPr/>
        </p:nvSpPr>
        <p:spPr>
          <a:xfrm>
            <a:off x="2256369" y="2700818"/>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88" name="Google Shape;588;p56"/>
          <p:cNvSpPr txBox="1"/>
          <p:nvPr/>
        </p:nvSpPr>
        <p:spPr>
          <a:xfrm>
            <a:off x="2578394" y="3162010"/>
            <a:ext cx="1600935" cy="65646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4. Exposição">
  <p:cSld name="2_4. Exposição 2">
    <p:spTree>
      <p:nvGrpSpPr>
        <p:cNvPr id="1" name="Shape 589"/>
        <p:cNvGrpSpPr/>
        <p:nvPr/>
      </p:nvGrpSpPr>
      <p:grpSpPr>
        <a:xfrm>
          <a:off x="0" y="0"/>
          <a:ext cx="0" cy="0"/>
          <a:chOff x="0" y="0"/>
          <a:chExt cx="0" cy="0"/>
        </a:xfrm>
      </p:grpSpPr>
      <p:pic>
        <p:nvPicPr>
          <p:cNvPr id="590" name="Google Shape;590;p57"/>
          <p:cNvPicPr preferRelativeResize="0"/>
          <p:nvPr/>
        </p:nvPicPr>
        <p:blipFill rotWithShape="1">
          <a:blip r:embed="rId2">
            <a:alphaModFix/>
          </a:blip>
          <a:srcRect/>
          <a:stretch/>
        </p:blipFill>
        <p:spPr>
          <a:xfrm>
            <a:off x="-3" y="0"/>
            <a:ext cx="3218118" cy="6857983"/>
          </a:xfrm>
          <a:prstGeom prst="rect">
            <a:avLst/>
          </a:prstGeom>
          <a:noFill/>
          <a:ln>
            <a:noFill/>
          </a:ln>
        </p:spPr>
      </p:pic>
      <p:sp>
        <p:nvSpPr>
          <p:cNvPr id="591" name="Google Shape;591;p57"/>
          <p:cNvSpPr txBox="1">
            <a:spLocks noGrp="1"/>
          </p:cNvSpPr>
          <p:nvPr>
            <p:ph type="body" idx="1"/>
          </p:nvPr>
        </p:nvSpPr>
        <p:spPr>
          <a:xfrm>
            <a:off x="3969778" y="768737"/>
            <a:ext cx="6553730"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92" name="Google Shape;592;p57"/>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93" name="Google Shape;593;p57"/>
          <p:cNvSpPr>
            <a:spLocks noGrp="1"/>
          </p:cNvSpPr>
          <p:nvPr>
            <p:ph type="pic" idx="2"/>
          </p:nvPr>
        </p:nvSpPr>
        <p:spPr>
          <a:xfrm>
            <a:off x="3979525" y="1953131"/>
            <a:ext cx="7268633" cy="3781425"/>
          </a:xfrm>
          <a:prstGeom prst="rect">
            <a:avLst/>
          </a:prstGeom>
          <a:noFill/>
          <a:ln>
            <a:noFill/>
          </a:ln>
        </p:spPr>
        <p:txBody>
          <a:bodyPr/>
          <a:lstStyle/>
          <a:p>
            <a:endParaRPr lang="pt-BR" dirty="0"/>
          </a:p>
        </p:txBody>
      </p:sp>
      <p:sp>
        <p:nvSpPr>
          <p:cNvPr id="594" name="Google Shape;594;p57"/>
          <p:cNvSpPr txBox="1">
            <a:spLocks noGrp="1"/>
          </p:cNvSpPr>
          <p:nvPr>
            <p:ph type="body" idx="3"/>
          </p:nvPr>
        </p:nvSpPr>
        <p:spPr>
          <a:xfrm>
            <a:off x="3969778" y="5831202"/>
            <a:ext cx="72686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dk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95" name="Google Shape;595;p57"/>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96" name="Google Shape;596;p57"/>
          <p:cNvSpPr txBox="1"/>
          <p:nvPr/>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highlight>
                  <a:srgbClr val="00FFFF"/>
                </a:highlight>
                <a:latin typeface="Poppins"/>
                <a:ea typeface="Poppins"/>
                <a:cs typeface="Poppins"/>
                <a:sym typeface="Poppins"/>
              </a:rPr>
              <a:t>guiada</a:t>
            </a:r>
            <a:endParaRPr sz="2333" b="0" i="0" u="none" strike="noStrike" cap="none" dirty="0">
              <a:solidFill>
                <a:schemeClr val="lt1"/>
              </a:solidFill>
              <a:highlight>
                <a:srgbClr val="00FFFF"/>
              </a:highlight>
              <a:latin typeface="Poppins Light"/>
              <a:ea typeface="Poppins Light"/>
              <a:cs typeface="Poppins Light"/>
              <a:sym typeface="Poppins Light"/>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4. Exposição">
  <p:cSld name="2_4. Exposição 3">
    <p:spTree>
      <p:nvGrpSpPr>
        <p:cNvPr id="1" name="Shape 597"/>
        <p:cNvGrpSpPr/>
        <p:nvPr/>
      </p:nvGrpSpPr>
      <p:grpSpPr>
        <a:xfrm>
          <a:off x="0" y="0"/>
          <a:ext cx="0" cy="0"/>
          <a:chOff x="0" y="0"/>
          <a:chExt cx="0" cy="0"/>
        </a:xfrm>
      </p:grpSpPr>
      <p:sp>
        <p:nvSpPr>
          <p:cNvPr id="598" name="Google Shape;598;p58"/>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cxnSp>
        <p:nvCxnSpPr>
          <p:cNvPr id="599" name="Google Shape;599;p58"/>
          <p:cNvCxnSpPr/>
          <p:nvPr/>
        </p:nvCxnSpPr>
        <p:spPr>
          <a:xfrm>
            <a:off x="343022" y="609127"/>
            <a:ext cx="7496113" cy="0"/>
          </a:xfrm>
          <a:prstGeom prst="straightConnector1">
            <a:avLst/>
          </a:prstGeom>
          <a:noFill/>
          <a:ln w="12700" cap="flat" cmpd="sng">
            <a:solidFill>
              <a:schemeClr val="dk1"/>
            </a:solidFill>
            <a:prstDash val="solid"/>
            <a:round/>
            <a:headEnd type="none" w="sm" len="sm"/>
            <a:tailEnd type="none" w="sm" len="sm"/>
          </a:ln>
        </p:spPr>
      </p:cxnSp>
      <p:sp>
        <p:nvSpPr>
          <p:cNvPr id="600" name="Google Shape;600;p58"/>
          <p:cNvSpPr txBox="1"/>
          <p:nvPr/>
        </p:nvSpPr>
        <p:spPr>
          <a:xfrm>
            <a:off x="343021" y="409155"/>
            <a:ext cx="4153598" cy="233185"/>
          </a:xfrm>
          <a:prstGeom prst="rect">
            <a:avLst/>
          </a:prstGeom>
          <a:noFill/>
          <a:ln>
            <a:noFill/>
          </a:ln>
        </p:spPr>
        <p:txBody>
          <a:bodyPr spcFirstLastPara="1" wrap="square" lIns="60950" tIns="60950" rIns="60950" bIns="60950" anchor="ctr" anchorCtr="0">
            <a:spAutoFit/>
          </a:bodyPr>
          <a:lstStyle/>
          <a:p>
            <a:pPr marL="0" marR="0" lvl="0" indent="0" algn="l" rtl="0">
              <a:lnSpc>
                <a:spcPct val="115000"/>
              </a:lnSpc>
              <a:spcBef>
                <a:spcPts val="0"/>
              </a:spcBef>
              <a:spcAft>
                <a:spcPts val="0"/>
              </a:spcAft>
              <a:buClr>
                <a:srgbClr val="000000"/>
              </a:buClr>
              <a:buSzPts val="3400"/>
              <a:buFont typeface="Arial"/>
              <a:buNone/>
            </a:pPr>
            <a:r>
              <a:rPr lang="pt-BR" sz="622" b="1" i="0" u="none" strike="noStrike" cap="none" dirty="0">
                <a:solidFill>
                  <a:srgbClr val="000000"/>
                </a:solidFill>
                <a:latin typeface="Arial"/>
                <a:ea typeface="Arial"/>
                <a:cs typeface="Arial"/>
                <a:sym typeface="Arial"/>
              </a:rPr>
              <a:t>Diversas aplicações</a:t>
            </a:r>
            <a:endParaRPr sz="933" b="1"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4. Exposição">
  <p:cSld name="2_4. Exposição 4">
    <p:spTree>
      <p:nvGrpSpPr>
        <p:cNvPr id="1" name="Shape 601"/>
        <p:cNvGrpSpPr/>
        <p:nvPr/>
      </p:nvGrpSpPr>
      <p:grpSpPr>
        <a:xfrm>
          <a:off x="0" y="0"/>
          <a:ext cx="0" cy="0"/>
          <a:chOff x="0" y="0"/>
          <a:chExt cx="0" cy="0"/>
        </a:xfrm>
      </p:grpSpPr>
      <p:sp>
        <p:nvSpPr>
          <p:cNvPr id="602" name="Google Shape;602;p59"/>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5_OqueAprendemos">
  <p:cSld name="8_OqueAprendemos">
    <p:spTree>
      <p:nvGrpSpPr>
        <p:cNvPr id="1" name="Shape 1527"/>
        <p:cNvGrpSpPr/>
        <p:nvPr/>
      </p:nvGrpSpPr>
      <p:grpSpPr>
        <a:xfrm>
          <a:off x="0" y="0"/>
          <a:ext cx="0" cy="0"/>
          <a:chOff x="0" y="0"/>
          <a:chExt cx="0" cy="0"/>
        </a:xfrm>
      </p:grpSpPr>
      <p:pic>
        <p:nvPicPr>
          <p:cNvPr id="1528" name="Google Shape;1528;p148"/>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1529" name="Google Shape;1529;p148" descr="Pessoas sentadas ao redor de uma mesa&#10;&#10;Descrição gerada automaticamente com confiança média"/>
          <p:cNvPicPr preferRelativeResize="0"/>
          <p:nvPr/>
        </p:nvPicPr>
        <p:blipFill rotWithShape="1">
          <a:blip r:embed="rId3">
            <a:alphaModFix/>
          </a:blip>
          <a:srcRect r="35132"/>
          <a:stretch/>
        </p:blipFill>
        <p:spPr>
          <a:xfrm>
            <a:off x="132497" y="695158"/>
            <a:ext cx="3823200" cy="3899400"/>
          </a:xfrm>
          <a:prstGeom prst="ellipse">
            <a:avLst/>
          </a:prstGeom>
          <a:noFill/>
          <a:ln>
            <a:noFill/>
          </a:ln>
        </p:spPr>
      </p:pic>
      <p:sp>
        <p:nvSpPr>
          <p:cNvPr id="1530" name="Google Shape;1530;p148"/>
          <p:cNvSpPr txBox="1"/>
          <p:nvPr/>
        </p:nvSpPr>
        <p:spPr>
          <a:xfrm>
            <a:off x="918094" y="4658787"/>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1531" name="Google Shape;1531;p148"/>
          <p:cNvSpPr>
            <a:spLocks noGrp="1"/>
          </p:cNvSpPr>
          <p:nvPr>
            <p:ph type="pic" idx="2"/>
          </p:nvPr>
        </p:nvSpPr>
        <p:spPr>
          <a:xfrm>
            <a:off x="4868334" y="1691217"/>
            <a:ext cx="6354300" cy="4068300"/>
          </a:xfrm>
          <a:prstGeom prst="rect">
            <a:avLst/>
          </a:prstGeom>
          <a:solidFill>
            <a:srgbClr val="D8D8D8"/>
          </a:solidFill>
          <a:ln>
            <a:noFill/>
          </a:ln>
        </p:spPr>
        <p:txBody>
          <a:bodyPr/>
          <a:lstStyle/>
          <a:p>
            <a:endParaRPr lang="pt-BR" dirty="0"/>
          </a:p>
        </p:txBody>
      </p:sp>
      <p:sp>
        <p:nvSpPr>
          <p:cNvPr id="1532" name="Google Shape;1532;p148"/>
          <p:cNvSpPr/>
          <p:nvPr/>
        </p:nvSpPr>
        <p:spPr>
          <a:xfrm>
            <a:off x="1827147" y="369589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33" name="Google Shape;1533;p148"/>
          <p:cNvSpPr txBox="1"/>
          <p:nvPr/>
        </p:nvSpPr>
        <p:spPr>
          <a:xfrm>
            <a:off x="2025947" y="3952324"/>
            <a:ext cx="2001900" cy="1077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1_4. Exposição">
  <p:cSld name="4_4. Exposição">
    <p:spTree>
      <p:nvGrpSpPr>
        <p:cNvPr id="1" name="Shape 1534"/>
        <p:cNvGrpSpPr/>
        <p:nvPr/>
      </p:nvGrpSpPr>
      <p:grpSpPr>
        <a:xfrm>
          <a:off x="0" y="0"/>
          <a:ext cx="0" cy="0"/>
          <a:chOff x="0" y="0"/>
          <a:chExt cx="0" cy="0"/>
        </a:xfrm>
      </p:grpSpPr>
      <p:pic>
        <p:nvPicPr>
          <p:cNvPr id="1535" name="Google Shape;1535;p149"/>
          <p:cNvPicPr preferRelativeResize="0"/>
          <p:nvPr/>
        </p:nvPicPr>
        <p:blipFill rotWithShape="1">
          <a:blip r:embed="rId2">
            <a:alphaModFix/>
          </a:blip>
          <a:srcRect/>
          <a:stretch/>
        </p:blipFill>
        <p:spPr>
          <a:xfrm>
            <a:off x="4" y="0"/>
            <a:ext cx="12192002" cy="6857989"/>
          </a:xfrm>
          <a:prstGeom prst="rect">
            <a:avLst/>
          </a:prstGeom>
          <a:noFill/>
          <a:ln>
            <a:noFill/>
          </a:ln>
        </p:spPr>
      </p:pic>
      <p:sp>
        <p:nvSpPr>
          <p:cNvPr id="1536" name="Google Shape;1536;p149"/>
          <p:cNvSpPr/>
          <p:nvPr/>
        </p:nvSpPr>
        <p:spPr>
          <a:xfrm>
            <a:off x="5260792" y="304269"/>
            <a:ext cx="6553800" cy="5568300"/>
          </a:xfrm>
          <a:prstGeom prst="roundRect">
            <a:avLst>
              <a:gd name="adj" fmla="val 16667"/>
            </a:avLst>
          </a:prstGeom>
          <a:solidFill>
            <a:schemeClr val="lt1"/>
          </a:solidFill>
          <a:ln>
            <a:noFill/>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37" name="Google Shape;1537;p149"/>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538" name="Google Shape;1538;p149"/>
          <p:cNvSpPr txBox="1"/>
          <p:nvPr/>
        </p:nvSpPr>
        <p:spPr>
          <a:xfrm>
            <a:off x="3178098" y="-289932"/>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3_Atividade_Seminario">
  <p:cSld name="5_Atividade_Seminario">
    <p:spTree>
      <p:nvGrpSpPr>
        <p:cNvPr id="1" name="Shape 1539"/>
        <p:cNvGrpSpPr/>
        <p:nvPr/>
      </p:nvGrpSpPr>
      <p:grpSpPr>
        <a:xfrm>
          <a:off x="0" y="0"/>
          <a:ext cx="0" cy="0"/>
          <a:chOff x="0" y="0"/>
          <a:chExt cx="0" cy="0"/>
        </a:xfrm>
      </p:grpSpPr>
      <p:pic>
        <p:nvPicPr>
          <p:cNvPr id="1540" name="Google Shape;1540;p15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541" name="Google Shape;1541;p150"/>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542" name="Google Shape;1542;p150"/>
          <p:cNvSpPr txBox="1">
            <a:spLocks noGrp="1"/>
          </p:cNvSpPr>
          <p:nvPr>
            <p:ph type="body" idx="1"/>
          </p:nvPr>
        </p:nvSpPr>
        <p:spPr>
          <a:xfrm>
            <a:off x="632648" y="1701800"/>
            <a:ext cx="11081700" cy="414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543" name="Google Shape;1543;p150"/>
          <p:cNvSpPr txBox="1"/>
          <p:nvPr/>
        </p:nvSpPr>
        <p:spPr>
          <a:xfrm>
            <a:off x="632648" y="1011053"/>
            <a:ext cx="6345600" cy="492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dirty="0">
                <a:solidFill>
                  <a:srgbClr val="FF161F"/>
                </a:solidFill>
                <a:latin typeface="Poppins"/>
                <a:ea typeface="Poppins"/>
                <a:cs typeface="Poppins"/>
                <a:sym typeface="Poppins"/>
              </a:rPr>
              <a:t>Referências da aula</a:t>
            </a:r>
            <a:endParaRPr sz="3200" b="0" i="0" u="none" strike="noStrike" cap="none" dirty="0">
              <a:solidFill>
                <a:srgbClr val="FF161F"/>
              </a:solidFill>
              <a:latin typeface="Poppins"/>
              <a:ea typeface="Poppins"/>
              <a:cs typeface="Poppins"/>
              <a:sym typeface="Poppins"/>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Layout Personalizado">
  <p:cSld name="6_Layout Personalizado">
    <p:spTree>
      <p:nvGrpSpPr>
        <p:cNvPr id="1" name="Shape 1544"/>
        <p:cNvGrpSpPr/>
        <p:nvPr/>
      </p:nvGrpSpPr>
      <p:grpSpPr>
        <a:xfrm>
          <a:off x="0" y="0"/>
          <a:ext cx="0" cy="0"/>
          <a:chOff x="0" y="0"/>
          <a:chExt cx="0" cy="0"/>
        </a:xfrm>
      </p:grpSpPr>
      <p:pic>
        <p:nvPicPr>
          <p:cNvPr id="1545" name="Google Shape;1545;p151"/>
          <p:cNvPicPr preferRelativeResize="0"/>
          <p:nvPr/>
        </p:nvPicPr>
        <p:blipFill rotWithShape="1">
          <a:blip r:embed="rId2">
            <a:alphaModFix/>
          </a:blip>
          <a:srcRect/>
          <a:stretch/>
        </p:blipFill>
        <p:spPr>
          <a:xfrm>
            <a:off x="0" y="0"/>
            <a:ext cx="12191999" cy="6859201"/>
          </a:xfrm>
          <a:prstGeom prst="rect">
            <a:avLst/>
          </a:prstGeom>
          <a:noFill/>
          <a:ln>
            <a:noFill/>
          </a:ln>
        </p:spPr>
      </p:pic>
      <p:grpSp>
        <p:nvGrpSpPr>
          <p:cNvPr id="1546" name="Google Shape;1546;p151"/>
          <p:cNvGrpSpPr/>
          <p:nvPr/>
        </p:nvGrpSpPr>
        <p:grpSpPr>
          <a:xfrm>
            <a:off x="0" y="1"/>
            <a:ext cx="8566500" cy="5379981"/>
            <a:chOff x="0" y="0"/>
            <a:chExt cx="8566500" cy="5808033"/>
          </a:xfrm>
        </p:grpSpPr>
        <p:sp>
          <p:nvSpPr>
            <p:cNvPr id="1547" name="Google Shape;1547;p151"/>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48" name="Google Shape;1548;p151"/>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49" name="Google Shape;1549;p151"/>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1550" name="Google Shape;1550;p151"/>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51" name="Google Shape;1551;p151"/>
          <p:cNvSpPr txBox="1"/>
          <p:nvPr/>
        </p:nvSpPr>
        <p:spPr>
          <a:xfrm>
            <a:off x="625132" y="2553290"/>
            <a:ext cx="6814800" cy="5355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4500"/>
              <a:buFont typeface="Arial"/>
              <a:buNone/>
            </a:pPr>
            <a:r>
              <a:rPr lang="pt-BR" sz="3000" b="1" i="0" u="none" strike="noStrike" cap="none" dirty="0">
                <a:solidFill>
                  <a:srgbClr val="FF161F"/>
                </a:solidFill>
                <a:latin typeface="Poppins"/>
                <a:ea typeface="Poppins"/>
                <a:cs typeface="Poppins"/>
                <a:sym typeface="Poppins"/>
              </a:rPr>
              <a:t>Orientações ao professor</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4. Exposição">
  <p:cSld name="3_4. Exposição">
    <p:spTree>
      <p:nvGrpSpPr>
        <p:cNvPr id="1" name="Shape 1552"/>
        <p:cNvGrpSpPr/>
        <p:nvPr/>
      </p:nvGrpSpPr>
      <p:grpSpPr>
        <a:xfrm>
          <a:off x="0" y="0"/>
          <a:ext cx="0" cy="0"/>
          <a:chOff x="0" y="0"/>
          <a:chExt cx="0" cy="0"/>
        </a:xfrm>
      </p:grpSpPr>
      <p:sp>
        <p:nvSpPr>
          <p:cNvPr id="1553" name="Google Shape;1553;p152"/>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3. Conteudo">
  <p:cSld name="3_3. Conteudo">
    <p:spTree>
      <p:nvGrpSpPr>
        <p:cNvPr id="1" name="Shape 1554"/>
        <p:cNvGrpSpPr/>
        <p:nvPr/>
      </p:nvGrpSpPr>
      <p:grpSpPr>
        <a:xfrm>
          <a:off x="0" y="0"/>
          <a:ext cx="0" cy="0"/>
          <a:chOff x="0" y="0"/>
          <a:chExt cx="0" cy="0"/>
        </a:xfrm>
      </p:grpSpPr>
      <p:pic>
        <p:nvPicPr>
          <p:cNvPr id="1555" name="Google Shape;1555;p153"/>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556" name="Google Shape;1556;p153"/>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57" name="Google Shape;1557;p153"/>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58" name="Google Shape;1558;p153"/>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59" name="Google Shape;1559;p153"/>
          <p:cNvSpPr txBox="1">
            <a:spLocks noGrp="1"/>
          </p:cNvSpPr>
          <p:nvPr>
            <p:ph type="body" idx="1"/>
          </p:nvPr>
        </p:nvSpPr>
        <p:spPr>
          <a:xfrm>
            <a:off x="3707268" y="641350"/>
            <a:ext cx="7366200" cy="1732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60" name="Google Shape;1560;p153"/>
          <p:cNvSpPr txBox="1">
            <a:spLocks noGrp="1"/>
          </p:cNvSpPr>
          <p:nvPr>
            <p:ph type="body" idx="2"/>
          </p:nvPr>
        </p:nvSpPr>
        <p:spPr>
          <a:xfrm>
            <a:off x="4428690" y="2540104"/>
            <a:ext cx="6644700" cy="348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61" name="Google Shape;1561;p153"/>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62" name="Google Shape;1562;p153"/>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2_Atividade_Resposta 1">
  <p:cSld name="2_Atividade_Resposta 1">
    <p:spTree>
      <p:nvGrpSpPr>
        <p:cNvPr id="1" name="Shape 1563"/>
        <p:cNvGrpSpPr/>
        <p:nvPr/>
      </p:nvGrpSpPr>
      <p:grpSpPr>
        <a:xfrm>
          <a:off x="0" y="0"/>
          <a:ext cx="0" cy="0"/>
          <a:chOff x="0" y="0"/>
          <a:chExt cx="0" cy="0"/>
        </a:xfrm>
      </p:grpSpPr>
      <p:sp>
        <p:nvSpPr>
          <p:cNvPr id="1564" name="Google Shape;1564;p154"/>
          <p:cNvSpPr/>
          <p:nvPr/>
        </p:nvSpPr>
        <p:spPr>
          <a:xfrm>
            <a:off x="2883290" y="2029006"/>
            <a:ext cx="4047000" cy="3616800"/>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1565" name="Google Shape;1565;p154"/>
          <p:cNvSpPr/>
          <p:nvPr/>
        </p:nvSpPr>
        <p:spPr>
          <a:xfrm>
            <a:off x="7220006" y="2029006"/>
            <a:ext cx="4047000" cy="3616800"/>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1566" name="Google Shape;1566;p154"/>
          <p:cNvSpPr txBox="1"/>
          <p:nvPr/>
        </p:nvSpPr>
        <p:spPr>
          <a:xfrm>
            <a:off x="2883290" y="2509149"/>
            <a:ext cx="40470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dirty="0">
                <a:solidFill>
                  <a:schemeClr val="dk1"/>
                </a:solidFill>
                <a:latin typeface="Poppins"/>
                <a:ea typeface="Poppins"/>
                <a:cs typeface="Poppins"/>
                <a:sym typeface="Poppins"/>
              </a:rPr>
              <a:t>Materiais necessários</a:t>
            </a:r>
            <a:endParaRPr sz="1400" b="0" i="0" u="none" strike="noStrike" cap="none" dirty="0">
              <a:solidFill>
                <a:srgbClr val="000000"/>
              </a:solidFill>
              <a:latin typeface="Arial"/>
              <a:ea typeface="Arial"/>
              <a:cs typeface="Arial"/>
              <a:sym typeface="Arial"/>
            </a:endParaRPr>
          </a:p>
        </p:txBody>
      </p:sp>
      <p:sp>
        <p:nvSpPr>
          <p:cNvPr id="1567" name="Google Shape;1567;p154"/>
          <p:cNvSpPr txBox="1"/>
          <p:nvPr/>
        </p:nvSpPr>
        <p:spPr>
          <a:xfrm>
            <a:off x="7220007" y="2509149"/>
            <a:ext cx="40470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dirty="0">
                <a:solidFill>
                  <a:schemeClr val="dk1"/>
                </a:solidFill>
                <a:latin typeface="Poppins"/>
                <a:ea typeface="Poppins"/>
                <a:cs typeface="Poppins"/>
                <a:sym typeface="Poppins"/>
              </a:rPr>
              <a:t>Passo a passo</a:t>
            </a:r>
            <a:endParaRPr sz="1400" b="0" i="0" u="none" strike="noStrike" cap="none" dirty="0">
              <a:solidFill>
                <a:srgbClr val="000000"/>
              </a:solidFill>
              <a:latin typeface="Arial"/>
              <a:ea typeface="Arial"/>
              <a:cs typeface="Arial"/>
              <a:sym typeface="Arial"/>
            </a:endParaRPr>
          </a:p>
        </p:txBody>
      </p:sp>
      <p:sp>
        <p:nvSpPr>
          <p:cNvPr id="1568" name="Google Shape;1568;p154"/>
          <p:cNvSpPr txBox="1">
            <a:spLocks noGrp="1"/>
          </p:cNvSpPr>
          <p:nvPr>
            <p:ph type="body" idx="1"/>
          </p:nvPr>
        </p:nvSpPr>
        <p:spPr>
          <a:xfrm>
            <a:off x="3071283" y="619126"/>
            <a:ext cx="6680700" cy="483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69" name="Google Shape;1569;p154"/>
          <p:cNvSpPr txBox="1">
            <a:spLocks noGrp="1"/>
          </p:cNvSpPr>
          <p:nvPr>
            <p:ph type="body" idx="2"/>
          </p:nvPr>
        </p:nvSpPr>
        <p:spPr>
          <a:xfrm>
            <a:off x="427780" y="3025735"/>
            <a:ext cx="1865400" cy="42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70" name="Google Shape;1570;p154"/>
          <p:cNvSpPr txBox="1">
            <a:spLocks noGrp="1"/>
          </p:cNvSpPr>
          <p:nvPr>
            <p:ph type="body" idx="3"/>
          </p:nvPr>
        </p:nvSpPr>
        <p:spPr>
          <a:xfrm>
            <a:off x="925094" y="4056434"/>
            <a:ext cx="1839300" cy="42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71" name="Google Shape;1571;p154"/>
          <p:cNvSpPr txBox="1">
            <a:spLocks noGrp="1"/>
          </p:cNvSpPr>
          <p:nvPr>
            <p:ph type="body" idx="4"/>
          </p:nvPr>
        </p:nvSpPr>
        <p:spPr>
          <a:xfrm>
            <a:off x="906044" y="4847009"/>
            <a:ext cx="1839300" cy="42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72" name="Google Shape;1572;p154"/>
          <p:cNvSpPr txBox="1"/>
          <p:nvPr/>
        </p:nvSpPr>
        <p:spPr>
          <a:xfrm>
            <a:off x="3305837" y="5948777"/>
            <a:ext cx="6190500" cy="2463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pt-BR" sz="1200" b="1" i="0" u="none" strike="noStrike" cap="none" dirty="0">
                <a:solidFill>
                  <a:schemeClr val="dk1"/>
                </a:solidFill>
                <a:latin typeface="Poppins"/>
                <a:ea typeface="Poppins"/>
                <a:cs typeface="Poppins"/>
                <a:sym typeface="Poppins"/>
              </a:rPr>
              <a:t>Baixe o roteiro dessa atividade / Baixe o material de apoio dessa atividade</a:t>
            </a:r>
            <a:endParaRPr sz="1200" b="0" i="0" u="none" strike="noStrike" cap="none" dirty="0">
              <a:solidFill>
                <a:srgbClr val="000000"/>
              </a:solidFill>
              <a:latin typeface="Poppins"/>
              <a:ea typeface="Poppins"/>
              <a:cs typeface="Poppins"/>
              <a:sym typeface="Poppins"/>
            </a:endParaRPr>
          </a:p>
        </p:txBody>
      </p:sp>
      <p:pic>
        <p:nvPicPr>
          <p:cNvPr id="1573" name="Google Shape;1573;p154"/>
          <p:cNvPicPr preferRelativeResize="0"/>
          <p:nvPr/>
        </p:nvPicPr>
        <p:blipFill rotWithShape="1">
          <a:blip r:embed="rId2">
            <a:alphaModFix/>
          </a:blip>
          <a:srcRect/>
          <a:stretch/>
        </p:blipFill>
        <p:spPr>
          <a:xfrm>
            <a:off x="2902047" y="5795955"/>
            <a:ext cx="363560" cy="436271"/>
          </a:xfrm>
          <a:prstGeom prst="rect">
            <a:avLst/>
          </a:prstGeom>
          <a:noFill/>
          <a:ln>
            <a:noFill/>
          </a:ln>
        </p:spPr>
      </p:pic>
      <p:sp>
        <p:nvSpPr>
          <p:cNvPr id="1574" name="Google Shape;1574;p154"/>
          <p:cNvSpPr/>
          <p:nvPr/>
        </p:nvSpPr>
        <p:spPr>
          <a:xfrm rot="10800000">
            <a:off x="4522934" y="1517739"/>
            <a:ext cx="767604" cy="84950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pic>
        <p:nvPicPr>
          <p:cNvPr id="1575" name="Google Shape;1575;p154"/>
          <p:cNvPicPr preferRelativeResize="0"/>
          <p:nvPr/>
        </p:nvPicPr>
        <p:blipFill rotWithShape="1">
          <a:blip r:embed="rId3">
            <a:alphaModFix/>
          </a:blip>
          <a:srcRect/>
          <a:stretch/>
        </p:blipFill>
        <p:spPr>
          <a:xfrm>
            <a:off x="4625052" y="1652486"/>
            <a:ext cx="613321" cy="417058"/>
          </a:xfrm>
          <a:prstGeom prst="rect">
            <a:avLst/>
          </a:prstGeom>
          <a:noFill/>
          <a:ln>
            <a:noFill/>
          </a:ln>
        </p:spPr>
      </p:pic>
      <p:sp>
        <p:nvSpPr>
          <p:cNvPr id="1576" name="Google Shape;1576;p154"/>
          <p:cNvSpPr/>
          <p:nvPr/>
        </p:nvSpPr>
        <p:spPr>
          <a:xfrm rot="10800000">
            <a:off x="8859652" y="1517739"/>
            <a:ext cx="767604" cy="84950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pic>
        <p:nvPicPr>
          <p:cNvPr id="1577" name="Google Shape;1577;p154"/>
          <p:cNvPicPr preferRelativeResize="0"/>
          <p:nvPr/>
        </p:nvPicPr>
        <p:blipFill rotWithShape="1">
          <a:blip r:embed="rId4">
            <a:alphaModFix/>
          </a:blip>
          <a:srcRect/>
          <a:stretch/>
        </p:blipFill>
        <p:spPr>
          <a:xfrm>
            <a:off x="9045782" y="1632977"/>
            <a:ext cx="450550" cy="440964"/>
          </a:xfrm>
          <a:prstGeom prst="rect">
            <a:avLst/>
          </a:prstGeom>
          <a:noFill/>
          <a:ln>
            <a:noFill/>
          </a:ln>
        </p:spPr>
      </p:pic>
      <p:sp>
        <p:nvSpPr>
          <p:cNvPr id="1578" name="Google Shape;1578;p154"/>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79" name="Google Shape;1579;p154"/>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3_Layout Personalizado">
  <p:cSld name="5_Layout Personalizado">
    <p:spTree>
      <p:nvGrpSpPr>
        <p:cNvPr id="1" name="Shape 1580"/>
        <p:cNvGrpSpPr/>
        <p:nvPr/>
      </p:nvGrpSpPr>
      <p:grpSpPr>
        <a:xfrm>
          <a:off x="0" y="0"/>
          <a:ext cx="0" cy="0"/>
          <a:chOff x="0" y="0"/>
          <a:chExt cx="0" cy="0"/>
        </a:xfrm>
      </p:grpSpPr>
      <p:sp>
        <p:nvSpPr>
          <p:cNvPr id="1581" name="Google Shape;1581;p155"/>
          <p:cNvSpPr/>
          <p:nvPr/>
        </p:nvSpPr>
        <p:spPr>
          <a:xfrm>
            <a:off x="0" y="0"/>
            <a:ext cx="12192000" cy="6858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1582" name="Google Shape;1582;p155"/>
          <p:cNvSpPr/>
          <p:nvPr/>
        </p:nvSpPr>
        <p:spPr>
          <a:xfrm>
            <a:off x="5802699" y="1543035"/>
            <a:ext cx="4206000" cy="3044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83" name="Google Shape;1583;p155"/>
          <p:cNvSpPr txBox="1"/>
          <p:nvPr/>
        </p:nvSpPr>
        <p:spPr>
          <a:xfrm>
            <a:off x="2149362" y="2398780"/>
            <a:ext cx="3401700" cy="1851600"/>
          </a:xfrm>
          <a:prstGeom prst="rect">
            <a:avLst/>
          </a:prstGeom>
          <a:noFill/>
          <a:ln>
            <a:noFill/>
          </a:ln>
        </p:spPr>
        <p:txBody>
          <a:bodyPr spcFirstLastPara="1" wrap="square" lIns="0" tIns="0" rIns="0" bIns="0" anchor="t" anchorCtr="0">
            <a:spAutoFit/>
          </a:bodyPr>
          <a:lstStyle/>
          <a:p>
            <a:pPr marL="0" marR="0" lvl="0" indent="0" algn="r" rtl="0">
              <a:lnSpc>
                <a:spcPct val="93999"/>
              </a:lnSpc>
              <a:spcBef>
                <a:spcPts val="0"/>
              </a:spcBef>
              <a:spcAft>
                <a:spcPts val="0"/>
              </a:spcAft>
              <a:buClr>
                <a:srgbClr val="000000"/>
              </a:buClr>
              <a:buSzPts val="4266"/>
              <a:buFont typeface="Arial"/>
              <a:buNone/>
            </a:pPr>
            <a:r>
              <a:rPr lang="pt-BR" sz="4266" b="1" i="0" u="none" strike="noStrike" cap="none" dirty="0">
                <a:solidFill>
                  <a:srgbClr val="000000"/>
                </a:solidFill>
                <a:latin typeface="Poppins"/>
                <a:ea typeface="Poppins"/>
                <a:cs typeface="Poppins"/>
                <a:sym typeface="Poppins"/>
              </a:rPr>
              <a:t>Educação Profissional Paulista</a:t>
            </a:r>
            <a:endParaRPr sz="1400" b="0" i="0" u="none" strike="noStrike" cap="none" dirty="0">
              <a:solidFill>
                <a:srgbClr val="000000"/>
              </a:solidFill>
              <a:latin typeface="Arial"/>
              <a:ea typeface="Arial"/>
              <a:cs typeface="Arial"/>
              <a:sym typeface="Arial"/>
            </a:endParaRPr>
          </a:p>
        </p:txBody>
      </p:sp>
      <p:sp>
        <p:nvSpPr>
          <p:cNvPr id="1584" name="Google Shape;1584;p155"/>
          <p:cNvSpPr txBox="1"/>
          <p:nvPr/>
        </p:nvSpPr>
        <p:spPr>
          <a:xfrm>
            <a:off x="6069602" y="2317274"/>
            <a:ext cx="3578400" cy="513300"/>
          </a:xfrm>
          <a:prstGeom prst="rect">
            <a:avLst/>
          </a:prstGeom>
          <a:noFill/>
          <a:ln>
            <a:noFill/>
          </a:ln>
        </p:spPr>
        <p:txBody>
          <a:bodyPr spcFirstLastPara="1" wrap="square" lIns="0" tIns="0" rIns="0" bIns="0" anchor="t" anchorCtr="0">
            <a:spAutoFit/>
          </a:bodyPr>
          <a:lstStyle/>
          <a:p>
            <a:pPr marL="0" marR="0" lvl="0" indent="0" algn="l" rtl="0">
              <a:lnSpc>
                <a:spcPct val="136892"/>
              </a:lnSpc>
              <a:spcBef>
                <a:spcPts val="0"/>
              </a:spcBef>
              <a:spcAft>
                <a:spcPts val="0"/>
              </a:spcAft>
              <a:buClr>
                <a:srgbClr val="000000"/>
              </a:buClr>
              <a:buSzPts val="3334"/>
              <a:buFont typeface="Arial"/>
              <a:buNone/>
            </a:pPr>
            <a:r>
              <a:rPr lang="pt-BR" sz="3334" b="0" i="0" u="none" strike="noStrike" cap="none" dirty="0">
                <a:solidFill>
                  <a:srgbClr val="FFFFFF"/>
                </a:solidFill>
                <a:latin typeface="Poppins Light"/>
                <a:ea typeface="Poppins Light"/>
                <a:cs typeface="Poppins Light"/>
                <a:sym typeface="Poppins Light"/>
              </a:rPr>
              <a:t>Técnico em </a:t>
            </a:r>
            <a:endParaRPr sz="1400" b="0" i="0" u="none" strike="noStrike" cap="none" dirty="0">
              <a:solidFill>
                <a:srgbClr val="000000"/>
              </a:solidFill>
              <a:latin typeface="Arial"/>
              <a:ea typeface="Arial"/>
              <a:cs typeface="Arial"/>
              <a:sym typeface="Arial"/>
            </a:endParaRPr>
          </a:p>
        </p:txBody>
      </p:sp>
      <p:sp>
        <p:nvSpPr>
          <p:cNvPr id="1585" name="Google Shape;1585;p155"/>
          <p:cNvSpPr txBox="1"/>
          <p:nvPr/>
        </p:nvSpPr>
        <p:spPr>
          <a:xfrm>
            <a:off x="6116400" y="2896479"/>
            <a:ext cx="3673800" cy="964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133"/>
              <a:buFont typeface="Arial"/>
              <a:buNone/>
            </a:pPr>
            <a:r>
              <a:rPr lang="pt-BR" sz="3133" b="1" i="0" u="none" strike="noStrike" cap="none" dirty="0">
                <a:solidFill>
                  <a:srgbClr val="FFFFFF"/>
                </a:solidFill>
                <a:latin typeface="Poppins"/>
                <a:ea typeface="Poppins"/>
                <a:cs typeface="Poppins"/>
                <a:sym typeface="Poppins"/>
              </a:rPr>
              <a:t>Desenvolvimento de Sistemas</a:t>
            </a:r>
            <a:endParaRPr sz="1400" b="0" i="0" u="none" strike="noStrike" cap="none" dirty="0">
              <a:solidFill>
                <a:srgbClr val="000000"/>
              </a:solidFill>
              <a:latin typeface="Arial"/>
              <a:ea typeface="Arial"/>
              <a:cs typeface="Arial"/>
              <a:sym typeface="Arial"/>
            </a:endParaRPr>
          </a:p>
        </p:txBody>
      </p:sp>
      <p:pic>
        <p:nvPicPr>
          <p:cNvPr id="1586" name="Google Shape;1586;p155" descr="Logotipo&#10;&#10;O conteúdo gerado por IA pode estar incorreto."/>
          <p:cNvPicPr preferRelativeResize="0"/>
          <p:nvPr/>
        </p:nvPicPr>
        <p:blipFill rotWithShape="1">
          <a:blip r:embed="rId2">
            <a:alphaModFix/>
          </a:blip>
          <a:srcRect l="12569" t="26438" r="13368" b="26173"/>
          <a:stretch/>
        </p:blipFill>
        <p:spPr>
          <a:xfrm>
            <a:off x="4828111" y="5385674"/>
            <a:ext cx="2535775" cy="1147457"/>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Layout Personalizado">
  <p:cSld name="4_Layout Personalizado">
    <p:spTree>
      <p:nvGrpSpPr>
        <p:cNvPr id="1" name="Shape 1587"/>
        <p:cNvGrpSpPr/>
        <p:nvPr/>
      </p:nvGrpSpPr>
      <p:grpSpPr>
        <a:xfrm>
          <a:off x="0" y="0"/>
          <a:ext cx="0" cy="0"/>
          <a:chOff x="0" y="0"/>
          <a:chExt cx="0" cy="0"/>
        </a:xfrm>
      </p:grpSpPr>
      <p:pic>
        <p:nvPicPr>
          <p:cNvPr id="1588" name="Google Shape;1588;p156"/>
          <p:cNvPicPr preferRelativeResize="0"/>
          <p:nvPr/>
        </p:nvPicPr>
        <p:blipFill rotWithShape="1">
          <a:blip r:embed="rId2">
            <a:alphaModFix/>
          </a:blip>
          <a:srcRect t="13682" b="6261"/>
          <a:stretch/>
        </p:blipFill>
        <p:spPr>
          <a:xfrm>
            <a:off x="0" y="0"/>
            <a:ext cx="8566486" cy="6857999"/>
          </a:xfrm>
          <a:prstGeom prst="rect">
            <a:avLst/>
          </a:prstGeom>
          <a:noFill/>
          <a:ln>
            <a:noFill/>
          </a:ln>
        </p:spPr>
      </p:pic>
      <p:grpSp>
        <p:nvGrpSpPr>
          <p:cNvPr id="1589" name="Google Shape;1589;p156"/>
          <p:cNvGrpSpPr/>
          <p:nvPr/>
        </p:nvGrpSpPr>
        <p:grpSpPr>
          <a:xfrm>
            <a:off x="9767223" y="6379123"/>
            <a:ext cx="2435717" cy="499880"/>
            <a:chOff x="14634602" y="9537218"/>
            <a:chExt cx="3653392" cy="749782"/>
          </a:xfrm>
        </p:grpSpPr>
        <p:pic>
          <p:nvPicPr>
            <p:cNvPr id="1590" name="Google Shape;1590;p156"/>
            <p:cNvPicPr preferRelativeResize="0"/>
            <p:nvPr/>
          </p:nvPicPr>
          <p:blipFill rotWithShape="1">
            <a:blip r:embed="rId3">
              <a:alphaModFix/>
            </a:blip>
            <a:srcRect/>
            <a:stretch/>
          </p:blipFill>
          <p:spPr>
            <a:xfrm>
              <a:off x="14634602" y="9537218"/>
              <a:ext cx="3653392" cy="749782"/>
            </a:xfrm>
            <a:prstGeom prst="rect">
              <a:avLst/>
            </a:prstGeom>
            <a:noFill/>
            <a:ln>
              <a:noFill/>
            </a:ln>
          </p:spPr>
        </p:pic>
        <p:pic>
          <p:nvPicPr>
            <p:cNvPr id="1591" name="Google Shape;1591;p156" descr="Logotipo"/>
            <p:cNvPicPr preferRelativeResize="0"/>
            <p:nvPr/>
          </p:nvPicPr>
          <p:blipFill rotWithShape="1">
            <a:blip r:embed="rId4">
              <a:alphaModFix/>
            </a:blip>
            <a:srcRect l="6769" t="26294" b="17974"/>
            <a:stretch/>
          </p:blipFill>
          <p:spPr>
            <a:xfrm>
              <a:off x="15016163" y="9710738"/>
              <a:ext cx="3271831" cy="487362"/>
            </a:xfrm>
            <a:prstGeom prst="rect">
              <a:avLst/>
            </a:prstGeom>
            <a:noFill/>
            <a:ln>
              <a:noFill/>
            </a:ln>
          </p:spPr>
        </p:pic>
      </p:grpSp>
      <p:sp>
        <p:nvSpPr>
          <p:cNvPr id="1592" name="Google Shape;1592;p156"/>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1593" name="Google Shape;1593;p156"/>
          <p:cNvPicPr preferRelativeResize="0"/>
          <p:nvPr/>
        </p:nvPicPr>
        <p:blipFill rotWithShape="1">
          <a:blip r:embed="rId5">
            <a:alphaModFix/>
          </a:blip>
          <a:srcRect/>
          <a:stretch/>
        </p:blipFill>
        <p:spPr>
          <a:xfrm>
            <a:off x="0" y="0"/>
            <a:ext cx="12191999" cy="6859201"/>
          </a:xfrm>
          <a:prstGeom prst="rect">
            <a:avLst/>
          </a:prstGeom>
          <a:noFill/>
          <a:ln>
            <a:noFill/>
          </a:ln>
        </p:spPr>
      </p:pic>
      <p:grpSp>
        <p:nvGrpSpPr>
          <p:cNvPr id="1594" name="Google Shape;1594;p156"/>
          <p:cNvGrpSpPr/>
          <p:nvPr/>
        </p:nvGrpSpPr>
        <p:grpSpPr>
          <a:xfrm>
            <a:off x="10400796" y="6090630"/>
            <a:ext cx="1791300" cy="767400"/>
            <a:chOff x="10400796" y="6090630"/>
            <a:chExt cx="1791300" cy="767400"/>
          </a:xfrm>
        </p:grpSpPr>
        <p:sp>
          <p:nvSpPr>
            <p:cNvPr id="1595" name="Google Shape;1595;p156"/>
            <p:cNvSpPr/>
            <p:nvPr/>
          </p:nvSpPr>
          <p:spPr>
            <a:xfrm>
              <a:off x="10400796" y="6090630"/>
              <a:ext cx="1791300" cy="767400"/>
            </a:xfrm>
            <a:prstGeom prst="round2SameRect">
              <a:avLst>
                <a:gd name="adj1" fmla="val 15454"/>
                <a:gd name="adj2" fmla="val 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96" name="Google Shape;1596;p156"/>
            <p:cNvSpPr/>
            <p:nvPr/>
          </p:nvSpPr>
          <p:spPr>
            <a:xfrm>
              <a:off x="11842890" y="6090630"/>
              <a:ext cx="349200" cy="306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pic>
        <p:nvPicPr>
          <p:cNvPr id="1597" name="Google Shape;1597;p156" descr="Logotipo&#10;&#10;O conteúdo gerado por IA pode estar incorreto."/>
          <p:cNvPicPr preferRelativeResize="0"/>
          <p:nvPr/>
        </p:nvPicPr>
        <p:blipFill rotWithShape="1">
          <a:blip r:embed="rId6">
            <a:alphaModFix/>
          </a:blip>
          <a:srcRect l="12569" t="26438" r="13368" b="26173"/>
          <a:stretch/>
        </p:blipFill>
        <p:spPr>
          <a:xfrm>
            <a:off x="10534930" y="6126882"/>
            <a:ext cx="1539045" cy="696428"/>
          </a:xfrm>
          <a:prstGeom prst="rect">
            <a:avLst/>
          </a:prstGeom>
          <a:noFill/>
          <a:ln>
            <a:noFill/>
          </a:ln>
        </p:spPr>
      </p:pic>
      <p:grpSp>
        <p:nvGrpSpPr>
          <p:cNvPr id="1598" name="Google Shape;1598;p156"/>
          <p:cNvGrpSpPr/>
          <p:nvPr/>
        </p:nvGrpSpPr>
        <p:grpSpPr>
          <a:xfrm>
            <a:off x="0" y="1"/>
            <a:ext cx="8566500" cy="5379981"/>
            <a:chOff x="0" y="0"/>
            <a:chExt cx="8566500" cy="5808033"/>
          </a:xfrm>
        </p:grpSpPr>
        <p:sp>
          <p:nvSpPr>
            <p:cNvPr id="1599" name="Google Shape;1599;p156"/>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00" name="Google Shape;1600;p156"/>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01" name="Google Shape;1601;p156"/>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1_Atividade_embranco">
  <p:cSld name="3_Atividade_embranco">
    <p:spTree>
      <p:nvGrpSpPr>
        <p:cNvPr id="1" name="Shape 1602"/>
        <p:cNvGrpSpPr/>
        <p:nvPr/>
      </p:nvGrpSpPr>
      <p:grpSpPr>
        <a:xfrm>
          <a:off x="0" y="0"/>
          <a:ext cx="0" cy="0"/>
          <a:chOff x="0" y="0"/>
          <a:chExt cx="0" cy="0"/>
        </a:xfrm>
      </p:grpSpPr>
      <p:sp>
        <p:nvSpPr>
          <p:cNvPr id="1603" name="Google Shape;1603;p157"/>
          <p:cNvSpPr>
            <a:spLocks noGrp="1"/>
          </p:cNvSpPr>
          <p:nvPr>
            <p:ph type="pic" idx="2"/>
          </p:nvPr>
        </p:nvSpPr>
        <p:spPr>
          <a:xfrm>
            <a:off x="0" y="0"/>
            <a:ext cx="12192000" cy="6858000"/>
          </a:xfrm>
          <a:prstGeom prst="rect">
            <a:avLst/>
          </a:prstGeom>
          <a:solidFill>
            <a:srgbClr val="D8D8D8"/>
          </a:solidFill>
          <a:ln>
            <a:noFill/>
          </a:ln>
        </p:spPr>
        <p:txBody>
          <a:bodyPr/>
          <a:lstStyle/>
          <a:p>
            <a:endParaRPr lang="pt-BR" dirty="0"/>
          </a:p>
        </p:txBody>
      </p:sp>
      <p:sp>
        <p:nvSpPr>
          <p:cNvPr id="1604" name="Google Shape;1604;p157"/>
          <p:cNvSpPr>
            <a:spLocks noGrp="1"/>
          </p:cNvSpPr>
          <p:nvPr>
            <p:ph type="media" idx="3"/>
          </p:nvPr>
        </p:nvSpPr>
        <p:spPr>
          <a:xfrm>
            <a:off x="862542" y="887942"/>
            <a:ext cx="4092600" cy="36057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dirty="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1_1. Conteudo">
  <p:cSld name="4_1. Conteudo">
    <p:spTree>
      <p:nvGrpSpPr>
        <p:cNvPr id="1" name="Shape 1605"/>
        <p:cNvGrpSpPr/>
        <p:nvPr/>
      </p:nvGrpSpPr>
      <p:grpSpPr>
        <a:xfrm>
          <a:off x="0" y="0"/>
          <a:ext cx="0" cy="0"/>
          <a:chOff x="0" y="0"/>
          <a:chExt cx="0" cy="0"/>
        </a:xfrm>
      </p:grpSpPr>
      <p:cxnSp>
        <p:nvCxnSpPr>
          <p:cNvPr id="1606" name="Google Shape;1606;p158"/>
          <p:cNvCxnSpPr/>
          <p:nvPr/>
        </p:nvCxnSpPr>
        <p:spPr>
          <a:xfrm>
            <a:off x="6090044" y="840916"/>
            <a:ext cx="0" cy="5100900"/>
          </a:xfrm>
          <a:prstGeom prst="straightConnector1">
            <a:avLst/>
          </a:prstGeom>
          <a:noFill/>
          <a:ln w="38100" cap="flat" cmpd="sng">
            <a:solidFill>
              <a:srgbClr val="BFBFBF"/>
            </a:solidFill>
            <a:prstDash val="solid"/>
            <a:round/>
            <a:headEnd type="none" w="sm" len="sm"/>
            <a:tailEnd type="none" w="sm" len="sm"/>
          </a:ln>
        </p:spPr>
      </p:cxnSp>
      <p:sp>
        <p:nvSpPr>
          <p:cNvPr id="1607" name="Google Shape;1607;p158"/>
          <p:cNvSpPr txBox="1"/>
          <p:nvPr/>
        </p:nvSpPr>
        <p:spPr>
          <a:xfrm>
            <a:off x="1467545" y="885957"/>
            <a:ext cx="40455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1608" name="Google Shape;1608;p158"/>
          <p:cNvSpPr txBox="1"/>
          <p:nvPr/>
        </p:nvSpPr>
        <p:spPr>
          <a:xfrm>
            <a:off x="7467011" y="885654"/>
            <a:ext cx="43017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sz="2000" b="0" i="0" u="none" strike="noStrike" cap="none" dirty="0">
              <a:solidFill>
                <a:srgbClr val="000000"/>
              </a:solidFill>
              <a:latin typeface="Poppins"/>
              <a:ea typeface="Poppins"/>
              <a:cs typeface="Poppins"/>
              <a:sym typeface="Poppins"/>
            </a:endParaRPr>
          </a:p>
        </p:txBody>
      </p:sp>
      <p:sp>
        <p:nvSpPr>
          <p:cNvPr id="1609" name="Google Shape;1609;p158"/>
          <p:cNvSpPr txBox="1"/>
          <p:nvPr/>
        </p:nvSpPr>
        <p:spPr>
          <a:xfrm>
            <a:off x="1433188" y="2910758"/>
            <a:ext cx="33690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1610" name="Google Shape;1610;p158"/>
          <p:cNvSpPr txBox="1"/>
          <p:nvPr/>
        </p:nvSpPr>
        <p:spPr>
          <a:xfrm>
            <a:off x="1445466" y="4649652"/>
            <a:ext cx="32673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1611" name="Google Shape;1611;p158"/>
          <p:cNvSpPr txBox="1"/>
          <p:nvPr/>
        </p:nvSpPr>
        <p:spPr>
          <a:xfrm>
            <a:off x="7467011" y="3115942"/>
            <a:ext cx="43812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sz="2000" b="0" i="0" u="none" strike="noStrike" cap="none" dirty="0">
              <a:solidFill>
                <a:srgbClr val="000000"/>
              </a:solidFill>
              <a:latin typeface="Poppins"/>
              <a:ea typeface="Poppins"/>
              <a:cs typeface="Poppins"/>
              <a:sym typeface="Poppins"/>
            </a:endParaRPr>
          </a:p>
        </p:txBody>
      </p:sp>
      <p:sp>
        <p:nvSpPr>
          <p:cNvPr id="1612" name="Google Shape;1612;p158"/>
          <p:cNvSpPr txBox="1"/>
          <p:nvPr/>
        </p:nvSpPr>
        <p:spPr>
          <a:xfrm>
            <a:off x="4717774" y="224403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613" name="Google Shape;1613;p158"/>
          <p:cNvSpPr txBox="1"/>
          <p:nvPr/>
        </p:nvSpPr>
        <p:spPr>
          <a:xfrm>
            <a:off x="1395562" y="5079496"/>
            <a:ext cx="1723800" cy="292500"/>
          </a:xfrm>
          <a:prstGeom prst="rect">
            <a:avLst/>
          </a:prstGeom>
          <a:solidFill>
            <a:schemeClr val="lt1"/>
          </a:solid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a:ea typeface="Poppins"/>
                <a:cs typeface="Poppins"/>
                <a:sym typeface="Poppins"/>
              </a:rPr>
              <a:t>50 minutos.</a:t>
            </a:r>
            <a:endParaRPr sz="1400" b="0" i="0" u="none" strike="noStrike" cap="none" dirty="0">
              <a:solidFill>
                <a:srgbClr val="000000"/>
              </a:solidFill>
              <a:latin typeface="Arial"/>
              <a:ea typeface="Arial"/>
              <a:cs typeface="Arial"/>
              <a:sym typeface="Arial"/>
            </a:endParaRPr>
          </a:p>
        </p:txBody>
      </p:sp>
      <p:sp>
        <p:nvSpPr>
          <p:cNvPr id="1614" name="Google Shape;1614;p158"/>
          <p:cNvSpPr txBox="1">
            <a:spLocks noGrp="1"/>
          </p:cNvSpPr>
          <p:nvPr>
            <p:ph type="body" idx="1"/>
          </p:nvPr>
        </p:nvSpPr>
        <p:spPr>
          <a:xfrm>
            <a:off x="1467909" y="1390650"/>
            <a:ext cx="4044900" cy="13977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chemeClr val="dk1"/>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15" name="Google Shape;1615;p158"/>
          <p:cNvSpPr txBox="1">
            <a:spLocks noGrp="1"/>
          </p:cNvSpPr>
          <p:nvPr>
            <p:ph type="body" idx="2"/>
          </p:nvPr>
        </p:nvSpPr>
        <p:spPr>
          <a:xfrm>
            <a:off x="7467375" y="1355465"/>
            <a:ext cx="4044900" cy="15552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16" name="Google Shape;1616;p158"/>
          <p:cNvSpPr txBox="1">
            <a:spLocks noGrp="1"/>
          </p:cNvSpPr>
          <p:nvPr>
            <p:ph type="body" idx="3"/>
          </p:nvPr>
        </p:nvSpPr>
        <p:spPr>
          <a:xfrm>
            <a:off x="7467375" y="3649330"/>
            <a:ext cx="4044900" cy="15903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17" name="Google Shape;1617;p158"/>
          <p:cNvSpPr txBox="1">
            <a:spLocks noGrp="1"/>
          </p:cNvSpPr>
          <p:nvPr>
            <p:ph type="body" idx="4"/>
          </p:nvPr>
        </p:nvSpPr>
        <p:spPr>
          <a:xfrm>
            <a:off x="1443515" y="3489566"/>
            <a:ext cx="4044900" cy="10455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grpSp>
        <p:nvGrpSpPr>
          <p:cNvPr id="1618" name="Google Shape;1618;p158"/>
          <p:cNvGrpSpPr/>
          <p:nvPr/>
        </p:nvGrpSpPr>
        <p:grpSpPr>
          <a:xfrm>
            <a:off x="9756891" y="6381906"/>
            <a:ext cx="2435717" cy="499880"/>
            <a:chOff x="14634602" y="9537218"/>
            <a:chExt cx="3653392" cy="749782"/>
          </a:xfrm>
        </p:grpSpPr>
        <p:pic>
          <p:nvPicPr>
            <p:cNvPr id="1619" name="Google Shape;1619;p158"/>
            <p:cNvPicPr preferRelativeResize="0"/>
            <p:nvPr/>
          </p:nvPicPr>
          <p:blipFill rotWithShape="1">
            <a:blip r:embed="rId2">
              <a:alphaModFix/>
            </a:blip>
            <a:srcRect/>
            <a:stretch/>
          </p:blipFill>
          <p:spPr>
            <a:xfrm>
              <a:off x="14634602" y="9537218"/>
              <a:ext cx="3653392" cy="749782"/>
            </a:xfrm>
            <a:prstGeom prst="rect">
              <a:avLst/>
            </a:prstGeom>
            <a:noFill/>
            <a:ln>
              <a:noFill/>
            </a:ln>
          </p:spPr>
        </p:pic>
        <p:pic>
          <p:nvPicPr>
            <p:cNvPr id="1620" name="Google Shape;1620;p158" descr="Logotipo"/>
            <p:cNvPicPr preferRelativeResize="0"/>
            <p:nvPr/>
          </p:nvPicPr>
          <p:blipFill rotWithShape="1">
            <a:blip r:embed="rId3">
              <a:alphaModFix/>
            </a:blip>
            <a:srcRect l="6769" t="26294" b="17974"/>
            <a:stretch/>
          </p:blipFill>
          <p:spPr>
            <a:xfrm>
              <a:off x="15016163" y="9710738"/>
              <a:ext cx="3271831" cy="487362"/>
            </a:xfrm>
            <a:prstGeom prst="rect">
              <a:avLst/>
            </a:prstGeom>
            <a:noFill/>
            <a:ln>
              <a:noFill/>
            </a:ln>
          </p:spPr>
        </p:pic>
      </p:grpSp>
      <p:sp>
        <p:nvSpPr>
          <p:cNvPr id="1621" name="Google Shape;1621;p158"/>
          <p:cNvSpPr txBox="1"/>
          <p:nvPr/>
        </p:nvSpPr>
        <p:spPr>
          <a:xfrm>
            <a:off x="13188461" y="47244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1622" name="Google Shape;1622;p158"/>
          <p:cNvPicPr preferRelativeResize="0"/>
          <p:nvPr/>
        </p:nvPicPr>
        <p:blipFill rotWithShape="1">
          <a:blip r:embed="rId4">
            <a:alphaModFix/>
          </a:blip>
          <a:srcRect/>
          <a:stretch/>
        </p:blipFill>
        <p:spPr>
          <a:xfrm>
            <a:off x="0" y="6281734"/>
            <a:ext cx="12191999" cy="595317"/>
          </a:xfrm>
          <a:prstGeom prst="rect">
            <a:avLst/>
          </a:prstGeom>
          <a:noFill/>
          <a:ln>
            <a:noFill/>
          </a:ln>
        </p:spPr>
      </p:pic>
      <p:pic>
        <p:nvPicPr>
          <p:cNvPr id="1623" name="Google Shape;1623;p158"/>
          <p:cNvPicPr preferRelativeResize="0"/>
          <p:nvPr/>
        </p:nvPicPr>
        <p:blipFill rotWithShape="1">
          <a:blip r:embed="rId5">
            <a:alphaModFix/>
          </a:blip>
          <a:srcRect/>
          <a:stretch/>
        </p:blipFill>
        <p:spPr>
          <a:xfrm>
            <a:off x="0" y="9526"/>
            <a:ext cx="12191999" cy="568301"/>
          </a:xfrm>
          <a:prstGeom prst="rect">
            <a:avLst/>
          </a:prstGeom>
          <a:noFill/>
          <a:ln>
            <a:noFill/>
          </a:ln>
        </p:spPr>
      </p:pic>
      <p:sp>
        <p:nvSpPr>
          <p:cNvPr id="1624" name="Google Shape;1624;p158"/>
          <p:cNvSpPr/>
          <p:nvPr/>
        </p:nvSpPr>
        <p:spPr>
          <a:xfrm>
            <a:off x="538284" y="96008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1625" name="Google Shape;1625;p158"/>
          <p:cNvSpPr/>
          <p:nvPr/>
        </p:nvSpPr>
        <p:spPr>
          <a:xfrm>
            <a:off x="514540" y="2965834"/>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1626" name="Google Shape;1626;p158"/>
          <p:cNvGrpSpPr/>
          <p:nvPr/>
        </p:nvGrpSpPr>
        <p:grpSpPr>
          <a:xfrm>
            <a:off x="632922" y="3096780"/>
            <a:ext cx="486856" cy="481187"/>
            <a:chOff x="8278989" y="8660410"/>
            <a:chExt cx="569755" cy="563121"/>
          </a:xfrm>
        </p:grpSpPr>
        <p:grpSp>
          <p:nvGrpSpPr>
            <p:cNvPr id="1627" name="Google Shape;1627;p158"/>
            <p:cNvGrpSpPr/>
            <p:nvPr/>
          </p:nvGrpSpPr>
          <p:grpSpPr>
            <a:xfrm>
              <a:off x="8278989" y="8852628"/>
              <a:ext cx="265651" cy="370903"/>
              <a:chOff x="8278989" y="8852628"/>
              <a:chExt cx="265651" cy="370903"/>
            </a:xfrm>
          </p:grpSpPr>
          <p:sp>
            <p:nvSpPr>
              <p:cNvPr id="1628" name="Google Shape;1628;p158"/>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29" name="Google Shape;1629;p158"/>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630" name="Google Shape;1630;p158"/>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31" name="Google Shape;1631;p158"/>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32" name="Google Shape;1632;p158"/>
            <p:cNvSpPr/>
            <p:nvPr/>
          </p:nvSpPr>
          <p:spPr>
            <a:xfrm>
              <a:off x="8534039"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633" name="Google Shape;1633;p158"/>
          <p:cNvSpPr/>
          <p:nvPr/>
        </p:nvSpPr>
        <p:spPr>
          <a:xfrm>
            <a:off x="516205" y="4700100"/>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1634" name="Google Shape;1634;p158"/>
          <p:cNvPicPr preferRelativeResize="0"/>
          <p:nvPr/>
        </p:nvPicPr>
        <p:blipFill rotWithShape="1">
          <a:blip r:embed="rId6">
            <a:alphaModFix/>
          </a:blip>
          <a:srcRect/>
          <a:stretch/>
        </p:blipFill>
        <p:spPr>
          <a:xfrm>
            <a:off x="658917" y="4858582"/>
            <a:ext cx="380919" cy="380919"/>
          </a:xfrm>
          <a:prstGeom prst="rect">
            <a:avLst/>
          </a:prstGeom>
          <a:noFill/>
          <a:ln>
            <a:noFill/>
          </a:ln>
        </p:spPr>
      </p:pic>
      <p:sp>
        <p:nvSpPr>
          <p:cNvPr id="1635" name="Google Shape;1635;p158"/>
          <p:cNvSpPr/>
          <p:nvPr/>
        </p:nvSpPr>
        <p:spPr>
          <a:xfrm>
            <a:off x="6537750" y="974816"/>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1636" name="Google Shape;1636;p158"/>
          <p:cNvGrpSpPr/>
          <p:nvPr/>
        </p:nvGrpSpPr>
        <p:grpSpPr>
          <a:xfrm>
            <a:off x="6643473" y="1077261"/>
            <a:ext cx="472792" cy="435252"/>
            <a:chOff x="8560697" y="2808577"/>
            <a:chExt cx="496370" cy="456957"/>
          </a:xfrm>
        </p:grpSpPr>
        <p:sp>
          <p:nvSpPr>
            <p:cNvPr id="1637" name="Google Shape;1637;p158"/>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1638" name="Google Shape;1638;p158"/>
            <p:cNvGrpSpPr/>
            <p:nvPr/>
          </p:nvGrpSpPr>
          <p:grpSpPr>
            <a:xfrm>
              <a:off x="8560697" y="2875026"/>
              <a:ext cx="496370" cy="324059"/>
              <a:chOff x="8560697" y="2875026"/>
              <a:chExt cx="496370" cy="324059"/>
            </a:xfrm>
          </p:grpSpPr>
          <p:sp>
            <p:nvSpPr>
              <p:cNvPr id="1639" name="Google Shape;1639;p158"/>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40" name="Google Shape;1640;p158"/>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41" name="Google Shape;1641;p158"/>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42" name="Google Shape;1642;p158"/>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43" name="Google Shape;1643;p158"/>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44" name="Google Shape;1644;p158"/>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1645" name="Google Shape;1645;p158"/>
          <p:cNvSpPr/>
          <p:nvPr/>
        </p:nvSpPr>
        <p:spPr>
          <a:xfrm>
            <a:off x="6537750" y="314469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1646" name="Google Shape;1646;p158"/>
          <p:cNvSpPr/>
          <p:nvPr/>
        </p:nvSpPr>
        <p:spPr>
          <a:xfrm>
            <a:off x="6637986" y="3252609"/>
            <a:ext cx="458764" cy="458662"/>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1647" name="Google Shape;1647;p158"/>
          <p:cNvGrpSpPr/>
          <p:nvPr/>
        </p:nvGrpSpPr>
        <p:grpSpPr>
          <a:xfrm>
            <a:off x="664824" y="1066107"/>
            <a:ext cx="428521" cy="428520"/>
            <a:chOff x="9358184" y="2764785"/>
            <a:chExt cx="495514" cy="495513"/>
          </a:xfrm>
        </p:grpSpPr>
        <p:grpSp>
          <p:nvGrpSpPr>
            <p:cNvPr id="1648" name="Google Shape;1648;p158"/>
            <p:cNvGrpSpPr/>
            <p:nvPr/>
          </p:nvGrpSpPr>
          <p:grpSpPr>
            <a:xfrm>
              <a:off x="9358184" y="2802389"/>
              <a:ext cx="457909" cy="457909"/>
              <a:chOff x="9358184" y="2802389"/>
              <a:chExt cx="457909" cy="457909"/>
            </a:xfrm>
          </p:grpSpPr>
          <p:sp>
            <p:nvSpPr>
              <p:cNvPr id="1649" name="Google Shape;1649;p158"/>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50" name="Google Shape;1650;p158"/>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51" name="Google Shape;1651;p158"/>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652" name="Google Shape;1652;p158"/>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53" name="Google Shape;1653;p158"/>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5_OqueAprendemos">
  <p:cSld name="7_OqueAprendemos">
    <p:spTree>
      <p:nvGrpSpPr>
        <p:cNvPr id="1" name="Shape 1654"/>
        <p:cNvGrpSpPr/>
        <p:nvPr/>
      </p:nvGrpSpPr>
      <p:grpSpPr>
        <a:xfrm>
          <a:off x="0" y="0"/>
          <a:ext cx="0" cy="0"/>
          <a:chOff x="0" y="0"/>
          <a:chExt cx="0" cy="0"/>
        </a:xfrm>
      </p:grpSpPr>
      <p:pic>
        <p:nvPicPr>
          <p:cNvPr id="1655" name="Google Shape;1655;p159"/>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1656" name="Google Shape;1656;p159" descr="Pessoas sentadas ao redor de uma mesa&#10;&#10;Descrição gerada automaticamente com confiança média"/>
          <p:cNvPicPr preferRelativeResize="0"/>
          <p:nvPr/>
        </p:nvPicPr>
        <p:blipFill rotWithShape="1">
          <a:blip r:embed="rId3">
            <a:alphaModFix/>
          </a:blip>
          <a:srcRect r="35132"/>
          <a:stretch/>
        </p:blipFill>
        <p:spPr>
          <a:xfrm>
            <a:off x="132497" y="695158"/>
            <a:ext cx="3823200" cy="3899400"/>
          </a:xfrm>
          <a:prstGeom prst="ellipse">
            <a:avLst/>
          </a:prstGeom>
          <a:noFill/>
          <a:ln>
            <a:noFill/>
          </a:ln>
        </p:spPr>
      </p:pic>
      <p:sp>
        <p:nvSpPr>
          <p:cNvPr id="1657" name="Google Shape;1657;p159"/>
          <p:cNvSpPr txBox="1"/>
          <p:nvPr/>
        </p:nvSpPr>
        <p:spPr>
          <a:xfrm>
            <a:off x="918094" y="4658787"/>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1658" name="Google Shape;1658;p159"/>
          <p:cNvSpPr txBox="1">
            <a:spLocks noGrp="1"/>
          </p:cNvSpPr>
          <p:nvPr>
            <p:ph type="body" idx="1"/>
          </p:nvPr>
        </p:nvSpPr>
        <p:spPr>
          <a:xfrm>
            <a:off x="4867932" y="1691622"/>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659" name="Google Shape;1659;p159"/>
          <p:cNvSpPr txBox="1">
            <a:spLocks noGrp="1"/>
          </p:cNvSpPr>
          <p:nvPr>
            <p:ph type="body" idx="2"/>
          </p:nvPr>
        </p:nvSpPr>
        <p:spPr>
          <a:xfrm>
            <a:off x="4867932" y="3080015"/>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660" name="Google Shape;1660;p159"/>
          <p:cNvSpPr txBox="1">
            <a:spLocks noGrp="1"/>
          </p:cNvSpPr>
          <p:nvPr>
            <p:ph type="body" idx="3"/>
          </p:nvPr>
        </p:nvSpPr>
        <p:spPr>
          <a:xfrm>
            <a:off x="4867932" y="4490837"/>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661" name="Google Shape;1661;p159"/>
          <p:cNvSpPr txBox="1"/>
          <p:nvPr/>
        </p:nvSpPr>
        <p:spPr>
          <a:xfrm>
            <a:off x="4603178" y="173762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1</a:t>
            </a:r>
            <a:endParaRPr sz="933" b="0" i="0" u="none" strike="noStrike" cap="none" dirty="0">
              <a:solidFill>
                <a:schemeClr val="dk1"/>
              </a:solidFill>
              <a:latin typeface="Arial"/>
              <a:ea typeface="Arial"/>
              <a:cs typeface="Arial"/>
              <a:sym typeface="Arial"/>
            </a:endParaRPr>
          </a:p>
        </p:txBody>
      </p:sp>
      <p:sp>
        <p:nvSpPr>
          <p:cNvPr id="1662" name="Google Shape;1662;p159"/>
          <p:cNvSpPr txBox="1"/>
          <p:nvPr/>
        </p:nvSpPr>
        <p:spPr>
          <a:xfrm>
            <a:off x="4574825" y="293423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2</a:t>
            </a:r>
            <a:endParaRPr sz="933" b="0" i="0" u="none" strike="noStrike" cap="none" dirty="0">
              <a:solidFill>
                <a:schemeClr val="dk1"/>
              </a:solidFill>
              <a:latin typeface="Arial"/>
              <a:ea typeface="Arial"/>
              <a:cs typeface="Arial"/>
              <a:sym typeface="Arial"/>
            </a:endParaRPr>
          </a:p>
        </p:txBody>
      </p:sp>
      <p:sp>
        <p:nvSpPr>
          <p:cNvPr id="1663" name="Google Shape;1663;p159"/>
          <p:cNvSpPr txBox="1"/>
          <p:nvPr/>
        </p:nvSpPr>
        <p:spPr>
          <a:xfrm>
            <a:off x="4574825" y="413084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3</a:t>
            </a:r>
            <a:endParaRPr sz="933" b="0" i="0" u="none" strike="noStrike" cap="none" dirty="0">
              <a:solidFill>
                <a:schemeClr val="dk1"/>
              </a:solidFill>
              <a:latin typeface="Arial"/>
              <a:ea typeface="Arial"/>
              <a:cs typeface="Arial"/>
              <a:sym typeface="Arial"/>
            </a:endParaRPr>
          </a:p>
        </p:txBody>
      </p:sp>
      <p:sp>
        <p:nvSpPr>
          <p:cNvPr id="1664" name="Google Shape;1664;p159"/>
          <p:cNvSpPr txBox="1"/>
          <p:nvPr/>
        </p:nvSpPr>
        <p:spPr>
          <a:xfrm>
            <a:off x="12302837" y="90516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665" name="Google Shape;1665;p159"/>
          <p:cNvSpPr/>
          <p:nvPr/>
        </p:nvSpPr>
        <p:spPr>
          <a:xfrm>
            <a:off x="1827147" y="369589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66" name="Google Shape;1666;p159"/>
          <p:cNvSpPr txBox="1"/>
          <p:nvPr/>
        </p:nvSpPr>
        <p:spPr>
          <a:xfrm>
            <a:off x="2025947" y="3952324"/>
            <a:ext cx="2001900" cy="1077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3_1. Desenvolvimento">
  <p:cSld name="5_1. Desenvolvimento">
    <p:spTree>
      <p:nvGrpSpPr>
        <p:cNvPr id="1" name="Shape 1667"/>
        <p:cNvGrpSpPr/>
        <p:nvPr/>
      </p:nvGrpSpPr>
      <p:grpSpPr>
        <a:xfrm>
          <a:off x="0" y="0"/>
          <a:ext cx="0" cy="0"/>
          <a:chOff x="0" y="0"/>
          <a:chExt cx="0" cy="0"/>
        </a:xfrm>
      </p:grpSpPr>
      <p:pic>
        <p:nvPicPr>
          <p:cNvPr id="1668" name="Google Shape;1668;p16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669" name="Google Shape;1669;p160"/>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670" name="Google Shape;1670;p160"/>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671" name="Google Shape;1671;p160"/>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72" name="Google Shape;1672;p160"/>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Atividade" userDrawn="1">
  <p:cSld name="2_Atividade">
    <p:spTree>
      <p:nvGrpSpPr>
        <p:cNvPr id="1" name="Shape 227"/>
        <p:cNvGrpSpPr/>
        <p:nvPr/>
      </p:nvGrpSpPr>
      <p:grpSpPr>
        <a:xfrm>
          <a:off x="0" y="0"/>
          <a:ext cx="0" cy="0"/>
          <a:chOff x="0" y="0"/>
          <a:chExt cx="0" cy="0"/>
        </a:xfrm>
      </p:grpSpPr>
      <p:pic>
        <p:nvPicPr>
          <p:cNvPr id="3" name="Google Shape;190;p17">
            <a:extLst>
              <a:ext uri="{FF2B5EF4-FFF2-40B4-BE49-F238E27FC236}">
                <a16:creationId xmlns:a16="http://schemas.microsoft.com/office/drawing/2014/main" id="{33A45ED2-2403-7F26-C307-EF53421A29A4}"/>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4" y="0"/>
            <a:ext cx="12192000" cy="6857989"/>
          </a:xfrm>
          <a:prstGeom prst="rect">
            <a:avLst/>
          </a:prstGeom>
          <a:noFill/>
          <a:ln>
            <a:noFill/>
          </a:ln>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2510117" y="-585694"/>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1" name="Espaço Reservado para Texto 10">
            <a:extLst>
              <a:ext uri="{FF2B5EF4-FFF2-40B4-BE49-F238E27FC236}">
                <a16:creationId xmlns:a16="http://schemas.microsoft.com/office/drawing/2014/main" id="{195C8DE1-D92C-0520-6827-BF4E2122A3E1}"/>
              </a:ext>
            </a:extLst>
          </p:cNvPr>
          <p:cNvSpPr>
            <a:spLocks noGrp="1"/>
          </p:cNvSpPr>
          <p:nvPr>
            <p:ph type="body" sz="quarter" idx="10"/>
          </p:nvPr>
        </p:nvSpPr>
        <p:spPr>
          <a:xfrm>
            <a:off x="3026388" y="1395942"/>
            <a:ext cx="7107154" cy="515408"/>
          </a:xfrm>
          <a:prstGeom prst="rect">
            <a:avLst/>
          </a:prstGeom>
        </p:spPr>
        <p:txBody>
          <a:bodyPr/>
          <a:lstStyle>
            <a:lvl1pPr>
              <a:defRPr sz="2533" b="1" i="0">
                <a:latin typeface="Poppins" pitchFamily="2" charset="77"/>
                <a:cs typeface="Poppins" pitchFamily="2" charset="77"/>
              </a:defRPr>
            </a:lvl1pPr>
            <a:lvl2pPr>
              <a:defRPr sz="2533" b="1" i="0">
                <a:latin typeface="Poppins" pitchFamily="2" charset="77"/>
                <a:cs typeface="Poppins" pitchFamily="2" charset="77"/>
              </a:defRPr>
            </a:lvl2pPr>
            <a:lvl3pPr>
              <a:defRPr sz="2533" b="1" i="0">
                <a:latin typeface="Poppins" pitchFamily="2" charset="77"/>
                <a:cs typeface="Poppins" pitchFamily="2" charset="77"/>
              </a:defRPr>
            </a:lvl3pPr>
            <a:lvl4pPr>
              <a:defRPr sz="2533" b="1" i="0">
                <a:latin typeface="Poppins" pitchFamily="2" charset="77"/>
                <a:cs typeface="Poppins" pitchFamily="2" charset="77"/>
              </a:defRPr>
            </a:lvl4pPr>
            <a:lvl5pPr>
              <a:defRPr sz="2533" b="1" i="0">
                <a:solidFill>
                  <a:schemeClr val="bg1"/>
                </a:solidFill>
                <a:latin typeface="Poppins" pitchFamily="2" charset="77"/>
                <a:cs typeface="Poppins" pitchFamily="2" charset="77"/>
              </a:defRPr>
            </a:lvl5pPr>
          </a:lstStyle>
          <a:p>
            <a:pPr lvl="4"/>
            <a:endParaRPr lang="pt-BR"/>
          </a:p>
        </p:txBody>
      </p:sp>
      <p:sp>
        <p:nvSpPr>
          <p:cNvPr id="12" name="Espaço Reservado para Texto 10">
            <a:extLst>
              <a:ext uri="{FF2B5EF4-FFF2-40B4-BE49-F238E27FC236}">
                <a16:creationId xmlns:a16="http://schemas.microsoft.com/office/drawing/2014/main" id="{D96DF696-0CE9-222F-9539-CCDCDE3B62F4}"/>
              </a:ext>
            </a:extLst>
          </p:cNvPr>
          <p:cNvSpPr>
            <a:spLocks noGrp="1"/>
          </p:cNvSpPr>
          <p:nvPr>
            <p:ph type="body" sz="quarter" idx="11"/>
          </p:nvPr>
        </p:nvSpPr>
        <p:spPr>
          <a:xfrm>
            <a:off x="3026389" y="2075496"/>
            <a:ext cx="7107153" cy="732586"/>
          </a:xfrm>
          <a:prstGeom prst="rect">
            <a:avLst/>
          </a:prstGeom>
        </p:spPr>
        <p:txBody>
          <a:bodyPr/>
          <a:lstStyle>
            <a:lvl1pPr>
              <a:defRPr sz="2533" b="1" i="0">
                <a:latin typeface="Poppins" pitchFamily="2" charset="77"/>
                <a:cs typeface="Poppins" pitchFamily="2" charset="77"/>
              </a:defRPr>
            </a:lvl1pPr>
            <a:lvl2pPr>
              <a:defRPr sz="2533" b="1" i="0">
                <a:latin typeface="Poppins" pitchFamily="2" charset="77"/>
                <a:cs typeface="Poppins" pitchFamily="2" charset="77"/>
              </a:defRPr>
            </a:lvl2pPr>
            <a:lvl3pPr>
              <a:defRPr sz="2533" b="1" i="0">
                <a:latin typeface="Poppins" pitchFamily="2" charset="77"/>
                <a:cs typeface="Poppins" pitchFamily="2" charset="77"/>
              </a:defRPr>
            </a:lvl3pPr>
            <a:lvl4pPr>
              <a:defRPr sz="2533" b="1" i="0">
                <a:latin typeface="Poppins" pitchFamily="2" charset="77"/>
                <a:cs typeface="Poppins" pitchFamily="2" charset="77"/>
              </a:defRPr>
            </a:lvl4pPr>
            <a:lvl5pPr>
              <a:defRPr sz="1467" b="0" i="0">
                <a:solidFill>
                  <a:schemeClr val="bg1"/>
                </a:solidFill>
                <a:latin typeface="Poppins" pitchFamily="2" charset="77"/>
                <a:cs typeface="Poppins" pitchFamily="2" charset="77"/>
              </a:defRPr>
            </a:lvl5pPr>
          </a:lstStyle>
          <a:p>
            <a:pPr lvl="4"/>
            <a:endParaRPr lang="pt-BR"/>
          </a:p>
        </p:txBody>
      </p:sp>
      <p:sp>
        <p:nvSpPr>
          <p:cNvPr id="13" name="Retângulo: Cantos Arredondados 5">
            <a:extLst>
              <a:ext uri="{FF2B5EF4-FFF2-40B4-BE49-F238E27FC236}">
                <a16:creationId xmlns:a16="http://schemas.microsoft.com/office/drawing/2014/main" id="{64B8A15D-9C5D-FBA3-9832-9E5322593956}"/>
              </a:ext>
            </a:extLst>
          </p:cNvPr>
          <p:cNvSpPr/>
          <p:nvPr userDrawn="1"/>
        </p:nvSpPr>
        <p:spPr>
          <a:xfrm>
            <a:off x="200184" y="44804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Google Shape;231;p21">
            <a:extLst>
              <a:ext uri="{FF2B5EF4-FFF2-40B4-BE49-F238E27FC236}">
                <a16:creationId xmlns:a16="http://schemas.microsoft.com/office/drawing/2014/main" id="{013A9C15-802B-99F9-ACE3-2B6FC097D2C1}"/>
              </a:ext>
            </a:extLst>
          </p:cNvPr>
          <p:cNvSpPr txBox="1"/>
          <p:nvPr userDrawn="1"/>
        </p:nvSpPr>
        <p:spPr>
          <a:xfrm>
            <a:off x="629139" y="882775"/>
            <a:ext cx="1528469"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noProof="0" dirty="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noProof="0" dirty="0">
                <a:solidFill>
                  <a:srgbClr val="FFFFFF"/>
                </a:solidFill>
                <a:latin typeface="Poppins"/>
                <a:ea typeface="Poppins Light"/>
                <a:cs typeface="Poppins"/>
                <a:sym typeface="Poppins"/>
              </a:rPr>
              <a:t>responda</a:t>
            </a:r>
            <a:endParaRPr lang="pt-BR" sz="2333" b="0" i="0" u="none" strike="noStrike" cap="none" noProof="0"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69635156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ítulo e Conteúdo">
  <p:cSld name="4_Título e Conteúdo">
    <p:spTree>
      <p:nvGrpSpPr>
        <p:cNvPr id="1" name="Shape 2116"/>
        <p:cNvGrpSpPr/>
        <p:nvPr/>
      </p:nvGrpSpPr>
      <p:grpSpPr>
        <a:xfrm>
          <a:off x="0" y="0"/>
          <a:ext cx="0" cy="0"/>
          <a:chOff x="0" y="0"/>
          <a:chExt cx="0" cy="0"/>
        </a:xfrm>
      </p:grpSpPr>
      <p:pic>
        <p:nvPicPr>
          <p:cNvPr id="2117" name="Google Shape;2117;p20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118" name="Google Shape;2118;p206"/>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119" name="Google Shape;2119;p206"/>
          <p:cNvSpPr txBox="1">
            <a:spLocks noGrp="1"/>
          </p:cNvSpPr>
          <p:nvPr>
            <p:ph type="body" idx="1"/>
          </p:nvPr>
        </p:nvSpPr>
        <p:spPr>
          <a:xfrm>
            <a:off x="3163359" y="1023409"/>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20" name="Google Shape;2120;p206"/>
          <p:cNvSpPr txBox="1">
            <a:spLocks noGrp="1"/>
          </p:cNvSpPr>
          <p:nvPr>
            <p:ph type="body" idx="2"/>
          </p:nvPr>
        </p:nvSpPr>
        <p:spPr>
          <a:xfrm>
            <a:off x="3163359" y="2334624"/>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21" name="Google Shape;2121;p206"/>
          <p:cNvSpPr>
            <a:spLocks noGrp="1"/>
          </p:cNvSpPr>
          <p:nvPr>
            <p:ph type="pic" idx="3"/>
          </p:nvPr>
        </p:nvSpPr>
        <p:spPr>
          <a:xfrm>
            <a:off x="3163359" y="3645959"/>
            <a:ext cx="4888500" cy="1668000"/>
          </a:xfrm>
          <a:prstGeom prst="rect">
            <a:avLst/>
          </a:prstGeom>
          <a:noFill/>
          <a:ln>
            <a:noFill/>
          </a:ln>
        </p:spPr>
        <p:txBody>
          <a:bodyPr/>
          <a:lstStyle/>
          <a:p>
            <a:endParaRPr lang="pt-BR" dirty="0"/>
          </a:p>
        </p:txBody>
      </p:sp>
      <p:sp>
        <p:nvSpPr>
          <p:cNvPr id="2122" name="Google Shape;2122;p206"/>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23" name="Google Shape;2123;p206"/>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2_Atividade_Resposta">
  <p:cSld name="6_Atividade_Resposta">
    <p:spTree>
      <p:nvGrpSpPr>
        <p:cNvPr id="1" name="Shape 2124"/>
        <p:cNvGrpSpPr/>
        <p:nvPr/>
      </p:nvGrpSpPr>
      <p:grpSpPr>
        <a:xfrm>
          <a:off x="0" y="0"/>
          <a:ext cx="0" cy="0"/>
          <a:chOff x="0" y="0"/>
          <a:chExt cx="0" cy="0"/>
        </a:xfrm>
      </p:grpSpPr>
      <p:sp>
        <p:nvSpPr>
          <p:cNvPr id="2125" name="Google Shape;2125;p207"/>
          <p:cNvSpPr/>
          <p:nvPr/>
        </p:nvSpPr>
        <p:spPr>
          <a:xfrm>
            <a:off x="2883290" y="2029006"/>
            <a:ext cx="4047000" cy="3616800"/>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2126" name="Google Shape;2126;p207"/>
          <p:cNvSpPr/>
          <p:nvPr/>
        </p:nvSpPr>
        <p:spPr>
          <a:xfrm>
            <a:off x="7220006" y="2029006"/>
            <a:ext cx="4047000" cy="3616800"/>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2127" name="Google Shape;2127;p207"/>
          <p:cNvSpPr txBox="1"/>
          <p:nvPr/>
        </p:nvSpPr>
        <p:spPr>
          <a:xfrm>
            <a:off x="2883290" y="2509149"/>
            <a:ext cx="40470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dirty="0">
                <a:solidFill>
                  <a:schemeClr val="dk1"/>
                </a:solidFill>
                <a:latin typeface="Poppins"/>
                <a:ea typeface="Poppins"/>
                <a:cs typeface="Poppins"/>
                <a:sym typeface="Poppins"/>
              </a:rPr>
              <a:t>Materiais necessários</a:t>
            </a:r>
            <a:endParaRPr sz="1400" b="0" i="0" u="none" strike="noStrike" cap="none" dirty="0">
              <a:solidFill>
                <a:srgbClr val="000000"/>
              </a:solidFill>
              <a:latin typeface="Arial"/>
              <a:ea typeface="Arial"/>
              <a:cs typeface="Arial"/>
              <a:sym typeface="Arial"/>
            </a:endParaRPr>
          </a:p>
        </p:txBody>
      </p:sp>
      <p:sp>
        <p:nvSpPr>
          <p:cNvPr id="2128" name="Google Shape;2128;p207"/>
          <p:cNvSpPr txBox="1"/>
          <p:nvPr/>
        </p:nvSpPr>
        <p:spPr>
          <a:xfrm>
            <a:off x="7220007" y="2509149"/>
            <a:ext cx="40470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dirty="0">
                <a:solidFill>
                  <a:schemeClr val="dk1"/>
                </a:solidFill>
                <a:latin typeface="Poppins"/>
                <a:ea typeface="Poppins"/>
                <a:cs typeface="Poppins"/>
                <a:sym typeface="Poppins"/>
              </a:rPr>
              <a:t>Passo a passo</a:t>
            </a:r>
            <a:endParaRPr sz="1400" b="0" i="0" u="none" strike="noStrike" cap="none" dirty="0">
              <a:solidFill>
                <a:srgbClr val="000000"/>
              </a:solidFill>
              <a:latin typeface="Arial"/>
              <a:ea typeface="Arial"/>
              <a:cs typeface="Arial"/>
              <a:sym typeface="Arial"/>
            </a:endParaRPr>
          </a:p>
        </p:txBody>
      </p:sp>
      <p:sp>
        <p:nvSpPr>
          <p:cNvPr id="2129" name="Google Shape;2129;p207"/>
          <p:cNvSpPr txBox="1">
            <a:spLocks noGrp="1"/>
          </p:cNvSpPr>
          <p:nvPr>
            <p:ph type="body" idx="1"/>
          </p:nvPr>
        </p:nvSpPr>
        <p:spPr>
          <a:xfrm>
            <a:off x="3071283" y="619126"/>
            <a:ext cx="6680700" cy="483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30" name="Google Shape;2130;p207"/>
          <p:cNvSpPr txBox="1">
            <a:spLocks noGrp="1"/>
          </p:cNvSpPr>
          <p:nvPr>
            <p:ph type="body" idx="2"/>
          </p:nvPr>
        </p:nvSpPr>
        <p:spPr>
          <a:xfrm>
            <a:off x="427780" y="3025735"/>
            <a:ext cx="1865400" cy="42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31" name="Google Shape;2131;p207"/>
          <p:cNvSpPr txBox="1">
            <a:spLocks noGrp="1"/>
          </p:cNvSpPr>
          <p:nvPr>
            <p:ph type="body" idx="3"/>
          </p:nvPr>
        </p:nvSpPr>
        <p:spPr>
          <a:xfrm>
            <a:off x="925094" y="4056434"/>
            <a:ext cx="1839300" cy="42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32" name="Google Shape;2132;p207"/>
          <p:cNvSpPr txBox="1">
            <a:spLocks noGrp="1"/>
          </p:cNvSpPr>
          <p:nvPr>
            <p:ph type="body" idx="4"/>
          </p:nvPr>
        </p:nvSpPr>
        <p:spPr>
          <a:xfrm>
            <a:off x="906044" y="4847009"/>
            <a:ext cx="1839300" cy="42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33" name="Google Shape;2133;p207"/>
          <p:cNvSpPr txBox="1"/>
          <p:nvPr/>
        </p:nvSpPr>
        <p:spPr>
          <a:xfrm>
            <a:off x="3305837" y="5948777"/>
            <a:ext cx="6190500" cy="2463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pt-BR" sz="1200" b="1" i="0" u="none" strike="noStrike" cap="none" dirty="0">
                <a:solidFill>
                  <a:schemeClr val="dk1"/>
                </a:solidFill>
                <a:latin typeface="Poppins"/>
                <a:ea typeface="Poppins"/>
                <a:cs typeface="Poppins"/>
                <a:sym typeface="Poppins"/>
              </a:rPr>
              <a:t>Baixe o roteiro dessa atividade / Baixe o material de apoio dessa atividade</a:t>
            </a:r>
            <a:endParaRPr sz="1200" b="0" i="0" u="none" strike="noStrike" cap="none" dirty="0">
              <a:solidFill>
                <a:srgbClr val="000000"/>
              </a:solidFill>
              <a:latin typeface="Poppins"/>
              <a:ea typeface="Poppins"/>
              <a:cs typeface="Poppins"/>
              <a:sym typeface="Poppins"/>
            </a:endParaRPr>
          </a:p>
        </p:txBody>
      </p:sp>
      <p:pic>
        <p:nvPicPr>
          <p:cNvPr id="2134" name="Google Shape;2134;p207"/>
          <p:cNvPicPr preferRelativeResize="0"/>
          <p:nvPr/>
        </p:nvPicPr>
        <p:blipFill rotWithShape="1">
          <a:blip r:embed="rId2">
            <a:alphaModFix/>
          </a:blip>
          <a:srcRect/>
          <a:stretch/>
        </p:blipFill>
        <p:spPr>
          <a:xfrm>
            <a:off x="2902047" y="5795955"/>
            <a:ext cx="363560" cy="436271"/>
          </a:xfrm>
          <a:prstGeom prst="rect">
            <a:avLst/>
          </a:prstGeom>
          <a:noFill/>
          <a:ln>
            <a:noFill/>
          </a:ln>
        </p:spPr>
      </p:pic>
      <p:sp>
        <p:nvSpPr>
          <p:cNvPr id="2135" name="Google Shape;2135;p207"/>
          <p:cNvSpPr/>
          <p:nvPr/>
        </p:nvSpPr>
        <p:spPr>
          <a:xfrm rot="10800000">
            <a:off x="4522934" y="1517739"/>
            <a:ext cx="767604" cy="84950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2136" name="Google Shape;2136;p207"/>
          <p:cNvSpPr/>
          <p:nvPr/>
        </p:nvSpPr>
        <p:spPr>
          <a:xfrm>
            <a:off x="4625052" y="1652486"/>
            <a:ext cx="613200" cy="417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7" name="Google Shape;2137;p207"/>
          <p:cNvSpPr/>
          <p:nvPr/>
        </p:nvSpPr>
        <p:spPr>
          <a:xfrm rot="10800000">
            <a:off x="8859652" y="1517739"/>
            <a:ext cx="767604" cy="84950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2138" name="Google Shape;2138;p207"/>
          <p:cNvSpPr/>
          <p:nvPr/>
        </p:nvSpPr>
        <p:spPr>
          <a:xfrm>
            <a:off x="9045782" y="1632977"/>
            <a:ext cx="450600" cy="441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9" name="Google Shape;2139;p207"/>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40" name="Google Shape;2140;p207"/>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3_Layout Personalizado">
  <p:cSld name="9_Layout Personalizado">
    <p:spTree>
      <p:nvGrpSpPr>
        <p:cNvPr id="1" name="Shape 2141"/>
        <p:cNvGrpSpPr/>
        <p:nvPr/>
      </p:nvGrpSpPr>
      <p:grpSpPr>
        <a:xfrm>
          <a:off x="0" y="0"/>
          <a:ext cx="0" cy="0"/>
          <a:chOff x="0" y="0"/>
          <a:chExt cx="0" cy="0"/>
        </a:xfrm>
      </p:grpSpPr>
      <p:sp>
        <p:nvSpPr>
          <p:cNvPr id="2142" name="Google Shape;2142;p208"/>
          <p:cNvSpPr/>
          <p:nvPr/>
        </p:nvSpPr>
        <p:spPr>
          <a:xfrm>
            <a:off x="0" y="0"/>
            <a:ext cx="12192000" cy="6858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2143" name="Google Shape;2143;p208"/>
          <p:cNvSpPr/>
          <p:nvPr/>
        </p:nvSpPr>
        <p:spPr>
          <a:xfrm>
            <a:off x="5802699" y="1543035"/>
            <a:ext cx="4206000" cy="3044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44" name="Google Shape;2144;p208"/>
          <p:cNvSpPr txBox="1"/>
          <p:nvPr/>
        </p:nvSpPr>
        <p:spPr>
          <a:xfrm>
            <a:off x="2149362" y="2398780"/>
            <a:ext cx="3401700" cy="1851600"/>
          </a:xfrm>
          <a:prstGeom prst="rect">
            <a:avLst/>
          </a:prstGeom>
          <a:noFill/>
          <a:ln>
            <a:noFill/>
          </a:ln>
        </p:spPr>
        <p:txBody>
          <a:bodyPr spcFirstLastPara="1" wrap="square" lIns="0" tIns="0" rIns="0" bIns="0" anchor="t" anchorCtr="0">
            <a:spAutoFit/>
          </a:bodyPr>
          <a:lstStyle/>
          <a:p>
            <a:pPr marL="0" marR="0" lvl="0" indent="0" algn="r" rtl="0">
              <a:lnSpc>
                <a:spcPct val="93999"/>
              </a:lnSpc>
              <a:spcBef>
                <a:spcPts val="0"/>
              </a:spcBef>
              <a:spcAft>
                <a:spcPts val="0"/>
              </a:spcAft>
              <a:buClr>
                <a:srgbClr val="000000"/>
              </a:buClr>
              <a:buSzPts val="4266"/>
              <a:buFont typeface="Arial"/>
              <a:buNone/>
            </a:pPr>
            <a:r>
              <a:rPr lang="pt-BR" sz="4266" b="1" i="0" u="none" strike="noStrike" cap="none" dirty="0">
                <a:solidFill>
                  <a:srgbClr val="000000"/>
                </a:solidFill>
                <a:latin typeface="Poppins"/>
                <a:ea typeface="Poppins"/>
                <a:cs typeface="Poppins"/>
                <a:sym typeface="Poppins"/>
              </a:rPr>
              <a:t>Educação Profissional Paulista</a:t>
            </a:r>
            <a:endParaRPr sz="1400" b="0" i="0" u="none" strike="noStrike" cap="none" dirty="0">
              <a:solidFill>
                <a:srgbClr val="000000"/>
              </a:solidFill>
              <a:latin typeface="Arial"/>
              <a:ea typeface="Arial"/>
              <a:cs typeface="Arial"/>
              <a:sym typeface="Arial"/>
            </a:endParaRPr>
          </a:p>
        </p:txBody>
      </p:sp>
      <p:sp>
        <p:nvSpPr>
          <p:cNvPr id="2145" name="Google Shape;2145;p208"/>
          <p:cNvSpPr txBox="1"/>
          <p:nvPr/>
        </p:nvSpPr>
        <p:spPr>
          <a:xfrm>
            <a:off x="6069602" y="2317274"/>
            <a:ext cx="3578400" cy="513300"/>
          </a:xfrm>
          <a:prstGeom prst="rect">
            <a:avLst/>
          </a:prstGeom>
          <a:noFill/>
          <a:ln>
            <a:noFill/>
          </a:ln>
        </p:spPr>
        <p:txBody>
          <a:bodyPr spcFirstLastPara="1" wrap="square" lIns="0" tIns="0" rIns="0" bIns="0" anchor="t" anchorCtr="0">
            <a:spAutoFit/>
          </a:bodyPr>
          <a:lstStyle/>
          <a:p>
            <a:pPr marL="0" marR="0" lvl="0" indent="0" algn="l" rtl="0">
              <a:lnSpc>
                <a:spcPct val="136892"/>
              </a:lnSpc>
              <a:spcBef>
                <a:spcPts val="0"/>
              </a:spcBef>
              <a:spcAft>
                <a:spcPts val="0"/>
              </a:spcAft>
              <a:buClr>
                <a:srgbClr val="000000"/>
              </a:buClr>
              <a:buSzPts val="3334"/>
              <a:buFont typeface="Arial"/>
              <a:buNone/>
            </a:pPr>
            <a:r>
              <a:rPr lang="pt-BR" sz="3334" b="0" i="0" u="none" strike="noStrike" cap="none" dirty="0">
                <a:solidFill>
                  <a:srgbClr val="FFFFFF"/>
                </a:solidFill>
                <a:latin typeface="Poppins Light"/>
                <a:ea typeface="Poppins Light"/>
                <a:cs typeface="Poppins Light"/>
                <a:sym typeface="Poppins Light"/>
              </a:rPr>
              <a:t>Técnico em </a:t>
            </a:r>
            <a:endParaRPr sz="1400" b="0" i="0" u="none" strike="noStrike" cap="none" dirty="0">
              <a:solidFill>
                <a:srgbClr val="000000"/>
              </a:solidFill>
              <a:latin typeface="Arial"/>
              <a:ea typeface="Arial"/>
              <a:cs typeface="Arial"/>
              <a:sym typeface="Arial"/>
            </a:endParaRPr>
          </a:p>
        </p:txBody>
      </p:sp>
      <p:sp>
        <p:nvSpPr>
          <p:cNvPr id="2146" name="Google Shape;2146;p208"/>
          <p:cNvSpPr txBox="1"/>
          <p:nvPr/>
        </p:nvSpPr>
        <p:spPr>
          <a:xfrm>
            <a:off x="6116400" y="2896479"/>
            <a:ext cx="3673800" cy="964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133"/>
              <a:buFont typeface="Arial"/>
              <a:buNone/>
            </a:pPr>
            <a:r>
              <a:rPr lang="pt-BR" sz="3133" b="1" i="0" u="none" strike="noStrike" cap="none" dirty="0">
                <a:solidFill>
                  <a:srgbClr val="FFFFFF"/>
                </a:solidFill>
                <a:latin typeface="Poppins"/>
                <a:ea typeface="Poppins"/>
                <a:cs typeface="Poppins"/>
                <a:sym typeface="Poppins"/>
              </a:rPr>
              <a:t>Desenvolvimento de Sistemas</a:t>
            </a:r>
            <a:endParaRPr sz="1400" b="0" i="0" u="none" strike="noStrike" cap="none" dirty="0">
              <a:solidFill>
                <a:srgbClr val="000000"/>
              </a:solidFill>
              <a:latin typeface="Arial"/>
              <a:ea typeface="Arial"/>
              <a:cs typeface="Arial"/>
              <a:sym typeface="Arial"/>
            </a:endParaRPr>
          </a:p>
        </p:txBody>
      </p:sp>
      <p:pic>
        <p:nvPicPr>
          <p:cNvPr id="2147" name="Google Shape;2147;p208" descr="Logotipo&#10;&#10;O conteúdo gerado por IA pode estar incorreto."/>
          <p:cNvPicPr preferRelativeResize="0"/>
          <p:nvPr/>
        </p:nvPicPr>
        <p:blipFill rotWithShape="1">
          <a:blip r:embed="rId2">
            <a:alphaModFix/>
          </a:blip>
          <a:srcRect l="12569" t="26438" r="13368" b="26173"/>
          <a:stretch/>
        </p:blipFill>
        <p:spPr>
          <a:xfrm>
            <a:off x="4828111" y="5385674"/>
            <a:ext cx="2535775" cy="1147457"/>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Layout Personalizado">
  <p:cSld name="8_Layout Personalizado">
    <p:spTree>
      <p:nvGrpSpPr>
        <p:cNvPr id="1" name="Shape 2148"/>
        <p:cNvGrpSpPr/>
        <p:nvPr/>
      </p:nvGrpSpPr>
      <p:grpSpPr>
        <a:xfrm>
          <a:off x="0" y="0"/>
          <a:ext cx="0" cy="0"/>
          <a:chOff x="0" y="0"/>
          <a:chExt cx="0" cy="0"/>
        </a:xfrm>
      </p:grpSpPr>
      <p:pic>
        <p:nvPicPr>
          <p:cNvPr id="2149" name="Google Shape;2149;p209"/>
          <p:cNvPicPr preferRelativeResize="0"/>
          <p:nvPr/>
        </p:nvPicPr>
        <p:blipFill rotWithShape="1">
          <a:blip r:embed="rId2">
            <a:alphaModFix/>
          </a:blip>
          <a:srcRect t="13682" b="6261"/>
          <a:stretch/>
        </p:blipFill>
        <p:spPr>
          <a:xfrm>
            <a:off x="0" y="0"/>
            <a:ext cx="8566486" cy="6857999"/>
          </a:xfrm>
          <a:prstGeom prst="rect">
            <a:avLst/>
          </a:prstGeom>
          <a:noFill/>
          <a:ln>
            <a:noFill/>
          </a:ln>
        </p:spPr>
      </p:pic>
      <p:grpSp>
        <p:nvGrpSpPr>
          <p:cNvPr id="2150" name="Google Shape;2150;p209"/>
          <p:cNvGrpSpPr/>
          <p:nvPr/>
        </p:nvGrpSpPr>
        <p:grpSpPr>
          <a:xfrm>
            <a:off x="9767223" y="6379123"/>
            <a:ext cx="2435717" cy="499880"/>
            <a:chOff x="14634602" y="9537218"/>
            <a:chExt cx="3653392" cy="749782"/>
          </a:xfrm>
        </p:grpSpPr>
        <p:pic>
          <p:nvPicPr>
            <p:cNvPr id="2151" name="Google Shape;2151;p209"/>
            <p:cNvPicPr preferRelativeResize="0"/>
            <p:nvPr/>
          </p:nvPicPr>
          <p:blipFill rotWithShape="1">
            <a:blip r:embed="rId3">
              <a:alphaModFix/>
            </a:blip>
            <a:srcRect/>
            <a:stretch/>
          </p:blipFill>
          <p:spPr>
            <a:xfrm>
              <a:off x="14634602" y="9537218"/>
              <a:ext cx="3653392" cy="749782"/>
            </a:xfrm>
            <a:prstGeom prst="rect">
              <a:avLst/>
            </a:prstGeom>
            <a:noFill/>
            <a:ln>
              <a:noFill/>
            </a:ln>
          </p:spPr>
        </p:pic>
        <p:pic>
          <p:nvPicPr>
            <p:cNvPr id="2152" name="Google Shape;2152;p209" descr="Logotipo"/>
            <p:cNvPicPr preferRelativeResize="0"/>
            <p:nvPr/>
          </p:nvPicPr>
          <p:blipFill rotWithShape="1">
            <a:blip r:embed="rId4">
              <a:alphaModFix/>
            </a:blip>
            <a:srcRect l="6769" t="26294" b="17974"/>
            <a:stretch/>
          </p:blipFill>
          <p:spPr>
            <a:xfrm>
              <a:off x="15016163" y="9710738"/>
              <a:ext cx="3271831" cy="487362"/>
            </a:xfrm>
            <a:prstGeom prst="rect">
              <a:avLst/>
            </a:prstGeom>
            <a:noFill/>
            <a:ln>
              <a:noFill/>
            </a:ln>
          </p:spPr>
        </p:pic>
      </p:grpSp>
      <p:sp>
        <p:nvSpPr>
          <p:cNvPr id="2153" name="Google Shape;2153;p209"/>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2154" name="Google Shape;2154;p209"/>
          <p:cNvPicPr preferRelativeResize="0"/>
          <p:nvPr/>
        </p:nvPicPr>
        <p:blipFill rotWithShape="1">
          <a:blip r:embed="rId5">
            <a:alphaModFix/>
          </a:blip>
          <a:srcRect/>
          <a:stretch/>
        </p:blipFill>
        <p:spPr>
          <a:xfrm>
            <a:off x="0" y="0"/>
            <a:ext cx="12191999" cy="6859201"/>
          </a:xfrm>
          <a:prstGeom prst="rect">
            <a:avLst/>
          </a:prstGeom>
          <a:noFill/>
          <a:ln>
            <a:noFill/>
          </a:ln>
        </p:spPr>
      </p:pic>
      <p:grpSp>
        <p:nvGrpSpPr>
          <p:cNvPr id="2155" name="Google Shape;2155;p209"/>
          <p:cNvGrpSpPr/>
          <p:nvPr/>
        </p:nvGrpSpPr>
        <p:grpSpPr>
          <a:xfrm>
            <a:off x="10400796" y="6090630"/>
            <a:ext cx="1791300" cy="767400"/>
            <a:chOff x="10400796" y="6090630"/>
            <a:chExt cx="1791300" cy="767400"/>
          </a:xfrm>
        </p:grpSpPr>
        <p:sp>
          <p:nvSpPr>
            <p:cNvPr id="2156" name="Google Shape;2156;p209"/>
            <p:cNvSpPr/>
            <p:nvPr/>
          </p:nvSpPr>
          <p:spPr>
            <a:xfrm>
              <a:off x="10400796" y="6090630"/>
              <a:ext cx="1791300" cy="767400"/>
            </a:xfrm>
            <a:prstGeom prst="round2SameRect">
              <a:avLst>
                <a:gd name="adj1" fmla="val 15454"/>
                <a:gd name="adj2" fmla="val 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57" name="Google Shape;2157;p209"/>
            <p:cNvSpPr/>
            <p:nvPr/>
          </p:nvSpPr>
          <p:spPr>
            <a:xfrm>
              <a:off x="11842890" y="6090630"/>
              <a:ext cx="349200" cy="306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pic>
        <p:nvPicPr>
          <p:cNvPr id="2158" name="Google Shape;2158;p209" descr="Logotipo&#10;&#10;O conteúdo gerado por IA pode estar incorreto."/>
          <p:cNvPicPr preferRelativeResize="0"/>
          <p:nvPr/>
        </p:nvPicPr>
        <p:blipFill rotWithShape="1">
          <a:blip r:embed="rId6">
            <a:alphaModFix/>
          </a:blip>
          <a:srcRect l="12569" t="26438" r="13368" b="26173"/>
          <a:stretch/>
        </p:blipFill>
        <p:spPr>
          <a:xfrm>
            <a:off x="10534930" y="6126882"/>
            <a:ext cx="1539045" cy="696428"/>
          </a:xfrm>
          <a:prstGeom prst="rect">
            <a:avLst/>
          </a:prstGeom>
          <a:noFill/>
          <a:ln>
            <a:noFill/>
          </a:ln>
        </p:spPr>
      </p:pic>
      <p:grpSp>
        <p:nvGrpSpPr>
          <p:cNvPr id="2159" name="Google Shape;2159;p209"/>
          <p:cNvGrpSpPr/>
          <p:nvPr/>
        </p:nvGrpSpPr>
        <p:grpSpPr>
          <a:xfrm>
            <a:off x="0" y="1"/>
            <a:ext cx="8566500" cy="5379981"/>
            <a:chOff x="0" y="0"/>
            <a:chExt cx="8566500" cy="5808033"/>
          </a:xfrm>
        </p:grpSpPr>
        <p:sp>
          <p:nvSpPr>
            <p:cNvPr id="2160" name="Google Shape;2160;p209"/>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61" name="Google Shape;2161;p209"/>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62" name="Google Shape;2162;p209"/>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Layout Personalizado">
  <p:cSld name="7_Layout Personalizado">
    <p:spTree>
      <p:nvGrpSpPr>
        <p:cNvPr id="1" name="Shape 2163"/>
        <p:cNvGrpSpPr/>
        <p:nvPr/>
      </p:nvGrpSpPr>
      <p:grpSpPr>
        <a:xfrm>
          <a:off x="0" y="0"/>
          <a:ext cx="0" cy="0"/>
          <a:chOff x="0" y="0"/>
          <a:chExt cx="0" cy="0"/>
        </a:xfrm>
      </p:grpSpPr>
      <p:pic>
        <p:nvPicPr>
          <p:cNvPr id="2164" name="Google Shape;2164;p210"/>
          <p:cNvPicPr preferRelativeResize="0"/>
          <p:nvPr/>
        </p:nvPicPr>
        <p:blipFill rotWithShape="1">
          <a:blip r:embed="rId2">
            <a:alphaModFix/>
          </a:blip>
          <a:srcRect/>
          <a:stretch/>
        </p:blipFill>
        <p:spPr>
          <a:xfrm>
            <a:off x="0" y="0"/>
            <a:ext cx="12191999" cy="6859201"/>
          </a:xfrm>
          <a:prstGeom prst="rect">
            <a:avLst/>
          </a:prstGeom>
          <a:noFill/>
          <a:ln>
            <a:noFill/>
          </a:ln>
        </p:spPr>
      </p:pic>
      <p:grpSp>
        <p:nvGrpSpPr>
          <p:cNvPr id="2165" name="Google Shape;2165;p210"/>
          <p:cNvGrpSpPr/>
          <p:nvPr/>
        </p:nvGrpSpPr>
        <p:grpSpPr>
          <a:xfrm>
            <a:off x="0" y="1"/>
            <a:ext cx="8566500" cy="5379981"/>
            <a:chOff x="0" y="0"/>
            <a:chExt cx="8566500" cy="5808033"/>
          </a:xfrm>
        </p:grpSpPr>
        <p:sp>
          <p:nvSpPr>
            <p:cNvPr id="2166" name="Google Shape;2166;p210"/>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67" name="Google Shape;2167;p210"/>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68" name="Google Shape;2168;p210"/>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2169" name="Google Shape;2169;p210"/>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70" name="Google Shape;2170;p210"/>
          <p:cNvSpPr txBox="1"/>
          <p:nvPr/>
        </p:nvSpPr>
        <p:spPr>
          <a:xfrm>
            <a:off x="625132" y="2553290"/>
            <a:ext cx="6814800" cy="5355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4500"/>
              <a:buFont typeface="Arial"/>
              <a:buNone/>
            </a:pPr>
            <a:r>
              <a:rPr lang="pt-BR" sz="3000" b="1" i="0" u="none" strike="noStrike" cap="none" dirty="0">
                <a:solidFill>
                  <a:srgbClr val="FF161F"/>
                </a:solidFill>
                <a:latin typeface="Poppins"/>
                <a:ea typeface="Poppins"/>
                <a:cs typeface="Poppins"/>
                <a:sym typeface="Poppins"/>
              </a:rPr>
              <a:t>Orientações ao Professor</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Only">
  <p:cSld name="3_Title Only">
    <p:spTree>
      <p:nvGrpSpPr>
        <p:cNvPr id="1" name="Shape 2171"/>
        <p:cNvGrpSpPr/>
        <p:nvPr/>
      </p:nvGrpSpPr>
      <p:grpSpPr>
        <a:xfrm>
          <a:off x="0" y="0"/>
          <a:ext cx="0" cy="0"/>
          <a:chOff x="0" y="0"/>
          <a:chExt cx="0" cy="0"/>
        </a:xfrm>
      </p:grpSpPr>
      <p:pic>
        <p:nvPicPr>
          <p:cNvPr id="2172" name="Google Shape;2172;p211"/>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2173" name="Google Shape;2173;p211"/>
          <p:cNvSpPr/>
          <p:nvPr/>
        </p:nvSpPr>
        <p:spPr>
          <a:xfrm>
            <a:off x="3426936" y="0"/>
            <a:ext cx="8781600" cy="6886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2174" name="Google Shape;2174;p211"/>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75" name="Google Shape;2175;p211"/>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76" name="Google Shape;2176;p211"/>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2177" name="Google Shape;2177;p211"/>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2178" name="Google Shape;2178;p211"/>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2179" name="Google Shape;2179;p211"/>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2180" name="Google Shape;2180;p211"/>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81" name="Google Shape;2181;p211"/>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82" name="Google Shape;2182;p211"/>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83" name="Google Shape;2183;p211"/>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84" name="Google Shape;2184;p211"/>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85" name="Google Shape;2185;p211"/>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86" name="Google Shape;2186;p211"/>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87" name="Google Shape;2187;p211"/>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2188" name="Google Shape;2188;p211"/>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89" name="Google Shape;2189;p211"/>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Only">
  <p:cSld name="2_Title Only">
    <p:spTree>
      <p:nvGrpSpPr>
        <p:cNvPr id="1" name="Shape 2190"/>
        <p:cNvGrpSpPr/>
        <p:nvPr/>
      </p:nvGrpSpPr>
      <p:grpSpPr>
        <a:xfrm>
          <a:off x="0" y="0"/>
          <a:ext cx="0" cy="0"/>
          <a:chOff x="0" y="0"/>
          <a:chExt cx="0" cy="0"/>
        </a:xfrm>
      </p:grpSpPr>
      <p:pic>
        <p:nvPicPr>
          <p:cNvPr id="2191" name="Google Shape;2191;p212"/>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2192" name="Google Shape;2192;p212"/>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93" name="Google Shape;2193;p212"/>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94" name="Google Shape;2194;p212"/>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95" name="Google Shape;2195;p212"/>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2196" name="Google Shape;2196;p212"/>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2197" name="Google Shape;2197;p212"/>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2198" name="Google Shape;2198;p212"/>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2199" name="Google Shape;2199;p212"/>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0" name="Google Shape;2200;p212"/>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1" name="Google Shape;2201;p212"/>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2" name="Google Shape;2202;p212"/>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3" name="Google Shape;2203;p212"/>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4" name="Google Shape;2204;p212"/>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5" name="Google Shape;2205;p212"/>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6" name="Google Shape;2206;p212"/>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2207" name="Google Shape;2207;p212"/>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1_1. Conteudo">
  <p:cSld name="6_1. Conteudo">
    <p:spTree>
      <p:nvGrpSpPr>
        <p:cNvPr id="1" name="Shape 2208"/>
        <p:cNvGrpSpPr/>
        <p:nvPr/>
      </p:nvGrpSpPr>
      <p:grpSpPr>
        <a:xfrm>
          <a:off x="0" y="0"/>
          <a:ext cx="0" cy="0"/>
          <a:chOff x="0" y="0"/>
          <a:chExt cx="0" cy="0"/>
        </a:xfrm>
      </p:grpSpPr>
      <p:cxnSp>
        <p:nvCxnSpPr>
          <p:cNvPr id="2209" name="Google Shape;2209;p213"/>
          <p:cNvCxnSpPr/>
          <p:nvPr/>
        </p:nvCxnSpPr>
        <p:spPr>
          <a:xfrm>
            <a:off x="6090044" y="840916"/>
            <a:ext cx="0" cy="5100900"/>
          </a:xfrm>
          <a:prstGeom prst="straightConnector1">
            <a:avLst/>
          </a:prstGeom>
          <a:noFill/>
          <a:ln w="38100" cap="flat" cmpd="sng">
            <a:solidFill>
              <a:srgbClr val="BFBFBF"/>
            </a:solidFill>
            <a:prstDash val="solid"/>
            <a:round/>
            <a:headEnd type="none" w="sm" len="sm"/>
            <a:tailEnd type="none" w="sm" len="sm"/>
          </a:ln>
        </p:spPr>
      </p:cxnSp>
      <p:sp>
        <p:nvSpPr>
          <p:cNvPr id="2210" name="Google Shape;2210;p213"/>
          <p:cNvSpPr txBox="1"/>
          <p:nvPr/>
        </p:nvSpPr>
        <p:spPr>
          <a:xfrm>
            <a:off x="1467545" y="885957"/>
            <a:ext cx="40455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2211" name="Google Shape;2211;p213"/>
          <p:cNvSpPr txBox="1"/>
          <p:nvPr/>
        </p:nvSpPr>
        <p:spPr>
          <a:xfrm>
            <a:off x="7467011" y="885654"/>
            <a:ext cx="43017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sz="2000" b="0" i="0" u="none" strike="noStrike" cap="none" dirty="0">
              <a:solidFill>
                <a:srgbClr val="000000"/>
              </a:solidFill>
              <a:latin typeface="Poppins"/>
              <a:ea typeface="Poppins"/>
              <a:cs typeface="Poppins"/>
              <a:sym typeface="Poppins"/>
            </a:endParaRPr>
          </a:p>
        </p:txBody>
      </p:sp>
      <p:sp>
        <p:nvSpPr>
          <p:cNvPr id="2212" name="Google Shape;2212;p213"/>
          <p:cNvSpPr txBox="1"/>
          <p:nvPr/>
        </p:nvSpPr>
        <p:spPr>
          <a:xfrm>
            <a:off x="1433188" y="2910758"/>
            <a:ext cx="33690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2213" name="Google Shape;2213;p213"/>
          <p:cNvSpPr txBox="1"/>
          <p:nvPr/>
        </p:nvSpPr>
        <p:spPr>
          <a:xfrm>
            <a:off x="1445466" y="4649652"/>
            <a:ext cx="32673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2214" name="Google Shape;2214;p213"/>
          <p:cNvSpPr txBox="1"/>
          <p:nvPr/>
        </p:nvSpPr>
        <p:spPr>
          <a:xfrm>
            <a:off x="7467011" y="3115942"/>
            <a:ext cx="43812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sz="2000" b="0" i="0" u="none" strike="noStrike" cap="none" dirty="0">
              <a:solidFill>
                <a:srgbClr val="000000"/>
              </a:solidFill>
              <a:latin typeface="Poppins"/>
              <a:ea typeface="Poppins"/>
              <a:cs typeface="Poppins"/>
              <a:sym typeface="Poppins"/>
            </a:endParaRPr>
          </a:p>
        </p:txBody>
      </p:sp>
      <p:sp>
        <p:nvSpPr>
          <p:cNvPr id="2215" name="Google Shape;2215;p213"/>
          <p:cNvSpPr txBox="1"/>
          <p:nvPr/>
        </p:nvSpPr>
        <p:spPr>
          <a:xfrm>
            <a:off x="4717774" y="224403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16" name="Google Shape;2216;p213"/>
          <p:cNvSpPr txBox="1"/>
          <p:nvPr/>
        </p:nvSpPr>
        <p:spPr>
          <a:xfrm>
            <a:off x="1395562" y="5079496"/>
            <a:ext cx="1723800" cy="292500"/>
          </a:xfrm>
          <a:prstGeom prst="rect">
            <a:avLst/>
          </a:prstGeom>
          <a:solidFill>
            <a:schemeClr val="lt1"/>
          </a:solid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a:ea typeface="Poppins"/>
                <a:cs typeface="Poppins"/>
                <a:sym typeface="Poppins"/>
              </a:rPr>
              <a:t>50 minutos.</a:t>
            </a:r>
            <a:endParaRPr sz="1400" b="0" i="0" u="none" strike="noStrike" cap="none" dirty="0">
              <a:solidFill>
                <a:srgbClr val="000000"/>
              </a:solidFill>
              <a:latin typeface="Arial"/>
              <a:ea typeface="Arial"/>
              <a:cs typeface="Arial"/>
              <a:sym typeface="Arial"/>
            </a:endParaRPr>
          </a:p>
        </p:txBody>
      </p:sp>
      <p:sp>
        <p:nvSpPr>
          <p:cNvPr id="2217" name="Google Shape;2217;p213"/>
          <p:cNvSpPr txBox="1">
            <a:spLocks noGrp="1"/>
          </p:cNvSpPr>
          <p:nvPr>
            <p:ph type="body" idx="1"/>
          </p:nvPr>
        </p:nvSpPr>
        <p:spPr>
          <a:xfrm>
            <a:off x="1467909" y="1390650"/>
            <a:ext cx="4044900" cy="13977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chemeClr val="dk1"/>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18" name="Google Shape;2218;p213"/>
          <p:cNvSpPr txBox="1">
            <a:spLocks noGrp="1"/>
          </p:cNvSpPr>
          <p:nvPr>
            <p:ph type="body" idx="2"/>
          </p:nvPr>
        </p:nvSpPr>
        <p:spPr>
          <a:xfrm>
            <a:off x="7467375" y="1355465"/>
            <a:ext cx="4044900" cy="15552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19" name="Google Shape;2219;p213"/>
          <p:cNvSpPr txBox="1">
            <a:spLocks noGrp="1"/>
          </p:cNvSpPr>
          <p:nvPr>
            <p:ph type="body" idx="3"/>
          </p:nvPr>
        </p:nvSpPr>
        <p:spPr>
          <a:xfrm>
            <a:off x="7467375" y="3649330"/>
            <a:ext cx="4044900" cy="15903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20" name="Google Shape;2220;p213"/>
          <p:cNvSpPr txBox="1">
            <a:spLocks noGrp="1"/>
          </p:cNvSpPr>
          <p:nvPr>
            <p:ph type="body" idx="4"/>
          </p:nvPr>
        </p:nvSpPr>
        <p:spPr>
          <a:xfrm>
            <a:off x="1443515" y="3489566"/>
            <a:ext cx="4044900" cy="10455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grpSp>
        <p:nvGrpSpPr>
          <p:cNvPr id="2221" name="Google Shape;2221;p213"/>
          <p:cNvGrpSpPr/>
          <p:nvPr/>
        </p:nvGrpSpPr>
        <p:grpSpPr>
          <a:xfrm>
            <a:off x="9756891" y="6381906"/>
            <a:ext cx="2435717" cy="499880"/>
            <a:chOff x="14634602" y="9537218"/>
            <a:chExt cx="3653392" cy="749782"/>
          </a:xfrm>
        </p:grpSpPr>
        <p:pic>
          <p:nvPicPr>
            <p:cNvPr id="2222" name="Google Shape;2222;p213"/>
            <p:cNvPicPr preferRelativeResize="0"/>
            <p:nvPr/>
          </p:nvPicPr>
          <p:blipFill rotWithShape="1">
            <a:blip r:embed="rId2">
              <a:alphaModFix/>
            </a:blip>
            <a:srcRect/>
            <a:stretch/>
          </p:blipFill>
          <p:spPr>
            <a:xfrm>
              <a:off x="14634602" y="9537218"/>
              <a:ext cx="3653392" cy="749782"/>
            </a:xfrm>
            <a:prstGeom prst="rect">
              <a:avLst/>
            </a:prstGeom>
            <a:noFill/>
            <a:ln>
              <a:noFill/>
            </a:ln>
          </p:spPr>
        </p:pic>
        <p:pic>
          <p:nvPicPr>
            <p:cNvPr id="2223" name="Google Shape;2223;p213" descr="Logotipo"/>
            <p:cNvPicPr preferRelativeResize="0"/>
            <p:nvPr/>
          </p:nvPicPr>
          <p:blipFill rotWithShape="1">
            <a:blip r:embed="rId3">
              <a:alphaModFix/>
            </a:blip>
            <a:srcRect l="6769" t="26294" b="17974"/>
            <a:stretch/>
          </p:blipFill>
          <p:spPr>
            <a:xfrm>
              <a:off x="15016163" y="9710738"/>
              <a:ext cx="3271831" cy="487362"/>
            </a:xfrm>
            <a:prstGeom prst="rect">
              <a:avLst/>
            </a:prstGeom>
            <a:noFill/>
            <a:ln>
              <a:noFill/>
            </a:ln>
          </p:spPr>
        </p:pic>
      </p:grpSp>
      <p:sp>
        <p:nvSpPr>
          <p:cNvPr id="2224" name="Google Shape;2224;p213"/>
          <p:cNvSpPr txBox="1"/>
          <p:nvPr/>
        </p:nvSpPr>
        <p:spPr>
          <a:xfrm>
            <a:off x="13188461" y="47244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2225" name="Google Shape;2225;p213"/>
          <p:cNvPicPr preferRelativeResize="0"/>
          <p:nvPr/>
        </p:nvPicPr>
        <p:blipFill rotWithShape="1">
          <a:blip r:embed="rId4">
            <a:alphaModFix/>
          </a:blip>
          <a:srcRect/>
          <a:stretch/>
        </p:blipFill>
        <p:spPr>
          <a:xfrm>
            <a:off x="0" y="6281734"/>
            <a:ext cx="12191999" cy="595317"/>
          </a:xfrm>
          <a:prstGeom prst="rect">
            <a:avLst/>
          </a:prstGeom>
          <a:noFill/>
          <a:ln>
            <a:noFill/>
          </a:ln>
        </p:spPr>
      </p:pic>
      <p:pic>
        <p:nvPicPr>
          <p:cNvPr id="2226" name="Google Shape;2226;p213"/>
          <p:cNvPicPr preferRelativeResize="0"/>
          <p:nvPr/>
        </p:nvPicPr>
        <p:blipFill rotWithShape="1">
          <a:blip r:embed="rId5">
            <a:alphaModFix/>
          </a:blip>
          <a:srcRect/>
          <a:stretch/>
        </p:blipFill>
        <p:spPr>
          <a:xfrm>
            <a:off x="0" y="9526"/>
            <a:ext cx="12191999" cy="568301"/>
          </a:xfrm>
          <a:prstGeom prst="rect">
            <a:avLst/>
          </a:prstGeom>
          <a:noFill/>
          <a:ln>
            <a:noFill/>
          </a:ln>
        </p:spPr>
      </p:pic>
      <p:sp>
        <p:nvSpPr>
          <p:cNvPr id="2227" name="Google Shape;2227;p213"/>
          <p:cNvSpPr/>
          <p:nvPr/>
        </p:nvSpPr>
        <p:spPr>
          <a:xfrm>
            <a:off x="538284" y="96008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2228" name="Google Shape;2228;p213"/>
          <p:cNvSpPr/>
          <p:nvPr/>
        </p:nvSpPr>
        <p:spPr>
          <a:xfrm>
            <a:off x="514540" y="2965834"/>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2229" name="Google Shape;2229;p213"/>
          <p:cNvGrpSpPr/>
          <p:nvPr/>
        </p:nvGrpSpPr>
        <p:grpSpPr>
          <a:xfrm>
            <a:off x="632922" y="3096780"/>
            <a:ext cx="486856" cy="481187"/>
            <a:chOff x="8278989" y="8660410"/>
            <a:chExt cx="569755" cy="563121"/>
          </a:xfrm>
        </p:grpSpPr>
        <p:grpSp>
          <p:nvGrpSpPr>
            <p:cNvPr id="2230" name="Google Shape;2230;p213"/>
            <p:cNvGrpSpPr/>
            <p:nvPr/>
          </p:nvGrpSpPr>
          <p:grpSpPr>
            <a:xfrm>
              <a:off x="8278989" y="8852628"/>
              <a:ext cx="265651" cy="370903"/>
              <a:chOff x="8278989" y="8852628"/>
              <a:chExt cx="265651" cy="370903"/>
            </a:xfrm>
          </p:grpSpPr>
          <p:sp>
            <p:nvSpPr>
              <p:cNvPr id="2231" name="Google Shape;2231;p213"/>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32" name="Google Shape;2232;p213"/>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233" name="Google Shape;2233;p213"/>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34" name="Google Shape;2234;p213"/>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35" name="Google Shape;2235;p213"/>
            <p:cNvSpPr/>
            <p:nvPr/>
          </p:nvSpPr>
          <p:spPr>
            <a:xfrm>
              <a:off x="8534039"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236" name="Google Shape;2236;p213"/>
          <p:cNvSpPr/>
          <p:nvPr/>
        </p:nvSpPr>
        <p:spPr>
          <a:xfrm>
            <a:off x="516205" y="4700100"/>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2237" name="Google Shape;2237;p213"/>
          <p:cNvPicPr preferRelativeResize="0"/>
          <p:nvPr/>
        </p:nvPicPr>
        <p:blipFill rotWithShape="1">
          <a:blip r:embed="rId6">
            <a:alphaModFix/>
          </a:blip>
          <a:srcRect/>
          <a:stretch/>
        </p:blipFill>
        <p:spPr>
          <a:xfrm>
            <a:off x="658917" y="4858582"/>
            <a:ext cx="380919" cy="380919"/>
          </a:xfrm>
          <a:prstGeom prst="rect">
            <a:avLst/>
          </a:prstGeom>
          <a:noFill/>
          <a:ln>
            <a:noFill/>
          </a:ln>
        </p:spPr>
      </p:pic>
      <p:sp>
        <p:nvSpPr>
          <p:cNvPr id="2238" name="Google Shape;2238;p213"/>
          <p:cNvSpPr/>
          <p:nvPr/>
        </p:nvSpPr>
        <p:spPr>
          <a:xfrm>
            <a:off x="6537750" y="974816"/>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2239" name="Google Shape;2239;p213"/>
          <p:cNvGrpSpPr/>
          <p:nvPr/>
        </p:nvGrpSpPr>
        <p:grpSpPr>
          <a:xfrm>
            <a:off x="6643473" y="1077261"/>
            <a:ext cx="472792" cy="435252"/>
            <a:chOff x="8560697" y="2808577"/>
            <a:chExt cx="496370" cy="456957"/>
          </a:xfrm>
        </p:grpSpPr>
        <p:sp>
          <p:nvSpPr>
            <p:cNvPr id="2240" name="Google Shape;2240;p213"/>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2241" name="Google Shape;2241;p213"/>
            <p:cNvGrpSpPr/>
            <p:nvPr/>
          </p:nvGrpSpPr>
          <p:grpSpPr>
            <a:xfrm>
              <a:off x="8560697" y="2875026"/>
              <a:ext cx="496370" cy="324059"/>
              <a:chOff x="8560697" y="2875026"/>
              <a:chExt cx="496370" cy="324059"/>
            </a:xfrm>
          </p:grpSpPr>
          <p:sp>
            <p:nvSpPr>
              <p:cNvPr id="2242" name="Google Shape;2242;p213"/>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43" name="Google Shape;2243;p213"/>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44" name="Google Shape;2244;p213"/>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45" name="Google Shape;2245;p213"/>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46" name="Google Shape;2246;p213"/>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47" name="Google Shape;2247;p213"/>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2248" name="Google Shape;2248;p213"/>
          <p:cNvSpPr/>
          <p:nvPr/>
        </p:nvSpPr>
        <p:spPr>
          <a:xfrm>
            <a:off x="6537750" y="314469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2249" name="Google Shape;2249;p213"/>
          <p:cNvSpPr/>
          <p:nvPr/>
        </p:nvSpPr>
        <p:spPr>
          <a:xfrm>
            <a:off x="6637986" y="3252609"/>
            <a:ext cx="458764" cy="458662"/>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2250" name="Google Shape;2250;p213"/>
          <p:cNvGrpSpPr/>
          <p:nvPr/>
        </p:nvGrpSpPr>
        <p:grpSpPr>
          <a:xfrm>
            <a:off x="664824" y="1066107"/>
            <a:ext cx="428521" cy="428520"/>
            <a:chOff x="9358184" y="2764785"/>
            <a:chExt cx="495514" cy="495513"/>
          </a:xfrm>
        </p:grpSpPr>
        <p:grpSp>
          <p:nvGrpSpPr>
            <p:cNvPr id="2251" name="Google Shape;2251;p213"/>
            <p:cNvGrpSpPr/>
            <p:nvPr/>
          </p:nvGrpSpPr>
          <p:grpSpPr>
            <a:xfrm>
              <a:off x="9358184" y="2802389"/>
              <a:ext cx="457909" cy="457909"/>
              <a:chOff x="9358184" y="2802389"/>
              <a:chExt cx="457909" cy="457909"/>
            </a:xfrm>
          </p:grpSpPr>
          <p:sp>
            <p:nvSpPr>
              <p:cNvPr id="2252" name="Google Shape;2252;p213"/>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53" name="Google Shape;2253;p213"/>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54" name="Google Shape;2254;p213"/>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255" name="Google Shape;2255;p213"/>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56" name="Google Shape;2256;p213"/>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1. Conteudo">
  <p:cSld name="5_1. Conteudo">
    <p:spTree>
      <p:nvGrpSpPr>
        <p:cNvPr id="1" name="Shape 2257"/>
        <p:cNvGrpSpPr/>
        <p:nvPr/>
      </p:nvGrpSpPr>
      <p:grpSpPr>
        <a:xfrm>
          <a:off x="0" y="0"/>
          <a:ext cx="0" cy="0"/>
          <a:chOff x="0" y="0"/>
          <a:chExt cx="0" cy="0"/>
        </a:xfrm>
      </p:grpSpPr>
      <p:sp>
        <p:nvSpPr>
          <p:cNvPr id="2258" name="Google Shape;2258;p214"/>
          <p:cNvSpPr txBox="1">
            <a:spLocks noGrp="1"/>
          </p:cNvSpPr>
          <p:nvPr>
            <p:ph type="body" idx="1"/>
          </p:nvPr>
        </p:nvSpPr>
        <p:spPr>
          <a:xfrm>
            <a:off x="3751838" y="21702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59" name="Google Shape;2259;p214"/>
          <p:cNvSpPr txBox="1">
            <a:spLocks noGrp="1"/>
          </p:cNvSpPr>
          <p:nvPr>
            <p:ph type="body" idx="2"/>
          </p:nvPr>
        </p:nvSpPr>
        <p:spPr>
          <a:xfrm>
            <a:off x="3751838" y="31227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60" name="Google Shape;2260;p214"/>
          <p:cNvSpPr txBox="1">
            <a:spLocks noGrp="1"/>
          </p:cNvSpPr>
          <p:nvPr>
            <p:ph type="body" idx="3"/>
          </p:nvPr>
        </p:nvSpPr>
        <p:spPr>
          <a:xfrm>
            <a:off x="3751838" y="40498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61" name="Google Shape;2261;p214"/>
          <p:cNvSpPr txBox="1">
            <a:spLocks noGrp="1"/>
          </p:cNvSpPr>
          <p:nvPr>
            <p:ph type="body" idx="4"/>
          </p:nvPr>
        </p:nvSpPr>
        <p:spPr>
          <a:xfrm>
            <a:off x="3751838" y="49896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62" name="Google Shape;2262;p214"/>
          <p:cNvSpPr txBox="1">
            <a:spLocks noGrp="1"/>
          </p:cNvSpPr>
          <p:nvPr>
            <p:ph type="body" idx="5"/>
          </p:nvPr>
        </p:nvSpPr>
        <p:spPr>
          <a:xfrm>
            <a:off x="3514725" y="559205"/>
            <a:ext cx="7208400" cy="1260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63" name="Google Shape;2263;p214"/>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264" name="Google Shape;2264;p214"/>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3. Conteudo">
  <p:cSld name="9_3. Conteudo">
    <p:spTree>
      <p:nvGrpSpPr>
        <p:cNvPr id="1" name="Shape 2265"/>
        <p:cNvGrpSpPr/>
        <p:nvPr/>
      </p:nvGrpSpPr>
      <p:grpSpPr>
        <a:xfrm>
          <a:off x="0" y="0"/>
          <a:ext cx="0" cy="0"/>
          <a:chOff x="0" y="0"/>
          <a:chExt cx="0" cy="0"/>
        </a:xfrm>
      </p:grpSpPr>
      <p:pic>
        <p:nvPicPr>
          <p:cNvPr id="2266" name="Google Shape;2266;p215"/>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267" name="Google Shape;2267;p215"/>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68" name="Google Shape;2268;p215"/>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69" name="Google Shape;2269;p215"/>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70" name="Google Shape;2270;p215"/>
          <p:cNvSpPr txBox="1">
            <a:spLocks noGrp="1"/>
          </p:cNvSpPr>
          <p:nvPr>
            <p:ph type="body" idx="1"/>
          </p:nvPr>
        </p:nvSpPr>
        <p:spPr>
          <a:xfrm>
            <a:off x="3598334" y="2009776"/>
            <a:ext cx="8080500" cy="3739200"/>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71" name="Google Shape;2271;p215"/>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272" name="Google Shape;2272;p215"/>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3. Conteudo">
  <p:cSld name="8_3. Conteudo">
    <p:spTree>
      <p:nvGrpSpPr>
        <p:cNvPr id="1" name="Shape 2273"/>
        <p:cNvGrpSpPr/>
        <p:nvPr/>
      </p:nvGrpSpPr>
      <p:grpSpPr>
        <a:xfrm>
          <a:off x="0" y="0"/>
          <a:ext cx="0" cy="0"/>
          <a:chOff x="0" y="0"/>
          <a:chExt cx="0" cy="0"/>
        </a:xfrm>
      </p:grpSpPr>
      <p:pic>
        <p:nvPicPr>
          <p:cNvPr id="2274" name="Google Shape;2274;p216"/>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275" name="Google Shape;2275;p216"/>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76" name="Google Shape;2276;p216"/>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77" name="Google Shape;2277;p216"/>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78" name="Google Shape;2278;p216"/>
          <p:cNvSpPr txBox="1">
            <a:spLocks noGrp="1"/>
          </p:cNvSpPr>
          <p:nvPr>
            <p:ph type="body" idx="1"/>
          </p:nvPr>
        </p:nvSpPr>
        <p:spPr>
          <a:xfrm>
            <a:off x="3707268" y="641350"/>
            <a:ext cx="7366200" cy="1732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79" name="Google Shape;2279;p216"/>
          <p:cNvSpPr txBox="1">
            <a:spLocks noGrp="1"/>
          </p:cNvSpPr>
          <p:nvPr>
            <p:ph type="body" idx="2"/>
          </p:nvPr>
        </p:nvSpPr>
        <p:spPr>
          <a:xfrm>
            <a:off x="4428690" y="2540104"/>
            <a:ext cx="6644700" cy="348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80" name="Google Shape;2280;p216"/>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281" name="Google Shape;2281;p216"/>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3. Conteudo">
  <p:cSld name="7_3. Conteudo">
    <p:spTree>
      <p:nvGrpSpPr>
        <p:cNvPr id="1" name="Shape 2282"/>
        <p:cNvGrpSpPr/>
        <p:nvPr/>
      </p:nvGrpSpPr>
      <p:grpSpPr>
        <a:xfrm>
          <a:off x="0" y="0"/>
          <a:ext cx="0" cy="0"/>
          <a:chOff x="0" y="0"/>
          <a:chExt cx="0" cy="0"/>
        </a:xfrm>
      </p:grpSpPr>
      <p:pic>
        <p:nvPicPr>
          <p:cNvPr id="2283" name="Google Shape;2283;p217"/>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284" name="Google Shape;2284;p217"/>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85" name="Google Shape;2285;p217"/>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86" name="Google Shape;2286;p217"/>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87" name="Google Shape;2287;p217"/>
          <p:cNvSpPr txBox="1">
            <a:spLocks noGrp="1"/>
          </p:cNvSpPr>
          <p:nvPr>
            <p:ph type="body" idx="1"/>
          </p:nvPr>
        </p:nvSpPr>
        <p:spPr>
          <a:xfrm>
            <a:off x="3598410"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88" name="Google Shape;2288;p217"/>
          <p:cNvSpPr txBox="1">
            <a:spLocks noGrp="1"/>
          </p:cNvSpPr>
          <p:nvPr>
            <p:ph type="body" idx="2"/>
          </p:nvPr>
        </p:nvSpPr>
        <p:spPr>
          <a:xfrm>
            <a:off x="6374268" y="2372801"/>
            <a:ext cx="5277000" cy="3572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89" name="Google Shape;2289;p217"/>
          <p:cNvSpPr txBox="1">
            <a:spLocks noGrp="1"/>
          </p:cNvSpPr>
          <p:nvPr>
            <p:ph type="body" idx="3"/>
          </p:nvPr>
        </p:nvSpPr>
        <p:spPr>
          <a:xfrm>
            <a:off x="3596090" y="5702430"/>
            <a:ext cx="2497500" cy="243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90" name="Google Shape;2290;p217"/>
          <p:cNvSpPr>
            <a:spLocks noGrp="1"/>
          </p:cNvSpPr>
          <p:nvPr>
            <p:ph type="pic" idx="4"/>
          </p:nvPr>
        </p:nvSpPr>
        <p:spPr>
          <a:xfrm>
            <a:off x="3596091" y="2364317"/>
            <a:ext cx="2497800" cy="3216300"/>
          </a:xfrm>
          <a:prstGeom prst="rect">
            <a:avLst/>
          </a:prstGeom>
          <a:solidFill>
            <a:srgbClr val="D9D9D9"/>
          </a:solidFill>
          <a:ln>
            <a:noFill/>
          </a:ln>
        </p:spPr>
        <p:txBody>
          <a:bodyPr/>
          <a:lstStyle/>
          <a:p>
            <a:endParaRPr lang="pt-BR" dirty="0"/>
          </a:p>
        </p:txBody>
      </p:sp>
      <p:sp>
        <p:nvSpPr>
          <p:cNvPr id="2291" name="Google Shape;2291;p217"/>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292" name="Google Shape;2292;p217"/>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3. Conteudo">
  <p:cSld name="6_3. Conteudo">
    <p:spTree>
      <p:nvGrpSpPr>
        <p:cNvPr id="1" name="Shape 2293"/>
        <p:cNvGrpSpPr/>
        <p:nvPr/>
      </p:nvGrpSpPr>
      <p:grpSpPr>
        <a:xfrm>
          <a:off x="0" y="0"/>
          <a:ext cx="0" cy="0"/>
          <a:chOff x="0" y="0"/>
          <a:chExt cx="0" cy="0"/>
        </a:xfrm>
      </p:grpSpPr>
      <p:pic>
        <p:nvPicPr>
          <p:cNvPr id="2294" name="Google Shape;2294;p218"/>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295" name="Google Shape;2295;p218"/>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96" name="Google Shape;2296;p218"/>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97" name="Google Shape;2297;p218"/>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98" name="Google Shape;2298;p218"/>
          <p:cNvSpPr txBox="1">
            <a:spLocks noGrp="1"/>
          </p:cNvSpPr>
          <p:nvPr>
            <p:ph type="body" idx="1"/>
          </p:nvPr>
        </p:nvSpPr>
        <p:spPr>
          <a:xfrm>
            <a:off x="3598409" y="619125"/>
            <a:ext cx="8052900" cy="1189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99" name="Google Shape;2299;p218"/>
          <p:cNvSpPr txBox="1">
            <a:spLocks noGrp="1"/>
          </p:cNvSpPr>
          <p:nvPr>
            <p:ph type="body" idx="2"/>
          </p:nvPr>
        </p:nvSpPr>
        <p:spPr>
          <a:xfrm>
            <a:off x="3598409" y="5860191"/>
            <a:ext cx="8052600" cy="295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00" name="Google Shape;2300;p218"/>
          <p:cNvSpPr txBox="1"/>
          <p:nvPr/>
        </p:nvSpPr>
        <p:spPr>
          <a:xfrm>
            <a:off x="12032105" y="578620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01" name="Google Shape;2301;p218"/>
          <p:cNvSpPr txBox="1">
            <a:spLocks noGrp="1"/>
          </p:cNvSpPr>
          <p:nvPr>
            <p:ph type="body" idx="3"/>
          </p:nvPr>
        </p:nvSpPr>
        <p:spPr>
          <a:xfrm>
            <a:off x="3598409" y="2012716"/>
            <a:ext cx="8052600" cy="3736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02" name="Google Shape;2302;p218"/>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303" name="Google Shape;2303;p218"/>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3. Conteudo">
  <p:cSld name="5_3. Conteudo">
    <p:spTree>
      <p:nvGrpSpPr>
        <p:cNvPr id="1" name="Shape 2304"/>
        <p:cNvGrpSpPr/>
        <p:nvPr/>
      </p:nvGrpSpPr>
      <p:grpSpPr>
        <a:xfrm>
          <a:off x="0" y="0"/>
          <a:ext cx="0" cy="0"/>
          <a:chOff x="0" y="0"/>
          <a:chExt cx="0" cy="0"/>
        </a:xfrm>
      </p:grpSpPr>
      <p:pic>
        <p:nvPicPr>
          <p:cNvPr id="2305" name="Google Shape;2305;p219"/>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306" name="Google Shape;2306;p219"/>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07" name="Google Shape;2307;p219"/>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08" name="Google Shape;2308;p219"/>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09" name="Google Shape;2309;p219"/>
          <p:cNvSpPr>
            <a:spLocks noGrp="1"/>
          </p:cNvSpPr>
          <p:nvPr>
            <p:ph type="pic" idx="2"/>
          </p:nvPr>
        </p:nvSpPr>
        <p:spPr>
          <a:xfrm>
            <a:off x="3598408" y="2027345"/>
            <a:ext cx="8052600" cy="3699900"/>
          </a:xfrm>
          <a:prstGeom prst="rect">
            <a:avLst/>
          </a:prstGeom>
          <a:solidFill>
            <a:srgbClr val="D8D8D8"/>
          </a:solidFill>
          <a:ln>
            <a:noFill/>
          </a:ln>
        </p:spPr>
        <p:txBody>
          <a:bodyPr/>
          <a:lstStyle/>
          <a:p>
            <a:endParaRPr lang="pt-BR" dirty="0"/>
          </a:p>
        </p:txBody>
      </p:sp>
      <p:sp>
        <p:nvSpPr>
          <p:cNvPr id="2310" name="Google Shape;2310;p219"/>
          <p:cNvSpPr txBox="1">
            <a:spLocks noGrp="1"/>
          </p:cNvSpPr>
          <p:nvPr>
            <p:ph type="body" idx="1"/>
          </p:nvPr>
        </p:nvSpPr>
        <p:spPr>
          <a:xfrm>
            <a:off x="3598407"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11" name="Google Shape;2311;p219"/>
          <p:cNvSpPr txBox="1">
            <a:spLocks noGrp="1"/>
          </p:cNvSpPr>
          <p:nvPr>
            <p:ph type="body" idx="3"/>
          </p:nvPr>
        </p:nvSpPr>
        <p:spPr>
          <a:xfrm>
            <a:off x="3598407" y="5842824"/>
            <a:ext cx="8052900" cy="310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12" name="Google Shape;2312;p219"/>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313" name="Google Shape;2313;p219"/>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3_Layout Personalizado">
  <p:cSld name="11_Layout Personalizado">
    <p:spTree>
      <p:nvGrpSpPr>
        <p:cNvPr id="1" name="Shape 2713"/>
        <p:cNvGrpSpPr/>
        <p:nvPr/>
      </p:nvGrpSpPr>
      <p:grpSpPr>
        <a:xfrm>
          <a:off x="0" y="0"/>
          <a:ext cx="0" cy="0"/>
          <a:chOff x="0" y="0"/>
          <a:chExt cx="0" cy="0"/>
        </a:xfrm>
      </p:grpSpPr>
      <p:sp>
        <p:nvSpPr>
          <p:cNvPr id="2714" name="Google Shape;2714;p265"/>
          <p:cNvSpPr/>
          <p:nvPr/>
        </p:nvSpPr>
        <p:spPr>
          <a:xfrm>
            <a:off x="0" y="0"/>
            <a:ext cx="12192000" cy="6858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2715" name="Google Shape;2715;p265"/>
          <p:cNvSpPr/>
          <p:nvPr/>
        </p:nvSpPr>
        <p:spPr>
          <a:xfrm>
            <a:off x="5802699" y="1543035"/>
            <a:ext cx="4206000" cy="3044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16" name="Google Shape;2716;p265"/>
          <p:cNvSpPr txBox="1"/>
          <p:nvPr/>
        </p:nvSpPr>
        <p:spPr>
          <a:xfrm>
            <a:off x="2149362" y="2398780"/>
            <a:ext cx="3401700" cy="1851600"/>
          </a:xfrm>
          <a:prstGeom prst="rect">
            <a:avLst/>
          </a:prstGeom>
          <a:noFill/>
          <a:ln>
            <a:noFill/>
          </a:ln>
        </p:spPr>
        <p:txBody>
          <a:bodyPr spcFirstLastPara="1" wrap="square" lIns="0" tIns="0" rIns="0" bIns="0" anchor="t" anchorCtr="0">
            <a:spAutoFit/>
          </a:bodyPr>
          <a:lstStyle/>
          <a:p>
            <a:pPr marL="0" marR="0" lvl="0" indent="0" algn="r" rtl="0">
              <a:lnSpc>
                <a:spcPct val="93999"/>
              </a:lnSpc>
              <a:spcBef>
                <a:spcPts val="0"/>
              </a:spcBef>
              <a:spcAft>
                <a:spcPts val="0"/>
              </a:spcAft>
              <a:buClr>
                <a:srgbClr val="000000"/>
              </a:buClr>
              <a:buSzPts val="4266"/>
              <a:buFont typeface="Arial"/>
              <a:buNone/>
            </a:pPr>
            <a:r>
              <a:rPr lang="pt-BR" sz="4266" b="1" i="0" u="none" strike="noStrike" cap="none" dirty="0">
                <a:solidFill>
                  <a:srgbClr val="000000"/>
                </a:solidFill>
                <a:latin typeface="Poppins"/>
                <a:ea typeface="Poppins"/>
                <a:cs typeface="Poppins"/>
                <a:sym typeface="Poppins"/>
              </a:rPr>
              <a:t>Educação Profissional Paulista</a:t>
            </a:r>
            <a:endParaRPr sz="1400" b="0" i="0" u="none" strike="noStrike" cap="none" dirty="0">
              <a:solidFill>
                <a:srgbClr val="000000"/>
              </a:solidFill>
              <a:latin typeface="Arial"/>
              <a:ea typeface="Arial"/>
              <a:cs typeface="Arial"/>
              <a:sym typeface="Arial"/>
            </a:endParaRPr>
          </a:p>
        </p:txBody>
      </p:sp>
      <p:sp>
        <p:nvSpPr>
          <p:cNvPr id="2717" name="Google Shape;2717;p265"/>
          <p:cNvSpPr txBox="1"/>
          <p:nvPr/>
        </p:nvSpPr>
        <p:spPr>
          <a:xfrm>
            <a:off x="6069602" y="2317274"/>
            <a:ext cx="3578400" cy="513300"/>
          </a:xfrm>
          <a:prstGeom prst="rect">
            <a:avLst/>
          </a:prstGeom>
          <a:noFill/>
          <a:ln>
            <a:noFill/>
          </a:ln>
        </p:spPr>
        <p:txBody>
          <a:bodyPr spcFirstLastPara="1" wrap="square" lIns="0" tIns="0" rIns="0" bIns="0" anchor="t" anchorCtr="0">
            <a:spAutoFit/>
          </a:bodyPr>
          <a:lstStyle/>
          <a:p>
            <a:pPr marL="0" marR="0" lvl="0" indent="0" algn="l" rtl="0">
              <a:lnSpc>
                <a:spcPct val="136892"/>
              </a:lnSpc>
              <a:spcBef>
                <a:spcPts val="0"/>
              </a:spcBef>
              <a:spcAft>
                <a:spcPts val="0"/>
              </a:spcAft>
              <a:buClr>
                <a:srgbClr val="000000"/>
              </a:buClr>
              <a:buSzPts val="3334"/>
              <a:buFont typeface="Arial"/>
              <a:buNone/>
            </a:pPr>
            <a:r>
              <a:rPr lang="pt-BR" sz="3334" b="0" i="0" u="none" strike="noStrike" cap="none" dirty="0">
                <a:solidFill>
                  <a:srgbClr val="FFFFFF"/>
                </a:solidFill>
                <a:latin typeface="Poppins Light"/>
                <a:ea typeface="Poppins Light"/>
                <a:cs typeface="Poppins Light"/>
                <a:sym typeface="Poppins Light"/>
              </a:rPr>
              <a:t>Técnico em </a:t>
            </a:r>
            <a:endParaRPr sz="1400" b="0" i="0" u="none" strike="noStrike" cap="none" dirty="0">
              <a:solidFill>
                <a:srgbClr val="000000"/>
              </a:solidFill>
              <a:latin typeface="Arial"/>
              <a:ea typeface="Arial"/>
              <a:cs typeface="Arial"/>
              <a:sym typeface="Arial"/>
            </a:endParaRPr>
          </a:p>
        </p:txBody>
      </p:sp>
      <p:sp>
        <p:nvSpPr>
          <p:cNvPr id="2718" name="Google Shape;2718;p265"/>
          <p:cNvSpPr txBox="1"/>
          <p:nvPr/>
        </p:nvSpPr>
        <p:spPr>
          <a:xfrm>
            <a:off x="6116400" y="2896479"/>
            <a:ext cx="3673800" cy="964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133"/>
              <a:buFont typeface="Arial"/>
              <a:buNone/>
            </a:pPr>
            <a:r>
              <a:rPr lang="pt-BR" sz="3133" b="1" i="0" u="none" strike="noStrike" cap="none" dirty="0">
                <a:solidFill>
                  <a:srgbClr val="FFFFFF"/>
                </a:solidFill>
                <a:latin typeface="Poppins"/>
                <a:ea typeface="Poppins"/>
                <a:cs typeface="Poppins"/>
                <a:sym typeface="Poppins"/>
              </a:rPr>
              <a:t>Desenvolvimento de Sistemas</a:t>
            </a:r>
            <a:endParaRPr sz="1400" b="0" i="0" u="none" strike="noStrike" cap="none" dirty="0">
              <a:solidFill>
                <a:srgbClr val="000000"/>
              </a:solidFill>
              <a:latin typeface="Arial"/>
              <a:ea typeface="Arial"/>
              <a:cs typeface="Arial"/>
              <a:sym typeface="Arial"/>
            </a:endParaRPr>
          </a:p>
        </p:txBody>
      </p:sp>
      <p:pic>
        <p:nvPicPr>
          <p:cNvPr id="2719" name="Google Shape;2719;p265" descr="Logotipo&#10;&#10;O conteúdo gerado por IA pode estar incorreto."/>
          <p:cNvPicPr preferRelativeResize="0"/>
          <p:nvPr/>
        </p:nvPicPr>
        <p:blipFill rotWithShape="1">
          <a:blip r:embed="rId2">
            <a:alphaModFix/>
          </a:blip>
          <a:srcRect l="12569" t="26434" r="13362" b="26178"/>
          <a:stretch/>
        </p:blipFill>
        <p:spPr>
          <a:xfrm>
            <a:off x="4828111" y="5385674"/>
            <a:ext cx="2535781" cy="1147459"/>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michoca">
  <p:cSld name="michoca">
    <p:spTree>
      <p:nvGrpSpPr>
        <p:cNvPr id="1" name="Shape 2720"/>
        <p:cNvGrpSpPr/>
        <p:nvPr/>
      </p:nvGrpSpPr>
      <p:grpSpPr>
        <a:xfrm>
          <a:off x="0" y="0"/>
          <a:ext cx="0" cy="0"/>
          <a:chOff x="0" y="0"/>
          <a:chExt cx="0" cy="0"/>
        </a:xfrm>
      </p:grpSpPr>
      <p:pic>
        <p:nvPicPr>
          <p:cNvPr id="2721" name="Google Shape;2721;p266"/>
          <p:cNvPicPr preferRelativeResize="0"/>
          <p:nvPr/>
        </p:nvPicPr>
        <p:blipFill rotWithShape="1">
          <a:blip r:embed="rId2">
            <a:alphaModFix/>
          </a:blip>
          <a:srcRect l="1999" r="951"/>
          <a:stretch/>
        </p:blipFill>
        <p:spPr>
          <a:xfrm>
            <a:off x="-5171" y="1336655"/>
            <a:ext cx="12197169" cy="4987270"/>
          </a:xfrm>
          <a:prstGeom prst="rect">
            <a:avLst/>
          </a:prstGeom>
          <a:noFill/>
          <a:ln>
            <a:noFill/>
          </a:ln>
        </p:spPr>
      </p:pic>
      <p:sp>
        <p:nvSpPr>
          <p:cNvPr id="2722" name="Google Shape;2722;p266"/>
          <p:cNvSpPr/>
          <p:nvPr/>
        </p:nvSpPr>
        <p:spPr>
          <a:xfrm rot="-3439711">
            <a:off x="3101904" y="4687022"/>
            <a:ext cx="210625" cy="210625"/>
          </a:xfrm>
          <a:prstGeom prst="ellipse">
            <a:avLst/>
          </a:prstGeom>
          <a:solidFill>
            <a:srgbClr val="FA161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2723" name="Google Shape;2723;p266"/>
          <p:cNvSpPr/>
          <p:nvPr/>
        </p:nvSpPr>
        <p:spPr>
          <a:xfrm rot="8953936">
            <a:off x="6038159" y="1499754"/>
            <a:ext cx="210533" cy="210533"/>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2724" name="Google Shape;2724;p266"/>
          <p:cNvSpPr/>
          <p:nvPr/>
        </p:nvSpPr>
        <p:spPr>
          <a:xfrm rot="-4953060">
            <a:off x="7445868" y="2445423"/>
            <a:ext cx="210577" cy="210577"/>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2725" name="Google Shape;2725;p266"/>
          <p:cNvSpPr/>
          <p:nvPr/>
        </p:nvSpPr>
        <p:spPr>
          <a:xfrm rot="-2290533">
            <a:off x="8128906" y="5906016"/>
            <a:ext cx="210655" cy="210655"/>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2726" name="Google Shape;2726;p266"/>
          <p:cNvSpPr/>
          <p:nvPr/>
        </p:nvSpPr>
        <p:spPr>
          <a:xfrm rot="4159189">
            <a:off x="9504251" y="4023316"/>
            <a:ext cx="210675" cy="210675"/>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grpSp>
        <p:nvGrpSpPr>
          <p:cNvPr id="2727" name="Google Shape;2727;p266"/>
          <p:cNvGrpSpPr/>
          <p:nvPr/>
        </p:nvGrpSpPr>
        <p:grpSpPr>
          <a:xfrm>
            <a:off x="587322" y="1618499"/>
            <a:ext cx="11456514" cy="4435193"/>
            <a:chOff x="880938" y="2427625"/>
            <a:chExt cx="17183911" cy="6652457"/>
          </a:xfrm>
        </p:grpSpPr>
        <p:sp>
          <p:nvSpPr>
            <p:cNvPr id="2728" name="Google Shape;2728;p266"/>
            <p:cNvSpPr/>
            <p:nvPr/>
          </p:nvSpPr>
          <p:spPr>
            <a:xfrm>
              <a:off x="880938"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29" name="Google Shape;2729;p266"/>
            <p:cNvSpPr/>
            <p:nvPr/>
          </p:nvSpPr>
          <p:spPr>
            <a:xfrm>
              <a:off x="2332293"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0" name="Google Shape;2730;p266"/>
            <p:cNvSpPr/>
            <p:nvPr/>
          </p:nvSpPr>
          <p:spPr>
            <a:xfrm>
              <a:off x="3751845" y="8108805"/>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1" name="Google Shape;2731;p266"/>
            <p:cNvSpPr/>
            <p:nvPr/>
          </p:nvSpPr>
          <p:spPr>
            <a:xfrm rot="-3437456">
              <a:off x="5201675" y="5679979"/>
              <a:ext cx="315893" cy="315893"/>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2" name="Google Shape;2732;p266"/>
            <p:cNvSpPr/>
            <p:nvPr/>
          </p:nvSpPr>
          <p:spPr>
            <a:xfrm rot="-911871">
              <a:off x="6624196" y="5419647"/>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3" name="Google Shape;2733;p266"/>
            <p:cNvSpPr/>
            <p:nvPr/>
          </p:nvSpPr>
          <p:spPr>
            <a:xfrm rot="-911871">
              <a:off x="7693784" y="4751289"/>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4" name="Google Shape;2734;p266"/>
            <p:cNvSpPr/>
            <p:nvPr/>
          </p:nvSpPr>
          <p:spPr>
            <a:xfrm rot="8951697">
              <a:off x="10518648" y="248620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5" name="Google Shape;2735;p266"/>
            <p:cNvSpPr/>
            <p:nvPr/>
          </p:nvSpPr>
          <p:spPr>
            <a:xfrm rot="8951697">
              <a:off x="8026147" y="314855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6" name="Google Shape;2736;p266"/>
            <p:cNvSpPr/>
            <p:nvPr/>
          </p:nvSpPr>
          <p:spPr>
            <a:xfrm rot="-4951441">
              <a:off x="11180622" y="6509015"/>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7" name="Google Shape;2737;p266"/>
            <p:cNvSpPr/>
            <p:nvPr/>
          </p:nvSpPr>
          <p:spPr>
            <a:xfrm rot="-4951441">
              <a:off x="11209836" y="5069980"/>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8" name="Google Shape;2738;p266"/>
            <p:cNvSpPr/>
            <p:nvPr/>
          </p:nvSpPr>
          <p:spPr>
            <a:xfrm rot="-2287966">
              <a:off x="13545981" y="8700484"/>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9" name="Google Shape;2739;p266"/>
            <p:cNvSpPr/>
            <p:nvPr/>
          </p:nvSpPr>
          <p:spPr>
            <a:xfrm rot="-2287966">
              <a:off x="14277258" y="7524968"/>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0" name="Google Shape;2740;p266"/>
            <p:cNvSpPr/>
            <p:nvPr/>
          </p:nvSpPr>
          <p:spPr>
            <a:xfrm rot="5403265">
              <a:off x="11261393" y="7971458"/>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1" name="Google Shape;2741;p266"/>
            <p:cNvSpPr/>
            <p:nvPr/>
          </p:nvSpPr>
          <p:spPr>
            <a:xfrm rot="4161668">
              <a:off x="14897321" y="4884642"/>
              <a:ext cx="315766" cy="31576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2" name="Google Shape;2742;p266"/>
            <p:cNvSpPr/>
            <p:nvPr/>
          </p:nvSpPr>
          <p:spPr>
            <a:xfrm rot="-9744530">
              <a:off x="17708869" y="4757143"/>
              <a:ext cx="315661" cy="315661"/>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3" name="Google Shape;2743;p266"/>
            <p:cNvSpPr/>
            <p:nvPr/>
          </p:nvSpPr>
          <p:spPr>
            <a:xfrm rot="-9744530">
              <a:off x="16321681" y="4758619"/>
              <a:ext cx="315661" cy="315661"/>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grpSp>
      <p:sp>
        <p:nvSpPr>
          <p:cNvPr id="2744" name="Google Shape;2744;p266"/>
          <p:cNvSpPr/>
          <p:nvPr/>
        </p:nvSpPr>
        <p:spPr>
          <a:xfrm>
            <a:off x="2933526" y="2830191"/>
            <a:ext cx="536100" cy="536100"/>
          </a:xfrm>
          <a:prstGeom prst="ellipse">
            <a:avLst/>
          </a:prstGeom>
          <a:solidFill>
            <a:srgbClr val="FA161E"/>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1</a:t>
            </a:r>
            <a:endParaRPr sz="2000" b="0" i="0" u="none" strike="noStrike" cap="none" dirty="0">
              <a:solidFill>
                <a:srgbClr val="FFFFFF"/>
              </a:solidFill>
              <a:latin typeface="Calibri"/>
              <a:ea typeface="Calibri"/>
              <a:cs typeface="Calibri"/>
              <a:sym typeface="Calibri"/>
            </a:endParaRPr>
          </a:p>
        </p:txBody>
      </p:sp>
      <p:cxnSp>
        <p:nvCxnSpPr>
          <p:cNvPr id="2745" name="Google Shape;2745;p266"/>
          <p:cNvCxnSpPr>
            <a:stCxn id="2744" idx="4"/>
          </p:cNvCxnSpPr>
          <p:nvPr/>
        </p:nvCxnSpPr>
        <p:spPr>
          <a:xfrm>
            <a:off x="3201576" y="3366291"/>
            <a:ext cx="0" cy="1323300"/>
          </a:xfrm>
          <a:prstGeom prst="straightConnector1">
            <a:avLst/>
          </a:prstGeom>
          <a:noFill/>
          <a:ln w="9525" cap="flat" cmpd="sng">
            <a:solidFill>
              <a:srgbClr val="FA161E"/>
            </a:solidFill>
            <a:prstDash val="solid"/>
            <a:round/>
            <a:headEnd type="none" w="sm" len="sm"/>
            <a:tailEnd type="none" w="sm" len="sm"/>
          </a:ln>
        </p:spPr>
      </p:cxnSp>
      <p:cxnSp>
        <p:nvCxnSpPr>
          <p:cNvPr id="2746" name="Google Shape;2746;p266"/>
          <p:cNvCxnSpPr>
            <a:endCxn id="2725" idx="1"/>
          </p:cNvCxnSpPr>
          <p:nvPr/>
        </p:nvCxnSpPr>
        <p:spPr>
          <a:xfrm rot="10800000" flipH="1">
            <a:off x="7013652" y="5998827"/>
            <a:ext cx="1116000" cy="15300"/>
          </a:xfrm>
          <a:prstGeom prst="straightConnector1">
            <a:avLst/>
          </a:prstGeom>
          <a:noFill/>
          <a:ln w="9525" cap="flat" cmpd="sng">
            <a:solidFill>
              <a:schemeClr val="dk1"/>
            </a:solidFill>
            <a:prstDash val="solid"/>
            <a:round/>
            <a:headEnd type="none" w="sm" len="sm"/>
            <a:tailEnd type="none" w="sm" len="sm"/>
          </a:ln>
        </p:spPr>
      </p:cxnSp>
      <p:sp>
        <p:nvSpPr>
          <p:cNvPr id="2747" name="Google Shape;2747;p266"/>
          <p:cNvSpPr/>
          <p:nvPr/>
        </p:nvSpPr>
        <p:spPr>
          <a:xfrm>
            <a:off x="5860040" y="626852"/>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2</a:t>
            </a:r>
            <a:endParaRPr sz="2000" b="0" i="0" u="none" strike="noStrike" cap="none" dirty="0">
              <a:solidFill>
                <a:srgbClr val="FFFFFF"/>
              </a:solidFill>
              <a:latin typeface="Calibri"/>
              <a:ea typeface="Calibri"/>
              <a:cs typeface="Calibri"/>
              <a:sym typeface="Calibri"/>
            </a:endParaRPr>
          </a:p>
        </p:txBody>
      </p:sp>
      <p:cxnSp>
        <p:nvCxnSpPr>
          <p:cNvPr id="2748" name="Google Shape;2748;p266"/>
          <p:cNvCxnSpPr>
            <a:stCxn id="2747" idx="4"/>
            <a:endCxn id="2723" idx="7"/>
          </p:cNvCxnSpPr>
          <p:nvPr/>
        </p:nvCxnSpPr>
        <p:spPr>
          <a:xfrm flipH="1">
            <a:off x="6117590" y="1162952"/>
            <a:ext cx="10500" cy="544200"/>
          </a:xfrm>
          <a:prstGeom prst="straightConnector1">
            <a:avLst/>
          </a:prstGeom>
          <a:noFill/>
          <a:ln w="9525" cap="flat" cmpd="sng">
            <a:solidFill>
              <a:schemeClr val="dk1"/>
            </a:solidFill>
            <a:prstDash val="solid"/>
            <a:round/>
            <a:headEnd type="none" w="sm" len="sm"/>
            <a:tailEnd type="none" w="sm" len="sm"/>
          </a:ln>
        </p:spPr>
      </p:cxnSp>
      <p:sp>
        <p:nvSpPr>
          <p:cNvPr id="2749" name="Google Shape;2749;p266"/>
          <p:cNvSpPr/>
          <p:nvPr/>
        </p:nvSpPr>
        <p:spPr>
          <a:xfrm>
            <a:off x="8025148" y="1688132"/>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3</a:t>
            </a:r>
            <a:endParaRPr sz="2000" b="0" i="0" u="none" strike="noStrike" cap="none" dirty="0">
              <a:solidFill>
                <a:srgbClr val="FFFFFF"/>
              </a:solidFill>
              <a:latin typeface="Calibri"/>
              <a:ea typeface="Calibri"/>
              <a:cs typeface="Calibri"/>
              <a:sym typeface="Calibri"/>
            </a:endParaRPr>
          </a:p>
        </p:txBody>
      </p:sp>
      <p:cxnSp>
        <p:nvCxnSpPr>
          <p:cNvPr id="2750" name="Google Shape;2750;p266"/>
          <p:cNvCxnSpPr>
            <a:stCxn id="2749" idx="3"/>
            <a:endCxn id="2724" idx="5"/>
          </p:cNvCxnSpPr>
          <p:nvPr/>
        </p:nvCxnSpPr>
        <p:spPr>
          <a:xfrm flipH="1">
            <a:off x="7634758" y="2145722"/>
            <a:ext cx="468900" cy="340800"/>
          </a:xfrm>
          <a:prstGeom prst="straightConnector1">
            <a:avLst/>
          </a:prstGeom>
          <a:noFill/>
          <a:ln w="9525" cap="flat" cmpd="sng">
            <a:solidFill>
              <a:schemeClr val="dk1"/>
            </a:solidFill>
            <a:prstDash val="solid"/>
            <a:round/>
            <a:headEnd type="none" w="sm" len="sm"/>
            <a:tailEnd type="none" w="sm" len="sm"/>
          </a:ln>
        </p:spPr>
      </p:cxnSp>
      <p:sp>
        <p:nvSpPr>
          <p:cNvPr id="2751" name="Google Shape;2751;p266"/>
          <p:cNvSpPr txBox="1"/>
          <p:nvPr/>
        </p:nvSpPr>
        <p:spPr>
          <a:xfrm>
            <a:off x="772402" y="3726604"/>
            <a:ext cx="1728600" cy="2769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pt-BR" sz="1400" b="1" i="0" u="none" strike="noStrike" cap="none" dirty="0">
                <a:solidFill>
                  <a:srgbClr val="FA161E"/>
                </a:solidFill>
                <a:latin typeface="Poppins"/>
                <a:ea typeface="Poppins"/>
                <a:cs typeface="Poppins"/>
                <a:sym typeface="Poppins"/>
              </a:rPr>
              <a:t>Você está aqui!</a:t>
            </a:r>
            <a:endParaRPr sz="1400" b="0" i="0" u="none" strike="noStrike" cap="none" dirty="0">
              <a:solidFill>
                <a:srgbClr val="000000"/>
              </a:solidFill>
              <a:latin typeface="Arial"/>
              <a:ea typeface="Arial"/>
              <a:cs typeface="Arial"/>
              <a:sym typeface="Arial"/>
            </a:endParaRPr>
          </a:p>
        </p:txBody>
      </p:sp>
      <p:pic>
        <p:nvPicPr>
          <p:cNvPr id="2752" name="Google Shape;2752;p266"/>
          <p:cNvPicPr preferRelativeResize="0"/>
          <p:nvPr/>
        </p:nvPicPr>
        <p:blipFill rotWithShape="1">
          <a:blip r:embed="rId3">
            <a:alphaModFix/>
          </a:blip>
          <a:srcRect/>
          <a:stretch/>
        </p:blipFill>
        <p:spPr>
          <a:xfrm rot="-2744266">
            <a:off x="2787582" y="2677006"/>
            <a:ext cx="595814" cy="351746"/>
          </a:xfrm>
          <a:prstGeom prst="rect">
            <a:avLst/>
          </a:prstGeom>
          <a:noFill/>
          <a:ln>
            <a:noFill/>
          </a:ln>
        </p:spPr>
      </p:pic>
      <p:pic>
        <p:nvPicPr>
          <p:cNvPr id="2753" name="Google Shape;2753;p266"/>
          <p:cNvPicPr preferRelativeResize="0"/>
          <p:nvPr/>
        </p:nvPicPr>
        <p:blipFill rotWithShape="1">
          <a:blip r:embed="rId4">
            <a:alphaModFix/>
          </a:blip>
          <a:srcRect/>
          <a:stretch/>
        </p:blipFill>
        <p:spPr>
          <a:xfrm rot="-2744266">
            <a:off x="6507085" y="5594780"/>
            <a:ext cx="595814" cy="351746"/>
          </a:xfrm>
          <a:prstGeom prst="rect">
            <a:avLst/>
          </a:prstGeom>
          <a:noFill/>
          <a:ln>
            <a:noFill/>
          </a:ln>
        </p:spPr>
      </p:pic>
      <p:pic>
        <p:nvPicPr>
          <p:cNvPr id="2754" name="Google Shape;2754;p266"/>
          <p:cNvPicPr preferRelativeResize="0"/>
          <p:nvPr/>
        </p:nvPicPr>
        <p:blipFill rotWithShape="1">
          <a:blip r:embed="rId4">
            <a:alphaModFix/>
          </a:blip>
          <a:srcRect/>
          <a:stretch/>
        </p:blipFill>
        <p:spPr>
          <a:xfrm rot="-2744266">
            <a:off x="5742058" y="459308"/>
            <a:ext cx="595814" cy="351746"/>
          </a:xfrm>
          <a:prstGeom prst="rect">
            <a:avLst/>
          </a:prstGeom>
          <a:noFill/>
          <a:ln>
            <a:noFill/>
          </a:ln>
        </p:spPr>
      </p:pic>
      <p:pic>
        <p:nvPicPr>
          <p:cNvPr id="2755" name="Google Shape;2755;p266"/>
          <p:cNvPicPr preferRelativeResize="0"/>
          <p:nvPr/>
        </p:nvPicPr>
        <p:blipFill rotWithShape="1">
          <a:blip r:embed="rId4">
            <a:alphaModFix/>
          </a:blip>
          <a:srcRect/>
          <a:stretch/>
        </p:blipFill>
        <p:spPr>
          <a:xfrm rot="-2744266">
            <a:off x="7905615" y="1533372"/>
            <a:ext cx="595814" cy="351746"/>
          </a:xfrm>
          <a:prstGeom prst="rect">
            <a:avLst/>
          </a:prstGeom>
          <a:noFill/>
          <a:ln>
            <a:noFill/>
          </a:ln>
        </p:spPr>
      </p:pic>
      <p:sp>
        <p:nvSpPr>
          <p:cNvPr id="2756" name="Google Shape;2756;p266"/>
          <p:cNvSpPr/>
          <p:nvPr/>
        </p:nvSpPr>
        <p:spPr>
          <a:xfrm>
            <a:off x="10174052" y="3851166"/>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5</a:t>
            </a:r>
            <a:endParaRPr sz="2000" b="0" i="0" u="none" strike="noStrike" cap="none" dirty="0">
              <a:solidFill>
                <a:srgbClr val="FFFFFF"/>
              </a:solidFill>
              <a:latin typeface="Calibri"/>
              <a:ea typeface="Calibri"/>
              <a:cs typeface="Calibri"/>
              <a:sym typeface="Calibri"/>
            </a:endParaRPr>
          </a:p>
        </p:txBody>
      </p:sp>
      <p:cxnSp>
        <p:nvCxnSpPr>
          <p:cNvPr id="2757" name="Google Shape;2757;p266"/>
          <p:cNvCxnSpPr>
            <a:stCxn id="2756" idx="2"/>
          </p:cNvCxnSpPr>
          <p:nvPr/>
        </p:nvCxnSpPr>
        <p:spPr>
          <a:xfrm flipH="1">
            <a:off x="9579752" y="4119216"/>
            <a:ext cx="594300" cy="12300"/>
          </a:xfrm>
          <a:prstGeom prst="straightConnector1">
            <a:avLst/>
          </a:prstGeom>
          <a:noFill/>
          <a:ln w="9525" cap="flat" cmpd="sng">
            <a:solidFill>
              <a:schemeClr val="dk1"/>
            </a:solidFill>
            <a:prstDash val="solid"/>
            <a:round/>
            <a:headEnd type="none" w="sm" len="sm"/>
            <a:tailEnd type="none" w="sm" len="sm"/>
          </a:ln>
        </p:spPr>
      </p:cxnSp>
      <p:pic>
        <p:nvPicPr>
          <p:cNvPr id="2758" name="Google Shape;2758;p266"/>
          <p:cNvPicPr preferRelativeResize="0"/>
          <p:nvPr/>
        </p:nvPicPr>
        <p:blipFill rotWithShape="1">
          <a:blip r:embed="rId4">
            <a:alphaModFix/>
          </a:blip>
          <a:srcRect/>
          <a:stretch/>
        </p:blipFill>
        <p:spPr>
          <a:xfrm rot="-2744266">
            <a:off x="10032072" y="3710602"/>
            <a:ext cx="595814" cy="351746"/>
          </a:xfrm>
          <a:prstGeom prst="rect">
            <a:avLst/>
          </a:prstGeom>
          <a:noFill/>
          <a:ln>
            <a:noFill/>
          </a:ln>
        </p:spPr>
      </p:pic>
      <p:sp>
        <p:nvSpPr>
          <p:cNvPr id="2759" name="Google Shape;2759;p266"/>
          <p:cNvSpPr txBox="1"/>
          <p:nvPr/>
        </p:nvSpPr>
        <p:spPr>
          <a:xfrm>
            <a:off x="772403" y="3963595"/>
            <a:ext cx="28326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rgbClr val="000000"/>
                </a:solidFill>
                <a:latin typeface="Poppins"/>
                <a:ea typeface="Poppins"/>
                <a:cs typeface="Poppins"/>
                <a:sym typeface="Poppins"/>
              </a:rPr>
              <a:t>Tema da semana 1</a:t>
            </a:r>
            <a:endParaRPr sz="1700" b="0" i="0" u="none" strike="noStrike" cap="none" dirty="0">
              <a:solidFill>
                <a:srgbClr val="000000"/>
              </a:solidFill>
              <a:latin typeface="Poppins"/>
              <a:ea typeface="Poppins"/>
              <a:cs typeface="Poppins"/>
              <a:sym typeface="Poppins"/>
            </a:endParaRPr>
          </a:p>
        </p:txBody>
      </p:sp>
      <p:sp>
        <p:nvSpPr>
          <p:cNvPr id="2760" name="Google Shape;2760;p266"/>
          <p:cNvSpPr txBox="1"/>
          <p:nvPr/>
        </p:nvSpPr>
        <p:spPr>
          <a:xfrm>
            <a:off x="4258768" y="5830396"/>
            <a:ext cx="22476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4</a:t>
            </a:r>
            <a:endParaRPr sz="1700" b="0" i="0" u="none" strike="noStrike" cap="none" dirty="0">
              <a:solidFill>
                <a:srgbClr val="000000"/>
              </a:solidFill>
              <a:latin typeface="Poppins"/>
              <a:ea typeface="Poppins"/>
              <a:cs typeface="Poppins"/>
              <a:sym typeface="Poppins"/>
            </a:endParaRPr>
          </a:p>
        </p:txBody>
      </p:sp>
      <p:sp>
        <p:nvSpPr>
          <p:cNvPr id="2761" name="Google Shape;2761;p266"/>
          <p:cNvSpPr txBox="1"/>
          <p:nvPr/>
        </p:nvSpPr>
        <p:spPr>
          <a:xfrm>
            <a:off x="6510730" y="504694"/>
            <a:ext cx="37245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2</a:t>
            </a:r>
            <a:endParaRPr sz="1700" b="0" i="0" u="none" strike="noStrike" cap="none" dirty="0">
              <a:solidFill>
                <a:srgbClr val="000000"/>
              </a:solidFill>
              <a:latin typeface="Poppins"/>
              <a:ea typeface="Poppins"/>
              <a:cs typeface="Poppins"/>
              <a:sym typeface="Poppins"/>
            </a:endParaRPr>
          </a:p>
        </p:txBody>
      </p:sp>
      <p:sp>
        <p:nvSpPr>
          <p:cNvPr id="2762" name="Google Shape;2762;p266"/>
          <p:cNvSpPr txBox="1"/>
          <p:nvPr/>
        </p:nvSpPr>
        <p:spPr>
          <a:xfrm>
            <a:off x="8673545" y="1652519"/>
            <a:ext cx="27564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3</a:t>
            </a:r>
            <a:endParaRPr sz="1700" b="0" i="0" u="none" strike="noStrike" cap="none" dirty="0">
              <a:solidFill>
                <a:srgbClr val="000000"/>
              </a:solidFill>
              <a:latin typeface="Poppins"/>
              <a:ea typeface="Poppins"/>
              <a:cs typeface="Poppins"/>
              <a:sym typeface="Poppins"/>
            </a:endParaRPr>
          </a:p>
        </p:txBody>
      </p:sp>
      <p:sp>
        <p:nvSpPr>
          <p:cNvPr id="2763" name="Google Shape;2763;p266"/>
          <p:cNvSpPr txBox="1"/>
          <p:nvPr/>
        </p:nvSpPr>
        <p:spPr>
          <a:xfrm>
            <a:off x="9949275" y="4530800"/>
            <a:ext cx="2197500" cy="5850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5</a:t>
            </a:r>
            <a:endParaRPr sz="1700" b="0" i="0" u="none" strike="noStrike" cap="none" dirty="0">
              <a:solidFill>
                <a:srgbClr val="000000"/>
              </a:solidFill>
              <a:latin typeface="Poppins"/>
              <a:ea typeface="Poppins"/>
              <a:cs typeface="Poppins"/>
              <a:sym typeface="Poppins"/>
            </a:endParaRPr>
          </a:p>
        </p:txBody>
      </p:sp>
      <p:sp>
        <p:nvSpPr>
          <p:cNvPr id="2764" name="Google Shape;2764;p266"/>
          <p:cNvSpPr/>
          <p:nvPr/>
        </p:nvSpPr>
        <p:spPr>
          <a:xfrm>
            <a:off x="6649008" y="5735630"/>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4</a:t>
            </a:r>
            <a:endParaRPr sz="2000" b="0" i="0" u="none" strike="noStrike" cap="none" dirty="0">
              <a:solidFill>
                <a:srgbClr val="FFFFFF"/>
              </a:solidFill>
              <a:latin typeface="Calibri"/>
              <a:ea typeface="Calibri"/>
              <a:cs typeface="Calibri"/>
              <a:sym typeface="Calibri"/>
            </a:endParaRPr>
          </a:p>
        </p:txBody>
      </p:sp>
      <p:sp>
        <p:nvSpPr>
          <p:cNvPr id="2765" name="Google Shape;2765;p266"/>
          <p:cNvSpPr/>
          <p:nvPr/>
        </p:nvSpPr>
        <p:spPr>
          <a:xfrm>
            <a:off x="113993" y="891153"/>
            <a:ext cx="2098800" cy="1571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66" name="Google Shape;2766;p266"/>
          <p:cNvSpPr txBox="1"/>
          <p:nvPr/>
        </p:nvSpPr>
        <p:spPr>
          <a:xfrm>
            <a:off x="135519" y="1439639"/>
            <a:ext cx="1865700" cy="461700"/>
          </a:xfrm>
          <a:prstGeom prst="rect">
            <a:avLst/>
          </a:prstGeom>
          <a:noFill/>
          <a:ln>
            <a:noFill/>
          </a:ln>
        </p:spPr>
        <p:txBody>
          <a:bodyPr spcFirstLastPara="1" wrap="square" lIns="60950" tIns="30450" rIns="60950" bIns="30450" anchor="t" anchorCtr="0">
            <a:spAutoFit/>
          </a:bodyPr>
          <a:lstStyle/>
          <a:p>
            <a:pPr marL="0" marR="0" lvl="0" indent="0" algn="r" rtl="0">
              <a:lnSpc>
                <a:spcPct val="100000"/>
              </a:lnSpc>
              <a:spcBef>
                <a:spcPts val="0"/>
              </a:spcBef>
              <a:spcAft>
                <a:spcPts val="0"/>
              </a:spcAft>
              <a:buClr>
                <a:srgbClr val="000000"/>
              </a:buClr>
              <a:buSzPts val="1300"/>
              <a:buFont typeface="Arial"/>
              <a:buNone/>
            </a:pPr>
            <a:r>
              <a:rPr lang="pt-BR" sz="1300" b="1" i="0" u="none" strike="noStrike" cap="none" dirty="0">
                <a:solidFill>
                  <a:srgbClr val="FFFFFF"/>
                </a:solidFill>
                <a:latin typeface="Poppins"/>
                <a:ea typeface="Poppins"/>
                <a:cs typeface="Poppins"/>
                <a:sym typeface="Poppins"/>
              </a:rPr>
              <a:t>Nome da unidade curricular</a:t>
            </a:r>
            <a:endParaRPr sz="1300" b="0" i="0" u="none" strike="noStrike" cap="none" dirty="0">
              <a:solidFill>
                <a:srgbClr val="000000"/>
              </a:solidFill>
              <a:latin typeface="Arial"/>
              <a:ea typeface="Arial"/>
              <a:cs typeface="Arial"/>
              <a:sym typeface="Arial"/>
            </a:endParaRPr>
          </a:p>
        </p:txBody>
      </p:sp>
      <p:sp>
        <p:nvSpPr>
          <p:cNvPr id="2767" name="Google Shape;2767;p266"/>
          <p:cNvSpPr/>
          <p:nvPr/>
        </p:nvSpPr>
        <p:spPr>
          <a:xfrm>
            <a:off x="2078851" y="383070"/>
            <a:ext cx="2549700" cy="2090700"/>
          </a:xfrm>
          <a:prstGeom prst="roundRect">
            <a:avLst>
              <a:gd name="adj" fmla="val 1407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68" name="Google Shape;2768;p266"/>
          <p:cNvSpPr txBox="1"/>
          <p:nvPr/>
        </p:nvSpPr>
        <p:spPr>
          <a:xfrm>
            <a:off x="2160045" y="891153"/>
            <a:ext cx="2435700" cy="1031100"/>
          </a:xfrm>
          <a:prstGeom prst="rect">
            <a:avLst/>
          </a:prstGeom>
          <a:noFill/>
          <a:ln>
            <a:noFill/>
          </a:ln>
        </p:spPr>
        <p:txBody>
          <a:bodyPr spcFirstLastPara="1" wrap="square" lIns="60950" tIns="30450" rIns="60950" bIns="30450" anchor="t" anchorCtr="0">
            <a:spAutoFit/>
          </a:bodyPr>
          <a:lstStyle/>
          <a:p>
            <a:pPr marL="0" marR="0" lvl="0" indent="0" algn="ctr" rtl="0">
              <a:lnSpc>
                <a:spcPct val="100000"/>
              </a:lnSpc>
              <a:spcBef>
                <a:spcPts val="0"/>
              </a:spcBef>
              <a:spcAft>
                <a:spcPts val="0"/>
              </a:spcAft>
              <a:buClr>
                <a:srgbClr val="000000"/>
              </a:buClr>
              <a:buSzPts val="2100"/>
              <a:buFont typeface="Arial"/>
              <a:buNone/>
            </a:pPr>
            <a:r>
              <a:rPr lang="pt-BR" sz="2100" b="1" i="0" u="none" strike="noStrike" cap="none" dirty="0">
                <a:solidFill>
                  <a:srgbClr val="FFFFFF"/>
                </a:solidFill>
                <a:latin typeface="Poppins"/>
                <a:ea typeface="Poppins"/>
                <a:cs typeface="Poppins"/>
                <a:sym typeface="Poppins"/>
              </a:rPr>
              <a:t>Mapa da Unidade X   Componente Y</a:t>
            </a:r>
            <a:endParaRPr sz="21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Layout Personalizado">
  <p:cSld name="10_Layout Personalizado">
    <p:spTree>
      <p:nvGrpSpPr>
        <p:cNvPr id="1" name="Shape 2769"/>
        <p:cNvGrpSpPr/>
        <p:nvPr/>
      </p:nvGrpSpPr>
      <p:grpSpPr>
        <a:xfrm>
          <a:off x="0" y="0"/>
          <a:ext cx="0" cy="0"/>
          <a:chOff x="0" y="0"/>
          <a:chExt cx="0" cy="0"/>
        </a:xfrm>
      </p:grpSpPr>
      <p:pic>
        <p:nvPicPr>
          <p:cNvPr id="2770" name="Google Shape;2770;p267"/>
          <p:cNvPicPr preferRelativeResize="0"/>
          <p:nvPr/>
        </p:nvPicPr>
        <p:blipFill rotWithShape="1">
          <a:blip r:embed="rId2">
            <a:alphaModFix/>
          </a:blip>
          <a:srcRect t="13682" b="6261"/>
          <a:stretch/>
        </p:blipFill>
        <p:spPr>
          <a:xfrm>
            <a:off x="0" y="0"/>
            <a:ext cx="8566486" cy="6857999"/>
          </a:xfrm>
          <a:prstGeom prst="rect">
            <a:avLst/>
          </a:prstGeom>
          <a:noFill/>
          <a:ln>
            <a:noFill/>
          </a:ln>
        </p:spPr>
      </p:pic>
      <p:grpSp>
        <p:nvGrpSpPr>
          <p:cNvPr id="2771" name="Google Shape;2771;p267"/>
          <p:cNvGrpSpPr/>
          <p:nvPr/>
        </p:nvGrpSpPr>
        <p:grpSpPr>
          <a:xfrm>
            <a:off x="9767223" y="6379123"/>
            <a:ext cx="2435717" cy="499880"/>
            <a:chOff x="14634602" y="9537218"/>
            <a:chExt cx="3653392" cy="749782"/>
          </a:xfrm>
        </p:grpSpPr>
        <p:pic>
          <p:nvPicPr>
            <p:cNvPr id="2772" name="Google Shape;2772;p267"/>
            <p:cNvPicPr preferRelativeResize="0"/>
            <p:nvPr/>
          </p:nvPicPr>
          <p:blipFill rotWithShape="1">
            <a:blip r:embed="rId3">
              <a:alphaModFix/>
            </a:blip>
            <a:srcRect/>
            <a:stretch/>
          </p:blipFill>
          <p:spPr>
            <a:xfrm>
              <a:off x="14634602" y="9537218"/>
              <a:ext cx="3653392" cy="749782"/>
            </a:xfrm>
            <a:prstGeom prst="rect">
              <a:avLst/>
            </a:prstGeom>
            <a:noFill/>
            <a:ln>
              <a:noFill/>
            </a:ln>
          </p:spPr>
        </p:pic>
        <p:pic>
          <p:nvPicPr>
            <p:cNvPr id="2773" name="Google Shape;2773;p267" descr="Logotipo"/>
            <p:cNvPicPr preferRelativeResize="0"/>
            <p:nvPr/>
          </p:nvPicPr>
          <p:blipFill rotWithShape="1">
            <a:blip r:embed="rId4">
              <a:alphaModFix/>
            </a:blip>
            <a:srcRect l="6769" t="26294" b="17974"/>
            <a:stretch/>
          </p:blipFill>
          <p:spPr>
            <a:xfrm>
              <a:off x="15016163" y="9710738"/>
              <a:ext cx="3271831" cy="487362"/>
            </a:xfrm>
            <a:prstGeom prst="rect">
              <a:avLst/>
            </a:prstGeom>
            <a:noFill/>
            <a:ln>
              <a:noFill/>
            </a:ln>
          </p:spPr>
        </p:pic>
      </p:grpSp>
      <p:sp>
        <p:nvSpPr>
          <p:cNvPr id="2774" name="Google Shape;2774;p267"/>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2775" name="Google Shape;2775;p267"/>
          <p:cNvPicPr preferRelativeResize="0"/>
          <p:nvPr/>
        </p:nvPicPr>
        <p:blipFill rotWithShape="1">
          <a:blip r:embed="rId5">
            <a:alphaModFix/>
          </a:blip>
          <a:srcRect/>
          <a:stretch/>
        </p:blipFill>
        <p:spPr>
          <a:xfrm>
            <a:off x="0" y="0"/>
            <a:ext cx="12191999" cy="6859201"/>
          </a:xfrm>
          <a:prstGeom prst="rect">
            <a:avLst/>
          </a:prstGeom>
          <a:noFill/>
          <a:ln>
            <a:noFill/>
          </a:ln>
        </p:spPr>
      </p:pic>
      <p:grpSp>
        <p:nvGrpSpPr>
          <p:cNvPr id="2776" name="Google Shape;2776;p267"/>
          <p:cNvGrpSpPr/>
          <p:nvPr/>
        </p:nvGrpSpPr>
        <p:grpSpPr>
          <a:xfrm>
            <a:off x="10400796" y="6090630"/>
            <a:ext cx="1791300" cy="767400"/>
            <a:chOff x="10400796" y="6090630"/>
            <a:chExt cx="1791300" cy="767400"/>
          </a:xfrm>
        </p:grpSpPr>
        <p:sp>
          <p:nvSpPr>
            <p:cNvPr id="2777" name="Google Shape;2777;p267"/>
            <p:cNvSpPr/>
            <p:nvPr/>
          </p:nvSpPr>
          <p:spPr>
            <a:xfrm>
              <a:off x="10400796" y="6090630"/>
              <a:ext cx="1791300" cy="767400"/>
            </a:xfrm>
            <a:prstGeom prst="round2SameRect">
              <a:avLst>
                <a:gd name="adj1" fmla="val 15454"/>
                <a:gd name="adj2" fmla="val 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78" name="Google Shape;2778;p267"/>
            <p:cNvSpPr/>
            <p:nvPr/>
          </p:nvSpPr>
          <p:spPr>
            <a:xfrm>
              <a:off x="11842890" y="6090630"/>
              <a:ext cx="349200" cy="306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pic>
        <p:nvPicPr>
          <p:cNvPr id="2779" name="Google Shape;2779;p267" descr="Logotipo&#10;&#10;O conteúdo gerado por IA pode estar incorreto."/>
          <p:cNvPicPr preferRelativeResize="0"/>
          <p:nvPr/>
        </p:nvPicPr>
        <p:blipFill rotWithShape="1">
          <a:blip r:embed="rId6">
            <a:alphaModFix/>
          </a:blip>
          <a:srcRect l="12569" t="26434" r="13362" b="26178"/>
          <a:stretch/>
        </p:blipFill>
        <p:spPr>
          <a:xfrm>
            <a:off x="10534930" y="6126882"/>
            <a:ext cx="1539044" cy="696428"/>
          </a:xfrm>
          <a:prstGeom prst="rect">
            <a:avLst/>
          </a:prstGeom>
          <a:noFill/>
          <a:ln>
            <a:noFill/>
          </a:ln>
        </p:spPr>
      </p:pic>
      <p:grpSp>
        <p:nvGrpSpPr>
          <p:cNvPr id="2780" name="Google Shape;2780;p267"/>
          <p:cNvGrpSpPr/>
          <p:nvPr/>
        </p:nvGrpSpPr>
        <p:grpSpPr>
          <a:xfrm>
            <a:off x="0" y="1"/>
            <a:ext cx="8566500" cy="5379981"/>
            <a:chOff x="0" y="0"/>
            <a:chExt cx="8566500" cy="5808033"/>
          </a:xfrm>
        </p:grpSpPr>
        <p:sp>
          <p:nvSpPr>
            <p:cNvPr id="2781" name="Google Shape;2781;p267"/>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82" name="Google Shape;2782;p267"/>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83" name="Google Shape;2783;p267"/>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1_Atividade_embranco">
  <p:cSld name="4_Atividade_embranco">
    <p:spTree>
      <p:nvGrpSpPr>
        <p:cNvPr id="1" name="Shape 2784"/>
        <p:cNvGrpSpPr/>
        <p:nvPr/>
      </p:nvGrpSpPr>
      <p:grpSpPr>
        <a:xfrm>
          <a:off x="0" y="0"/>
          <a:ext cx="0" cy="0"/>
          <a:chOff x="0" y="0"/>
          <a:chExt cx="0" cy="0"/>
        </a:xfrm>
      </p:grpSpPr>
      <p:sp>
        <p:nvSpPr>
          <p:cNvPr id="2785" name="Google Shape;2785;p268"/>
          <p:cNvSpPr>
            <a:spLocks noGrp="1"/>
          </p:cNvSpPr>
          <p:nvPr>
            <p:ph type="pic" idx="2"/>
          </p:nvPr>
        </p:nvSpPr>
        <p:spPr>
          <a:xfrm>
            <a:off x="0" y="0"/>
            <a:ext cx="12192000" cy="6858000"/>
          </a:xfrm>
          <a:prstGeom prst="rect">
            <a:avLst/>
          </a:prstGeom>
          <a:solidFill>
            <a:srgbClr val="D8D8D8"/>
          </a:solidFill>
          <a:ln>
            <a:noFill/>
          </a:ln>
        </p:spPr>
        <p:txBody>
          <a:bodyPr/>
          <a:lstStyle/>
          <a:p>
            <a:endParaRPr lang="pt-BR" dirty="0"/>
          </a:p>
        </p:txBody>
      </p:sp>
      <p:sp>
        <p:nvSpPr>
          <p:cNvPr id="2786" name="Google Shape;2786;p268"/>
          <p:cNvSpPr>
            <a:spLocks noGrp="1"/>
          </p:cNvSpPr>
          <p:nvPr>
            <p:ph type="media" idx="3"/>
          </p:nvPr>
        </p:nvSpPr>
        <p:spPr>
          <a:xfrm>
            <a:off x="862542" y="887942"/>
            <a:ext cx="4092600" cy="36057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dirty="0"/>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1_1. Conteudo">
  <p:cSld name="8_1. Conteudo">
    <p:spTree>
      <p:nvGrpSpPr>
        <p:cNvPr id="1" name="Shape 2787"/>
        <p:cNvGrpSpPr/>
        <p:nvPr/>
      </p:nvGrpSpPr>
      <p:grpSpPr>
        <a:xfrm>
          <a:off x="0" y="0"/>
          <a:ext cx="0" cy="0"/>
          <a:chOff x="0" y="0"/>
          <a:chExt cx="0" cy="0"/>
        </a:xfrm>
      </p:grpSpPr>
      <p:cxnSp>
        <p:nvCxnSpPr>
          <p:cNvPr id="2788" name="Google Shape;2788;p269"/>
          <p:cNvCxnSpPr/>
          <p:nvPr/>
        </p:nvCxnSpPr>
        <p:spPr>
          <a:xfrm>
            <a:off x="6090044" y="840916"/>
            <a:ext cx="0" cy="5100900"/>
          </a:xfrm>
          <a:prstGeom prst="straightConnector1">
            <a:avLst/>
          </a:prstGeom>
          <a:noFill/>
          <a:ln w="38100" cap="flat" cmpd="sng">
            <a:solidFill>
              <a:srgbClr val="BFBFBF"/>
            </a:solidFill>
            <a:prstDash val="solid"/>
            <a:round/>
            <a:headEnd type="none" w="sm" len="sm"/>
            <a:tailEnd type="none" w="sm" len="sm"/>
          </a:ln>
        </p:spPr>
      </p:cxnSp>
      <p:sp>
        <p:nvSpPr>
          <p:cNvPr id="2789" name="Google Shape;2789;p269"/>
          <p:cNvSpPr txBox="1"/>
          <p:nvPr/>
        </p:nvSpPr>
        <p:spPr>
          <a:xfrm>
            <a:off x="1467545" y="885957"/>
            <a:ext cx="40455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2790" name="Google Shape;2790;p269"/>
          <p:cNvSpPr txBox="1"/>
          <p:nvPr/>
        </p:nvSpPr>
        <p:spPr>
          <a:xfrm>
            <a:off x="7467011" y="885654"/>
            <a:ext cx="43017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sz="2000" b="0" i="0" u="none" strike="noStrike" cap="none" dirty="0">
              <a:solidFill>
                <a:srgbClr val="000000"/>
              </a:solidFill>
              <a:latin typeface="Poppins"/>
              <a:ea typeface="Poppins"/>
              <a:cs typeface="Poppins"/>
              <a:sym typeface="Poppins"/>
            </a:endParaRPr>
          </a:p>
        </p:txBody>
      </p:sp>
      <p:sp>
        <p:nvSpPr>
          <p:cNvPr id="2791" name="Google Shape;2791;p269"/>
          <p:cNvSpPr txBox="1"/>
          <p:nvPr/>
        </p:nvSpPr>
        <p:spPr>
          <a:xfrm>
            <a:off x="1433188" y="2910758"/>
            <a:ext cx="33690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2792" name="Google Shape;2792;p269"/>
          <p:cNvSpPr txBox="1"/>
          <p:nvPr/>
        </p:nvSpPr>
        <p:spPr>
          <a:xfrm>
            <a:off x="1445466" y="4649652"/>
            <a:ext cx="32673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2793" name="Google Shape;2793;p269"/>
          <p:cNvSpPr txBox="1"/>
          <p:nvPr/>
        </p:nvSpPr>
        <p:spPr>
          <a:xfrm>
            <a:off x="7467011" y="3115942"/>
            <a:ext cx="43812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sz="2000" b="0" i="0" u="none" strike="noStrike" cap="none" dirty="0">
              <a:solidFill>
                <a:srgbClr val="000000"/>
              </a:solidFill>
              <a:latin typeface="Poppins"/>
              <a:ea typeface="Poppins"/>
              <a:cs typeface="Poppins"/>
              <a:sym typeface="Poppins"/>
            </a:endParaRPr>
          </a:p>
        </p:txBody>
      </p:sp>
      <p:sp>
        <p:nvSpPr>
          <p:cNvPr id="2794" name="Google Shape;2794;p269"/>
          <p:cNvSpPr txBox="1"/>
          <p:nvPr/>
        </p:nvSpPr>
        <p:spPr>
          <a:xfrm>
            <a:off x="4717774" y="224403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795" name="Google Shape;2795;p269"/>
          <p:cNvSpPr txBox="1"/>
          <p:nvPr/>
        </p:nvSpPr>
        <p:spPr>
          <a:xfrm>
            <a:off x="1395562" y="5079496"/>
            <a:ext cx="1723800" cy="292500"/>
          </a:xfrm>
          <a:prstGeom prst="rect">
            <a:avLst/>
          </a:prstGeom>
          <a:solidFill>
            <a:schemeClr val="lt1"/>
          </a:solid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a:ea typeface="Poppins"/>
                <a:cs typeface="Poppins"/>
                <a:sym typeface="Poppins"/>
              </a:rPr>
              <a:t>50 minutos.</a:t>
            </a:r>
            <a:endParaRPr sz="1400" b="0" i="0" u="none" strike="noStrike" cap="none" dirty="0">
              <a:solidFill>
                <a:srgbClr val="000000"/>
              </a:solidFill>
              <a:latin typeface="Arial"/>
              <a:ea typeface="Arial"/>
              <a:cs typeface="Arial"/>
              <a:sym typeface="Arial"/>
            </a:endParaRPr>
          </a:p>
        </p:txBody>
      </p:sp>
      <p:sp>
        <p:nvSpPr>
          <p:cNvPr id="2796" name="Google Shape;2796;p269"/>
          <p:cNvSpPr txBox="1">
            <a:spLocks noGrp="1"/>
          </p:cNvSpPr>
          <p:nvPr>
            <p:ph type="body" idx="1"/>
          </p:nvPr>
        </p:nvSpPr>
        <p:spPr>
          <a:xfrm>
            <a:off x="1467909" y="1390650"/>
            <a:ext cx="4044900" cy="13977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chemeClr val="dk1"/>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97" name="Google Shape;2797;p269"/>
          <p:cNvSpPr txBox="1">
            <a:spLocks noGrp="1"/>
          </p:cNvSpPr>
          <p:nvPr>
            <p:ph type="body" idx="2"/>
          </p:nvPr>
        </p:nvSpPr>
        <p:spPr>
          <a:xfrm>
            <a:off x="7467375" y="1355465"/>
            <a:ext cx="4044900" cy="15552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98" name="Google Shape;2798;p269"/>
          <p:cNvSpPr txBox="1">
            <a:spLocks noGrp="1"/>
          </p:cNvSpPr>
          <p:nvPr>
            <p:ph type="body" idx="3"/>
          </p:nvPr>
        </p:nvSpPr>
        <p:spPr>
          <a:xfrm>
            <a:off x="7467375" y="3649330"/>
            <a:ext cx="4044900" cy="15903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99" name="Google Shape;2799;p269"/>
          <p:cNvSpPr txBox="1">
            <a:spLocks noGrp="1"/>
          </p:cNvSpPr>
          <p:nvPr>
            <p:ph type="body" idx="4"/>
          </p:nvPr>
        </p:nvSpPr>
        <p:spPr>
          <a:xfrm>
            <a:off x="1443515" y="3489566"/>
            <a:ext cx="4044900" cy="10455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grpSp>
        <p:nvGrpSpPr>
          <p:cNvPr id="2800" name="Google Shape;2800;p269"/>
          <p:cNvGrpSpPr/>
          <p:nvPr/>
        </p:nvGrpSpPr>
        <p:grpSpPr>
          <a:xfrm>
            <a:off x="9756891" y="6381906"/>
            <a:ext cx="2435717" cy="499880"/>
            <a:chOff x="14634602" y="9537218"/>
            <a:chExt cx="3653392" cy="749782"/>
          </a:xfrm>
        </p:grpSpPr>
        <p:pic>
          <p:nvPicPr>
            <p:cNvPr id="2801" name="Google Shape;2801;p269"/>
            <p:cNvPicPr preferRelativeResize="0"/>
            <p:nvPr/>
          </p:nvPicPr>
          <p:blipFill rotWithShape="1">
            <a:blip r:embed="rId2">
              <a:alphaModFix/>
            </a:blip>
            <a:srcRect/>
            <a:stretch/>
          </p:blipFill>
          <p:spPr>
            <a:xfrm>
              <a:off x="14634602" y="9537218"/>
              <a:ext cx="3653392" cy="749782"/>
            </a:xfrm>
            <a:prstGeom prst="rect">
              <a:avLst/>
            </a:prstGeom>
            <a:noFill/>
            <a:ln>
              <a:noFill/>
            </a:ln>
          </p:spPr>
        </p:pic>
        <p:pic>
          <p:nvPicPr>
            <p:cNvPr id="2802" name="Google Shape;2802;p269" descr="Logotipo"/>
            <p:cNvPicPr preferRelativeResize="0"/>
            <p:nvPr/>
          </p:nvPicPr>
          <p:blipFill rotWithShape="1">
            <a:blip r:embed="rId3">
              <a:alphaModFix/>
            </a:blip>
            <a:srcRect l="6769" t="26294" b="17974"/>
            <a:stretch/>
          </p:blipFill>
          <p:spPr>
            <a:xfrm>
              <a:off x="15016163" y="9710738"/>
              <a:ext cx="3271831" cy="487362"/>
            </a:xfrm>
            <a:prstGeom prst="rect">
              <a:avLst/>
            </a:prstGeom>
            <a:noFill/>
            <a:ln>
              <a:noFill/>
            </a:ln>
          </p:spPr>
        </p:pic>
      </p:grpSp>
      <p:sp>
        <p:nvSpPr>
          <p:cNvPr id="2803" name="Google Shape;2803;p269"/>
          <p:cNvSpPr txBox="1"/>
          <p:nvPr/>
        </p:nvSpPr>
        <p:spPr>
          <a:xfrm>
            <a:off x="13188461" y="47244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2804" name="Google Shape;2804;p269"/>
          <p:cNvPicPr preferRelativeResize="0"/>
          <p:nvPr/>
        </p:nvPicPr>
        <p:blipFill rotWithShape="1">
          <a:blip r:embed="rId4">
            <a:alphaModFix/>
          </a:blip>
          <a:srcRect/>
          <a:stretch/>
        </p:blipFill>
        <p:spPr>
          <a:xfrm>
            <a:off x="0" y="6281734"/>
            <a:ext cx="12191999" cy="595317"/>
          </a:xfrm>
          <a:prstGeom prst="rect">
            <a:avLst/>
          </a:prstGeom>
          <a:noFill/>
          <a:ln>
            <a:noFill/>
          </a:ln>
        </p:spPr>
      </p:pic>
      <p:pic>
        <p:nvPicPr>
          <p:cNvPr id="2805" name="Google Shape;2805;p269"/>
          <p:cNvPicPr preferRelativeResize="0"/>
          <p:nvPr/>
        </p:nvPicPr>
        <p:blipFill rotWithShape="1">
          <a:blip r:embed="rId5">
            <a:alphaModFix/>
          </a:blip>
          <a:srcRect/>
          <a:stretch/>
        </p:blipFill>
        <p:spPr>
          <a:xfrm>
            <a:off x="0" y="9526"/>
            <a:ext cx="12191999" cy="568301"/>
          </a:xfrm>
          <a:prstGeom prst="rect">
            <a:avLst/>
          </a:prstGeom>
          <a:noFill/>
          <a:ln>
            <a:noFill/>
          </a:ln>
        </p:spPr>
      </p:pic>
      <p:sp>
        <p:nvSpPr>
          <p:cNvPr id="2806" name="Google Shape;2806;p269"/>
          <p:cNvSpPr/>
          <p:nvPr/>
        </p:nvSpPr>
        <p:spPr>
          <a:xfrm>
            <a:off x="538284" y="96008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2807" name="Google Shape;2807;p269"/>
          <p:cNvSpPr/>
          <p:nvPr/>
        </p:nvSpPr>
        <p:spPr>
          <a:xfrm>
            <a:off x="514540" y="2965834"/>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2808" name="Google Shape;2808;p269"/>
          <p:cNvGrpSpPr/>
          <p:nvPr/>
        </p:nvGrpSpPr>
        <p:grpSpPr>
          <a:xfrm>
            <a:off x="632922" y="3096780"/>
            <a:ext cx="486856" cy="481187"/>
            <a:chOff x="8278989" y="8660410"/>
            <a:chExt cx="569755" cy="563121"/>
          </a:xfrm>
        </p:grpSpPr>
        <p:grpSp>
          <p:nvGrpSpPr>
            <p:cNvPr id="2809" name="Google Shape;2809;p269"/>
            <p:cNvGrpSpPr/>
            <p:nvPr/>
          </p:nvGrpSpPr>
          <p:grpSpPr>
            <a:xfrm>
              <a:off x="8278989" y="8852628"/>
              <a:ext cx="265651" cy="370903"/>
              <a:chOff x="8278989" y="8852628"/>
              <a:chExt cx="265651" cy="370903"/>
            </a:xfrm>
          </p:grpSpPr>
          <p:sp>
            <p:nvSpPr>
              <p:cNvPr id="2810" name="Google Shape;2810;p269"/>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11" name="Google Shape;2811;p269"/>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812" name="Google Shape;2812;p269"/>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13" name="Google Shape;2813;p269"/>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14" name="Google Shape;2814;p269"/>
            <p:cNvSpPr/>
            <p:nvPr/>
          </p:nvSpPr>
          <p:spPr>
            <a:xfrm>
              <a:off x="8534039"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815" name="Google Shape;2815;p269"/>
          <p:cNvSpPr/>
          <p:nvPr/>
        </p:nvSpPr>
        <p:spPr>
          <a:xfrm>
            <a:off x="516205" y="4700100"/>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2816" name="Google Shape;2816;p269"/>
          <p:cNvPicPr preferRelativeResize="0"/>
          <p:nvPr/>
        </p:nvPicPr>
        <p:blipFill rotWithShape="1">
          <a:blip r:embed="rId6">
            <a:alphaModFix/>
          </a:blip>
          <a:srcRect/>
          <a:stretch/>
        </p:blipFill>
        <p:spPr>
          <a:xfrm>
            <a:off x="658917" y="4858582"/>
            <a:ext cx="380919" cy="380919"/>
          </a:xfrm>
          <a:prstGeom prst="rect">
            <a:avLst/>
          </a:prstGeom>
          <a:noFill/>
          <a:ln>
            <a:noFill/>
          </a:ln>
        </p:spPr>
      </p:pic>
      <p:sp>
        <p:nvSpPr>
          <p:cNvPr id="2817" name="Google Shape;2817;p269"/>
          <p:cNvSpPr/>
          <p:nvPr/>
        </p:nvSpPr>
        <p:spPr>
          <a:xfrm>
            <a:off x="6537750" y="974816"/>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2818" name="Google Shape;2818;p269"/>
          <p:cNvGrpSpPr/>
          <p:nvPr/>
        </p:nvGrpSpPr>
        <p:grpSpPr>
          <a:xfrm>
            <a:off x="6643473" y="1077261"/>
            <a:ext cx="472792" cy="435252"/>
            <a:chOff x="8560697" y="2808577"/>
            <a:chExt cx="496370" cy="456957"/>
          </a:xfrm>
        </p:grpSpPr>
        <p:sp>
          <p:nvSpPr>
            <p:cNvPr id="2819" name="Google Shape;2819;p269"/>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2820" name="Google Shape;2820;p269"/>
            <p:cNvGrpSpPr/>
            <p:nvPr/>
          </p:nvGrpSpPr>
          <p:grpSpPr>
            <a:xfrm>
              <a:off x="8560697" y="2875026"/>
              <a:ext cx="496370" cy="324059"/>
              <a:chOff x="8560697" y="2875026"/>
              <a:chExt cx="496370" cy="324059"/>
            </a:xfrm>
          </p:grpSpPr>
          <p:sp>
            <p:nvSpPr>
              <p:cNvPr id="2821" name="Google Shape;2821;p269"/>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22" name="Google Shape;2822;p269"/>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23" name="Google Shape;2823;p269"/>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24" name="Google Shape;2824;p269"/>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25" name="Google Shape;2825;p269"/>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26" name="Google Shape;2826;p269"/>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2827" name="Google Shape;2827;p269"/>
          <p:cNvSpPr/>
          <p:nvPr/>
        </p:nvSpPr>
        <p:spPr>
          <a:xfrm>
            <a:off x="6537750" y="314469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2828" name="Google Shape;2828;p269"/>
          <p:cNvSpPr/>
          <p:nvPr/>
        </p:nvSpPr>
        <p:spPr>
          <a:xfrm>
            <a:off x="6637986" y="3252609"/>
            <a:ext cx="458764" cy="458662"/>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2829" name="Google Shape;2829;p269"/>
          <p:cNvGrpSpPr/>
          <p:nvPr/>
        </p:nvGrpSpPr>
        <p:grpSpPr>
          <a:xfrm>
            <a:off x="664824" y="1066107"/>
            <a:ext cx="428521" cy="428520"/>
            <a:chOff x="9358184" y="2764785"/>
            <a:chExt cx="495514" cy="495513"/>
          </a:xfrm>
        </p:grpSpPr>
        <p:grpSp>
          <p:nvGrpSpPr>
            <p:cNvPr id="2830" name="Google Shape;2830;p269"/>
            <p:cNvGrpSpPr/>
            <p:nvPr/>
          </p:nvGrpSpPr>
          <p:grpSpPr>
            <a:xfrm>
              <a:off x="9358184" y="2802389"/>
              <a:ext cx="457909" cy="457909"/>
              <a:chOff x="9358184" y="2802389"/>
              <a:chExt cx="457909" cy="457909"/>
            </a:xfrm>
          </p:grpSpPr>
          <p:sp>
            <p:nvSpPr>
              <p:cNvPr id="2831" name="Google Shape;2831;p269"/>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32" name="Google Shape;2832;p269"/>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33" name="Google Shape;2833;p269"/>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834" name="Google Shape;2834;p269"/>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35" name="Google Shape;2835;p269"/>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3. Conteudo">
  <p:cSld name="16_3. Conteudo">
    <p:spTree>
      <p:nvGrpSpPr>
        <p:cNvPr id="1" name="Shape 2836"/>
        <p:cNvGrpSpPr/>
        <p:nvPr/>
      </p:nvGrpSpPr>
      <p:grpSpPr>
        <a:xfrm>
          <a:off x="0" y="0"/>
          <a:ext cx="0" cy="0"/>
          <a:chOff x="0" y="0"/>
          <a:chExt cx="0" cy="0"/>
        </a:xfrm>
      </p:grpSpPr>
      <p:pic>
        <p:nvPicPr>
          <p:cNvPr id="2837" name="Google Shape;2837;p270"/>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38" name="Google Shape;2838;p270"/>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39" name="Google Shape;2839;p270"/>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40" name="Google Shape;2840;p270"/>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41" name="Google Shape;2841;p270"/>
          <p:cNvSpPr txBox="1">
            <a:spLocks noGrp="1"/>
          </p:cNvSpPr>
          <p:nvPr>
            <p:ph type="body" idx="1"/>
          </p:nvPr>
        </p:nvSpPr>
        <p:spPr>
          <a:xfrm>
            <a:off x="3598410" y="633520"/>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42" name="Google Shape;2842;p270"/>
          <p:cNvSpPr txBox="1">
            <a:spLocks noGrp="1"/>
          </p:cNvSpPr>
          <p:nvPr>
            <p:ph type="body" idx="2"/>
          </p:nvPr>
        </p:nvSpPr>
        <p:spPr>
          <a:xfrm>
            <a:off x="7767637" y="630987"/>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43" name="Google Shape;2843;p270"/>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44" name="Google Shape;2844;p270"/>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3. Conteudo">
  <p:cSld name="15_3. Conteudo">
    <p:spTree>
      <p:nvGrpSpPr>
        <p:cNvPr id="1" name="Shape 2845"/>
        <p:cNvGrpSpPr/>
        <p:nvPr/>
      </p:nvGrpSpPr>
      <p:grpSpPr>
        <a:xfrm>
          <a:off x="0" y="0"/>
          <a:ext cx="0" cy="0"/>
          <a:chOff x="0" y="0"/>
          <a:chExt cx="0" cy="0"/>
        </a:xfrm>
      </p:grpSpPr>
      <p:pic>
        <p:nvPicPr>
          <p:cNvPr id="2846" name="Google Shape;2846;p271"/>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47" name="Google Shape;2847;p271"/>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48" name="Google Shape;2848;p271"/>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49" name="Google Shape;2849;p271"/>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50" name="Google Shape;2850;p271"/>
          <p:cNvSpPr txBox="1">
            <a:spLocks noGrp="1"/>
          </p:cNvSpPr>
          <p:nvPr>
            <p:ph type="body" idx="1"/>
          </p:nvPr>
        </p:nvSpPr>
        <p:spPr>
          <a:xfrm>
            <a:off x="3598334" y="2009776"/>
            <a:ext cx="8080500" cy="3739200"/>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1" name="Google Shape;2851;p271"/>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52" name="Google Shape;2852;p271"/>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1. Conteudo">
  <p:cSld name="7_1. Conteudo">
    <p:spTree>
      <p:nvGrpSpPr>
        <p:cNvPr id="1" name="Shape 2853"/>
        <p:cNvGrpSpPr/>
        <p:nvPr/>
      </p:nvGrpSpPr>
      <p:grpSpPr>
        <a:xfrm>
          <a:off x="0" y="0"/>
          <a:ext cx="0" cy="0"/>
          <a:chOff x="0" y="0"/>
          <a:chExt cx="0" cy="0"/>
        </a:xfrm>
      </p:grpSpPr>
      <p:sp>
        <p:nvSpPr>
          <p:cNvPr id="2854" name="Google Shape;2854;p272"/>
          <p:cNvSpPr txBox="1">
            <a:spLocks noGrp="1"/>
          </p:cNvSpPr>
          <p:nvPr>
            <p:ph type="body" idx="1"/>
          </p:nvPr>
        </p:nvSpPr>
        <p:spPr>
          <a:xfrm>
            <a:off x="3751838" y="21702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5" name="Google Shape;2855;p272"/>
          <p:cNvSpPr txBox="1">
            <a:spLocks noGrp="1"/>
          </p:cNvSpPr>
          <p:nvPr>
            <p:ph type="body" idx="2"/>
          </p:nvPr>
        </p:nvSpPr>
        <p:spPr>
          <a:xfrm>
            <a:off x="3751838" y="31227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6" name="Google Shape;2856;p272"/>
          <p:cNvSpPr txBox="1">
            <a:spLocks noGrp="1"/>
          </p:cNvSpPr>
          <p:nvPr>
            <p:ph type="body" idx="3"/>
          </p:nvPr>
        </p:nvSpPr>
        <p:spPr>
          <a:xfrm>
            <a:off x="3751838" y="40498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7" name="Google Shape;2857;p272"/>
          <p:cNvSpPr txBox="1">
            <a:spLocks noGrp="1"/>
          </p:cNvSpPr>
          <p:nvPr>
            <p:ph type="body" idx="4"/>
          </p:nvPr>
        </p:nvSpPr>
        <p:spPr>
          <a:xfrm>
            <a:off x="3751838" y="49896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8" name="Google Shape;2858;p272"/>
          <p:cNvSpPr txBox="1">
            <a:spLocks noGrp="1"/>
          </p:cNvSpPr>
          <p:nvPr>
            <p:ph type="body" idx="5"/>
          </p:nvPr>
        </p:nvSpPr>
        <p:spPr>
          <a:xfrm>
            <a:off x="3514725" y="559205"/>
            <a:ext cx="7208400" cy="1260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9" name="Google Shape;2859;p272"/>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60" name="Google Shape;2860;p272"/>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3. Conteudo">
  <p:cSld name="14_3. Conteudo">
    <p:spTree>
      <p:nvGrpSpPr>
        <p:cNvPr id="1" name="Shape 2861"/>
        <p:cNvGrpSpPr/>
        <p:nvPr/>
      </p:nvGrpSpPr>
      <p:grpSpPr>
        <a:xfrm>
          <a:off x="0" y="0"/>
          <a:ext cx="0" cy="0"/>
          <a:chOff x="0" y="0"/>
          <a:chExt cx="0" cy="0"/>
        </a:xfrm>
      </p:grpSpPr>
      <p:pic>
        <p:nvPicPr>
          <p:cNvPr id="2862" name="Google Shape;2862;p273"/>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63" name="Google Shape;2863;p273"/>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64" name="Google Shape;2864;p273"/>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65" name="Google Shape;2865;p273"/>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66" name="Google Shape;2866;p273"/>
          <p:cNvSpPr txBox="1">
            <a:spLocks noGrp="1"/>
          </p:cNvSpPr>
          <p:nvPr>
            <p:ph type="body" idx="1"/>
          </p:nvPr>
        </p:nvSpPr>
        <p:spPr>
          <a:xfrm>
            <a:off x="3598410" y="633520"/>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67" name="Google Shape;2867;p273"/>
          <p:cNvSpPr txBox="1">
            <a:spLocks noGrp="1"/>
          </p:cNvSpPr>
          <p:nvPr>
            <p:ph type="body" idx="2"/>
          </p:nvPr>
        </p:nvSpPr>
        <p:spPr>
          <a:xfrm>
            <a:off x="7767637" y="630987"/>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68" name="Google Shape;2868;p273"/>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69" name="Google Shape;2869;p273"/>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3. Conteudo">
  <p:cSld name="13_3. Conteudo">
    <p:spTree>
      <p:nvGrpSpPr>
        <p:cNvPr id="1" name="Shape 2870"/>
        <p:cNvGrpSpPr/>
        <p:nvPr/>
      </p:nvGrpSpPr>
      <p:grpSpPr>
        <a:xfrm>
          <a:off x="0" y="0"/>
          <a:ext cx="0" cy="0"/>
          <a:chOff x="0" y="0"/>
          <a:chExt cx="0" cy="0"/>
        </a:xfrm>
      </p:grpSpPr>
      <p:pic>
        <p:nvPicPr>
          <p:cNvPr id="2871" name="Google Shape;2871;p274"/>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72" name="Google Shape;2872;p274"/>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73" name="Google Shape;2873;p274"/>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74" name="Google Shape;2874;p274"/>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75" name="Google Shape;2875;p274"/>
          <p:cNvSpPr>
            <a:spLocks noGrp="1"/>
          </p:cNvSpPr>
          <p:nvPr>
            <p:ph type="pic" idx="2"/>
          </p:nvPr>
        </p:nvSpPr>
        <p:spPr>
          <a:xfrm>
            <a:off x="3598408" y="2027345"/>
            <a:ext cx="8052600" cy="3699900"/>
          </a:xfrm>
          <a:prstGeom prst="rect">
            <a:avLst/>
          </a:prstGeom>
          <a:solidFill>
            <a:srgbClr val="D8D8D8"/>
          </a:solidFill>
          <a:ln>
            <a:noFill/>
          </a:ln>
        </p:spPr>
        <p:txBody>
          <a:bodyPr/>
          <a:lstStyle/>
          <a:p>
            <a:endParaRPr lang="pt-BR" dirty="0"/>
          </a:p>
        </p:txBody>
      </p:sp>
      <p:sp>
        <p:nvSpPr>
          <p:cNvPr id="2876" name="Google Shape;2876;p274"/>
          <p:cNvSpPr txBox="1">
            <a:spLocks noGrp="1"/>
          </p:cNvSpPr>
          <p:nvPr>
            <p:ph type="body" idx="1"/>
          </p:nvPr>
        </p:nvSpPr>
        <p:spPr>
          <a:xfrm>
            <a:off x="3598407"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77" name="Google Shape;2877;p274"/>
          <p:cNvSpPr txBox="1">
            <a:spLocks noGrp="1"/>
          </p:cNvSpPr>
          <p:nvPr>
            <p:ph type="body" idx="3"/>
          </p:nvPr>
        </p:nvSpPr>
        <p:spPr>
          <a:xfrm>
            <a:off x="3598407" y="5842824"/>
            <a:ext cx="8052900" cy="310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78" name="Google Shape;2878;p274"/>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79" name="Google Shape;2879;p274"/>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3. Conteudo">
  <p:cSld name="12_3. Conteudo">
    <p:spTree>
      <p:nvGrpSpPr>
        <p:cNvPr id="1" name="Shape 2880"/>
        <p:cNvGrpSpPr/>
        <p:nvPr/>
      </p:nvGrpSpPr>
      <p:grpSpPr>
        <a:xfrm>
          <a:off x="0" y="0"/>
          <a:ext cx="0" cy="0"/>
          <a:chOff x="0" y="0"/>
          <a:chExt cx="0" cy="0"/>
        </a:xfrm>
      </p:grpSpPr>
      <p:pic>
        <p:nvPicPr>
          <p:cNvPr id="2881" name="Google Shape;2881;p275"/>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82" name="Google Shape;2882;p275"/>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83" name="Google Shape;2883;p275"/>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84" name="Google Shape;2884;p275"/>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85" name="Google Shape;2885;p275"/>
          <p:cNvSpPr txBox="1">
            <a:spLocks noGrp="1"/>
          </p:cNvSpPr>
          <p:nvPr>
            <p:ph type="body" idx="1"/>
          </p:nvPr>
        </p:nvSpPr>
        <p:spPr>
          <a:xfrm>
            <a:off x="3598409" y="619125"/>
            <a:ext cx="8052900" cy="1189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86" name="Google Shape;2886;p275"/>
          <p:cNvSpPr txBox="1">
            <a:spLocks noGrp="1"/>
          </p:cNvSpPr>
          <p:nvPr>
            <p:ph type="body" idx="2"/>
          </p:nvPr>
        </p:nvSpPr>
        <p:spPr>
          <a:xfrm>
            <a:off x="3598409" y="5860191"/>
            <a:ext cx="8052600" cy="295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87" name="Google Shape;2887;p275"/>
          <p:cNvSpPr txBox="1"/>
          <p:nvPr/>
        </p:nvSpPr>
        <p:spPr>
          <a:xfrm>
            <a:off x="12032105" y="578620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88" name="Google Shape;2888;p275"/>
          <p:cNvSpPr txBox="1">
            <a:spLocks noGrp="1"/>
          </p:cNvSpPr>
          <p:nvPr>
            <p:ph type="body" idx="3"/>
          </p:nvPr>
        </p:nvSpPr>
        <p:spPr>
          <a:xfrm>
            <a:off x="3598409" y="2012716"/>
            <a:ext cx="8052600" cy="3736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89" name="Google Shape;2889;p275"/>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90" name="Google Shape;2890;p275"/>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3. Conteudo">
  <p:cSld name="11_3. Conteudo">
    <p:spTree>
      <p:nvGrpSpPr>
        <p:cNvPr id="1" name="Shape 2891"/>
        <p:cNvGrpSpPr/>
        <p:nvPr/>
      </p:nvGrpSpPr>
      <p:grpSpPr>
        <a:xfrm>
          <a:off x="0" y="0"/>
          <a:ext cx="0" cy="0"/>
          <a:chOff x="0" y="0"/>
          <a:chExt cx="0" cy="0"/>
        </a:xfrm>
      </p:grpSpPr>
      <p:pic>
        <p:nvPicPr>
          <p:cNvPr id="2892" name="Google Shape;2892;p276"/>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93" name="Google Shape;2893;p276"/>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94" name="Google Shape;2894;p276"/>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95" name="Google Shape;2895;p276"/>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96" name="Google Shape;2896;p276"/>
          <p:cNvSpPr txBox="1">
            <a:spLocks noGrp="1"/>
          </p:cNvSpPr>
          <p:nvPr>
            <p:ph type="body" idx="1"/>
          </p:nvPr>
        </p:nvSpPr>
        <p:spPr>
          <a:xfrm>
            <a:off x="3598410"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97" name="Google Shape;2897;p276"/>
          <p:cNvSpPr txBox="1">
            <a:spLocks noGrp="1"/>
          </p:cNvSpPr>
          <p:nvPr>
            <p:ph type="body" idx="2"/>
          </p:nvPr>
        </p:nvSpPr>
        <p:spPr>
          <a:xfrm>
            <a:off x="6374268" y="2372801"/>
            <a:ext cx="5277000" cy="3572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98" name="Google Shape;2898;p276"/>
          <p:cNvSpPr txBox="1">
            <a:spLocks noGrp="1"/>
          </p:cNvSpPr>
          <p:nvPr>
            <p:ph type="body" idx="3"/>
          </p:nvPr>
        </p:nvSpPr>
        <p:spPr>
          <a:xfrm>
            <a:off x="3596090" y="5702430"/>
            <a:ext cx="2497500" cy="243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99" name="Google Shape;2899;p276"/>
          <p:cNvSpPr>
            <a:spLocks noGrp="1"/>
          </p:cNvSpPr>
          <p:nvPr>
            <p:ph type="pic" idx="4"/>
          </p:nvPr>
        </p:nvSpPr>
        <p:spPr>
          <a:xfrm>
            <a:off x="3596091" y="2364317"/>
            <a:ext cx="2497800" cy="3216300"/>
          </a:xfrm>
          <a:prstGeom prst="rect">
            <a:avLst/>
          </a:prstGeom>
          <a:solidFill>
            <a:srgbClr val="D9D9D9"/>
          </a:solidFill>
          <a:ln>
            <a:noFill/>
          </a:ln>
        </p:spPr>
        <p:txBody>
          <a:bodyPr/>
          <a:lstStyle/>
          <a:p>
            <a:endParaRPr lang="pt-BR" dirty="0"/>
          </a:p>
        </p:txBody>
      </p:sp>
      <p:sp>
        <p:nvSpPr>
          <p:cNvPr id="2900" name="Google Shape;2900;p276"/>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01" name="Google Shape;2901;p276"/>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3. Conteudo">
  <p:cSld name="10_3. Conteudo">
    <p:spTree>
      <p:nvGrpSpPr>
        <p:cNvPr id="1" name="Shape 2902"/>
        <p:cNvGrpSpPr/>
        <p:nvPr/>
      </p:nvGrpSpPr>
      <p:grpSpPr>
        <a:xfrm>
          <a:off x="0" y="0"/>
          <a:ext cx="0" cy="0"/>
          <a:chOff x="0" y="0"/>
          <a:chExt cx="0" cy="0"/>
        </a:xfrm>
      </p:grpSpPr>
      <p:pic>
        <p:nvPicPr>
          <p:cNvPr id="2903" name="Google Shape;2903;p277"/>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904" name="Google Shape;2904;p277"/>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905" name="Google Shape;2905;p277"/>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906" name="Google Shape;2906;p277"/>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907" name="Google Shape;2907;p277"/>
          <p:cNvSpPr txBox="1">
            <a:spLocks noGrp="1"/>
          </p:cNvSpPr>
          <p:nvPr>
            <p:ph type="body" idx="1"/>
          </p:nvPr>
        </p:nvSpPr>
        <p:spPr>
          <a:xfrm>
            <a:off x="3707268" y="641350"/>
            <a:ext cx="7366200" cy="1732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08" name="Google Shape;2908;p277"/>
          <p:cNvSpPr txBox="1">
            <a:spLocks noGrp="1"/>
          </p:cNvSpPr>
          <p:nvPr>
            <p:ph type="body" idx="2"/>
          </p:nvPr>
        </p:nvSpPr>
        <p:spPr>
          <a:xfrm>
            <a:off x="4428690" y="2540104"/>
            <a:ext cx="6644700" cy="3486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09" name="Google Shape;2909;p277"/>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10" name="Google Shape;2910;p277"/>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Title Only">
  <p:cSld name="4_Title Only">
    <p:spTree>
      <p:nvGrpSpPr>
        <p:cNvPr id="1" name="Shape 2911"/>
        <p:cNvGrpSpPr/>
        <p:nvPr/>
      </p:nvGrpSpPr>
      <p:grpSpPr>
        <a:xfrm>
          <a:off x="0" y="0"/>
          <a:ext cx="0" cy="0"/>
          <a:chOff x="0" y="0"/>
          <a:chExt cx="0" cy="0"/>
        </a:xfrm>
      </p:grpSpPr>
      <p:pic>
        <p:nvPicPr>
          <p:cNvPr id="2912" name="Google Shape;2912;p278"/>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2913" name="Google Shape;2913;p278"/>
          <p:cNvSpPr/>
          <p:nvPr/>
        </p:nvSpPr>
        <p:spPr>
          <a:xfrm>
            <a:off x="3426936" y="0"/>
            <a:ext cx="8781600" cy="6886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2914" name="Google Shape;2914;p278"/>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915" name="Google Shape;2915;p278"/>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16" name="Google Shape;2916;p278"/>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2917" name="Google Shape;2917;p278"/>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2918" name="Google Shape;2918;p278"/>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2919" name="Google Shape;2919;p278"/>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2920" name="Google Shape;2920;p278"/>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1" name="Google Shape;2921;p278"/>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2" name="Google Shape;2922;p278"/>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3" name="Google Shape;2923;p278"/>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4" name="Google Shape;2924;p278"/>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5" name="Google Shape;2925;p278"/>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6" name="Google Shape;2926;p278"/>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7" name="Google Shape;2927;p278"/>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2928" name="Google Shape;2928;p278"/>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29" name="Google Shape;2929;p278"/>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Título e Conteúdo">
  <p:cSld name="6_Título e Conteúdo">
    <p:spTree>
      <p:nvGrpSpPr>
        <p:cNvPr id="1" name="Shape 2930"/>
        <p:cNvGrpSpPr/>
        <p:nvPr/>
      </p:nvGrpSpPr>
      <p:grpSpPr>
        <a:xfrm>
          <a:off x="0" y="0"/>
          <a:ext cx="0" cy="0"/>
          <a:chOff x="0" y="0"/>
          <a:chExt cx="0" cy="0"/>
        </a:xfrm>
      </p:grpSpPr>
      <p:pic>
        <p:nvPicPr>
          <p:cNvPr id="2931" name="Google Shape;2931;p279"/>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932" name="Google Shape;2932;p279"/>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933" name="Google Shape;2933;p279"/>
          <p:cNvSpPr txBox="1">
            <a:spLocks noGrp="1"/>
          </p:cNvSpPr>
          <p:nvPr>
            <p:ph type="body" idx="1"/>
          </p:nvPr>
        </p:nvSpPr>
        <p:spPr>
          <a:xfrm>
            <a:off x="3178176" y="1031875"/>
            <a:ext cx="4616400" cy="536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34" name="Google Shape;2934;p279"/>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35" name="Google Shape;2935;p279"/>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theme" Target="../theme/theme1.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92" r:id="rId59"/>
    <p:sldLayoutId id="2147483793" r:id="rId60"/>
    <p:sldLayoutId id="2147483794" r:id="rId61"/>
    <p:sldLayoutId id="2147483795" r:id="rId62"/>
    <p:sldLayoutId id="2147483796" r:id="rId63"/>
    <p:sldLayoutId id="2147483797" r:id="rId64"/>
    <p:sldLayoutId id="2147483798" r:id="rId65"/>
    <p:sldLayoutId id="2147483799" r:id="rId66"/>
    <p:sldLayoutId id="2147483800" r:id="rId67"/>
    <p:sldLayoutId id="2147483801" r:id="rId68"/>
    <p:sldLayoutId id="2147483802" r:id="rId69"/>
    <p:sldLayoutId id="2147483803" r:id="rId70"/>
    <p:sldLayoutId id="2147483804" r:id="rId71"/>
    <p:sldLayoutId id="2147483995" r:id="rId72"/>
    <p:sldLayoutId id="2147483849" r:id="rId73"/>
    <p:sldLayoutId id="2147483850" r:id="rId74"/>
    <p:sldLayoutId id="2147483851" r:id="rId75"/>
    <p:sldLayoutId id="2147483852" r:id="rId76"/>
    <p:sldLayoutId id="2147483853" r:id="rId77"/>
    <p:sldLayoutId id="2147483854" r:id="rId78"/>
    <p:sldLayoutId id="2147483855" r:id="rId79"/>
    <p:sldLayoutId id="2147483856" r:id="rId80"/>
    <p:sldLayoutId id="2147483857" r:id="rId81"/>
    <p:sldLayoutId id="2147483858" r:id="rId82"/>
    <p:sldLayoutId id="2147483859" r:id="rId83"/>
    <p:sldLayoutId id="2147483860" r:id="rId84"/>
    <p:sldLayoutId id="2147483861" r:id="rId85"/>
    <p:sldLayoutId id="2147483862" r:id="rId86"/>
    <p:sldLayoutId id="2147483907" r:id="rId87"/>
    <p:sldLayoutId id="2147483908" r:id="rId88"/>
    <p:sldLayoutId id="2147483909" r:id="rId89"/>
    <p:sldLayoutId id="2147483910" r:id="rId90"/>
    <p:sldLayoutId id="2147483911" r:id="rId91"/>
    <p:sldLayoutId id="2147483912" r:id="rId92"/>
    <p:sldLayoutId id="2147483913" r:id="rId93"/>
    <p:sldLayoutId id="2147483914" r:id="rId94"/>
    <p:sldLayoutId id="2147483915" r:id="rId95"/>
    <p:sldLayoutId id="2147483916" r:id="rId96"/>
    <p:sldLayoutId id="2147483917" r:id="rId97"/>
    <p:sldLayoutId id="2147483918" r:id="rId98"/>
    <p:sldLayoutId id="2147483919" r:id="rId99"/>
    <p:sldLayoutId id="2147483920" r:id="rId100"/>
    <p:sldLayoutId id="2147483921" r:id="rId10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5.png"/></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4.xml"/></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65.xml"/><Relationship Id="rId4" Type="http://schemas.openxmlformats.org/officeDocument/2006/relationships/image" Target="../media/image29.svg"/></Relationships>
</file>

<file path=ppt/slides/_rels/slide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8.xml"/><Relationship Id="rId1" Type="http://schemas.openxmlformats.org/officeDocument/2006/relationships/slideLayout" Target="../slideLayouts/slideLayout72.xml"/></Relationships>
</file>

<file path=ppt/slides/_rels/slide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9.xml"/><Relationship Id="rId1" Type="http://schemas.openxmlformats.org/officeDocument/2006/relationships/slideLayout" Target="../slideLayouts/slideLayout72.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59.xml"/></Relationships>
</file>

<file path=ppt/slides/_rels/slide11.xml.rels><?xml version="1.0" encoding="UTF-8" standalone="yes"?>
<Relationships xmlns="http://schemas.openxmlformats.org/package/2006/relationships"><Relationship Id="rId3" Type="http://schemas.openxmlformats.org/officeDocument/2006/relationships/hyperlink" Target="https://www.hashtagtreinamentos.com/como-dar-nomes-para-variaveis-python" TargetMode="External"/><Relationship Id="rId2" Type="http://schemas.openxmlformats.org/officeDocument/2006/relationships/notesSlide" Target="../notesSlides/notesSlide11.xml"/><Relationship Id="rId1" Type="http://schemas.openxmlformats.org/officeDocument/2006/relationships/slideLayout" Target="../slideLayouts/slideLayout60.xml"/></Relationships>
</file>

<file path=ppt/slides/_rels/slide12.xml.rels><?xml version="1.0" encoding="UTF-8" standalone="yes"?>
<Relationships xmlns="http://schemas.openxmlformats.org/package/2006/relationships"><Relationship Id="rId3" Type="http://schemas.openxmlformats.org/officeDocument/2006/relationships/hyperlink" Target="https://www.hashtagtreinamentos.com/como-dar-nomes-para-variaveis-python" TargetMode="External"/><Relationship Id="rId2" Type="http://schemas.openxmlformats.org/officeDocument/2006/relationships/notesSlide" Target="../notesSlides/notesSlide12.xml"/><Relationship Id="rId1" Type="http://schemas.openxmlformats.org/officeDocument/2006/relationships/slideLayout" Target="../slideLayouts/slideLayout61.xml"/><Relationship Id="rId5" Type="http://schemas.openxmlformats.org/officeDocument/2006/relationships/hyperlink" Target="https://docs.python.org/pt-br/3/tutorial/controlflow.html#defining-functions" TargetMode="External"/><Relationship Id="rId4" Type="http://schemas.openxmlformats.org/officeDocument/2006/relationships/hyperlink" Target="https://www.dio.me/articles/clean-code-porque-bons-programadores-escrevem-codigo-para-pessoas-nao-para-maquinas-c4d01c2e5913"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2.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63.xml"/><Relationship Id="rId5" Type="http://schemas.openxmlformats.org/officeDocument/2006/relationships/image" Target="../media/image3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63.xml"/><Relationship Id="rId5" Type="http://schemas.openxmlformats.org/officeDocument/2006/relationships/image" Target="../media/image33.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63.xml"/><Relationship Id="rId6" Type="http://schemas.openxmlformats.org/officeDocument/2006/relationships/image" Target="../media/image32.png"/><Relationship Id="rId5" Type="http://schemas.openxmlformats.org/officeDocument/2006/relationships/image" Target="../media/image36.svg"/><Relationship Id="rId4" Type="http://schemas.openxmlformats.org/officeDocument/2006/relationships/image" Target="../media/image35.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44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47"/>
        <p:cNvGrpSpPr/>
        <p:nvPr/>
      </p:nvGrpSpPr>
      <p:grpSpPr>
        <a:xfrm>
          <a:off x="0" y="0"/>
          <a:ext cx="0" cy="0"/>
          <a:chOff x="0" y="0"/>
          <a:chExt cx="0" cy="0"/>
        </a:xfrm>
      </p:grpSpPr>
      <p:sp>
        <p:nvSpPr>
          <p:cNvPr id="4448" name="Google Shape;4448;p405"/>
          <p:cNvSpPr txBox="1"/>
          <p:nvPr/>
        </p:nvSpPr>
        <p:spPr>
          <a:xfrm>
            <a:off x="613177" y="1759244"/>
            <a:ext cx="6894239" cy="4692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pt-BR" sz="2800" b="1" i="0" u="none" strike="noStrike" cap="none" dirty="0">
                <a:solidFill>
                  <a:schemeClr val="dk1"/>
                </a:solidFill>
                <a:latin typeface="Poppins"/>
                <a:ea typeface="Poppins"/>
                <a:cs typeface="Poppins"/>
                <a:sym typeface="Poppins"/>
              </a:rPr>
              <a:t>Organizar e apresentar o projeto</a:t>
            </a:r>
            <a:endParaRPr sz="2800" b="1" i="0" u="none" strike="noStrike" cap="none" dirty="0">
              <a:solidFill>
                <a:schemeClr val="dk1"/>
              </a:solidFill>
              <a:latin typeface="Poppins"/>
              <a:ea typeface="Poppins"/>
              <a:cs typeface="Poppins"/>
              <a:sym typeface="Poppins"/>
            </a:endParaRPr>
          </a:p>
        </p:txBody>
      </p:sp>
      <p:sp>
        <p:nvSpPr>
          <p:cNvPr id="4449" name="Google Shape;4449;p405"/>
          <p:cNvSpPr txBox="1"/>
          <p:nvPr/>
        </p:nvSpPr>
        <p:spPr>
          <a:xfrm>
            <a:off x="613177" y="3606412"/>
            <a:ext cx="6894239" cy="6993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0" i="0" u="none" strike="noStrike" cap="none" dirty="0">
                <a:solidFill>
                  <a:srgbClr val="000000"/>
                </a:solidFill>
                <a:latin typeface="Poppins"/>
                <a:ea typeface="Poppins"/>
                <a:cs typeface="Poppins"/>
                <a:sym typeface="Poppins"/>
              </a:rPr>
              <a:t>Código da aula: SISANO1C1B4S26A</a:t>
            </a:r>
            <a:r>
              <a:rPr lang="pt-BR" sz="2000" dirty="0">
                <a:latin typeface="Poppins"/>
                <a:ea typeface="Poppins"/>
                <a:cs typeface="Poppins"/>
                <a:sym typeface="Poppins"/>
              </a:rPr>
              <a:t>3</a:t>
            </a:r>
            <a:endParaRPr sz="1400" b="0" i="0" u="none" strike="noStrike" cap="none" dirty="0">
              <a:solidFill>
                <a:srgbClr val="000000"/>
              </a:solidFill>
              <a:latin typeface="Arial"/>
              <a:ea typeface="Arial"/>
              <a:cs typeface="Arial"/>
              <a:sym typeface="Arial"/>
            </a:endParaRPr>
          </a:p>
        </p:txBody>
      </p:sp>
      <p:sp>
        <p:nvSpPr>
          <p:cNvPr id="4450" name="Google Shape;4450;p405"/>
          <p:cNvSpPr txBox="1"/>
          <p:nvPr/>
        </p:nvSpPr>
        <p:spPr>
          <a:xfrm>
            <a:off x="613177" y="972018"/>
            <a:ext cx="6894240" cy="5355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pt-BR" sz="3200" b="1" dirty="0">
                <a:solidFill>
                  <a:srgbClr val="FF161F"/>
                </a:solidFill>
                <a:latin typeface="Poppins"/>
                <a:ea typeface="Poppins"/>
                <a:cs typeface="Poppins"/>
                <a:sym typeface="Poppins"/>
              </a:rPr>
              <a:t>Vetores e matrizes</a:t>
            </a:r>
            <a:endParaRPr sz="3200" b="1" i="0" u="none" strike="noStrike" cap="none" dirty="0">
              <a:solidFill>
                <a:srgbClr val="FF161F"/>
              </a:solidFill>
              <a:latin typeface="Poppins"/>
              <a:ea typeface="Poppins"/>
              <a:cs typeface="Poppins"/>
              <a:sym typeface="Poppins"/>
            </a:endParaRPr>
          </a:p>
        </p:txBody>
      </p:sp>
      <p:sp>
        <p:nvSpPr>
          <p:cNvPr id="4451" name="Google Shape;4451;p405"/>
          <p:cNvSpPr txBox="1"/>
          <p:nvPr/>
        </p:nvSpPr>
        <p:spPr>
          <a:xfrm>
            <a:off x="613177" y="2649678"/>
            <a:ext cx="6894239" cy="5355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2500"/>
              <a:buFont typeface="Arial"/>
              <a:buNone/>
            </a:pPr>
            <a:r>
              <a:rPr lang="pt-BR" sz="2200" dirty="0">
                <a:solidFill>
                  <a:srgbClr val="BFBFBF"/>
                </a:solidFill>
                <a:latin typeface="Poppins Medium"/>
                <a:ea typeface="Poppins Medium"/>
                <a:cs typeface="Poppins Medium"/>
                <a:sym typeface="Poppins Medium"/>
              </a:rPr>
              <a:t>Aula 3: Deixando o projeto mais claro</a:t>
            </a:r>
            <a:endParaRPr sz="2200" b="0" i="0" u="none" strike="noStrike" cap="none" dirty="0">
              <a:solidFill>
                <a:srgbClr val="BFBFBF"/>
              </a:solidFill>
              <a:latin typeface="Poppins Medium"/>
              <a:ea typeface="Poppins Medium"/>
              <a:cs typeface="Poppins Medium"/>
              <a:sym typeface="Poppins Medium"/>
            </a:endParaRPr>
          </a:p>
        </p:txBody>
      </p:sp>
      <p:sp>
        <p:nvSpPr>
          <p:cNvPr id="4452" name="Google Shape;4452;p405"/>
          <p:cNvSpPr txBox="1"/>
          <p:nvPr/>
        </p:nvSpPr>
        <p:spPr>
          <a:xfrm>
            <a:off x="3763926" y="1711842"/>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57"/>
        <p:cNvGrpSpPr/>
        <p:nvPr/>
      </p:nvGrpSpPr>
      <p:grpSpPr>
        <a:xfrm>
          <a:off x="0" y="0"/>
          <a:ext cx="0" cy="0"/>
          <a:chOff x="0" y="0"/>
          <a:chExt cx="0" cy="0"/>
        </a:xfrm>
      </p:grpSpPr>
      <p:pic>
        <p:nvPicPr>
          <p:cNvPr id="4458" name="Google Shape;4458;p406"/>
          <p:cNvPicPr preferRelativeResize="0"/>
          <p:nvPr/>
        </p:nvPicPr>
        <p:blipFill rotWithShape="1">
          <a:blip r:embed="rId3">
            <a:alphaModFix/>
          </a:blip>
          <a:srcRect l="1999" r="951"/>
          <a:stretch/>
        </p:blipFill>
        <p:spPr>
          <a:xfrm>
            <a:off x="-5171" y="1336655"/>
            <a:ext cx="12197171" cy="4987269"/>
          </a:xfrm>
          <a:prstGeom prst="rect">
            <a:avLst/>
          </a:prstGeom>
          <a:noFill/>
          <a:ln>
            <a:noFill/>
          </a:ln>
        </p:spPr>
      </p:pic>
      <p:sp>
        <p:nvSpPr>
          <p:cNvPr id="4459" name="Google Shape;4459;p406"/>
          <p:cNvSpPr/>
          <p:nvPr/>
        </p:nvSpPr>
        <p:spPr>
          <a:xfrm rot="-3439711">
            <a:off x="3101904" y="4687022"/>
            <a:ext cx="210625" cy="210625"/>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4460" name="Google Shape;4460;p406"/>
          <p:cNvSpPr/>
          <p:nvPr/>
        </p:nvSpPr>
        <p:spPr>
          <a:xfrm rot="8953936">
            <a:off x="6038159" y="1499754"/>
            <a:ext cx="210533" cy="210533"/>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4461" name="Google Shape;4461;p406"/>
          <p:cNvSpPr/>
          <p:nvPr/>
        </p:nvSpPr>
        <p:spPr>
          <a:xfrm rot="-4953060">
            <a:off x="7445868" y="2445423"/>
            <a:ext cx="210577" cy="21057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4462" name="Google Shape;4462;p406"/>
          <p:cNvSpPr/>
          <p:nvPr/>
        </p:nvSpPr>
        <p:spPr>
          <a:xfrm rot="-2290533">
            <a:off x="8128906" y="5906016"/>
            <a:ext cx="210655" cy="21065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4463" name="Google Shape;4463;p406"/>
          <p:cNvSpPr/>
          <p:nvPr/>
        </p:nvSpPr>
        <p:spPr>
          <a:xfrm rot="4159189">
            <a:off x="9504251" y="4023316"/>
            <a:ext cx="210675" cy="21067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grpSp>
        <p:nvGrpSpPr>
          <p:cNvPr id="4464" name="Google Shape;4464;p406"/>
          <p:cNvGrpSpPr/>
          <p:nvPr/>
        </p:nvGrpSpPr>
        <p:grpSpPr>
          <a:xfrm>
            <a:off x="587322" y="1618499"/>
            <a:ext cx="11456514" cy="4435193"/>
            <a:chOff x="880938" y="2427625"/>
            <a:chExt cx="17183911" cy="6652457"/>
          </a:xfrm>
        </p:grpSpPr>
        <p:sp>
          <p:nvSpPr>
            <p:cNvPr id="4465" name="Google Shape;4465;p406"/>
            <p:cNvSpPr/>
            <p:nvPr/>
          </p:nvSpPr>
          <p:spPr>
            <a:xfrm>
              <a:off x="880938"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466" name="Google Shape;4466;p406"/>
            <p:cNvSpPr/>
            <p:nvPr/>
          </p:nvSpPr>
          <p:spPr>
            <a:xfrm>
              <a:off x="2332293"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467" name="Google Shape;4467;p406"/>
            <p:cNvSpPr/>
            <p:nvPr/>
          </p:nvSpPr>
          <p:spPr>
            <a:xfrm>
              <a:off x="3751845" y="8108805"/>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468" name="Google Shape;4468;p406"/>
            <p:cNvSpPr/>
            <p:nvPr/>
          </p:nvSpPr>
          <p:spPr>
            <a:xfrm rot="-3437456">
              <a:off x="5201675" y="5679979"/>
              <a:ext cx="315893" cy="315893"/>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469" name="Google Shape;4469;p406"/>
            <p:cNvSpPr/>
            <p:nvPr/>
          </p:nvSpPr>
          <p:spPr>
            <a:xfrm rot="-911871">
              <a:off x="6624196" y="5419647"/>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470" name="Google Shape;4470;p406"/>
            <p:cNvSpPr/>
            <p:nvPr/>
          </p:nvSpPr>
          <p:spPr>
            <a:xfrm rot="-911871">
              <a:off x="7693784" y="4751289"/>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471" name="Google Shape;4471;p406"/>
            <p:cNvSpPr/>
            <p:nvPr/>
          </p:nvSpPr>
          <p:spPr>
            <a:xfrm rot="8951697">
              <a:off x="10518648" y="248620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472" name="Google Shape;4472;p406"/>
            <p:cNvSpPr/>
            <p:nvPr/>
          </p:nvSpPr>
          <p:spPr>
            <a:xfrm rot="8951697">
              <a:off x="8026147" y="314855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473" name="Google Shape;4473;p406"/>
            <p:cNvSpPr/>
            <p:nvPr/>
          </p:nvSpPr>
          <p:spPr>
            <a:xfrm rot="-4951441">
              <a:off x="11180622" y="6509015"/>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474" name="Google Shape;4474;p406"/>
            <p:cNvSpPr/>
            <p:nvPr/>
          </p:nvSpPr>
          <p:spPr>
            <a:xfrm rot="-4951441">
              <a:off x="11209836" y="5069980"/>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475" name="Google Shape;4475;p406"/>
            <p:cNvSpPr/>
            <p:nvPr/>
          </p:nvSpPr>
          <p:spPr>
            <a:xfrm rot="-2287966">
              <a:off x="13545981" y="8700484"/>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476" name="Google Shape;4476;p406"/>
            <p:cNvSpPr/>
            <p:nvPr/>
          </p:nvSpPr>
          <p:spPr>
            <a:xfrm rot="-2287966">
              <a:off x="14277258" y="7524968"/>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477" name="Google Shape;4477;p406"/>
            <p:cNvSpPr/>
            <p:nvPr/>
          </p:nvSpPr>
          <p:spPr>
            <a:xfrm rot="5403265">
              <a:off x="11261393" y="7971458"/>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478" name="Google Shape;4478;p406"/>
            <p:cNvSpPr/>
            <p:nvPr/>
          </p:nvSpPr>
          <p:spPr>
            <a:xfrm rot="4161668">
              <a:off x="14897321" y="4884642"/>
              <a:ext cx="315766" cy="31576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479" name="Google Shape;4479;p406"/>
            <p:cNvSpPr/>
            <p:nvPr/>
          </p:nvSpPr>
          <p:spPr>
            <a:xfrm rot="-9744530">
              <a:off x="17708869" y="4757143"/>
              <a:ext cx="315661" cy="315661"/>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480" name="Google Shape;4480;p406"/>
            <p:cNvSpPr/>
            <p:nvPr/>
          </p:nvSpPr>
          <p:spPr>
            <a:xfrm rot="-9744530">
              <a:off x="16321681" y="4758619"/>
              <a:ext cx="315661" cy="315661"/>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grpSp>
      <p:sp>
        <p:nvSpPr>
          <p:cNvPr id="4481" name="Google Shape;4481;p406"/>
          <p:cNvSpPr/>
          <p:nvPr/>
        </p:nvSpPr>
        <p:spPr>
          <a:xfrm>
            <a:off x="2933526" y="2830191"/>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1900" b="1" dirty="0">
                <a:solidFill>
                  <a:srgbClr val="FFFFFF"/>
                </a:solidFill>
                <a:latin typeface="Poppins"/>
                <a:ea typeface="Poppins"/>
                <a:cs typeface="Poppins"/>
                <a:sym typeface="Poppins"/>
              </a:rPr>
              <a:t>20</a:t>
            </a:r>
            <a:endParaRPr sz="1900" b="0" i="0" u="none" strike="noStrike" cap="none" dirty="0">
              <a:solidFill>
                <a:srgbClr val="FFFFFF"/>
              </a:solidFill>
              <a:latin typeface="Calibri"/>
              <a:ea typeface="Calibri"/>
              <a:cs typeface="Calibri"/>
              <a:sym typeface="Calibri"/>
            </a:endParaRPr>
          </a:p>
        </p:txBody>
      </p:sp>
      <p:cxnSp>
        <p:nvCxnSpPr>
          <p:cNvPr id="4482" name="Google Shape;4482;p406"/>
          <p:cNvCxnSpPr>
            <a:stCxn id="4481" idx="4"/>
          </p:cNvCxnSpPr>
          <p:nvPr/>
        </p:nvCxnSpPr>
        <p:spPr>
          <a:xfrm>
            <a:off x="3201576" y="3366291"/>
            <a:ext cx="0" cy="1323300"/>
          </a:xfrm>
          <a:prstGeom prst="straightConnector1">
            <a:avLst/>
          </a:prstGeom>
          <a:noFill/>
          <a:ln w="9525" cap="flat" cmpd="sng">
            <a:solidFill>
              <a:schemeClr val="dk1"/>
            </a:solidFill>
            <a:prstDash val="solid"/>
            <a:round/>
            <a:headEnd type="none" w="sm" len="sm"/>
            <a:tailEnd type="none" w="sm" len="sm"/>
          </a:ln>
        </p:spPr>
      </p:cxnSp>
      <p:sp>
        <p:nvSpPr>
          <p:cNvPr id="4483" name="Google Shape;4483;p406"/>
          <p:cNvSpPr/>
          <p:nvPr/>
        </p:nvSpPr>
        <p:spPr>
          <a:xfrm>
            <a:off x="5860040" y="626852"/>
            <a:ext cx="572400" cy="5724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25</a:t>
            </a:r>
            <a:endParaRPr sz="2000" b="0" i="0" u="none" strike="noStrike" cap="none" dirty="0">
              <a:solidFill>
                <a:srgbClr val="FFFFFF"/>
              </a:solidFill>
              <a:latin typeface="Calibri"/>
              <a:ea typeface="Calibri"/>
              <a:cs typeface="Calibri"/>
              <a:sym typeface="Calibri"/>
            </a:endParaRPr>
          </a:p>
        </p:txBody>
      </p:sp>
      <p:cxnSp>
        <p:nvCxnSpPr>
          <p:cNvPr id="4484" name="Google Shape;4484;p406"/>
          <p:cNvCxnSpPr>
            <a:stCxn id="4483" idx="4"/>
            <a:endCxn id="4460" idx="7"/>
          </p:cNvCxnSpPr>
          <p:nvPr/>
        </p:nvCxnSpPr>
        <p:spPr>
          <a:xfrm flipH="1">
            <a:off x="6117440" y="1199252"/>
            <a:ext cx="28800" cy="507900"/>
          </a:xfrm>
          <a:prstGeom prst="straightConnector1">
            <a:avLst/>
          </a:prstGeom>
          <a:noFill/>
          <a:ln w="9525" cap="flat" cmpd="sng">
            <a:solidFill>
              <a:schemeClr val="dk1"/>
            </a:solidFill>
            <a:prstDash val="solid"/>
            <a:round/>
            <a:headEnd type="none" w="sm" len="sm"/>
            <a:tailEnd type="none" w="sm" len="sm"/>
          </a:ln>
        </p:spPr>
      </p:cxnSp>
      <p:sp>
        <p:nvSpPr>
          <p:cNvPr id="4485" name="Google Shape;4485;p406"/>
          <p:cNvSpPr txBox="1"/>
          <p:nvPr/>
        </p:nvSpPr>
        <p:spPr>
          <a:xfrm>
            <a:off x="8479754" y="1199254"/>
            <a:ext cx="1728600" cy="2769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pt-BR" sz="1400" b="1" i="0" u="none" strike="noStrike" cap="none" dirty="0">
                <a:solidFill>
                  <a:srgbClr val="FA161E"/>
                </a:solidFill>
                <a:latin typeface="Poppins"/>
                <a:ea typeface="Poppins"/>
                <a:cs typeface="Poppins"/>
                <a:sym typeface="Poppins"/>
              </a:rPr>
              <a:t>Você está aqui!</a:t>
            </a:r>
            <a:endParaRPr sz="1400" b="0" i="0" u="none" strike="noStrike" cap="none" dirty="0">
              <a:solidFill>
                <a:srgbClr val="000000"/>
              </a:solidFill>
              <a:latin typeface="Arial"/>
              <a:ea typeface="Arial"/>
              <a:cs typeface="Arial"/>
              <a:sym typeface="Arial"/>
            </a:endParaRPr>
          </a:p>
        </p:txBody>
      </p:sp>
      <p:pic>
        <p:nvPicPr>
          <p:cNvPr id="4486" name="Google Shape;4486;p406"/>
          <p:cNvPicPr preferRelativeResize="0"/>
          <p:nvPr/>
        </p:nvPicPr>
        <p:blipFill rotWithShape="1">
          <a:blip r:embed="rId4">
            <a:alphaModFix/>
          </a:blip>
          <a:srcRect/>
          <a:stretch/>
        </p:blipFill>
        <p:spPr>
          <a:xfrm rot="-2744266">
            <a:off x="7713734" y="1307863"/>
            <a:ext cx="595814" cy="351746"/>
          </a:xfrm>
          <a:prstGeom prst="rect">
            <a:avLst/>
          </a:prstGeom>
          <a:noFill/>
          <a:ln>
            <a:noFill/>
          </a:ln>
        </p:spPr>
      </p:pic>
      <p:pic>
        <p:nvPicPr>
          <p:cNvPr id="4487" name="Google Shape;4487;p406"/>
          <p:cNvPicPr preferRelativeResize="0"/>
          <p:nvPr/>
        </p:nvPicPr>
        <p:blipFill rotWithShape="1">
          <a:blip r:embed="rId5">
            <a:alphaModFix/>
          </a:blip>
          <a:srcRect/>
          <a:stretch/>
        </p:blipFill>
        <p:spPr>
          <a:xfrm rot="-2744266">
            <a:off x="2809258" y="2658683"/>
            <a:ext cx="595814" cy="351746"/>
          </a:xfrm>
          <a:prstGeom prst="rect">
            <a:avLst/>
          </a:prstGeom>
          <a:noFill/>
          <a:ln>
            <a:noFill/>
          </a:ln>
        </p:spPr>
      </p:pic>
      <p:sp>
        <p:nvSpPr>
          <p:cNvPr id="4488" name="Google Shape;4488;p406"/>
          <p:cNvSpPr txBox="1"/>
          <p:nvPr/>
        </p:nvSpPr>
        <p:spPr>
          <a:xfrm>
            <a:off x="587325" y="3087300"/>
            <a:ext cx="2247600" cy="8466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dirty="0">
                <a:latin typeface="Poppins"/>
                <a:ea typeface="Poppins"/>
                <a:cs typeface="Poppins"/>
                <a:sym typeface="Poppins"/>
              </a:rPr>
              <a:t>Arquivos – Entrada e saída</a:t>
            </a:r>
            <a:endParaRPr sz="17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700"/>
              <a:buFont typeface="Arial"/>
              <a:buNone/>
            </a:pPr>
            <a:endParaRPr sz="1700" b="0" i="0" u="none" strike="noStrike" cap="none" dirty="0">
              <a:solidFill>
                <a:srgbClr val="000000"/>
              </a:solidFill>
              <a:latin typeface="Poppins"/>
              <a:ea typeface="Poppins"/>
              <a:cs typeface="Poppins"/>
              <a:sym typeface="Poppins"/>
            </a:endParaRPr>
          </a:p>
        </p:txBody>
      </p:sp>
      <p:sp>
        <p:nvSpPr>
          <p:cNvPr id="4489" name="Google Shape;4489;p406"/>
          <p:cNvSpPr txBox="1"/>
          <p:nvPr/>
        </p:nvSpPr>
        <p:spPr>
          <a:xfrm>
            <a:off x="6482155" y="723769"/>
            <a:ext cx="3724500" cy="5850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dirty="0">
                <a:solidFill>
                  <a:schemeClr val="dk1"/>
                </a:solidFill>
                <a:latin typeface="Poppins"/>
                <a:ea typeface="Poppins"/>
                <a:cs typeface="Poppins"/>
                <a:sym typeface="Poppins"/>
              </a:rPr>
              <a:t>Do menu ao sistema completo</a:t>
            </a:r>
            <a:endParaRPr sz="1700" b="0" i="0" u="none" strike="noStrike" cap="none" dirty="0">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700"/>
              <a:buFont typeface="Arial"/>
              <a:buNone/>
            </a:pPr>
            <a:endParaRPr sz="1700" b="0" i="0" u="none" strike="noStrike" cap="none" dirty="0">
              <a:solidFill>
                <a:schemeClr val="dk1"/>
              </a:solidFill>
              <a:latin typeface="Poppins"/>
              <a:ea typeface="Poppins"/>
              <a:cs typeface="Poppins"/>
              <a:sym typeface="Poppins"/>
            </a:endParaRPr>
          </a:p>
        </p:txBody>
      </p:sp>
      <p:sp>
        <p:nvSpPr>
          <p:cNvPr id="4490" name="Google Shape;4490;p406"/>
          <p:cNvSpPr/>
          <p:nvPr/>
        </p:nvSpPr>
        <p:spPr>
          <a:xfrm>
            <a:off x="113993" y="891153"/>
            <a:ext cx="2098800" cy="1571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491" name="Google Shape;4491;p406"/>
          <p:cNvSpPr txBox="1"/>
          <p:nvPr/>
        </p:nvSpPr>
        <p:spPr>
          <a:xfrm>
            <a:off x="135519" y="1439639"/>
            <a:ext cx="1865700" cy="261600"/>
          </a:xfrm>
          <a:prstGeom prst="rect">
            <a:avLst/>
          </a:prstGeom>
          <a:noFill/>
          <a:ln>
            <a:noFill/>
          </a:ln>
        </p:spPr>
        <p:txBody>
          <a:bodyPr spcFirstLastPara="1" wrap="square" lIns="60950" tIns="30450" rIns="60950" bIns="30450" anchor="t" anchorCtr="0">
            <a:spAutoFit/>
          </a:bodyPr>
          <a:lstStyle/>
          <a:p>
            <a:pPr marL="0" marR="0" lvl="0" indent="0" algn="r" rtl="0">
              <a:lnSpc>
                <a:spcPct val="100000"/>
              </a:lnSpc>
              <a:spcBef>
                <a:spcPts val="0"/>
              </a:spcBef>
              <a:spcAft>
                <a:spcPts val="0"/>
              </a:spcAft>
              <a:buClr>
                <a:srgbClr val="000000"/>
              </a:buClr>
              <a:buSzPts val="1300"/>
              <a:buFont typeface="Arial"/>
              <a:buNone/>
            </a:pPr>
            <a:r>
              <a:rPr lang="pt-BR" sz="1300" b="1" dirty="0">
                <a:solidFill>
                  <a:srgbClr val="FFFFFF"/>
                </a:solidFill>
                <a:latin typeface="Poppins"/>
                <a:ea typeface="Poppins"/>
                <a:cs typeface="Poppins"/>
                <a:sym typeface="Poppins"/>
              </a:rPr>
              <a:t>Vetores e matrizes</a:t>
            </a:r>
            <a:endParaRPr sz="1300" b="1" i="0" u="none" strike="noStrike" cap="none" dirty="0">
              <a:solidFill>
                <a:srgbClr val="FFFFFF"/>
              </a:solidFill>
              <a:latin typeface="Poppins"/>
              <a:ea typeface="Poppins"/>
              <a:cs typeface="Poppins"/>
              <a:sym typeface="Poppins"/>
            </a:endParaRPr>
          </a:p>
        </p:txBody>
      </p:sp>
      <p:sp>
        <p:nvSpPr>
          <p:cNvPr id="4492" name="Google Shape;4492;p406"/>
          <p:cNvSpPr/>
          <p:nvPr/>
        </p:nvSpPr>
        <p:spPr>
          <a:xfrm>
            <a:off x="2078851" y="383070"/>
            <a:ext cx="2549700" cy="2090700"/>
          </a:xfrm>
          <a:prstGeom prst="roundRect">
            <a:avLst>
              <a:gd name="adj" fmla="val 1407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493" name="Google Shape;4493;p406"/>
          <p:cNvSpPr txBox="1"/>
          <p:nvPr/>
        </p:nvSpPr>
        <p:spPr>
          <a:xfrm>
            <a:off x="2160045" y="891153"/>
            <a:ext cx="2435700" cy="1354500"/>
          </a:xfrm>
          <a:prstGeom prst="rect">
            <a:avLst/>
          </a:prstGeom>
          <a:noFill/>
          <a:ln>
            <a:noFill/>
          </a:ln>
        </p:spPr>
        <p:txBody>
          <a:bodyPr spcFirstLastPara="1" wrap="square" lIns="60950" tIns="30450" rIns="60950" bIns="30450" anchor="t" anchorCtr="0">
            <a:spAutoFit/>
          </a:bodyPr>
          <a:lstStyle/>
          <a:p>
            <a:pPr marL="0" marR="0" lvl="0" indent="0" algn="ctr" rtl="0">
              <a:lnSpc>
                <a:spcPct val="100000"/>
              </a:lnSpc>
              <a:spcBef>
                <a:spcPts val="0"/>
              </a:spcBef>
              <a:spcAft>
                <a:spcPts val="0"/>
              </a:spcAft>
              <a:buClr>
                <a:schemeClr val="dk1"/>
              </a:buClr>
              <a:buSzPts val="2100"/>
              <a:buFont typeface="Arial"/>
              <a:buNone/>
            </a:pPr>
            <a:r>
              <a:rPr lang="pt-BR" sz="2100" b="1" i="0" u="none" strike="noStrike" cap="none" dirty="0">
                <a:solidFill>
                  <a:schemeClr val="lt1"/>
                </a:solidFill>
                <a:latin typeface="Poppins"/>
                <a:ea typeface="Poppins"/>
                <a:cs typeface="Poppins"/>
                <a:sym typeface="Poppins"/>
              </a:rPr>
              <a:t>Mapa da Unidade </a:t>
            </a:r>
            <a:r>
              <a:rPr lang="pt-BR" sz="2100" b="1" dirty="0">
                <a:solidFill>
                  <a:schemeClr val="lt1"/>
                </a:solidFill>
                <a:latin typeface="Poppins"/>
                <a:ea typeface="Poppins"/>
                <a:cs typeface="Poppins"/>
                <a:sym typeface="Poppins"/>
              </a:rPr>
              <a:t>6</a:t>
            </a:r>
            <a:r>
              <a:rPr lang="pt-BR" sz="2100" b="1" i="0" u="none" strike="noStrike" cap="none" dirty="0">
                <a:solidFill>
                  <a:schemeClr val="lt1"/>
                </a:solidFill>
                <a:latin typeface="Poppins"/>
                <a:ea typeface="Poppins"/>
                <a:cs typeface="Poppins"/>
                <a:sym typeface="Poppins"/>
              </a:rPr>
              <a:t>   Componente 1</a:t>
            </a:r>
            <a:endParaRPr sz="2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endParaRPr sz="2100" b="1" i="0" u="none" strike="noStrike" cap="none" dirty="0">
              <a:solidFill>
                <a:srgbClr val="FFFFFF"/>
              </a:solidFill>
              <a:latin typeface="Poppins"/>
              <a:ea typeface="Poppins"/>
              <a:cs typeface="Poppins"/>
              <a:sym typeface="Poppins"/>
            </a:endParaRPr>
          </a:p>
        </p:txBody>
      </p:sp>
      <p:sp>
        <p:nvSpPr>
          <p:cNvPr id="4494" name="Google Shape;4494;p406"/>
          <p:cNvSpPr/>
          <p:nvPr/>
        </p:nvSpPr>
        <p:spPr>
          <a:xfrm>
            <a:off x="7817898" y="1482704"/>
            <a:ext cx="572400" cy="572400"/>
          </a:xfrm>
          <a:prstGeom prst="ellipse">
            <a:avLst/>
          </a:prstGeom>
          <a:solidFill>
            <a:srgbClr val="FA161E"/>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26</a:t>
            </a:r>
            <a:endParaRPr sz="2000" b="0" i="0" u="none" strike="noStrike" cap="none" dirty="0">
              <a:solidFill>
                <a:srgbClr val="FFFFFF"/>
              </a:solidFill>
              <a:latin typeface="Calibri"/>
              <a:ea typeface="Calibri"/>
              <a:cs typeface="Calibri"/>
              <a:sym typeface="Calibri"/>
            </a:endParaRPr>
          </a:p>
        </p:txBody>
      </p:sp>
      <p:sp>
        <p:nvSpPr>
          <p:cNvPr id="4495" name="Google Shape;4495;p406"/>
          <p:cNvSpPr txBox="1"/>
          <p:nvPr/>
        </p:nvSpPr>
        <p:spPr>
          <a:xfrm>
            <a:off x="8465913" y="1421801"/>
            <a:ext cx="3724500" cy="8466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dirty="0">
                <a:solidFill>
                  <a:schemeClr val="dk1"/>
                </a:solidFill>
                <a:latin typeface="Poppins"/>
                <a:ea typeface="Poppins"/>
                <a:cs typeface="Poppins"/>
                <a:sym typeface="Poppins"/>
              </a:rPr>
              <a:t>Organizar e apresentar </a:t>
            </a:r>
            <a:endParaRPr sz="1700" dirty="0">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700"/>
              <a:buFont typeface="Arial"/>
              <a:buNone/>
            </a:pPr>
            <a:r>
              <a:rPr lang="pt-BR" sz="1700" dirty="0">
                <a:solidFill>
                  <a:schemeClr val="dk1"/>
                </a:solidFill>
                <a:latin typeface="Poppins"/>
                <a:ea typeface="Poppins"/>
                <a:cs typeface="Poppins"/>
                <a:sym typeface="Poppins"/>
              </a:rPr>
              <a:t>o projeto</a:t>
            </a:r>
            <a:endParaRPr sz="1700" b="0" i="0" u="none" strike="noStrike" cap="none" dirty="0">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700"/>
              <a:buFont typeface="Arial"/>
              <a:buNone/>
            </a:pPr>
            <a:endParaRPr sz="1700" b="0" i="0" u="none" strike="noStrike" cap="none" dirty="0">
              <a:solidFill>
                <a:schemeClr val="dk1"/>
              </a:solidFill>
              <a:latin typeface="Poppins"/>
              <a:ea typeface="Poppins"/>
              <a:cs typeface="Poppins"/>
              <a:sym typeface="Poppins"/>
            </a:endParaRPr>
          </a:p>
        </p:txBody>
      </p:sp>
      <p:cxnSp>
        <p:nvCxnSpPr>
          <p:cNvPr id="4496" name="Google Shape;4496;p406"/>
          <p:cNvCxnSpPr>
            <a:cxnSpLocks/>
            <a:stCxn id="4494" idx="2"/>
            <a:endCxn id="4471" idx="1"/>
          </p:cNvCxnSpPr>
          <p:nvPr/>
        </p:nvCxnSpPr>
        <p:spPr>
          <a:xfrm flipH="1">
            <a:off x="7220080" y="1768904"/>
            <a:ext cx="597818" cy="19713"/>
          </a:xfrm>
          <a:prstGeom prst="straightConnector1">
            <a:avLst/>
          </a:prstGeom>
          <a:noFill/>
          <a:ln w="9525" cap="flat" cmpd="sng">
            <a:solidFill>
              <a:srgbClr val="FA161E"/>
            </a:solidFill>
            <a:prstDash val="solid"/>
            <a:round/>
            <a:headEnd type="none" w="sm" len="sm"/>
            <a:tailEnd type="none" w="sm" len="sm"/>
          </a:ln>
        </p:spPr>
      </p:cxnSp>
      <p:pic>
        <p:nvPicPr>
          <p:cNvPr id="4498" name="Google Shape;4498;p406"/>
          <p:cNvPicPr preferRelativeResize="0"/>
          <p:nvPr/>
        </p:nvPicPr>
        <p:blipFill rotWithShape="1">
          <a:blip r:embed="rId5">
            <a:alphaModFix/>
          </a:blip>
          <a:srcRect/>
          <a:stretch/>
        </p:blipFill>
        <p:spPr>
          <a:xfrm rot="-2744266">
            <a:off x="5750994" y="460537"/>
            <a:ext cx="595814" cy="351746"/>
          </a:xfrm>
          <a:prstGeom prst="rect">
            <a:avLst/>
          </a:prstGeom>
          <a:noFill/>
          <a:ln>
            <a:noFill/>
          </a:ln>
        </p:spPr>
      </p:pic>
      <p:sp>
        <p:nvSpPr>
          <p:cNvPr id="4499" name="Google Shape;4499;p406"/>
          <p:cNvSpPr/>
          <p:nvPr/>
        </p:nvSpPr>
        <p:spPr>
          <a:xfrm rot="8953936">
            <a:off x="7011678" y="1657060"/>
            <a:ext cx="210533" cy="210533"/>
          </a:xfrm>
          <a:prstGeom prst="ellipse">
            <a:avLst/>
          </a:prstGeom>
          <a:solidFill>
            <a:srgbClr val="FF161F"/>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03"/>
        <p:cNvGrpSpPr/>
        <p:nvPr/>
      </p:nvGrpSpPr>
      <p:grpSpPr>
        <a:xfrm>
          <a:off x="0" y="0"/>
          <a:ext cx="0" cy="0"/>
          <a:chOff x="0" y="0"/>
          <a:chExt cx="0" cy="0"/>
        </a:xfrm>
      </p:grpSpPr>
      <p:pic>
        <p:nvPicPr>
          <p:cNvPr id="4504" name="Google Shape;4504;p407"/>
          <p:cNvPicPr preferRelativeResize="0"/>
          <p:nvPr/>
        </p:nvPicPr>
        <p:blipFill rotWithShape="1">
          <a:blip r:embed="rId3">
            <a:alphaModFix/>
          </a:blip>
          <a:srcRect l="-398" t="30200" r="53549" b="6021"/>
          <a:stretch/>
        </p:blipFill>
        <p:spPr>
          <a:xfrm rot="-573652">
            <a:off x="5678584" y="2638764"/>
            <a:ext cx="8603296" cy="4647676"/>
          </a:xfrm>
          <a:prstGeom prst="rect">
            <a:avLst/>
          </a:prstGeom>
          <a:noFill/>
          <a:ln>
            <a:noFill/>
          </a:ln>
        </p:spPr>
      </p:pic>
      <p:sp>
        <p:nvSpPr>
          <p:cNvPr id="4505" name="Google Shape;4505;p407"/>
          <p:cNvSpPr/>
          <p:nvPr/>
        </p:nvSpPr>
        <p:spPr>
          <a:xfrm rot="-3438164">
            <a:off x="10617304" y="5326466"/>
            <a:ext cx="408182" cy="408182"/>
          </a:xfrm>
          <a:prstGeom prst="ellipse">
            <a:avLst/>
          </a:prstGeom>
          <a:solidFill>
            <a:srgbClr val="FA161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4506" name="Google Shape;4506;p407"/>
          <p:cNvSpPr/>
          <p:nvPr/>
        </p:nvSpPr>
        <p:spPr>
          <a:xfrm>
            <a:off x="9084502" y="3402930"/>
            <a:ext cx="1317300" cy="1317300"/>
          </a:xfrm>
          <a:prstGeom prst="ellipse">
            <a:avLst/>
          </a:prstGeom>
          <a:solidFill>
            <a:srgbClr val="FA161E"/>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4200"/>
              <a:buFont typeface="Arial"/>
              <a:buNone/>
            </a:pPr>
            <a:r>
              <a:rPr lang="pt-BR" sz="4200" b="1" i="0" u="none" strike="noStrike" cap="none" dirty="0">
                <a:solidFill>
                  <a:srgbClr val="FFFFFF"/>
                </a:solidFill>
                <a:latin typeface="Poppins"/>
                <a:ea typeface="Poppins"/>
                <a:cs typeface="Poppins"/>
                <a:sym typeface="Poppins"/>
              </a:rPr>
              <a:t>2</a:t>
            </a:r>
            <a:r>
              <a:rPr lang="pt-BR" sz="4200" b="1" dirty="0">
                <a:solidFill>
                  <a:srgbClr val="FFFFFF"/>
                </a:solidFill>
                <a:latin typeface="Poppins"/>
                <a:ea typeface="Poppins"/>
                <a:cs typeface="Poppins"/>
                <a:sym typeface="Poppins"/>
              </a:rPr>
              <a:t>6</a:t>
            </a:r>
            <a:endParaRPr sz="4200" b="0" i="0" u="none" strike="noStrike" cap="none" dirty="0">
              <a:solidFill>
                <a:srgbClr val="FFFFFF"/>
              </a:solidFill>
              <a:latin typeface="Calibri"/>
              <a:ea typeface="Calibri"/>
              <a:cs typeface="Calibri"/>
              <a:sym typeface="Calibri"/>
            </a:endParaRPr>
          </a:p>
        </p:txBody>
      </p:sp>
      <p:cxnSp>
        <p:nvCxnSpPr>
          <p:cNvPr id="4507" name="Google Shape;4507;p407"/>
          <p:cNvCxnSpPr/>
          <p:nvPr/>
        </p:nvCxnSpPr>
        <p:spPr>
          <a:xfrm>
            <a:off x="10016903" y="4528943"/>
            <a:ext cx="634200" cy="900300"/>
          </a:xfrm>
          <a:prstGeom prst="straightConnector1">
            <a:avLst/>
          </a:prstGeom>
          <a:noFill/>
          <a:ln w="9525" cap="flat" cmpd="sng">
            <a:solidFill>
              <a:srgbClr val="FA161E"/>
            </a:solidFill>
            <a:prstDash val="solid"/>
            <a:round/>
            <a:headEnd type="none" w="sm" len="sm"/>
            <a:tailEnd type="none" w="sm" len="sm"/>
          </a:ln>
        </p:spPr>
      </p:cxnSp>
      <p:sp>
        <p:nvSpPr>
          <p:cNvPr id="4508" name="Google Shape;4508;p407"/>
          <p:cNvSpPr txBox="1"/>
          <p:nvPr/>
        </p:nvSpPr>
        <p:spPr>
          <a:xfrm>
            <a:off x="3380131" y="4922697"/>
            <a:ext cx="4487700" cy="6993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pt-BR" sz="1800" b="0" i="0" u="none" strike="noStrike" cap="none" dirty="0">
                <a:solidFill>
                  <a:srgbClr val="000000"/>
                </a:solidFill>
                <a:latin typeface="Poppins"/>
                <a:ea typeface="Poppins"/>
                <a:cs typeface="Poppins"/>
                <a:sym typeface="Poppins"/>
              </a:rPr>
              <a:t>Código da aula: SISANO1C1B4S2</a:t>
            </a:r>
            <a:r>
              <a:rPr lang="pt-BR" sz="1800" dirty="0">
                <a:latin typeface="Poppins"/>
                <a:ea typeface="Poppins"/>
                <a:cs typeface="Poppins"/>
                <a:sym typeface="Poppins"/>
              </a:rPr>
              <a:t>6</a:t>
            </a:r>
            <a:r>
              <a:rPr lang="pt-BR" sz="1800" b="0" i="0" u="none" strike="noStrike" cap="none" dirty="0">
                <a:solidFill>
                  <a:srgbClr val="000000"/>
                </a:solidFill>
                <a:latin typeface="Poppins"/>
                <a:ea typeface="Poppins"/>
                <a:cs typeface="Poppins"/>
                <a:sym typeface="Poppins"/>
              </a:rPr>
              <a:t>A</a:t>
            </a:r>
            <a:r>
              <a:rPr lang="pt-BR" sz="1800" dirty="0">
                <a:latin typeface="Poppins"/>
                <a:ea typeface="Poppins"/>
                <a:cs typeface="Poppins"/>
                <a:sym typeface="Poppins"/>
              </a:rPr>
              <a:t>3</a:t>
            </a:r>
            <a:endParaRPr sz="1800" b="0" i="0" u="none" strike="noStrike" cap="none" dirty="0">
              <a:solidFill>
                <a:srgbClr val="000000"/>
              </a:solidFill>
              <a:latin typeface="Arial"/>
              <a:ea typeface="Arial"/>
              <a:cs typeface="Arial"/>
              <a:sym typeface="Arial"/>
            </a:endParaRPr>
          </a:p>
        </p:txBody>
      </p:sp>
      <p:sp>
        <p:nvSpPr>
          <p:cNvPr id="4509" name="Google Shape;4509;p407"/>
          <p:cNvSpPr txBox="1"/>
          <p:nvPr/>
        </p:nvSpPr>
        <p:spPr>
          <a:xfrm>
            <a:off x="365760" y="27432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4510" name="Google Shape;4510;p407"/>
          <p:cNvSpPr txBox="1"/>
          <p:nvPr/>
        </p:nvSpPr>
        <p:spPr>
          <a:xfrm>
            <a:off x="154176" y="1212563"/>
            <a:ext cx="1865700" cy="461700"/>
          </a:xfrm>
          <a:prstGeom prst="rect">
            <a:avLst/>
          </a:prstGeom>
          <a:noFill/>
          <a:ln>
            <a:noFill/>
          </a:ln>
        </p:spPr>
        <p:txBody>
          <a:bodyPr spcFirstLastPara="1" wrap="square" lIns="60950" tIns="30450" rIns="60950" bIns="30450" anchor="t" anchorCtr="0">
            <a:spAutoFit/>
          </a:bodyPr>
          <a:lstStyle/>
          <a:p>
            <a:pPr marL="0" marR="0" lvl="0" indent="0" algn="r" rtl="0">
              <a:lnSpc>
                <a:spcPct val="100000"/>
              </a:lnSpc>
              <a:spcBef>
                <a:spcPts val="0"/>
              </a:spcBef>
              <a:spcAft>
                <a:spcPts val="0"/>
              </a:spcAft>
              <a:buClr>
                <a:srgbClr val="000000"/>
              </a:buClr>
              <a:buSzPts val="1300"/>
              <a:buFont typeface="Arial"/>
              <a:buNone/>
            </a:pPr>
            <a:r>
              <a:rPr lang="pt-BR" sz="1300" b="1" i="0" u="none" strike="noStrike" cap="none" dirty="0">
                <a:solidFill>
                  <a:srgbClr val="FFFFFF"/>
                </a:solidFill>
                <a:latin typeface="Poppins"/>
                <a:ea typeface="Poppins"/>
                <a:cs typeface="Poppins"/>
                <a:sym typeface="Poppins"/>
              </a:rPr>
              <a:t>Nome da unidade curricular</a:t>
            </a:r>
            <a:endParaRPr sz="1300" b="0" i="0" u="none" strike="noStrike" cap="none" dirty="0">
              <a:solidFill>
                <a:srgbClr val="000000"/>
              </a:solidFill>
              <a:latin typeface="Arial"/>
              <a:ea typeface="Arial"/>
              <a:cs typeface="Arial"/>
              <a:sym typeface="Arial"/>
            </a:endParaRPr>
          </a:p>
        </p:txBody>
      </p:sp>
      <p:sp>
        <p:nvSpPr>
          <p:cNvPr id="4511" name="Google Shape;4511;p407"/>
          <p:cNvSpPr txBox="1"/>
          <p:nvPr/>
        </p:nvSpPr>
        <p:spPr>
          <a:xfrm>
            <a:off x="2113937" y="653818"/>
            <a:ext cx="2435700" cy="1031100"/>
          </a:xfrm>
          <a:prstGeom prst="rect">
            <a:avLst/>
          </a:prstGeom>
          <a:noFill/>
          <a:ln>
            <a:noFill/>
          </a:ln>
        </p:spPr>
        <p:txBody>
          <a:bodyPr spcFirstLastPara="1" wrap="square" lIns="60950" tIns="30450" rIns="60950" bIns="30450" anchor="t" anchorCtr="0">
            <a:spAutoFit/>
          </a:bodyPr>
          <a:lstStyle/>
          <a:p>
            <a:pPr marL="0" marR="0" lvl="0" indent="0" algn="ctr" rtl="0">
              <a:lnSpc>
                <a:spcPct val="100000"/>
              </a:lnSpc>
              <a:spcBef>
                <a:spcPts val="0"/>
              </a:spcBef>
              <a:spcAft>
                <a:spcPts val="0"/>
              </a:spcAft>
              <a:buClr>
                <a:srgbClr val="000000"/>
              </a:buClr>
              <a:buSzPts val="2100"/>
              <a:buFont typeface="Arial"/>
              <a:buNone/>
            </a:pPr>
            <a:r>
              <a:rPr lang="pt-BR" sz="2100" b="1" i="0" u="none" strike="noStrike" cap="none" dirty="0">
                <a:solidFill>
                  <a:srgbClr val="FFFFFF"/>
                </a:solidFill>
                <a:latin typeface="Poppins"/>
                <a:ea typeface="Poppins"/>
                <a:cs typeface="Poppins"/>
                <a:sym typeface="Poppins"/>
              </a:rPr>
              <a:t>Mapa da Unidade X   Componente Y</a:t>
            </a:r>
            <a:endParaRPr sz="2100" b="0" i="0" u="none" strike="noStrike" cap="none" dirty="0">
              <a:solidFill>
                <a:srgbClr val="000000"/>
              </a:solidFill>
              <a:latin typeface="Arial"/>
              <a:ea typeface="Arial"/>
              <a:cs typeface="Arial"/>
              <a:sym typeface="Arial"/>
            </a:endParaRPr>
          </a:p>
        </p:txBody>
      </p:sp>
      <p:sp>
        <p:nvSpPr>
          <p:cNvPr id="4512" name="Google Shape;4512;p407"/>
          <p:cNvSpPr txBox="1"/>
          <p:nvPr/>
        </p:nvSpPr>
        <p:spPr>
          <a:xfrm>
            <a:off x="3361975" y="3203825"/>
            <a:ext cx="6495600" cy="369300"/>
          </a:xfrm>
          <a:prstGeom prst="rect">
            <a:avLst/>
          </a:prstGeom>
          <a:noFill/>
          <a:ln>
            <a:noFill/>
          </a:ln>
        </p:spPr>
        <p:txBody>
          <a:bodyPr spcFirstLastPara="1" wrap="square" lIns="60950" tIns="30450" rIns="60950" bIns="30450" anchor="t" anchorCtr="0">
            <a:spAutoFit/>
          </a:bodyPr>
          <a:lstStyle/>
          <a:p>
            <a:pPr marL="0" lvl="0" indent="0" algn="l" rtl="0">
              <a:spcBef>
                <a:spcPts val="0"/>
              </a:spcBef>
              <a:spcAft>
                <a:spcPts val="0"/>
              </a:spcAft>
              <a:buClr>
                <a:schemeClr val="dk1"/>
              </a:buClr>
              <a:buSzPts val="1100"/>
              <a:buFont typeface="Arial"/>
              <a:buNone/>
            </a:pPr>
            <a:r>
              <a:rPr lang="pt-BR" sz="2000" dirty="0">
                <a:latin typeface="Poppins"/>
                <a:ea typeface="Poppins"/>
                <a:cs typeface="Poppins"/>
                <a:sym typeface="Poppins"/>
              </a:rPr>
              <a:t>Organizar e apresentar o projeto</a:t>
            </a:r>
            <a:endParaRPr sz="2000" dirty="0">
              <a:latin typeface="Poppins"/>
              <a:ea typeface="Poppins"/>
              <a:cs typeface="Poppins"/>
              <a:sym typeface="Poppins"/>
            </a:endParaRPr>
          </a:p>
        </p:txBody>
      </p:sp>
      <p:sp>
        <p:nvSpPr>
          <p:cNvPr id="4513" name="Google Shape;4513;p407"/>
          <p:cNvSpPr txBox="1"/>
          <p:nvPr/>
        </p:nvSpPr>
        <p:spPr>
          <a:xfrm>
            <a:off x="3331829" y="2792959"/>
            <a:ext cx="2583000" cy="4308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dirty="0">
                <a:solidFill>
                  <a:srgbClr val="FA161E"/>
                </a:solidFill>
                <a:latin typeface="Poppins"/>
                <a:ea typeface="Poppins"/>
                <a:cs typeface="Poppins"/>
                <a:sym typeface="Poppins"/>
              </a:rPr>
              <a:t>Você está aqui!</a:t>
            </a:r>
            <a:endParaRPr sz="2400" b="0" i="0" u="none" strike="noStrike" cap="none" dirty="0">
              <a:solidFill>
                <a:srgbClr val="000000"/>
              </a:solidFill>
              <a:latin typeface="Arial"/>
              <a:ea typeface="Arial"/>
              <a:cs typeface="Arial"/>
              <a:sym typeface="Arial"/>
            </a:endParaRPr>
          </a:p>
        </p:txBody>
      </p:sp>
      <p:sp>
        <p:nvSpPr>
          <p:cNvPr id="4514" name="Google Shape;4514;p407"/>
          <p:cNvSpPr txBox="1"/>
          <p:nvPr/>
        </p:nvSpPr>
        <p:spPr>
          <a:xfrm>
            <a:off x="3380126" y="3980163"/>
            <a:ext cx="5674500" cy="535500"/>
          </a:xfrm>
          <a:prstGeom prst="rect">
            <a:avLst/>
          </a:prstGeom>
          <a:noFill/>
          <a:ln>
            <a:noFill/>
          </a:ln>
        </p:spPr>
        <p:txBody>
          <a:bodyPr spcFirstLastPara="1" wrap="square" lIns="60950" tIns="30450" rIns="60950" bIns="30450" anchor="t" anchorCtr="0">
            <a:noAutofit/>
          </a:bodyPr>
          <a:lstStyle/>
          <a:p>
            <a:pPr marL="0" lvl="0" indent="0" algn="l" rtl="0">
              <a:spcBef>
                <a:spcPts val="0"/>
              </a:spcBef>
              <a:spcAft>
                <a:spcPts val="0"/>
              </a:spcAft>
              <a:buClr>
                <a:schemeClr val="dk1"/>
              </a:buClr>
              <a:buSzPts val="1100"/>
              <a:buFont typeface="Arial"/>
              <a:buNone/>
            </a:pPr>
            <a:r>
              <a:rPr lang="pt-BR" sz="2200" b="1" dirty="0">
                <a:solidFill>
                  <a:schemeClr val="dk1"/>
                </a:solidFill>
                <a:latin typeface="Poppins"/>
                <a:ea typeface="Poppins"/>
                <a:cs typeface="Poppins"/>
                <a:sym typeface="Poppins"/>
              </a:rPr>
              <a:t>Aula 3: Deixando o projeto mais claro</a:t>
            </a:r>
            <a:endParaRPr sz="2200" b="1" dirty="0">
              <a:solidFill>
                <a:schemeClr val="dk1"/>
              </a:solidFill>
              <a:latin typeface="Poppins"/>
              <a:ea typeface="Poppins"/>
              <a:cs typeface="Poppins"/>
              <a:sym typeface="Poppins"/>
            </a:endParaRPr>
          </a:p>
        </p:txBody>
      </p:sp>
      <p:sp>
        <p:nvSpPr>
          <p:cNvPr id="4515" name="Google Shape;4515;p407"/>
          <p:cNvSpPr/>
          <p:nvPr/>
        </p:nvSpPr>
        <p:spPr>
          <a:xfrm>
            <a:off x="113993" y="891153"/>
            <a:ext cx="2098800" cy="1571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516" name="Google Shape;4516;p407"/>
          <p:cNvSpPr/>
          <p:nvPr/>
        </p:nvSpPr>
        <p:spPr>
          <a:xfrm>
            <a:off x="2078851" y="383070"/>
            <a:ext cx="2549700" cy="2090700"/>
          </a:xfrm>
          <a:prstGeom prst="roundRect">
            <a:avLst>
              <a:gd name="adj" fmla="val 1407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517" name="Google Shape;4517;p407"/>
          <p:cNvSpPr txBox="1"/>
          <p:nvPr/>
        </p:nvSpPr>
        <p:spPr>
          <a:xfrm>
            <a:off x="135519" y="1439639"/>
            <a:ext cx="1865700" cy="261600"/>
          </a:xfrm>
          <a:prstGeom prst="rect">
            <a:avLst/>
          </a:prstGeom>
          <a:noFill/>
          <a:ln>
            <a:noFill/>
          </a:ln>
        </p:spPr>
        <p:txBody>
          <a:bodyPr spcFirstLastPara="1" wrap="square" lIns="60950" tIns="30450" rIns="60950" bIns="30450" anchor="t" anchorCtr="0">
            <a:spAutoFit/>
          </a:bodyPr>
          <a:lstStyle/>
          <a:p>
            <a:pPr marL="0" lvl="0" indent="0" algn="r" rtl="0">
              <a:spcBef>
                <a:spcPts val="0"/>
              </a:spcBef>
              <a:spcAft>
                <a:spcPts val="0"/>
              </a:spcAft>
              <a:buClr>
                <a:schemeClr val="dk1"/>
              </a:buClr>
              <a:buSzPts val="1300"/>
              <a:buFont typeface="Arial"/>
              <a:buNone/>
            </a:pPr>
            <a:r>
              <a:rPr lang="pt-BR" sz="1300" b="1" dirty="0">
                <a:solidFill>
                  <a:schemeClr val="lt1"/>
                </a:solidFill>
                <a:latin typeface="Poppins"/>
                <a:ea typeface="Poppins"/>
                <a:cs typeface="Poppins"/>
                <a:sym typeface="Poppins"/>
              </a:rPr>
              <a:t>Vetores e matrizes</a:t>
            </a:r>
            <a:endParaRPr sz="1300" b="1" i="0" u="none" strike="noStrike" cap="none" dirty="0">
              <a:solidFill>
                <a:srgbClr val="FFFFFF"/>
              </a:solidFill>
              <a:latin typeface="Poppins"/>
              <a:ea typeface="Poppins"/>
              <a:cs typeface="Poppins"/>
              <a:sym typeface="Poppins"/>
            </a:endParaRPr>
          </a:p>
        </p:txBody>
      </p:sp>
      <p:sp>
        <p:nvSpPr>
          <p:cNvPr id="4518" name="Google Shape;4518;p407"/>
          <p:cNvSpPr txBox="1"/>
          <p:nvPr/>
        </p:nvSpPr>
        <p:spPr>
          <a:xfrm>
            <a:off x="2160045" y="891153"/>
            <a:ext cx="2435700" cy="1031100"/>
          </a:xfrm>
          <a:prstGeom prst="rect">
            <a:avLst/>
          </a:prstGeom>
          <a:noFill/>
          <a:ln>
            <a:noFill/>
          </a:ln>
        </p:spPr>
        <p:txBody>
          <a:bodyPr spcFirstLastPara="1" wrap="square" lIns="60950" tIns="30450" rIns="60950" bIns="30450" anchor="t" anchorCtr="0">
            <a:spAutoFit/>
          </a:bodyPr>
          <a:lstStyle/>
          <a:p>
            <a:pPr marL="0" marR="0" lvl="0" indent="0" algn="ctr" rtl="0">
              <a:lnSpc>
                <a:spcPct val="100000"/>
              </a:lnSpc>
              <a:spcBef>
                <a:spcPts val="0"/>
              </a:spcBef>
              <a:spcAft>
                <a:spcPts val="0"/>
              </a:spcAft>
              <a:buClr>
                <a:srgbClr val="000000"/>
              </a:buClr>
              <a:buSzPts val="2100"/>
              <a:buFont typeface="Arial"/>
              <a:buNone/>
            </a:pPr>
            <a:r>
              <a:rPr lang="pt-BR" sz="2100" b="1" i="0" u="none" strike="noStrike" cap="none" dirty="0">
                <a:solidFill>
                  <a:srgbClr val="FFFFFF"/>
                </a:solidFill>
                <a:latin typeface="Poppins"/>
                <a:ea typeface="Poppins"/>
                <a:cs typeface="Poppins"/>
                <a:sym typeface="Poppins"/>
              </a:rPr>
              <a:t>Mapa da Unidade </a:t>
            </a:r>
            <a:r>
              <a:rPr lang="pt-BR" sz="2100" b="1" dirty="0">
                <a:solidFill>
                  <a:srgbClr val="FFFFFF"/>
                </a:solidFill>
                <a:latin typeface="Poppins"/>
                <a:ea typeface="Poppins"/>
                <a:cs typeface="Poppins"/>
                <a:sym typeface="Poppins"/>
              </a:rPr>
              <a:t>6</a:t>
            </a:r>
            <a:r>
              <a:rPr lang="pt-BR" sz="2100" b="1" i="0" u="none" strike="noStrike" cap="none" dirty="0">
                <a:solidFill>
                  <a:srgbClr val="FFFFFF"/>
                </a:solidFill>
                <a:latin typeface="Poppins"/>
                <a:ea typeface="Poppins"/>
                <a:cs typeface="Poppins"/>
                <a:sym typeface="Poppins"/>
              </a:rPr>
              <a:t>  Componente 1</a:t>
            </a:r>
            <a:endParaRPr sz="2100" b="0"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522"/>
        <p:cNvGrpSpPr/>
        <p:nvPr/>
      </p:nvGrpSpPr>
      <p:grpSpPr>
        <a:xfrm>
          <a:off x="0" y="0"/>
          <a:ext cx="0" cy="0"/>
          <a:chOff x="0" y="0"/>
          <a:chExt cx="0" cy="0"/>
        </a:xfrm>
      </p:grpSpPr>
      <p:sp>
        <p:nvSpPr>
          <p:cNvPr id="4523" name="Google Shape;4523;p408"/>
          <p:cNvSpPr txBox="1"/>
          <p:nvPr/>
        </p:nvSpPr>
        <p:spPr>
          <a:xfrm>
            <a:off x="6215922" y="319790"/>
            <a:ext cx="184800" cy="188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524" name="Google Shape;4524;p408"/>
          <p:cNvSpPr txBox="1">
            <a:spLocks noGrp="1"/>
          </p:cNvSpPr>
          <p:nvPr>
            <p:ph type="body" idx="1"/>
          </p:nvPr>
        </p:nvSpPr>
        <p:spPr>
          <a:xfrm>
            <a:off x="1467908" y="1390650"/>
            <a:ext cx="4399491" cy="13977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500"/>
              <a:buFont typeface="Arial"/>
              <a:buChar char="•"/>
            </a:pPr>
            <a:r>
              <a:rPr lang="pt-BR" dirty="0"/>
              <a:t>Reorganizar o mesmo projeto do bimestre com nomes mais claros, funções bem definidas e menos repetição, mantendo o funcionamento.</a:t>
            </a:r>
            <a:endParaRPr dirty="0"/>
          </a:p>
        </p:txBody>
      </p:sp>
      <p:sp>
        <p:nvSpPr>
          <p:cNvPr id="4525" name="Google Shape;4525;p408"/>
          <p:cNvSpPr txBox="1">
            <a:spLocks noGrp="1"/>
          </p:cNvSpPr>
          <p:nvPr>
            <p:ph type="body" idx="2"/>
          </p:nvPr>
        </p:nvSpPr>
        <p:spPr>
          <a:xfrm>
            <a:off x="7467375" y="1355465"/>
            <a:ext cx="4399490" cy="1555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1500"/>
              <a:buFont typeface="Arial"/>
              <a:buChar char="•"/>
            </a:pPr>
            <a:r>
              <a:rPr lang="pt-BR" dirty="0"/>
              <a:t>Organizar e melhorar a legibilidade de um programa em terminal já funcional, usando nomes claros, funções e redução de trechos repetidos, sem alterar o comportamento esperado.</a:t>
            </a:r>
            <a:endParaRPr dirty="0"/>
          </a:p>
        </p:txBody>
      </p:sp>
      <p:sp>
        <p:nvSpPr>
          <p:cNvPr id="4526" name="Google Shape;4526;p408"/>
          <p:cNvSpPr txBox="1">
            <a:spLocks noGrp="1"/>
          </p:cNvSpPr>
          <p:nvPr>
            <p:ph type="body" idx="3"/>
          </p:nvPr>
        </p:nvSpPr>
        <p:spPr>
          <a:xfrm>
            <a:off x="7467375" y="3649329"/>
            <a:ext cx="4315050" cy="15903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1500"/>
              <a:buFont typeface="Arial"/>
              <a:buChar char="•"/>
            </a:pPr>
            <a:r>
              <a:rPr lang="pt-BR" dirty="0"/>
              <a:t>Exercer autonomia ao revisar o próprio código, melhorar a organização do projeto e apresentar a solução com clareza para a turma.</a:t>
            </a:r>
            <a:endParaRPr dirty="0"/>
          </a:p>
        </p:txBody>
      </p:sp>
      <p:sp>
        <p:nvSpPr>
          <p:cNvPr id="4527" name="Google Shape;4527;p408"/>
          <p:cNvSpPr txBox="1">
            <a:spLocks noGrp="1"/>
          </p:cNvSpPr>
          <p:nvPr>
            <p:ph type="body" idx="4"/>
          </p:nvPr>
        </p:nvSpPr>
        <p:spPr>
          <a:xfrm>
            <a:off x="1467908" y="3429000"/>
            <a:ext cx="4044900" cy="10455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1500"/>
              <a:buFont typeface="Arial"/>
              <a:buChar char="•"/>
            </a:pPr>
            <a:r>
              <a:rPr lang="pt-BR" dirty="0">
                <a:solidFill>
                  <a:schemeClr val="dk1"/>
                </a:solidFill>
              </a:rPr>
              <a:t>Roteiro de atividade prática.</a:t>
            </a:r>
            <a:endParaRPr b="1" dirty="0"/>
          </a:p>
          <a:p>
            <a:pPr marL="342900" marR="0" lvl="0" indent="-342900" algn="l" rtl="0">
              <a:lnSpc>
                <a:spcPct val="100000"/>
              </a:lnSpc>
              <a:spcBef>
                <a:spcPts val="0"/>
              </a:spcBef>
              <a:spcAft>
                <a:spcPts val="0"/>
              </a:spcAft>
              <a:buClr>
                <a:srgbClr val="000000"/>
              </a:buClr>
              <a:buSzPts val="1500"/>
              <a:buFont typeface="Arial"/>
              <a:buChar char="•"/>
            </a:pPr>
            <a:r>
              <a:rPr lang="pt-BR" sz="1500" b="0" i="0" u="none" strike="noStrike" cap="none" dirty="0">
                <a:solidFill>
                  <a:srgbClr val="000000"/>
                </a:solidFill>
                <a:latin typeface="Poppins"/>
                <a:ea typeface="Poppins"/>
                <a:cs typeface="Poppins"/>
                <a:sym typeface="Poppins"/>
              </a:rPr>
              <a:t>Recurso audiovisual para exibição de vídeos e imagens.</a:t>
            </a:r>
            <a:endParaRPr dirty="0"/>
          </a:p>
          <a:p>
            <a:pPr marL="342900" marR="0" lvl="0" indent="-342900" algn="l" rtl="0">
              <a:lnSpc>
                <a:spcPct val="100000"/>
              </a:lnSpc>
              <a:spcBef>
                <a:spcPts val="0"/>
              </a:spcBef>
              <a:spcAft>
                <a:spcPts val="0"/>
              </a:spcAft>
              <a:buClr>
                <a:srgbClr val="000000"/>
              </a:buClr>
              <a:buSzPts val="1500"/>
              <a:buFont typeface="Arial"/>
              <a:buChar char="•"/>
            </a:pPr>
            <a:r>
              <a:rPr lang="pt-BR" sz="1500" b="0" i="0" u="none" strike="noStrike" cap="none" dirty="0">
                <a:solidFill>
                  <a:srgbClr val="000000"/>
                </a:solidFill>
                <a:latin typeface="Poppins"/>
                <a:ea typeface="Poppins"/>
                <a:cs typeface="Poppins"/>
                <a:sym typeface="Poppins"/>
              </a:rPr>
              <a:t>Caneta e caderno para anotações.</a:t>
            </a:r>
            <a:endParaRPr dirty="0"/>
          </a:p>
          <a:p>
            <a:pPr marL="342900" marR="0" lvl="0" indent="-342900" algn="l" rtl="0">
              <a:lnSpc>
                <a:spcPct val="100000"/>
              </a:lnSpc>
              <a:spcBef>
                <a:spcPts val="0"/>
              </a:spcBef>
              <a:spcAft>
                <a:spcPts val="0"/>
              </a:spcAft>
              <a:buClr>
                <a:srgbClr val="000000"/>
              </a:buClr>
              <a:buSzPts val="1500"/>
              <a:buFont typeface="Arial"/>
              <a:buChar char="•"/>
            </a:pPr>
            <a:r>
              <a:rPr lang="pt-BR" sz="1500" b="0" i="0" u="none" strike="noStrike" cap="none" dirty="0">
                <a:solidFill>
                  <a:srgbClr val="000000"/>
                </a:solidFill>
                <a:latin typeface="Poppins"/>
                <a:ea typeface="Poppins"/>
                <a:cs typeface="Poppins"/>
                <a:sym typeface="Poppins"/>
              </a:rPr>
              <a:t>Computador com internet.</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31"/>
        <p:cNvGrpSpPr/>
        <p:nvPr/>
      </p:nvGrpSpPr>
      <p:grpSpPr>
        <a:xfrm>
          <a:off x="0" y="0"/>
          <a:ext cx="0" cy="0"/>
          <a:chOff x="0" y="0"/>
          <a:chExt cx="0" cy="0"/>
        </a:xfrm>
      </p:grpSpPr>
      <p:sp>
        <p:nvSpPr>
          <p:cNvPr id="4532" name="Google Shape;4532;p409"/>
          <p:cNvSpPr txBox="1">
            <a:spLocks noGrp="1"/>
          </p:cNvSpPr>
          <p:nvPr>
            <p:ph type="body" idx="1"/>
          </p:nvPr>
        </p:nvSpPr>
        <p:spPr>
          <a:xfrm>
            <a:off x="3413751" y="732802"/>
            <a:ext cx="8057100" cy="3669900"/>
          </a:xfrm>
          <a:prstGeom prst="rect">
            <a:avLst/>
          </a:prstGeom>
          <a:noFill/>
          <a:ln>
            <a:noFill/>
          </a:ln>
        </p:spPr>
        <p:txBody>
          <a:bodyPr spcFirstLastPara="1" wrap="square" lIns="91425" tIns="45700" rIns="91425" bIns="45700" anchor="t" anchorCtr="0">
            <a:noAutofit/>
          </a:bodyPr>
          <a:lstStyle/>
          <a:p>
            <a:pPr marL="0" lvl="0" indent="0" algn="l" rtl="0">
              <a:spcAft>
                <a:spcPts val="1200"/>
              </a:spcAft>
              <a:buSzPts val="1400"/>
              <a:buNone/>
            </a:pPr>
            <a:r>
              <a:rPr lang="pt-BR" sz="2200" dirty="0"/>
              <a:t>Na aula anterior, aprendemos a extrair uma função quando encontramos um trecho de código repetido. Também vimos que uma função pode ser reutilizada em diferentes partes do programa.</a:t>
            </a:r>
            <a:endParaRPr sz="2200" dirty="0"/>
          </a:p>
          <a:p>
            <a:pPr marL="0" lvl="0" indent="0" algn="l" rtl="0">
              <a:spcAft>
                <a:spcPts val="1200"/>
              </a:spcAft>
              <a:buSzPts val="1400"/>
              <a:buNone/>
            </a:pPr>
            <a:r>
              <a:rPr lang="pt-BR" sz="2200" dirty="0"/>
              <a:t>Agora vamos olhar novamente para o código completo da Papelaria Ponto Certo e procurar outras oportunidades de reorganização.</a:t>
            </a:r>
            <a:endParaRPr sz="2200" dirty="0"/>
          </a:p>
        </p:txBody>
      </p:sp>
      <p:grpSp>
        <p:nvGrpSpPr>
          <p:cNvPr id="4533" name="Google Shape;4533;p409"/>
          <p:cNvGrpSpPr/>
          <p:nvPr/>
        </p:nvGrpSpPr>
        <p:grpSpPr>
          <a:xfrm>
            <a:off x="11470851" y="-15180"/>
            <a:ext cx="721836" cy="732801"/>
            <a:chOff x="17205424" y="-22770"/>
            <a:chExt cx="1082700" cy="1099146"/>
          </a:xfrm>
        </p:grpSpPr>
        <p:sp>
          <p:nvSpPr>
            <p:cNvPr id="4534" name="Google Shape;4534;p409"/>
            <p:cNvSpPr/>
            <p:nvPr/>
          </p:nvSpPr>
          <p:spPr>
            <a:xfrm flipH="1">
              <a:off x="17208525" y="0"/>
              <a:ext cx="1079474" cy="1076376"/>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933"/>
                <a:buFont typeface="Arial"/>
                <a:buNone/>
              </a:pPr>
              <a:endParaRPr sz="933" b="0" i="0" u="none" strike="noStrike" cap="none" dirty="0">
                <a:solidFill>
                  <a:srgbClr val="000000"/>
                </a:solidFill>
                <a:latin typeface="Arial"/>
                <a:ea typeface="Arial"/>
                <a:cs typeface="Arial"/>
                <a:sym typeface="Arial"/>
              </a:endParaRPr>
            </a:p>
          </p:txBody>
        </p:sp>
        <p:grpSp>
          <p:nvGrpSpPr>
            <p:cNvPr id="4535" name="Google Shape;4535;p409"/>
            <p:cNvGrpSpPr/>
            <p:nvPr/>
          </p:nvGrpSpPr>
          <p:grpSpPr>
            <a:xfrm>
              <a:off x="17492825" y="308532"/>
              <a:ext cx="573896" cy="683969"/>
              <a:chOff x="16810081" y="921861"/>
              <a:chExt cx="743774" cy="886429"/>
            </a:xfrm>
          </p:grpSpPr>
          <p:grpSp>
            <p:nvGrpSpPr>
              <p:cNvPr id="4536" name="Google Shape;4536;p409"/>
              <p:cNvGrpSpPr/>
              <p:nvPr/>
            </p:nvGrpSpPr>
            <p:grpSpPr>
              <a:xfrm>
                <a:off x="16810084" y="1434434"/>
                <a:ext cx="691713" cy="373856"/>
                <a:chOff x="16866377" y="1492565"/>
                <a:chExt cx="691713" cy="373856"/>
              </a:xfrm>
            </p:grpSpPr>
            <p:sp>
              <p:nvSpPr>
                <p:cNvPr id="4537" name="Google Shape;4537;p409"/>
                <p:cNvSpPr/>
                <p:nvPr/>
              </p:nvSpPr>
              <p:spPr>
                <a:xfrm>
                  <a:off x="17335767" y="1492565"/>
                  <a:ext cx="148209" cy="148209"/>
                </a:xfrm>
                <a:custGeom>
                  <a:avLst/>
                  <a:gdLst/>
                  <a:ahLst/>
                  <a:cxnLst/>
                  <a:rect l="l" t="t" r="r" b="b"/>
                  <a:pathLst>
                    <a:path w="148209" h="148209" extrusionOk="0">
                      <a:moveTo>
                        <a:pt x="148209" y="74104"/>
                      </a:moveTo>
                      <a:cubicBezTo>
                        <a:pt x="148209" y="115031"/>
                        <a:pt x="115031" y="148209"/>
                        <a:pt x="74104" y="148209"/>
                      </a:cubicBezTo>
                      <a:cubicBezTo>
                        <a:pt x="33178" y="148209"/>
                        <a:pt x="0" y="115031"/>
                        <a:pt x="0" y="74104"/>
                      </a:cubicBezTo>
                      <a:cubicBezTo>
                        <a:pt x="0" y="33178"/>
                        <a:pt x="33178" y="0"/>
                        <a:pt x="74104" y="0"/>
                      </a:cubicBezTo>
                      <a:cubicBezTo>
                        <a:pt x="115031" y="0"/>
                        <a:pt x="148209" y="33178"/>
                        <a:pt x="148209" y="74104"/>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538" name="Google Shape;4538;p409"/>
                <p:cNvSpPr/>
                <p:nvPr/>
              </p:nvSpPr>
              <p:spPr>
                <a:xfrm>
                  <a:off x="16940479" y="1492565"/>
                  <a:ext cx="148209" cy="148209"/>
                </a:xfrm>
                <a:custGeom>
                  <a:avLst/>
                  <a:gdLst/>
                  <a:ahLst/>
                  <a:cxnLst/>
                  <a:rect l="l" t="t" r="r" b="b"/>
                  <a:pathLst>
                    <a:path w="148209" h="148209" extrusionOk="0">
                      <a:moveTo>
                        <a:pt x="148209" y="74104"/>
                      </a:moveTo>
                      <a:cubicBezTo>
                        <a:pt x="148209" y="115031"/>
                        <a:pt x="115031" y="148209"/>
                        <a:pt x="74104" y="148209"/>
                      </a:cubicBezTo>
                      <a:cubicBezTo>
                        <a:pt x="33178" y="148209"/>
                        <a:pt x="0" y="115031"/>
                        <a:pt x="0" y="74104"/>
                      </a:cubicBezTo>
                      <a:cubicBezTo>
                        <a:pt x="0" y="33178"/>
                        <a:pt x="33178" y="0"/>
                        <a:pt x="74104" y="0"/>
                      </a:cubicBezTo>
                      <a:cubicBezTo>
                        <a:pt x="115031" y="0"/>
                        <a:pt x="148209" y="33178"/>
                        <a:pt x="148209" y="74104"/>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539" name="Google Shape;4539;p409"/>
                <p:cNvSpPr/>
                <p:nvPr/>
              </p:nvSpPr>
              <p:spPr>
                <a:xfrm>
                  <a:off x="17289475" y="1660871"/>
                  <a:ext cx="268615" cy="148399"/>
                </a:xfrm>
                <a:custGeom>
                  <a:avLst/>
                  <a:gdLst/>
                  <a:ahLst/>
                  <a:cxnLst/>
                  <a:rect l="l" t="t" r="r" b="b"/>
                  <a:pathLst>
                    <a:path w="268615" h="148399" extrusionOk="0">
                      <a:moveTo>
                        <a:pt x="253746" y="44101"/>
                      </a:moveTo>
                      <a:cubicBezTo>
                        <a:pt x="232401" y="27476"/>
                        <a:pt x="207702" y="15681"/>
                        <a:pt x="181356" y="9525"/>
                      </a:cubicBezTo>
                      <a:cubicBezTo>
                        <a:pt x="161530" y="3742"/>
                        <a:pt x="141041" y="541"/>
                        <a:pt x="120396" y="0"/>
                      </a:cubicBezTo>
                      <a:cubicBezTo>
                        <a:pt x="99702" y="-45"/>
                        <a:pt x="79130" y="3169"/>
                        <a:pt x="59436" y="9525"/>
                      </a:cubicBezTo>
                      <a:cubicBezTo>
                        <a:pt x="39707" y="14783"/>
                        <a:pt x="20843" y="22868"/>
                        <a:pt x="3429" y="33529"/>
                      </a:cubicBezTo>
                      <a:cubicBezTo>
                        <a:pt x="2286" y="34862"/>
                        <a:pt x="1238" y="36196"/>
                        <a:pt x="0" y="37434"/>
                      </a:cubicBezTo>
                      <a:cubicBezTo>
                        <a:pt x="27701" y="44889"/>
                        <a:pt x="53615" y="57847"/>
                        <a:pt x="76200" y="75534"/>
                      </a:cubicBezTo>
                      <a:cubicBezTo>
                        <a:pt x="94021" y="88541"/>
                        <a:pt x="104425" y="109385"/>
                        <a:pt x="104108" y="131446"/>
                      </a:cubicBezTo>
                      <a:lnTo>
                        <a:pt x="104108" y="148400"/>
                      </a:lnTo>
                      <a:lnTo>
                        <a:pt x="268605" y="148400"/>
                      </a:lnTo>
                      <a:lnTo>
                        <a:pt x="268605" y="73819"/>
                      </a:lnTo>
                      <a:cubicBezTo>
                        <a:pt x="268892" y="62061"/>
                        <a:pt x="263324" y="50927"/>
                        <a:pt x="253746" y="44101"/>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540" name="Google Shape;4540;p409"/>
                <p:cNvSpPr/>
                <p:nvPr/>
              </p:nvSpPr>
              <p:spPr>
                <a:xfrm>
                  <a:off x="16866377" y="1660872"/>
                  <a:ext cx="268605" cy="148399"/>
                </a:xfrm>
                <a:custGeom>
                  <a:avLst/>
                  <a:gdLst/>
                  <a:ahLst/>
                  <a:cxnLst/>
                  <a:rect l="l" t="t" r="r" b="b"/>
                  <a:pathLst>
                    <a:path w="268605" h="148399" extrusionOk="0">
                      <a:moveTo>
                        <a:pt x="164687" y="131445"/>
                      </a:moveTo>
                      <a:cubicBezTo>
                        <a:pt x="164708" y="110012"/>
                        <a:pt x="174533" y="89766"/>
                        <a:pt x="191357" y="76486"/>
                      </a:cubicBezTo>
                      <a:lnTo>
                        <a:pt x="192500" y="75534"/>
                      </a:lnTo>
                      <a:lnTo>
                        <a:pt x="193739" y="74676"/>
                      </a:lnTo>
                      <a:cubicBezTo>
                        <a:pt x="216581" y="58427"/>
                        <a:pt x="241848" y="45890"/>
                        <a:pt x="268605" y="37529"/>
                      </a:cubicBezTo>
                      <a:cubicBezTo>
                        <a:pt x="266700" y="35529"/>
                        <a:pt x="264986" y="33433"/>
                        <a:pt x="263176" y="31338"/>
                      </a:cubicBezTo>
                      <a:cubicBezTo>
                        <a:pt x="246437" y="21538"/>
                        <a:pt x="228377" y="14193"/>
                        <a:pt x="209550" y="9525"/>
                      </a:cubicBezTo>
                      <a:cubicBezTo>
                        <a:pt x="189726" y="3734"/>
                        <a:pt x="169235" y="532"/>
                        <a:pt x="148590" y="0"/>
                      </a:cubicBezTo>
                      <a:cubicBezTo>
                        <a:pt x="127896" y="-39"/>
                        <a:pt x="107326" y="3176"/>
                        <a:pt x="87630" y="9525"/>
                      </a:cubicBezTo>
                      <a:cubicBezTo>
                        <a:pt x="61651" y="16693"/>
                        <a:pt x="37144" y="28399"/>
                        <a:pt x="15240" y="44101"/>
                      </a:cubicBezTo>
                      <a:cubicBezTo>
                        <a:pt x="5858" y="51134"/>
                        <a:pt x="236" y="62096"/>
                        <a:pt x="0" y="73819"/>
                      </a:cubicBezTo>
                      <a:lnTo>
                        <a:pt x="0" y="148400"/>
                      </a:lnTo>
                      <a:lnTo>
                        <a:pt x="164687" y="148400"/>
                      </a:ln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541" name="Google Shape;4541;p409"/>
                <p:cNvSpPr/>
                <p:nvPr/>
              </p:nvSpPr>
              <p:spPr>
                <a:xfrm>
                  <a:off x="17064018" y="1718592"/>
                  <a:ext cx="296430" cy="147829"/>
                </a:xfrm>
                <a:custGeom>
                  <a:avLst/>
                  <a:gdLst/>
                  <a:ahLst/>
                  <a:cxnLst/>
                  <a:rect l="l" t="t" r="r" b="b"/>
                  <a:pathLst>
                    <a:path w="296430" h="147829" extrusionOk="0">
                      <a:moveTo>
                        <a:pt x="0" y="147830"/>
                      </a:moveTo>
                      <a:lnTo>
                        <a:pt x="0" y="73725"/>
                      </a:lnTo>
                      <a:cubicBezTo>
                        <a:pt x="45" y="62069"/>
                        <a:pt x="5544" y="51107"/>
                        <a:pt x="14859" y="44102"/>
                      </a:cubicBezTo>
                      <a:cubicBezTo>
                        <a:pt x="36723" y="28334"/>
                        <a:pt x="61243" y="16622"/>
                        <a:pt x="87249" y="9527"/>
                      </a:cubicBezTo>
                      <a:cubicBezTo>
                        <a:pt x="106934" y="3133"/>
                        <a:pt x="127512" y="-82"/>
                        <a:pt x="148209" y="2"/>
                      </a:cubicBezTo>
                      <a:cubicBezTo>
                        <a:pt x="168859" y="486"/>
                        <a:pt x="189355" y="3690"/>
                        <a:pt x="209169" y="9527"/>
                      </a:cubicBezTo>
                      <a:cubicBezTo>
                        <a:pt x="235567" y="15619"/>
                        <a:pt x="260308" y="27421"/>
                        <a:pt x="281654" y="44102"/>
                      </a:cubicBezTo>
                      <a:cubicBezTo>
                        <a:pt x="291195" y="50908"/>
                        <a:pt x="296728" y="62010"/>
                        <a:pt x="296418" y="73725"/>
                      </a:cubicBezTo>
                      <a:lnTo>
                        <a:pt x="296418" y="147830"/>
                      </a:ln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542" name="Google Shape;4542;p409"/>
                <p:cNvSpPr/>
                <p:nvPr/>
              </p:nvSpPr>
              <p:spPr>
                <a:xfrm>
                  <a:off x="17138123" y="1550192"/>
                  <a:ext cx="148209" cy="148209"/>
                </a:xfrm>
                <a:custGeom>
                  <a:avLst/>
                  <a:gdLst/>
                  <a:ahLst/>
                  <a:cxnLst/>
                  <a:rect l="l" t="t" r="r" b="b"/>
                  <a:pathLst>
                    <a:path w="148209" h="148209" extrusionOk="0">
                      <a:moveTo>
                        <a:pt x="148209" y="74105"/>
                      </a:moveTo>
                      <a:cubicBezTo>
                        <a:pt x="148209" y="115031"/>
                        <a:pt x="115031" y="148209"/>
                        <a:pt x="74105" y="148209"/>
                      </a:cubicBezTo>
                      <a:cubicBezTo>
                        <a:pt x="33178" y="148209"/>
                        <a:pt x="0" y="115031"/>
                        <a:pt x="0" y="74105"/>
                      </a:cubicBezTo>
                      <a:cubicBezTo>
                        <a:pt x="0" y="33178"/>
                        <a:pt x="33178" y="0"/>
                        <a:pt x="74105" y="0"/>
                      </a:cubicBezTo>
                      <a:cubicBezTo>
                        <a:pt x="115031" y="0"/>
                        <a:pt x="148209" y="33178"/>
                        <a:pt x="148209" y="74105"/>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grpSp>
          <p:grpSp>
            <p:nvGrpSpPr>
              <p:cNvPr id="4543" name="Google Shape;4543;p409"/>
              <p:cNvGrpSpPr/>
              <p:nvPr/>
            </p:nvGrpSpPr>
            <p:grpSpPr>
              <a:xfrm>
                <a:off x="16810081" y="921861"/>
                <a:ext cx="743774" cy="512573"/>
                <a:chOff x="16933626" y="782036"/>
                <a:chExt cx="743774" cy="512573"/>
              </a:xfrm>
            </p:grpSpPr>
            <p:sp>
              <p:nvSpPr>
                <p:cNvPr id="4544" name="Google Shape;4544;p409"/>
                <p:cNvSpPr/>
                <p:nvPr/>
              </p:nvSpPr>
              <p:spPr>
                <a:xfrm>
                  <a:off x="16933626" y="782036"/>
                  <a:ext cx="476250" cy="428625"/>
                </a:xfrm>
                <a:custGeom>
                  <a:avLst/>
                  <a:gdLst/>
                  <a:ahLst/>
                  <a:cxnLst/>
                  <a:rect l="l" t="t" r="r" b="b"/>
                  <a:pathLst>
                    <a:path w="476250" h="428625" extrusionOk="0">
                      <a:moveTo>
                        <a:pt x="323850" y="66675"/>
                      </a:moveTo>
                      <a:lnTo>
                        <a:pt x="476250" y="66675"/>
                      </a:lnTo>
                      <a:lnTo>
                        <a:pt x="476250" y="38100"/>
                      </a:lnTo>
                      <a:cubicBezTo>
                        <a:pt x="476250" y="17145"/>
                        <a:pt x="459105" y="0"/>
                        <a:pt x="438150" y="0"/>
                      </a:cubicBezTo>
                      <a:lnTo>
                        <a:pt x="38100" y="0"/>
                      </a:lnTo>
                      <a:cubicBezTo>
                        <a:pt x="17145" y="0"/>
                        <a:pt x="0" y="17145"/>
                        <a:pt x="0" y="38100"/>
                      </a:cubicBezTo>
                      <a:lnTo>
                        <a:pt x="0" y="295275"/>
                      </a:lnTo>
                      <a:cubicBezTo>
                        <a:pt x="0" y="316230"/>
                        <a:pt x="17145" y="333375"/>
                        <a:pt x="38100" y="333375"/>
                      </a:cubicBezTo>
                      <a:lnTo>
                        <a:pt x="95250" y="333375"/>
                      </a:lnTo>
                      <a:lnTo>
                        <a:pt x="95250" y="428625"/>
                      </a:lnTo>
                      <a:lnTo>
                        <a:pt x="190500" y="333375"/>
                      </a:lnTo>
                      <a:lnTo>
                        <a:pt x="247650" y="333375"/>
                      </a:lnTo>
                      <a:lnTo>
                        <a:pt x="247650" y="142875"/>
                      </a:lnTo>
                      <a:cubicBezTo>
                        <a:pt x="247650" y="100965"/>
                        <a:pt x="281940" y="66675"/>
                        <a:pt x="323850" y="66675"/>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545" name="Google Shape;4545;p409"/>
                <p:cNvSpPr/>
                <p:nvPr/>
              </p:nvSpPr>
              <p:spPr>
                <a:xfrm>
                  <a:off x="17201150" y="865984"/>
                  <a:ext cx="476250" cy="428625"/>
                </a:xfrm>
                <a:custGeom>
                  <a:avLst/>
                  <a:gdLst/>
                  <a:ahLst/>
                  <a:cxnLst/>
                  <a:rect l="l" t="t" r="r" b="b"/>
                  <a:pathLst>
                    <a:path w="476250" h="428625" extrusionOk="0">
                      <a:moveTo>
                        <a:pt x="438150" y="0"/>
                      </a:moveTo>
                      <a:lnTo>
                        <a:pt x="38100" y="0"/>
                      </a:lnTo>
                      <a:cubicBezTo>
                        <a:pt x="17145" y="0"/>
                        <a:pt x="0" y="17145"/>
                        <a:pt x="0" y="38100"/>
                      </a:cubicBezTo>
                      <a:lnTo>
                        <a:pt x="0" y="295275"/>
                      </a:lnTo>
                      <a:cubicBezTo>
                        <a:pt x="0" y="316230"/>
                        <a:pt x="17145" y="333375"/>
                        <a:pt x="38100" y="333375"/>
                      </a:cubicBezTo>
                      <a:lnTo>
                        <a:pt x="285750" y="333375"/>
                      </a:lnTo>
                      <a:lnTo>
                        <a:pt x="381000" y="428625"/>
                      </a:lnTo>
                      <a:lnTo>
                        <a:pt x="381000" y="333375"/>
                      </a:lnTo>
                      <a:lnTo>
                        <a:pt x="438150" y="333375"/>
                      </a:lnTo>
                      <a:cubicBezTo>
                        <a:pt x="459105" y="333375"/>
                        <a:pt x="476250" y="316230"/>
                        <a:pt x="476250" y="295275"/>
                      </a:cubicBezTo>
                      <a:lnTo>
                        <a:pt x="476250" y="38100"/>
                      </a:lnTo>
                      <a:cubicBezTo>
                        <a:pt x="476250" y="17145"/>
                        <a:pt x="459105" y="0"/>
                        <a:pt x="438150" y="0"/>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grpSp>
        </p:grpSp>
        <p:sp>
          <p:nvSpPr>
            <p:cNvPr id="4546" name="Google Shape;4546;p409"/>
            <p:cNvSpPr txBox="1"/>
            <p:nvPr/>
          </p:nvSpPr>
          <p:spPr>
            <a:xfrm>
              <a:off x="17205424" y="-22770"/>
              <a:ext cx="1082700" cy="298200"/>
            </a:xfrm>
            <a:prstGeom prst="rect">
              <a:avLst/>
            </a:prstGeom>
            <a:noFill/>
            <a:ln>
              <a:noFill/>
            </a:ln>
          </p:spPr>
          <p:txBody>
            <a:bodyPr spcFirstLastPara="1" wrap="square" lIns="60950" tIns="30450" rIns="60950" bIns="3045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sz="933" b="1" i="0" u="none" strike="noStrike" cap="none" dirty="0">
                  <a:solidFill>
                    <a:srgbClr val="FFFFFF"/>
                  </a:solidFill>
                  <a:latin typeface="Poppins"/>
                  <a:ea typeface="Poppins"/>
                  <a:cs typeface="Poppins"/>
                  <a:sym typeface="Poppins"/>
                </a:rPr>
                <a:t>Diálogo</a:t>
              </a:r>
              <a:endParaRPr sz="800" b="0" i="0" u="none" strike="noStrike" cap="none" dirty="0">
                <a:solidFill>
                  <a:srgbClr val="000000"/>
                </a:solidFill>
                <a:latin typeface="Poppins"/>
                <a:ea typeface="Poppins"/>
                <a:cs typeface="Poppins"/>
                <a:sym typeface="Poppins"/>
              </a:endParaRPr>
            </a:p>
            <a:p>
              <a:pPr marL="0" marR="0" lvl="0" indent="0" algn="r" rtl="0">
                <a:lnSpc>
                  <a:spcPct val="107000"/>
                </a:lnSpc>
                <a:spcBef>
                  <a:spcPts val="715"/>
                </a:spcBef>
                <a:spcAft>
                  <a:spcPts val="0"/>
                </a:spcAft>
                <a:buClr>
                  <a:srgbClr val="000000"/>
                </a:buClr>
                <a:buSzPts val="2700"/>
                <a:buFont typeface="Arial"/>
                <a:buNone/>
              </a:pPr>
              <a:endParaRPr sz="1333" b="0" i="0" u="none" strike="noStrike" cap="none" dirty="0">
                <a:solidFill>
                  <a:srgbClr val="FFFFFF"/>
                </a:solidFill>
                <a:latin typeface="Poppins"/>
                <a:ea typeface="Poppins"/>
                <a:cs typeface="Poppins"/>
                <a:sym typeface="Poppins"/>
              </a:endParaRPr>
            </a:p>
          </p:txBody>
        </p:sp>
      </p:grpSp>
      <p:sp>
        <p:nvSpPr>
          <p:cNvPr id="4547" name="Google Shape;4547;p409"/>
          <p:cNvSpPr/>
          <p:nvPr/>
        </p:nvSpPr>
        <p:spPr>
          <a:xfrm>
            <a:off x="7494767" y="3555262"/>
            <a:ext cx="1387" cy="11666"/>
          </a:xfrm>
          <a:custGeom>
            <a:avLst/>
            <a:gdLst/>
            <a:ahLst/>
            <a:cxnLst/>
            <a:rect l="l" t="t" r="r" b="b"/>
            <a:pathLst>
              <a:path w="2078" h="17477" extrusionOk="0">
                <a:moveTo>
                  <a:pt x="1044" y="0"/>
                </a:moveTo>
                <a:cubicBezTo>
                  <a:pt x="16" y="5826"/>
                  <a:pt x="-670" y="11651"/>
                  <a:pt x="1044" y="17477"/>
                </a:cubicBezTo>
                <a:cubicBezTo>
                  <a:pt x="2186" y="11651"/>
                  <a:pt x="2643" y="5826"/>
                  <a:pt x="1044" y="0"/>
                </a:cubicBezTo>
                <a:close/>
              </a:path>
            </a:pathLst>
          </a:custGeom>
          <a:solidFill>
            <a:srgbClr val="E7605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548" name="Google Shape;4548;p409"/>
          <p:cNvSpPr/>
          <p:nvPr/>
        </p:nvSpPr>
        <p:spPr>
          <a:xfrm>
            <a:off x="7310524" y="3563486"/>
            <a:ext cx="1491" cy="2287"/>
          </a:xfrm>
          <a:custGeom>
            <a:avLst/>
            <a:gdLst/>
            <a:ahLst/>
            <a:cxnLst/>
            <a:rect l="l" t="t" r="r" b="b"/>
            <a:pathLst>
              <a:path w="2233" h="3426" extrusionOk="0">
                <a:moveTo>
                  <a:pt x="1085" y="3427"/>
                </a:moveTo>
                <a:cubicBezTo>
                  <a:pt x="2799" y="2170"/>
                  <a:pt x="2456" y="1028"/>
                  <a:pt x="971" y="0"/>
                </a:cubicBezTo>
                <a:cubicBezTo>
                  <a:pt x="-286" y="1257"/>
                  <a:pt x="-400" y="2285"/>
                  <a:pt x="1085" y="3427"/>
                </a:cubicBezTo>
                <a:close/>
              </a:path>
            </a:pathLst>
          </a:custGeom>
          <a:solidFill>
            <a:srgbClr val="E7605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549" name="Google Shape;4549;p409"/>
          <p:cNvSpPr/>
          <p:nvPr/>
        </p:nvSpPr>
        <p:spPr>
          <a:xfrm>
            <a:off x="7493559" y="3574186"/>
            <a:ext cx="1328" cy="1249"/>
          </a:xfrm>
          <a:custGeom>
            <a:avLst/>
            <a:gdLst/>
            <a:ahLst/>
            <a:cxnLst/>
            <a:rect l="l" t="t" r="r" b="b"/>
            <a:pathLst>
              <a:path w="1990" h="1871" extrusionOk="0">
                <a:moveTo>
                  <a:pt x="1942" y="56"/>
                </a:moveTo>
                <a:cubicBezTo>
                  <a:pt x="685" y="-172"/>
                  <a:pt x="0" y="285"/>
                  <a:pt x="0" y="1655"/>
                </a:cubicBezTo>
                <a:cubicBezTo>
                  <a:pt x="1599" y="2226"/>
                  <a:pt x="2170" y="1655"/>
                  <a:pt x="1942" y="56"/>
                </a:cubicBezTo>
                <a:close/>
              </a:path>
            </a:pathLst>
          </a:custGeom>
          <a:solidFill>
            <a:srgbClr val="E7605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550" name="Google Shape;4550;p409"/>
          <p:cNvSpPr txBox="1"/>
          <p:nvPr/>
        </p:nvSpPr>
        <p:spPr>
          <a:xfrm>
            <a:off x="3413751" y="3540802"/>
            <a:ext cx="7854900" cy="861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pt-BR" sz="2200" b="1" dirty="0">
                <a:latin typeface="Poppins"/>
                <a:ea typeface="Poppins"/>
                <a:cs typeface="Poppins"/>
                <a:sym typeface="Poppins"/>
              </a:rPr>
              <a:t>Qual outra tarefa do programa aparece em mais de um lugar e poderia ser organizada em uma função?</a:t>
            </a:r>
            <a:endParaRPr sz="2200" b="1" i="0" u="none" strike="noStrike" cap="none" dirty="0">
              <a:solidFill>
                <a:srgbClr val="000000"/>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54"/>
        <p:cNvGrpSpPr/>
        <p:nvPr/>
      </p:nvGrpSpPr>
      <p:grpSpPr>
        <a:xfrm>
          <a:off x="0" y="0"/>
          <a:ext cx="0" cy="0"/>
          <a:chOff x="0" y="0"/>
          <a:chExt cx="0" cy="0"/>
        </a:xfrm>
      </p:grpSpPr>
      <p:sp>
        <p:nvSpPr>
          <p:cNvPr id="4557" name="Google Shape;4557;p410"/>
          <p:cNvSpPr txBox="1"/>
          <p:nvPr/>
        </p:nvSpPr>
        <p:spPr>
          <a:xfrm>
            <a:off x="6136640" y="88392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4558" name="Google Shape;4558;p410"/>
          <p:cNvSpPr txBox="1">
            <a:spLocks noGrp="1"/>
          </p:cNvSpPr>
          <p:nvPr>
            <p:ph type="body" idx="1"/>
          </p:nvPr>
        </p:nvSpPr>
        <p:spPr>
          <a:xfrm>
            <a:off x="2857900" y="394318"/>
            <a:ext cx="6895700" cy="483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pt-BR" sz="3200" b="1" dirty="0">
                <a:solidFill>
                  <a:srgbClr val="FF161F"/>
                </a:solidFill>
                <a:latin typeface="Poppins"/>
                <a:ea typeface="Poppins"/>
                <a:cs typeface="Poppins"/>
                <a:sym typeface="Poppins"/>
              </a:rPr>
              <a:t>Deixando o código pronto para a próxima manutenção</a:t>
            </a:r>
            <a:endParaRPr sz="3200" b="1" dirty="0">
              <a:solidFill>
                <a:srgbClr val="FF161F"/>
              </a:solidFill>
              <a:latin typeface="Poppins"/>
              <a:ea typeface="Poppins"/>
              <a:cs typeface="Poppins"/>
              <a:sym typeface="Poppins"/>
            </a:endParaRPr>
          </a:p>
          <a:p>
            <a:pPr marL="0" lvl="0" indent="0" algn="l" rtl="0">
              <a:lnSpc>
                <a:spcPct val="100000"/>
              </a:lnSpc>
              <a:spcBef>
                <a:spcPts val="0"/>
              </a:spcBef>
              <a:spcAft>
                <a:spcPts val="0"/>
              </a:spcAft>
              <a:buSzPts val="1100"/>
              <a:buNone/>
            </a:pPr>
            <a:endParaRPr sz="3200" b="1" dirty="0">
              <a:solidFill>
                <a:srgbClr val="FF161F"/>
              </a:solidFill>
              <a:latin typeface="Poppins"/>
              <a:ea typeface="Poppins"/>
              <a:cs typeface="Poppins"/>
              <a:sym typeface="Poppins"/>
            </a:endParaRPr>
          </a:p>
          <a:p>
            <a:pPr marL="0" lvl="0" indent="0" algn="l" rtl="0">
              <a:lnSpc>
                <a:spcPct val="100000"/>
              </a:lnSpc>
              <a:spcBef>
                <a:spcPts val="0"/>
              </a:spcBef>
              <a:spcAft>
                <a:spcPts val="0"/>
              </a:spcAft>
              <a:buSzPts val="1100"/>
              <a:buNone/>
            </a:pPr>
            <a:endParaRPr sz="3200" b="1" dirty="0">
              <a:solidFill>
                <a:srgbClr val="FF161F"/>
              </a:solidFill>
              <a:latin typeface="Poppins"/>
              <a:ea typeface="Poppins"/>
              <a:cs typeface="Poppins"/>
              <a:sym typeface="Poppins"/>
            </a:endParaRPr>
          </a:p>
        </p:txBody>
      </p:sp>
      <p:sp>
        <p:nvSpPr>
          <p:cNvPr id="4560" name="Google Shape;4560;p410"/>
          <p:cNvSpPr txBox="1">
            <a:spLocks noGrp="1"/>
          </p:cNvSpPr>
          <p:nvPr>
            <p:ph type="body" idx="4"/>
          </p:nvPr>
        </p:nvSpPr>
        <p:spPr>
          <a:xfrm>
            <a:off x="800025" y="5607626"/>
            <a:ext cx="1979428" cy="428700"/>
          </a:xfrm>
          <a:prstGeom prst="rect">
            <a:avLst/>
          </a:prstGeom>
          <a:noFill/>
          <a:ln>
            <a:noFill/>
          </a:ln>
        </p:spPr>
        <p:txBody>
          <a:bodyPr spcFirstLastPara="1" wrap="square" lIns="91425" tIns="45700" rIns="91425" bIns="45700" anchor="t" anchorCtr="0">
            <a:noAutofit/>
          </a:bodyPr>
          <a:lstStyle/>
          <a:p>
            <a:pPr marL="0" indent="0"/>
            <a:r>
              <a:rPr lang="pt-BR" sz="1200" b="1" dirty="0">
                <a:latin typeface="Poppins"/>
                <a:ea typeface="Poppins"/>
                <a:cs typeface="Poppins"/>
                <a:sym typeface="Poppins"/>
              </a:rPr>
              <a:t>Roteiro preenchido</a:t>
            </a:r>
            <a:br>
              <a:rPr lang="pt-BR" sz="1200" dirty="0"/>
            </a:br>
            <a:r>
              <a:rPr lang="pt-BR" sz="1200" b="1" dirty="0">
                <a:latin typeface="Poppins"/>
                <a:cs typeface="Poppins"/>
              </a:rPr>
              <a:t>(imagem, .doc ou .pdf)</a:t>
            </a:r>
            <a:endParaRPr lang="pt-BR" sz="1200" b="1" dirty="0">
              <a:latin typeface="Poppins"/>
              <a:ea typeface="Poppins"/>
              <a:cs typeface="Poppins"/>
              <a:sym typeface="Poppins"/>
            </a:endParaRPr>
          </a:p>
        </p:txBody>
      </p:sp>
      <p:sp>
        <p:nvSpPr>
          <p:cNvPr id="4561" name="Google Shape;4561;p410"/>
          <p:cNvSpPr txBox="1"/>
          <p:nvPr/>
        </p:nvSpPr>
        <p:spPr>
          <a:xfrm>
            <a:off x="9272789" y="216365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4562" name="Google Shape;4562;p410"/>
          <p:cNvSpPr txBox="1"/>
          <p:nvPr/>
        </p:nvSpPr>
        <p:spPr>
          <a:xfrm>
            <a:off x="5117205" y="212930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4563" name="Google Shape;4563;p410"/>
          <p:cNvSpPr txBox="1"/>
          <p:nvPr/>
        </p:nvSpPr>
        <p:spPr>
          <a:xfrm>
            <a:off x="12629882" y="401820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4565" name="Google Shape;4565;p410"/>
          <p:cNvPicPr preferRelativeResize="0"/>
          <p:nvPr/>
        </p:nvPicPr>
        <p:blipFill rotWithShape="1">
          <a:blip r:embed="rId3">
            <a:alphaModFix/>
          </a:blip>
          <a:srcRect/>
          <a:stretch/>
        </p:blipFill>
        <p:spPr>
          <a:xfrm>
            <a:off x="474457" y="5687023"/>
            <a:ext cx="309197" cy="269907"/>
          </a:xfrm>
          <a:prstGeom prst="rect">
            <a:avLst/>
          </a:prstGeom>
          <a:noFill/>
          <a:ln>
            <a:noFill/>
          </a:ln>
        </p:spPr>
      </p:pic>
      <p:sp>
        <p:nvSpPr>
          <p:cNvPr id="4566" name="Google Shape;4566;p410"/>
          <p:cNvSpPr txBox="1"/>
          <p:nvPr/>
        </p:nvSpPr>
        <p:spPr>
          <a:xfrm>
            <a:off x="5346357" y="2652584"/>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
        <p:nvSpPr>
          <p:cNvPr id="2" name="Google Shape;812;p61">
            <a:extLst>
              <a:ext uri="{FF2B5EF4-FFF2-40B4-BE49-F238E27FC236}">
                <a16:creationId xmlns:a16="http://schemas.microsoft.com/office/drawing/2014/main" id="{DFDA4ABD-F33E-48F3-8E2A-3258420E3E0E}"/>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60950" tIns="30467" rIns="60950" bIns="30467" anchor="ctr" anchorCtr="0">
            <a:noAutofit/>
          </a:bodyPr>
          <a:lstStyle/>
          <a:p>
            <a:endParaRPr dirty="0"/>
          </a:p>
        </p:txBody>
      </p:sp>
      <p:pic>
        <p:nvPicPr>
          <p:cNvPr id="3" name="Gráfico 2">
            <a:extLst>
              <a:ext uri="{FF2B5EF4-FFF2-40B4-BE49-F238E27FC236}">
                <a16:creationId xmlns:a16="http://schemas.microsoft.com/office/drawing/2014/main" id="{125387A2-CC98-028D-F213-6D6FDA304F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685107" y="245921"/>
            <a:ext cx="435935" cy="390047"/>
          </a:xfrm>
          <a:prstGeom prst="rect">
            <a:avLst/>
          </a:prstGeom>
        </p:spPr>
      </p:pic>
      <p:sp>
        <p:nvSpPr>
          <p:cNvPr id="4" name="Google Shape;833;p62">
            <a:extLst>
              <a:ext uri="{FF2B5EF4-FFF2-40B4-BE49-F238E27FC236}">
                <a16:creationId xmlns:a16="http://schemas.microsoft.com/office/drawing/2014/main" id="{29D28BA1-8C45-4D31-B099-0A6D6BB9CFCE}"/>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a:lnSpc>
                <a:spcPct val="107000"/>
              </a:lnSpc>
              <a:buSzPts val="2700"/>
            </a:pPr>
            <a:r>
              <a:rPr lang="pt-BR" sz="800" b="1" dirty="0">
                <a:solidFill>
                  <a:schemeClr val="lt1"/>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a:lnSpc>
                <a:spcPct val="107000"/>
              </a:lnSpc>
              <a:spcBef>
                <a:spcPts val="715"/>
              </a:spcBef>
              <a:buSzPts val="2700"/>
            </a:pPr>
            <a:endParaRPr sz="800" dirty="0">
              <a:solidFill>
                <a:schemeClr val="lt1"/>
              </a:solidFill>
              <a:latin typeface="Poppins" panose="00000500000000000000" pitchFamily="2" charset="0"/>
              <a:ea typeface="Poppins Light"/>
              <a:cs typeface="Poppins" panose="00000500000000000000" pitchFamily="2" charset="0"/>
              <a:sym typeface="Poppins Light"/>
            </a:endParaRPr>
          </a:p>
        </p:txBody>
      </p:sp>
      <p:sp>
        <p:nvSpPr>
          <p:cNvPr id="7" name="Espaço Reservado para Texto 60">
            <a:extLst>
              <a:ext uri="{FF2B5EF4-FFF2-40B4-BE49-F238E27FC236}">
                <a16:creationId xmlns:a16="http://schemas.microsoft.com/office/drawing/2014/main" id="{1B4994EB-1F5B-B38A-54F6-D09785AC0277}"/>
              </a:ext>
            </a:extLst>
          </p:cNvPr>
          <p:cNvSpPr txBox="1">
            <a:spLocks/>
          </p:cNvSpPr>
          <p:nvPr/>
        </p:nvSpPr>
        <p:spPr>
          <a:xfrm>
            <a:off x="830847" y="4753181"/>
            <a:ext cx="1302752" cy="3067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00" b="1" i="0" u="none" strike="noStrike" cap="none" spc="0">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pt-BR" sz="1100" dirty="0"/>
              <a:t>Durante a aula</a:t>
            </a:r>
          </a:p>
        </p:txBody>
      </p:sp>
      <p:sp>
        <p:nvSpPr>
          <p:cNvPr id="8" name="Espaço Reservado para Texto 60">
            <a:extLst>
              <a:ext uri="{FF2B5EF4-FFF2-40B4-BE49-F238E27FC236}">
                <a16:creationId xmlns:a16="http://schemas.microsoft.com/office/drawing/2014/main" id="{E059D2AE-5A09-FBF4-7B17-86A81C963DBC}"/>
              </a:ext>
            </a:extLst>
          </p:cNvPr>
          <p:cNvSpPr txBox="1">
            <a:spLocks/>
          </p:cNvSpPr>
          <p:nvPr/>
        </p:nvSpPr>
        <p:spPr>
          <a:xfrm>
            <a:off x="830848" y="5194925"/>
            <a:ext cx="1416419" cy="3067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00" b="1" i="0" u="none" strike="noStrike" cap="none" spc="0">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pt-BR" sz="1100" dirty="0"/>
              <a:t>Até 4 estudantes</a:t>
            </a:r>
          </a:p>
        </p:txBody>
      </p:sp>
      <p:grpSp>
        <p:nvGrpSpPr>
          <p:cNvPr id="9" name="Google Shape;474;p35">
            <a:extLst>
              <a:ext uri="{FF2B5EF4-FFF2-40B4-BE49-F238E27FC236}">
                <a16:creationId xmlns:a16="http://schemas.microsoft.com/office/drawing/2014/main" id="{54BAF85C-B877-5FBB-F9C6-95CB83A71575}"/>
              </a:ext>
            </a:extLst>
          </p:cNvPr>
          <p:cNvGrpSpPr/>
          <p:nvPr/>
        </p:nvGrpSpPr>
        <p:grpSpPr>
          <a:xfrm>
            <a:off x="464298" y="4726001"/>
            <a:ext cx="284745" cy="286039"/>
            <a:chOff x="11797069" y="2783619"/>
            <a:chExt cx="427118" cy="429059"/>
          </a:xfrm>
          <a:noFill/>
        </p:grpSpPr>
        <p:sp>
          <p:nvSpPr>
            <p:cNvPr id="10" name="Google Shape;475;p35">
              <a:extLst>
                <a:ext uri="{FF2B5EF4-FFF2-40B4-BE49-F238E27FC236}">
                  <a16:creationId xmlns:a16="http://schemas.microsoft.com/office/drawing/2014/main" id="{54F3D449-C959-2940-7BAB-114735EB614A}"/>
                </a:ext>
              </a:extLst>
            </p:cNvPr>
            <p:cNvSpPr/>
            <p:nvPr/>
          </p:nvSpPr>
          <p:spPr>
            <a:xfrm>
              <a:off x="11797069" y="2931169"/>
              <a:ext cx="427118" cy="281509"/>
            </a:xfrm>
            <a:custGeom>
              <a:avLst/>
              <a:gdLst/>
              <a:ahLst/>
              <a:cxnLst/>
              <a:rect l="l" t="t" r="r" b="b"/>
              <a:pathLst>
                <a:path w="427118" h="281509" extrusionOk="0">
                  <a:moveTo>
                    <a:pt x="0" y="0"/>
                  </a:moveTo>
                  <a:lnTo>
                    <a:pt x="0" y="223266"/>
                  </a:lnTo>
                  <a:cubicBezTo>
                    <a:pt x="0" y="255397"/>
                    <a:pt x="26112" y="281510"/>
                    <a:pt x="58243" y="281510"/>
                  </a:cubicBezTo>
                  <a:lnTo>
                    <a:pt x="368875" y="281510"/>
                  </a:lnTo>
                  <a:cubicBezTo>
                    <a:pt x="401006" y="281510"/>
                    <a:pt x="427118" y="255397"/>
                    <a:pt x="427118" y="223266"/>
                  </a:cubicBezTo>
                  <a:lnTo>
                    <a:pt x="427118" y="0"/>
                  </a:lnTo>
                  <a:lnTo>
                    <a:pt x="0" y="0"/>
                  </a:ln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1" name="Google Shape;476;p35">
              <a:extLst>
                <a:ext uri="{FF2B5EF4-FFF2-40B4-BE49-F238E27FC236}">
                  <a16:creationId xmlns:a16="http://schemas.microsoft.com/office/drawing/2014/main" id="{FA6EC9EC-59A3-6793-9C5F-91D64B45D14F}"/>
                </a:ext>
              </a:extLst>
            </p:cNvPr>
            <p:cNvSpPr/>
            <p:nvPr/>
          </p:nvSpPr>
          <p:spPr>
            <a:xfrm>
              <a:off x="11797069" y="2824389"/>
              <a:ext cx="427118" cy="106779"/>
            </a:xfrm>
            <a:custGeom>
              <a:avLst/>
              <a:gdLst/>
              <a:ahLst/>
              <a:cxnLst/>
              <a:rect l="l" t="t" r="r" b="b"/>
              <a:pathLst>
                <a:path w="427118" h="106779" extrusionOk="0">
                  <a:moveTo>
                    <a:pt x="368875" y="0"/>
                  </a:moveTo>
                  <a:lnTo>
                    <a:pt x="357226" y="0"/>
                  </a:lnTo>
                  <a:lnTo>
                    <a:pt x="357226" y="17473"/>
                  </a:lnTo>
                  <a:cubicBezTo>
                    <a:pt x="357226" y="30384"/>
                    <a:pt x="346839" y="40770"/>
                    <a:pt x="333929" y="40770"/>
                  </a:cubicBezTo>
                  <a:cubicBezTo>
                    <a:pt x="321018" y="40770"/>
                    <a:pt x="310631" y="30384"/>
                    <a:pt x="310631" y="17473"/>
                  </a:cubicBezTo>
                  <a:lnTo>
                    <a:pt x="310631" y="0"/>
                  </a:lnTo>
                  <a:lnTo>
                    <a:pt x="116487" y="0"/>
                  </a:lnTo>
                  <a:lnTo>
                    <a:pt x="116487" y="17473"/>
                  </a:lnTo>
                  <a:cubicBezTo>
                    <a:pt x="116487" y="30384"/>
                    <a:pt x="106100" y="40770"/>
                    <a:pt x="93189" y="40770"/>
                  </a:cubicBezTo>
                  <a:cubicBezTo>
                    <a:pt x="80279" y="40770"/>
                    <a:pt x="69892" y="30384"/>
                    <a:pt x="69892" y="17473"/>
                  </a:cubicBezTo>
                  <a:lnTo>
                    <a:pt x="69892" y="0"/>
                  </a:lnTo>
                  <a:lnTo>
                    <a:pt x="58243" y="0"/>
                  </a:lnTo>
                  <a:cubicBezTo>
                    <a:pt x="26112" y="0"/>
                    <a:pt x="0" y="26112"/>
                    <a:pt x="0" y="58243"/>
                  </a:cubicBezTo>
                  <a:lnTo>
                    <a:pt x="0" y="106780"/>
                  </a:lnTo>
                  <a:lnTo>
                    <a:pt x="427118" y="106780"/>
                  </a:lnTo>
                  <a:lnTo>
                    <a:pt x="427118" y="58243"/>
                  </a:lnTo>
                  <a:cubicBezTo>
                    <a:pt x="427118" y="26112"/>
                    <a:pt x="401006" y="0"/>
                    <a:pt x="368875" y="0"/>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2" name="Google Shape;477;p35">
              <a:extLst>
                <a:ext uri="{FF2B5EF4-FFF2-40B4-BE49-F238E27FC236}">
                  <a16:creationId xmlns:a16="http://schemas.microsoft.com/office/drawing/2014/main" id="{EE56BCB9-6A03-4A0C-927E-00FBBC1935B8}"/>
                </a:ext>
              </a:extLst>
            </p:cNvPr>
            <p:cNvSpPr/>
            <p:nvPr/>
          </p:nvSpPr>
          <p:spPr>
            <a:xfrm>
              <a:off x="11866961" y="2783619"/>
              <a:ext cx="46594" cy="81540"/>
            </a:xfrm>
            <a:custGeom>
              <a:avLst/>
              <a:gdLst/>
              <a:ahLst/>
              <a:cxnLst/>
              <a:rect l="l" t="t" r="r" b="b"/>
              <a:pathLst>
                <a:path w="46594" h="81540" extrusionOk="0">
                  <a:moveTo>
                    <a:pt x="23297" y="0"/>
                  </a:moveTo>
                  <a:cubicBezTo>
                    <a:pt x="10387" y="0"/>
                    <a:pt x="0" y="10387"/>
                    <a:pt x="0" y="23297"/>
                  </a:cubicBezTo>
                  <a:lnTo>
                    <a:pt x="0" y="58243"/>
                  </a:lnTo>
                  <a:cubicBezTo>
                    <a:pt x="0" y="71154"/>
                    <a:pt x="10387" y="81541"/>
                    <a:pt x="23297" y="81541"/>
                  </a:cubicBezTo>
                  <a:cubicBezTo>
                    <a:pt x="36208" y="81541"/>
                    <a:pt x="46595" y="71154"/>
                    <a:pt x="46595" y="58243"/>
                  </a:cubicBezTo>
                  <a:lnTo>
                    <a:pt x="46595" y="23297"/>
                  </a:lnTo>
                  <a:cubicBezTo>
                    <a:pt x="46595" y="10387"/>
                    <a:pt x="36208" y="0"/>
                    <a:pt x="23297" y="0"/>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3" name="Google Shape;478;p35">
              <a:extLst>
                <a:ext uri="{FF2B5EF4-FFF2-40B4-BE49-F238E27FC236}">
                  <a16:creationId xmlns:a16="http://schemas.microsoft.com/office/drawing/2014/main" id="{9CBEB880-4161-4ABE-D8BD-C650C9510FC8}"/>
                </a:ext>
              </a:extLst>
            </p:cNvPr>
            <p:cNvSpPr/>
            <p:nvPr/>
          </p:nvSpPr>
          <p:spPr>
            <a:xfrm>
              <a:off x="12107700" y="2783619"/>
              <a:ext cx="46594" cy="81540"/>
            </a:xfrm>
            <a:custGeom>
              <a:avLst/>
              <a:gdLst/>
              <a:ahLst/>
              <a:cxnLst/>
              <a:rect l="l" t="t" r="r" b="b"/>
              <a:pathLst>
                <a:path w="46594" h="81540" extrusionOk="0">
                  <a:moveTo>
                    <a:pt x="23297" y="0"/>
                  </a:moveTo>
                  <a:cubicBezTo>
                    <a:pt x="10387" y="0"/>
                    <a:pt x="0" y="10387"/>
                    <a:pt x="0" y="23297"/>
                  </a:cubicBezTo>
                  <a:lnTo>
                    <a:pt x="0" y="58243"/>
                  </a:lnTo>
                  <a:cubicBezTo>
                    <a:pt x="0" y="71154"/>
                    <a:pt x="10387" y="81541"/>
                    <a:pt x="23297" y="81541"/>
                  </a:cubicBezTo>
                  <a:cubicBezTo>
                    <a:pt x="36208" y="81541"/>
                    <a:pt x="46595" y="71154"/>
                    <a:pt x="46595" y="58243"/>
                  </a:cubicBezTo>
                  <a:lnTo>
                    <a:pt x="46595" y="23297"/>
                  </a:lnTo>
                  <a:cubicBezTo>
                    <a:pt x="46595" y="10387"/>
                    <a:pt x="36208" y="0"/>
                    <a:pt x="23297" y="0"/>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nvGrpSpPr>
            <p:cNvPr id="14" name="Google Shape;479;p35">
              <a:extLst>
                <a:ext uri="{FF2B5EF4-FFF2-40B4-BE49-F238E27FC236}">
                  <a16:creationId xmlns:a16="http://schemas.microsoft.com/office/drawing/2014/main" id="{4141DB7F-89D0-5510-2C81-C7966DB7252D}"/>
                </a:ext>
              </a:extLst>
            </p:cNvPr>
            <p:cNvGrpSpPr/>
            <p:nvPr/>
          </p:nvGrpSpPr>
          <p:grpSpPr>
            <a:xfrm>
              <a:off x="11889287" y="2999120"/>
              <a:ext cx="262095" cy="145608"/>
              <a:chOff x="11889287" y="2999120"/>
              <a:chExt cx="262095" cy="145608"/>
            </a:xfrm>
            <a:grpFill/>
          </p:grpSpPr>
          <p:sp>
            <p:nvSpPr>
              <p:cNvPr id="15" name="Google Shape;480;p35">
                <a:extLst>
                  <a:ext uri="{FF2B5EF4-FFF2-40B4-BE49-F238E27FC236}">
                    <a16:creationId xmlns:a16="http://schemas.microsoft.com/office/drawing/2014/main" id="{7E034CBB-C158-40CF-1807-3C20A15FB58D}"/>
                  </a:ext>
                </a:extLst>
              </p:cNvPr>
              <p:cNvSpPr/>
              <p:nvPr/>
            </p:nvSpPr>
            <p:spPr>
              <a:xfrm>
                <a:off x="11966945"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6" name="Google Shape;481;p35">
                <a:extLst>
                  <a:ext uri="{FF2B5EF4-FFF2-40B4-BE49-F238E27FC236}">
                    <a16:creationId xmlns:a16="http://schemas.microsoft.com/office/drawing/2014/main" id="{46E2C9CD-2A4D-E21D-F136-C252C1295D98}"/>
                  </a:ext>
                </a:extLst>
              </p:cNvPr>
              <p:cNvSpPr/>
              <p:nvPr/>
            </p:nvSpPr>
            <p:spPr>
              <a:xfrm>
                <a:off x="12044603"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7" name="Google Shape;482;p35">
                <a:extLst>
                  <a:ext uri="{FF2B5EF4-FFF2-40B4-BE49-F238E27FC236}">
                    <a16:creationId xmlns:a16="http://schemas.microsoft.com/office/drawing/2014/main" id="{240BA5B1-BAFC-5242-3A23-837607463382}"/>
                  </a:ext>
                </a:extLst>
              </p:cNvPr>
              <p:cNvSpPr/>
              <p:nvPr/>
            </p:nvSpPr>
            <p:spPr>
              <a:xfrm>
                <a:off x="12122261"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8" name="Google Shape;483;p35">
                <a:extLst>
                  <a:ext uri="{FF2B5EF4-FFF2-40B4-BE49-F238E27FC236}">
                    <a16:creationId xmlns:a16="http://schemas.microsoft.com/office/drawing/2014/main" id="{6752355B-B8A9-26B5-CDB0-65169DED2945}"/>
                  </a:ext>
                </a:extLst>
              </p:cNvPr>
              <p:cNvSpPr/>
              <p:nvPr/>
            </p:nvSpPr>
            <p:spPr>
              <a:xfrm>
                <a:off x="11889287"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9" name="Google Shape;484;p35">
                <a:extLst>
                  <a:ext uri="{FF2B5EF4-FFF2-40B4-BE49-F238E27FC236}">
                    <a16:creationId xmlns:a16="http://schemas.microsoft.com/office/drawing/2014/main" id="{FD308ECB-2797-114A-2CD8-8154DB931C8D}"/>
                  </a:ext>
                </a:extLst>
              </p:cNvPr>
              <p:cNvSpPr/>
              <p:nvPr/>
            </p:nvSpPr>
            <p:spPr>
              <a:xfrm>
                <a:off x="11966945"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0" name="Google Shape;485;p35">
                <a:extLst>
                  <a:ext uri="{FF2B5EF4-FFF2-40B4-BE49-F238E27FC236}">
                    <a16:creationId xmlns:a16="http://schemas.microsoft.com/office/drawing/2014/main" id="{4D95C5CA-3753-6A00-02EA-96EC7DA828D8}"/>
                  </a:ext>
                </a:extLst>
              </p:cNvPr>
              <p:cNvSpPr/>
              <p:nvPr/>
            </p:nvSpPr>
            <p:spPr>
              <a:xfrm>
                <a:off x="12044603"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1" name="Google Shape;486;p35">
                <a:extLst>
                  <a:ext uri="{FF2B5EF4-FFF2-40B4-BE49-F238E27FC236}">
                    <a16:creationId xmlns:a16="http://schemas.microsoft.com/office/drawing/2014/main" id="{CC5950EA-E615-6AE1-4129-A90EE0E679E5}"/>
                  </a:ext>
                </a:extLst>
              </p:cNvPr>
              <p:cNvSpPr/>
              <p:nvPr/>
            </p:nvSpPr>
            <p:spPr>
              <a:xfrm>
                <a:off x="12102846" y="3047656"/>
                <a:ext cx="48536" cy="48536"/>
              </a:xfrm>
              <a:custGeom>
                <a:avLst/>
                <a:gdLst/>
                <a:ahLst/>
                <a:cxnLst/>
                <a:rect l="l" t="t" r="r" b="b"/>
                <a:pathLst>
                  <a:path w="48536" h="48536" extrusionOk="0">
                    <a:moveTo>
                      <a:pt x="48536" y="24268"/>
                    </a:moveTo>
                    <a:cubicBezTo>
                      <a:pt x="48536" y="37671"/>
                      <a:pt x="37671" y="48536"/>
                      <a:pt x="24268" y="48536"/>
                    </a:cubicBezTo>
                    <a:cubicBezTo>
                      <a:pt x="10865" y="48536"/>
                      <a:pt x="0" y="37671"/>
                      <a:pt x="0" y="24268"/>
                    </a:cubicBezTo>
                    <a:cubicBezTo>
                      <a:pt x="0" y="10865"/>
                      <a:pt x="10865" y="0"/>
                      <a:pt x="24268" y="0"/>
                    </a:cubicBezTo>
                    <a:cubicBezTo>
                      <a:pt x="37671" y="0"/>
                      <a:pt x="48536" y="10865"/>
                      <a:pt x="48536" y="24268"/>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2" name="Google Shape;487;p35">
                <a:extLst>
                  <a:ext uri="{FF2B5EF4-FFF2-40B4-BE49-F238E27FC236}">
                    <a16:creationId xmlns:a16="http://schemas.microsoft.com/office/drawing/2014/main" id="{29D87A1A-8417-BCCB-5104-06DCF88493EF}"/>
                  </a:ext>
                </a:extLst>
              </p:cNvPr>
              <p:cNvSpPr/>
              <p:nvPr/>
            </p:nvSpPr>
            <p:spPr>
              <a:xfrm>
                <a:off x="11889287"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3" name="Google Shape;488;p35">
                <a:extLst>
                  <a:ext uri="{FF2B5EF4-FFF2-40B4-BE49-F238E27FC236}">
                    <a16:creationId xmlns:a16="http://schemas.microsoft.com/office/drawing/2014/main" id="{6FAA03F7-98FE-F886-3C9B-60A82FCE05D4}"/>
                  </a:ext>
                </a:extLst>
              </p:cNvPr>
              <p:cNvSpPr/>
              <p:nvPr/>
            </p:nvSpPr>
            <p:spPr>
              <a:xfrm>
                <a:off x="11966945"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4" name="Google Shape;489;p35">
                <a:extLst>
                  <a:ext uri="{FF2B5EF4-FFF2-40B4-BE49-F238E27FC236}">
                    <a16:creationId xmlns:a16="http://schemas.microsoft.com/office/drawing/2014/main" id="{4808D51F-3C49-EAF5-0645-5E00387DDB31}"/>
                  </a:ext>
                </a:extLst>
              </p:cNvPr>
              <p:cNvSpPr/>
              <p:nvPr/>
            </p:nvSpPr>
            <p:spPr>
              <a:xfrm>
                <a:off x="12044603"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grpSp>
      <p:grpSp>
        <p:nvGrpSpPr>
          <p:cNvPr id="25" name="Google Shape;490;p35">
            <a:extLst>
              <a:ext uri="{FF2B5EF4-FFF2-40B4-BE49-F238E27FC236}">
                <a16:creationId xmlns:a16="http://schemas.microsoft.com/office/drawing/2014/main" id="{8911834A-3374-AB95-D7D0-802390475D46}"/>
              </a:ext>
            </a:extLst>
          </p:cNvPr>
          <p:cNvGrpSpPr/>
          <p:nvPr/>
        </p:nvGrpSpPr>
        <p:grpSpPr>
          <a:xfrm>
            <a:off x="454351" y="5173639"/>
            <a:ext cx="304639" cy="301465"/>
            <a:chOff x="6941066" y="2777637"/>
            <a:chExt cx="456958" cy="452197"/>
          </a:xfrm>
          <a:noFill/>
        </p:grpSpPr>
        <p:grpSp>
          <p:nvGrpSpPr>
            <p:cNvPr id="26" name="Google Shape;491;p35">
              <a:extLst>
                <a:ext uri="{FF2B5EF4-FFF2-40B4-BE49-F238E27FC236}">
                  <a16:creationId xmlns:a16="http://schemas.microsoft.com/office/drawing/2014/main" id="{8D2687A9-C3FD-6488-EB84-98BF3AE03127}"/>
                </a:ext>
              </a:extLst>
            </p:cNvPr>
            <p:cNvGrpSpPr/>
            <p:nvPr/>
          </p:nvGrpSpPr>
          <p:grpSpPr>
            <a:xfrm>
              <a:off x="7226665" y="3067995"/>
              <a:ext cx="171359" cy="161839"/>
              <a:chOff x="7226665" y="3067995"/>
              <a:chExt cx="171359" cy="161839"/>
            </a:xfrm>
            <a:grpFill/>
          </p:grpSpPr>
          <p:sp>
            <p:nvSpPr>
              <p:cNvPr id="37" name="Google Shape;492;p35">
                <a:extLst>
                  <a:ext uri="{FF2B5EF4-FFF2-40B4-BE49-F238E27FC236}">
                    <a16:creationId xmlns:a16="http://schemas.microsoft.com/office/drawing/2014/main" id="{F375C8E3-7856-4894-38E8-6FC1BAAD5295}"/>
                  </a:ext>
                </a:extLst>
              </p:cNvPr>
              <p:cNvSpPr/>
              <p:nvPr/>
            </p:nvSpPr>
            <p:spPr>
              <a:xfrm>
                <a:off x="7269504" y="3067995"/>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38" name="Google Shape;493;p35">
                <a:extLst>
                  <a:ext uri="{FF2B5EF4-FFF2-40B4-BE49-F238E27FC236}">
                    <a16:creationId xmlns:a16="http://schemas.microsoft.com/office/drawing/2014/main" id="{FA8900F3-02C1-6B00-23EC-C8C1ADAA2FA2}"/>
                  </a:ext>
                </a:extLst>
              </p:cNvPr>
              <p:cNvSpPr/>
              <p:nvPr/>
            </p:nvSpPr>
            <p:spPr>
              <a:xfrm>
                <a:off x="7226665" y="3162243"/>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grpSp>
          <p:nvGrpSpPr>
            <p:cNvPr id="27" name="Google Shape;494;p35">
              <a:extLst>
                <a:ext uri="{FF2B5EF4-FFF2-40B4-BE49-F238E27FC236}">
                  <a16:creationId xmlns:a16="http://schemas.microsoft.com/office/drawing/2014/main" id="{CA0D26BE-2FA8-0F09-D0DC-16125B8D4B85}"/>
                </a:ext>
              </a:extLst>
            </p:cNvPr>
            <p:cNvGrpSpPr/>
            <p:nvPr/>
          </p:nvGrpSpPr>
          <p:grpSpPr>
            <a:xfrm>
              <a:off x="6941066" y="3067995"/>
              <a:ext cx="171359" cy="161839"/>
              <a:chOff x="6941066" y="3067995"/>
              <a:chExt cx="171359" cy="161839"/>
            </a:xfrm>
            <a:grpFill/>
          </p:grpSpPr>
          <p:sp>
            <p:nvSpPr>
              <p:cNvPr id="35" name="Google Shape;495;p35">
                <a:extLst>
                  <a:ext uri="{FF2B5EF4-FFF2-40B4-BE49-F238E27FC236}">
                    <a16:creationId xmlns:a16="http://schemas.microsoft.com/office/drawing/2014/main" id="{72539E17-6917-B4BC-DFD1-A181404B60D3}"/>
                  </a:ext>
                </a:extLst>
              </p:cNvPr>
              <p:cNvSpPr/>
              <p:nvPr/>
            </p:nvSpPr>
            <p:spPr>
              <a:xfrm>
                <a:off x="6983906" y="3067995"/>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36" name="Google Shape;496;p35">
                <a:extLst>
                  <a:ext uri="{FF2B5EF4-FFF2-40B4-BE49-F238E27FC236}">
                    <a16:creationId xmlns:a16="http://schemas.microsoft.com/office/drawing/2014/main" id="{E536CA77-AB7F-D101-DDB4-9F2613C51611}"/>
                  </a:ext>
                </a:extLst>
              </p:cNvPr>
              <p:cNvSpPr/>
              <p:nvPr/>
            </p:nvSpPr>
            <p:spPr>
              <a:xfrm>
                <a:off x="6941066" y="3162243"/>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grpSp>
          <p:nvGrpSpPr>
            <p:cNvPr id="28" name="Google Shape;497;p35">
              <a:extLst>
                <a:ext uri="{FF2B5EF4-FFF2-40B4-BE49-F238E27FC236}">
                  <a16:creationId xmlns:a16="http://schemas.microsoft.com/office/drawing/2014/main" id="{1ABF848E-A93E-8C4F-DB93-CAA664A84562}"/>
                </a:ext>
              </a:extLst>
            </p:cNvPr>
            <p:cNvGrpSpPr/>
            <p:nvPr/>
          </p:nvGrpSpPr>
          <p:grpSpPr>
            <a:xfrm>
              <a:off x="7103153" y="2977080"/>
              <a:ext cx="132861" cy="96151"/>
              <a:chOff x="7103153" y="2977080"/>
              <a:chExt cx="132861" cy="96151"/>
            </a:xfrm>
            <a:grpFill/>
          </p:grpSpPr>
          <p:sp>
            <p:nvSpPr>
              <p:cNvPr id="32" name="Google Shape;498;p35">
                <a:extLst>
                  <a:ext uri="{FF2B5EF4-FFF2-40B4-BE49-F238E27FC236}">
                    <a16:creationId xmlns:a16="http://schemas.microsoft.com/office/drawing/2014/main" id="{A9A00A41-C2BD-CE9E-DE91-8FEEA6FC38C5}"/>
                  </a:ext>
                </a:extLst>
              </p:cNvPr>
              <p:cNvSpPr/>
              <p:nvPr/>
            </p:nvSpPr>
            <p:spPr>
              <a:xfrm>
                <a:off x="7169069" y="2977080"/>
                <a:ext cx="951" cy="58071"/>
              </a:xfrm>
              <a:custGeom>
                <a:avLst/>
                <a:gdLst/>
                <a:ahLst/>
                <a:cxnLst/>
                <a:rect l="l" t="t" r="r" b="b"/>
                <a:pathLst>
                  <a:path w="951" h="58071" extrusionOk="0">
                    <a:moveTo>
                      <a:pt x="476" y="58072"/>
                    </a:moveTo>
                    <a:cubicBezTo>
                      <a:pt x="476" y="58072"/>
                      <a:pt x="0" y="57881"/>
                      <a:pt x="0" y="57596"/>
                    </a:cubicBezTo>
                    <a:lnTo>
                      <a:pt x="0" y="476"/>
                    </a:lnTo>
                    <a:cubicBezTo>
                      <a:pt x="0" y="476"/>
                      <a:pt x="190" y="0"/>
                      <a:pt x="476" y="0"/>
                    </a:cubicBezTo>
                    <a:cubicBezTo>
                      <a:pt x="761" y="0"/>
                      <a:pt x="952" y="190"/>
                      <a:pt x="952" y="476"/>
                    </a:cubicBezTo>
                    <a:lnTo>
                      <a:pt x="952" y="57596"/>
                    </a:lnTo>
                    <a:cubicBezTo>
                      <a:pt x="952" y="57596"/>
                      <a:pt x="761" y="58072"/>
                      <a:pt x="476" y="58072"/>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33" name="Google Shape;499;p35">
                <a:extLst>
                  <a:ext uri="{FF2B5EF4-FFF2-40B4-BE49-F238E27FC236}">
                    <a16:creationId xmlns:a16="http://schemas.microsoft.com/office/drawing/2014/main" id="{B26E2EC3-D19D-1C6D-62C4-3B2D3E857029}"/>
                  </a:ext>
                </a:extLst>
              </p:cNvPr>
              <p:cNvSpPr/>
              <p:nvPr/>
            </p:nvSpPr>
            <p:spPr>
              <a:xfrm>
                <a:off x="7169145" y="3034257"/>
                <a:ext cx="66869" cy="38973"/>
              </a:xfrm>
              <a:custGeom>
                <a:avLst/>
                <a:gdLst/>
                <a:ahLst/>
                <a:cxnLst/>
                <a:rect l="l" t="t" r="r" b="b"/>
                <a:pathLst>
                  <a:path w="66869" h="38973" extrusionOk="0">
                    <a:moveTo>
                      <a:pt x="66373" y="38974"/>
                    </a:moveTo>
                    <a:cubicBezTo>
                      <a:pt x="66373" y="38974"/>
                      <a:pt x="66183" y="38974"/>
                      <a:pt x="66183" y="38974"/>
                    </a:cubicBezTo>
                    <a:lnTo>
                      <a:pt x="210" y="894"/>
                    </a:lnTo>
                    <a:cubicBezTo>
                      <a:pt x="210" y="894"/>
                      <a:pt x="-76" y="513"/>
                      <a:pt x="19" y="228"/>
                    </a:cubicBezTo>
                    <a:cubicBezTo>
                      <a:pt x="115" y="37"/>
                      <a:pt x="400" y="-58"/>
                      <a:pt x="686" y="37"/>
                    </a:cubicBezTo>
                    <a:lnTo>
                      <a:pt x="66659" y="38117"/>
                    </a:lnTo>
                    <a:cubicBezTo>
                      <a:pt x="66659" y="38117"/>
                      <a:pt x="66945" y="38498"/>
                      <a:pt x="66850" y="38784"/>
                    </a:cubicBezTo>
                    <a:cubicBezTo>
                      <a:pt x="66850" y="38974"/>
                      <a:pt x="66564" y="38974"/>
                      <a:pt x="66469" y="38974"/>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34" name="Google Shape;500;p35">
                <a:extLst>
                  <a:ext uri="{FF2B5EF4-FFF2-40B4-BE49-F238E27FC236}">
                    <a16:creationId xmlns:a16="http://schemas.microsoft.com/office/drawing/2014/main" id="{A0566A56-7BC6-CB30-BC02-D0E5FA6DC969}"/>
                  </a:ext>
                </a:extLst>
              </p:cNvPr>
              <p:cNvSpPr/>
              <p:nvPr/>
            </p:nvSpPr>
            <p:spPr>
              <a:xfrm>
                <a:off x="7103153" y="3034295"/>
                <a:ext cx="66904" cy="38936"/>
              </a:xfrm>
              <a:custGeom>
                <a:avLst/>
                <a:gdLst/>
                <a:ahLst/>
                <a:cxnLst/>
                <a:rect l="l" t="t" r="r" b="b"/>
                <a:pathLst>
                  <a:path w="66904" h="38936" extrusionOk="0">
                    <a:moveTo>
                      <a:pt x="418" y="38937"/>
                    </a:moveTo>
                    <a:cubicBezTo>
                      <a:pt x="418" y="38937"/>
                      <a:pt x="133" y="38937"/>
                      <a:pt x="37" y="38746"/>
                    </a:cubicBezTo>
                    <a:cubicBezTo>
                      <a:pt x="-58" y="38556"/>
                      <a:pt x="37" y="38270"/>
                      <a:pt x="228" y="38080"/>
                    </a:cubicBezTo>
                    <a:lnTo>
                      <a:pt x="66201" y="0"/>
                    </a:lnTo>
                    <a:cubicBezTo>
                      <a:pt x="66201" y="0"/>
                      <a:pt x="66677" y="0"/>
                      <a:pt x="66867" y="190"/>
                    </a:cubicBezTo>
                    <a:cubicBezTo>
                      <a:pt x="66963" y="381"/>
                      <a:pt x="66867" y="666"/>
                      <a:pt x="66677" y="857"/>
                    </a:cubicBezTo>
                    <a:lnTo>
                      <a:pt x="704" y="38937"/>
                    </a:lnTo>
                    <a:cubicBezTo>
                      <a:pt x="704" y="38937"/>
                      <a:pt x="513" y="38937"/>
                      <a:pt x="513" y="38937"/>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grpSp>
          <p:nvGrpSpPr>
            <p:cNvPr id="29" name="Google Shape;501;p35">
              <a:extLst>
                <a:ext uri="{FF2B5EF4-FFF2-40B4-BE49-F238E27FC236}">
                  <a16:creationId xmlns:a16="http://schemas.microsoft.com/office/drawing/2014/main" id="{C85F1B2F-D9D2-027A-82FE-19625452E02E}"/>
                </a:ext>
              </a:extLst>
            </p:cNvPr>
            <p:cNvGrpSpPr/>
            <p:nvPr/>
          </p:nvGrpSpPr>
          <p:grpSpPr>
            <a:xfrm>
              <a:off x="7083865" y="2777637"/>
              <a:ext cx="171359" cy="161838"/>
              <a:chOff x="7083865" y="2777637"/>
              <a:chExt cx="171359" cy="161838"/>
            </a:xfrm>
            <a:grpFill/>
          </p:grpSpPr>
          <p:sp>
            <p:nvSpPr>
              <p:cNvPr id="30" name="Google Shape;502;p35">
                <a:extLst>
                  <a:ext uri="{FF2B5EF4-FFF2-40B4-BE49-F238E27FC236}">
                    <a16:creationId xmlns:a16="http://schemas.microsoft.com/office/drawing/2014/main" id="{E6D3FDB0-66B4-8347-1CB2-00A6DA3338B4}"/>
                  </a:ext>
                </a:extLst>
              </p:cNvPr>
              <p:cNvSpPr/>
              <p:nvPr/>
            </p:nvSpPr>
            <p:spPr>
              <a:xfrm>
                <a:off x="7126705" y="2777637"/>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31" name="Google Shape;503;p35">
                <a:extLst>
                  <a:ext uri="{FF2B5EF4-FFF2-40B4-BE49-F238E27FC236}">
                    <a16:creationId xmlns:a16="http://schemas.microsoft.com/office/drawing/2014/main" id="{E4641A35-A2F2-EFB3-60F7-E45C921103FA}"/>
                  </a:ext>
                </a:extLst>
              </p:cNvPr>
              <p:cNvSpPr/>
              <p:nvPr/>
            </p:nvSpPr>
            <p:spPr>
              <a:xfrm>
                <a:off x="7083865" y="2871884"/>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grpSp>
      <p:sp>
        <p:nvSpPr>
          <p:cNvPr id="41" name="Google Shape;3505;p321">
            <a:extLst>
              <a:ext uri="{FF2B5EF4-FFF2-40B4-BE49-F238E27FC236}">
                <a16:creationId xmlns:a16="http://schemas.microsoft.com/office/drawing/2014/main" id="{BB645F27-091F-C16C-3404-C3E671F33460}"/>
              </a:ext>
            </a:extLst>
          </p:cNvPr>
          <p:cNvSpPr txBox="1"/>
          <p:nvPr/>
        </p:nvSpPr>
        <p:spPr>
          <a:xfrm>
            <a:off x="2932129" y="2891100"/>
            <a:ext cx="3801435" cy="2123598"/>
          </a:xfrm>
          <a:prstGeom prst="rect">
            <a:avLst/>
          </a:prstGeom>
          <a:noFill/>
          <a:ln>
            <a:noFill/>
          </a:ln>
        </p:spPr>
        <p:txBody>
          <a:bodyPr spcFirstLastPara="1" wrap="square" lIns="60950" tIns="30450" rIns="60950" bIns="30450" anchor="t" anchorCtr="0">
            <a:spAutoFit/>
          </a:bodyPr>
          <a:lstStyle/>
          <a:p>
            <a:pPr marL="457200" lvl="0" indent="-330200" algn="l" rtl="0">
              <a:lnSpc>
                <a:spcPct val="100000"/>
              </a:lnSpc>
              <a:spcBef>
                <a:spcPts val="0"/>
              </a:spcBef>
              <a:spcAft>
                <a:spcPts val="1200"/>
              </a:spcAft>
              <a:buClr>
                <a:schemeClr val="dk1"/>
              </a:buClr>
              <a:buSzPct val="100000"/>
              <a:buFont typeface="Arial" panose="020B0604020202020204" pitchFamily="34" charset="0"/>
              <a:buChar char="•"/>
            </a:pPr>
            <a:r>
              <a:rPr lang="pt-BR" dirty="0">
                <a:solidFill>
                  <a:schemeClr val="dk1"/>
                </a:solidFill>
                <a:latin typeface="Poppins"/>
                <a:ea typeface="Poppins"/>
                <a:cs typeface="Poppins"/>
                <a:sym typeface="Poppins"/>
              </a:rPr>
              <a:t>Roteiro de atividade prática.</a:t>
            </a:r>
            <a:endParaRPr dirty="0">
              <a:solidFill>
                <a:schemeClr val="dk1"/>
              </a:solidFill>
              <a:latin typeface="Poppins"/>
              <a:ea typeface="Poppins"/>
              <a:cs typeface="Poppins"/>
              <a:sym typeface="Poppins"/>
            </a:endParaRPr>
          </a:p>
          <a:p>
            <a:pPr marL="457200" lvl="0" indent="-330200" algn="l" rtl="0">
              <a:lnSpc>
                <a:spcPct val="100000"/>
              </a:lnSpc>
              <a:spcBef>
                <a:spcPts val="0"/>
              </a:spcBef>
              <a:spcAft>
                <a:spcPts val="1200"/>
              </a:spcAft>
              <a:buClr>
                <a:schemeClr val="dk1"/>
              </a:buClr>
              <a:buSzPct val="100000"/>
              <a:buFont typeface="Arial" panose="020B0604020202020204" pitchFamily="34" charset="0"/>
              <a:buChar char="•"/>
            </a:pPr>
            <a:r>
              <a:rPr lang="pt-BR" dirty="0">
                <a:solidFill>
                  <a:schemeClr val="dk1"/>
                </a:solidFill>
                <a:latin typeface="Poppins"/>
                <a:ea typeface="Poppins"/>
                <a:cs typeface="Poppins"/>
                <a:sym typeface="Poppins"/>
              </a:rPr>
              <a:t>Caneta ou lápis.</a:t>
            </a:r>
            <a:endParaRPr dirty="0">
              <a:solidFill>
                <a:schemeClr val="dk1"/>
              </a:solidFill>
              <a:latin typeface="Poppins"/>
              <a:ea typeface="Poppins"/>
              <a:cs typeface="Poppins"/>
              <a:sym typeface="Poppins"/>
            </a:endParaRPr>
          </a:p>
          <a:p>
            <a:pPr marL="457200" lvl="0" indent="-330200" algn="l" rtl="0">
              <a:lnSpc>
                <a:spcPct val="100000"/>
              </a:lnSpc>
              <a:spcBef>
                <a:spcPts val="0"/>
              </a:spcBef>
              <a:spcAft>
                <a:spcPts val="1200"/>
              </a:spcAft>
              <a:buClr>
                <a:schemeClr val="dk1"/>
              </a:buClr>
              <a:buSzPct val="100000"/>
              <a:buFont typeface="Arial" panose="020B0604020202020204" pitchFamily="34" charset="0"/>
              <a:buChar char="•"/>
            </a:pPr>
            <a:r>
              <a:rPr lang="pt-BR" dirty="0">
                <a:solidFill>
                  <a:schemeClr val="dk1"/>
                </a:solidFill>
                <a:latin typeface="Poppins"/>
                <a:ea typeface="Poppins"/>
                <a:cs typeface="Poppins"/>
                <a:sym typeface="Poppins"/>
              </a:rPr>
              <a:t>Computador com Python instalado.</a:t>
            </a:r>
          </a:p>
          <a:p>
            <a:pPr marL="457200" lvl="0" indent="-330200" algn="l" rtl="0">
              <a:lnSpc>
                <a:spcPct val="100000"/>
              </a:lnSpc>
              <a:spcBef>
                <a:spcPts val="0"/>
              </a:spcBef>
              <a:spcAft>
                <a:spcPts val="1200"/>
              </a:spcAft>
              <a:buClr>
                <a:schemeClr val="dk1"/>
              </a:buClr>
              <a:buSzPct val="100000"/>
              <a:buFont typeface="Arial" panose="020B0604020202020204" pitchFamily="34" charset="0"/>
              <a:buChar char="•"/>
            </a:pPr>
            <a:r>
              <a:rPr lang="pt-BR" dirty="0">
                <a:solidFill>
                  <a:schemeClr val="dk1"/>
                </a:solidFill>
                <a:latin typeface="Poppins"/>
                <a:ea typeface="Poppins"/>
                <a:cs typeface="Poppins"/>
                <a:sym typeface="Poppins"/>
              </a:rPr>
              <a:t>Arquivo (.py) do sistema da Papelaria Ponto Certo.</a:t>
            </a:r>
          </a:p>
          <a:p>
            <a:pPr marL="457200" lvl="0" indent="-330200" algn="l" rtl="0">
              <a:lnSpc>
                <a:spcPct val="100000"/>
              </a:lnSpc>
              <a:spcBef>
                <a:spcPts val="0"/>
              </a:spcBef>
              <a:spcAft>
                <a:spcPts val="1200"/>
              </a:spcAft>
              <a:buClr>
                <a:schemeClr val="dk1"/>
              </a:buClr>
              <a:buSzPct val="100000"/>
              <a:buFont typeface="Arial" panose="020B0604020202020204" pitchFamily="34" charset="0"/>
              <a:buChar char="•"/>
            </a:pPr>
            <a:endParaRPr dirty="0">
              <a:solidFill>
                <a:schemeClr val="dk1"/>
              </a:solidFill>
              <a:latin typeface="Poppins"/>
              <a:ea typeface="Poppins"/>
              <a:cs typeface="Poppins"/>
              <a:sym typeface="Poppins"/>
            </a:endParaRPr>
          </a:p>
        </p:txBody>
      </p:sp>
      <p:sp>
        <p:nvSpPr>
          <p:cNvPr id="42" name="Google Shape;3506;p321">
            <a:extLst>
              <a:ext uri="{FF2B5EF4-FFF2-40B4-BE49-F238E27FC236}">
                <a16:creationId xmlns:a16="http://schemas.microsoft.com/office/drawing/2014/main" id="{985092F7-38E3-A00E-3A5D-9768108DD635}"/>
              </a:ext>
            </a:extLst>
          </p:cNvPr>
          <p:cNvSpPr txBox="1"/>
          <p:nvPr/>
        </p:nvSpPr>
        <p:spPr>
          <a:xfrm>
            <a:off x="7370800" y="2891100"/>
            <a:ext cx="3832500" cy="2736000"/>
          </a:xfrm>
          <a:prstGeom prst="rect">
            <a:avLst/>
          </a:prstGeom>
          <a:noFill/>
          <a:ln>
            <a:noFill/>
          </a:ln>
        </p:spPr>
        <p:txBody>
          <a:bodyPr spcFirstLastPara="1" wrap="square" lIns="61200" tIns="30450" rIns="60950" bIns="30450" anchor="t" anchorCtr="0">
            <a:normAutofit/>
          </a:bodyPr>
          <a:lstStyle/>
          <a:p>
            <a:pPr marL="457200" lvl="0" indent="-330200" algn="l" rtl="0">
              <a:lnSpc>
                <a:spcPct val="100000"/>
              </a:lnSpc>
              <a:spcBef>
                <a:spcPts val="0"/>
              </a:spcBef>
              <a:spcAft>
                <a:spcPts val="1200"/>
              </a:spcAft>
              <a:buClr>
                <a:schemeClr val="dk1"/>
              </a:buClr>
              <a:buSzPts val="1600"/>
              <a:buAutoNum type="arabicPeriod"/>
            </a:pPr>
            <a:r>
              <a:rPr lang="pt-BR" dirty="0">
                <a:solidFill>
                  <a:schemeClr val="dk1"/>
                </a:solidFill>
                <a:latin typeface="Poppins"/>
                <a:ea typeface="Poppins"/>
                <a:cs typeface="Poppins"/>
                <a:sym typeface="Poppins"/>
              </a:rPr>
              <a:t>Leiam o roteiro de atividade prática.</a:t>
            </a:r>
          </a:p>
          <a:p>
            <a:pPr marL="457200" lvl="0" indent="-330200" algn="l" rtl="0">
              <a:lnSpc>
                <a:spcPct val="100000"/>
              </a:lnSpc>
              <a:spcBef>
                <a:spcPts val="0"/>
              </a:spcBef>
              <a:spcAft>
                <a:spcPts val="1200"/>
              </a:spcAft>
              <a:buClr>
                <a:schemeClr val="dk1"/>
              </a:buClr>
              <a:buSzPts val="1600"/>
              <a:buAutoNum type="arabicPeriod"/>
            </a:pPr>
            <a:r>
              <a:rPr lang="pt-BR" dirty="0">
                <a:solidFill>
                  <a:schemeClr val="dk1"/>
                </a:solidFill>
                <a:latin typeface="Poppins"/>
                <a:ea typeface="Poppins"/>
                <a:cs typeface="Poppins"/>
                <a:sym typeface="Poppins"/>
              </a:rPr>
              <a:t>Sigam os passos propostos.</a:t>
            </a:r>
          </a:p>
          <a:p>
            <a:pPr marL="457200" lvl="0" indent="-330200" algn="l" rtl="0">
              <a:lnSpc>
                <a:spcPct val="100000"/>
              </a:lnSpc>
              <a:spcBef>
                <a:spcPts val="0"/>
              </a:spcBef>
              <a:spcAft>
                <a:spcPts val="1200"/>
              </a:spcAft>
              <a:buClr>
                <a:schemeClr val="dk1"/>
              </a:buClr>
              <a:buSzPts val="1600"/>
              <a:buAutoNum type="arabicPeriod"/>
            </a:pPr>
            <a:r>
              <a:rPr lang="pt-BR" dirty="0">
                <a:solidFill>
                  <a:schemeClr val="dk1"/>
                </a:solidFill>
                <a:latin typeface="Poppins"/>
                <a:ea typeface="Poppins"/>
                <a:cs typeface="Poppins"/>
                <a:sym typeface="Poppins"/>
              </a:rPr>
              <a:t>Ao finalizarem, enviem individualmente o roteiro preenchido via AVA. </a:t>
            </a:r>
            <a:endParaRPr dirty="0">
              <a:solidFill>
                <a:schemeClr val="dk1"/>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7">
          <a:extLst>
            <a:ext uri="{FF2B5EF4-FFF2-40B4-BE49-F238E27FC236}">
              <a16:creationId xmlns:a16="http://schemas.microsoft.com/office/drawing/2014/main" id="{D98713A6-336C-5986-260A-18E766D762A1}"/>
            </a:ext>
          </a:extLst>
        </p:cNvPr>
        <p:cNvGrpSpPr/>
        <p:nvPr/>
      </p:nvGrpSpPr>
      <p:grpSpPr>
        <a:xfrm>
          <a:off x="0" y="0"/>
          <a:ext cx="0" cy="0"/>
          <a:chOff x="0" y="0"/>
          <a:chExt cx="0" cy="0"/>
        </a:xfrm>
      </p:grpSpPr>
      <p:sp>
        <p:nvSpPr>
          <p:cNvPr id="12" name="Google Shape;849;p64">
            <a:extLst>
              <a:ext uri="{FF2B5EF4-FFF2-40B4-BE49-F238E27FC236}">
                <a16:creationId xmlns:a16="http://schemas.microsoft.com/office/drawing/2014/main" id="{4D1FCC38-660A-02EA-C9B3-B056ABED5966}"/>
              </a:ext>
            </a:extLst>
          </p:cNvPr>
          <p:cNvSpPr/>
          <p:nvPr/>
        </p:nvSpPr>
        <p:spPr>
          <a:xfrm>
            <a:off x="3026388" y="3221104"/>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dirty="0">
              <a:latin typeface="Calibri"/>
              <a:ea typeface="Calibri"/>
              <a:cs typeface="Calibri"/>
              <a:sym typeface="Calibri"/>
            </a:endParaRPr>
          </a:p>
        </p:txBody>
      </p:sp>
      <p:sp>
        <p:nvSpPr>
          <p:cNvPr id="13" name="Google Shape;850;p64">
            <a:extLst>
              <a:ext uri="{FF2B5EF4-FFF2-40B4-BE49-F238E27FC236}">
                <a16:creationId xmlns:a16="http://schemas.microsoft.com/office/drawing/2014/main" id="{C7EA2D45-B5F8-DC9F-851D-BEFD23066C7D}"/>
              </a:ext>
            </a:extLst>
          </p:cNvPr>
          <p:cNvSpPr/>
          <p:nvPr/>
        </p:nvSpPr>
        <p:spPr>
          <a:xfrm>
            <a:off x="6738417" y="3207832"/>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dirty="0">
              <a:latin typeface="Calibri"/>
              <a:ea typeface="Calibri"/>
              <a:cs typeface="Calibri"/>
              <a:sym typeface="Calibri"/>
            </a:endParaRPr>
          </a:p>
        </p:txBody>
      </p:sp>
      <p:sp>
        <p:nvSpPr>
          <p:cNvPr id="14" name="Google Shape;851;p64">
            <a:extLst>
              <a:ext uri="{FF2B5EF4-FFF2-40B4-BE49-F238E27FC236}">
                <a16:creationId xmlns:a16="http://schemas.microsoft.com/office/drawing/2014/main" id="{36B49BC9-9553-68DF-4E80-6322B197DCE1}"/>
              </a:ext>
            </a:extLst>
          </p:cNvPr>
          <p:cNvSpPr/>
          <p:nvPr/>
        </p:nvSpPr>
        <p:spPr>
          <a:xfrm>
            <a:off x="3026388" y="4310399"/>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dirty="0">
              <a:latin typeface="Calibri"/>
              <a:ea typeface="Calibri"/>
              <a:cs typeface="Calibri"/>
              <a:sym typeface="Calibri"/>
            </a:endParaRPr>
          </a:p>
        </p:txBody>
      </p:sp>
      <p:sp>
        <p:nvSpPr>
          <p:cNvPr id="16" name="Google Shape;853;p64">
            <a:extLst>
              <a:ext uri="{FF2B5EF4-FFF2-40B4-BE49-F238E27FC236}">
                <a16:creationId xmlns:a16="http://schemas.microsoft.com/office/drawing/2014/main" id="{C9348E14-6BD4-1357-33BF-CC180964AE06}"/>
              </a:ext>
            </a:extLst>
          </p:cNvPr>
          <p:cNvSpPr/>
          <p:nvPr/>
        </p:nvSpPr>
        <p:spPr>
          <a:xfrm>
            <a:off x="6738417" y="4297127"/>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dirty="0">
              <a:latin typeface="Calibri"/>
              <a:ea typeface="Calibri"/>
              <a:cs typeface="Calibri"/>
              <a:sym typeface="Calibri"/>
            </a:endParaRPr>
          </a:p>
        </p:txBody>
      </p:sp>
      <p:sp>
        <p:nvSpPr>
          <p:cNvPr id="4" name="Google Shape;812;p61">
            <a:extLst>
              <a:ext uri="{FF2B5EF4-FFF2-40B4-BE49-F238E27FC236}">
                <a16:creationId xmlns:a16="http://schemas.microsoft.com/office/drawing/2014/main" id="{6773C115-602E-F2A6-4750-112EC29F791A}"/>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60950" tIns="30467" rIns="60950" bIns="30467" anchor="ctr" anchorCtr="0">
            <a:noAutofit/>
          </a:bodyPr>
          <a:lstStyle/>
          <a:p>
            <a:endParaRPr dirty="0"/>
          </a:p>
        </p:txBody>
      </p:sp>
      <p:pic>
        <p:nvPicPr>
          <p:cNvPr id="6" name="Gráfico 5">
            <a:extLst>
              <a:ext uri="{FF2B5EF4-FFF2-40B4-BE49-F238E27FC236}">
                <a16:creationId xmlns:a16="http://schemas.microsoft.com/office/drawing/2014/main" id="{618610DE-BF54-162F-6BD1-C0A0A3B804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85107" y="245921"/>
            <a:ext cx="435935" cy="390047"/>
          </a:xfrm>
          <a:prstGeom prst="rect">
            <a:avLst/>
          </a:prstGeom>
        </p:spPr>
      </p:pic>
      <p:sp>
        <p:nvSpPr>
          <p:cNvPr id="7" name="Google Shape;833;p62">
            <a:extLst>
              <a:ext uri="{FF2B5EF4-FFF2-40B4-BE49-F238E27FC236}">
                <a16:creationId xmlns:a16="http://schemas.microsoft.com/office/drawing/2014/main" id="{BB13BBF9-A7CE-8C02-F22E-A2A75F4E1348}"/>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a:lnSpc>
                <a:spcPct val="107000"/>
              </a:lnSpc>
              <a:buSzPts val="2700"/>
            </a:pPr>
            <a:r>
              <a:rPr lang="pt-BR" sz="800" b="1" dirty="0">
                <a:solidFill>
                  <a:schemeClr val="lt1"/>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a:lnSpc>
                <a:spcPct val="107000"/>
              </a:lnSpc>
              <a:spcBef>
                <a:spcPts val="715"/>
              </a:spcBef>
              <a:buSzPts val="2700"/>
            </a:pPr>
            <a:endParaRPr sz="800" dirty="0">
              <a:solidFill>
                <a:schemeClr val="lt1"/>
              </a:solidFill>
              <a:latin typeface="Poppins" panose="00000500000000000000" pitchFamily="2" charset="0"/>
              <a:ea typeface="Poppins Light"/>
              <a:cs typeface="Poppins" panose="00000500000000000000" pitchFamily="2" charset="0"/>
              <a:sym typeface="Poppins Light"/>
            </a:endParaRPr>
          </a:p>
        </p:txBody>
      </p:sp>
      <p:sp>
        <p:nvSpPr>
          <p:cNvPr id="21" name="Espaço Reservado para Texto 10">
            <a:extLst>
              <a:ext uri="{FF2B5EF4-FFF2-40B4-BE49-F238E27FC236}">
                <a16:creationId xmlns:a16="http://schemas.microsoft.com/office/drawing/2014/main" id="{59750C3B-D405-B580-0654-E7F5DAEF69BC}"/>
              </a:ext>
            </a:extLst>
          </p:cNvPr>
          <p:cNvSpPr>
            <a:spLocks noGrp="1"/>
          </p:cNvSpPr>
          <p:nvPr>
            <p:ph type="body" sz="quarter" idx="10"/>
          </p:nvPr>
        </p:nvSpPr>
        <p:spPr>
          <a:xfrm>
            <a:off x="2867779" y="1029367"/>
            <a:ext cx="7800222" cy="1911633"/>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sz="2800" dirty="0"/>
              <a:t>Uma equipe encontrou a mesma lógica de busca de produto em várias funções. Qual mudança representa melhor uma refatoração?</a:t>
            </a:r>
          </a:p>
          <a:p>
            <a:pPr lvl="4"/>
            <a:endParaRPr lang="pt-BR" sz="2800" dirty="0"/>
          </a:p>
        </p:txBody>
      </p:sp>
      <p:sp>
        <p:nvSpPr>
          <p:cNvPr id="2" name="Google Shape;852;p64">
            <a:extLst>
              <a:ext uri="{FF2B5EF4-FFF2-40B4-BE49-F238E27FC236}">
                <a16:creationId xmlns:a16="http://schemas.microsoft.com/office/drawing/2014/main" id="{40D9303F-0657-E6D2-4352-6A83C83EF2A4}"/>
              </a:ext>
            </a:extLst>
          </p:cNvPr>
          <p:cNvSpPr txBox="1"/>
          <p:nvPr/>
        </p:nvSpPr>
        <p:spPr>
          <a:xfrm>
            <a:off x="2995213" y="4469415"/>
            <a:ext cx="3395077" cy="492443"/>
          </a:xfrm>
          <a:prstGeom prst="rect">
            <a:avLst/>
          </a:prstGeom>
          <a:noFill/>
          <a:ln>
            <a:noFill/>
          </a:ln>
        </p:spPr>
        <p:txBody>
          <a:bodyPr spcFirstLastPara="1" wrap="square" lIns="0" tIns="0" rIns="0" bIns="0" anchor="t" anchorCtr="0">
            <a:spAutoFit/>
          </a:bodyPr>
          <a:lstStyle/>
          <a:p>
            <a:pPr lvl="0" algn="ctr">
              <a:buSzPts val="1700"/>
            </a:pPr>
            <a:r>
              <a:rPr lang="pt-BR" sz="1600" b="1" dirty="0">
                <a:solidFill>
                  <a:srgbClr val="FFFFFF"/>
                </a:solidFill>
                <a:latin typeface="Poppins"/>
                <a:ea typeface="Poppins"/>
                <a:cs typeface="Poppins"/>
                <a:sym typeface="Poppins"/>
              </a:rPr>
              <a:t>Alterar o menu para que a busca aconteça só uma vez.</a:t>
            </a:r>
          </a:p>
        </p:txBody>
      </p:sp>
      <p:sp>
        <p:nvSpPr>
          <p:cNvPr id="5" name="Google Shape;854;p64">
            <a:extLst>
              <a:ext uri="{FF2B5EF4-FFF2-40B4-BE49-F238E27FC236}">
                <a16:creationId xmlns:a16="http://schemas.microsoft.com/office/drawing/2014/main" id="{3B30F271-3498-D5A4-79C6-693642042D8E}"/>
              </a:ext>
            </a:extLst>
          </p:cNvPr>
          <p:cNvSpPr txBox="1"/>
          <p:nvPr/>
        </p:nvSpPr>
        <p:spPr>
          <a:xfrm>
            <a:off x="7027723" y="4469630"/>
            <a:ext cx="2874158" cy="492443"/>
          </a:xfrm>
          <a:prstGeom prst="rect">
            <a:avLst/>
          </a:prstGeom>
          <a:noFill/>
          <a:ln>
            <a:noFill/>
          </a:ln>
        </p:spPr>
        <p:txBody>
          <a:bodyPr spcFirstLastPara="1" wrap="square" lIns="0" tIns="0" rIns="0" bIns="0" anchor="t" anchorCtr="0">
            <a:spAutoFit/>
          </a:bodyPr>
          <a:lstStyle/>
          <a:p>
            <a:pPr algn="ctr">
              <a:buSzPts val="2767"/>
            </a:pPr>
            <a:r>
              <a:rPr lang="pt-BR" sz="1600" b="1" dirty="0">
                <a:solidFill>
                  <a:srgbClr val="FFFFFF"/>
                </a:solidFill>
                <a:latin typeface="Poppins"/>
                <a:ea typeface="Poppins"/>
                <a:cs typeface="Poppins"/>
                <a:sym typeface="Poppins"/>
              </a:rPr>
              <a:t>Criar uma função de busca e usá-la onde necessário.</a:t>
            </a:r>
            <a:endParaRPr lang="pt-BR" sz="1600" dirty="0"/>
          </a:p>
        </p:txBody>
      </p:sp>
      <p:sp>
        <p:nvSpPr>
          <p:cNvPr id="11" name="Google Shape;855;p64">
            <a:extLst>
              <a:ext uri="{FF2B5EF4-FFF2-40B4-BE49-F238E27FC236}">
                <a16:creationId xmlns:a16="http://schemas.microsoft.com/office/drawing/2014/main" id="{ABA620DC-69AF-7B74-22BE-7462CA958E3F}"/>
              </a:ext>
            </a:extLst>
          </p:cNvPr>
          <p:cNvSpPr txBox="1"/>
          <p:nvPr/>
        </p:nvSpPr>
        <p:spPr>
          <a:xfrm>
            <a:off x="3156155" y="3388244"/>
            <a:ext cx="3073195" cy="492443"/>
          </a:xfrm>
          <a:prstGeom prst="rect">
            <a:avLst/>
          </a:prstGeom>
          <a:noFill/>
          <a:ln>
            <a:noFill/>
          </a:ln>
        </p:spPr>
        <p:txBody>
          <a:bodyPr spcFirstLastPara="1" wrap="square" lIns="0" tIns="0" rIns="0" bIns="0" anchor="t" anchorCtr="0">
            <a:spAutoFit/>
          </a:bodyPr>
          <a:lstStyle/>
          <a:p>
            <a:pPr algn="ctr">
              <a:buSzPts val="2767"/>
            </a:pPr>
            <a:r>
              <a:rPr lang="pt-BR" sz="1600" b="1" dirty="0">
                <a:solidFill>
                  <a:srgbClr val="FFFFFF"/>
                </a:solidFill>
                <a:latin typeface="Poppins"/>
                <a:ea typeface="Poppins"/>
                <a:cs typeface="Poppins"/>
                <a:sym typeface="Poppins"/>
              </a:rPr>
              <a:t>Copiar a lógica para nova função e manter as antigas.</a:t>
            </a:r>
            <a:endParaRPr lang="pt-BR" sz="1600" dirty="0"/>
          </a:p>
        </p:txBody>
      </p:sp>
      <p:sp>
        <p:nvSpPr>
          <p:cNvPr id="20" name="Google Shape;856;p64">
            <a:extLst>
              <a:ext uri="{FF2B5EF4-FFF2-40B4-BE49-F238E27FC236}">
                <a16:creationId xmlns:a16="http://schemas.microsoft.com/office/drawing/2014/main" id="{32B59E54-585A-5342-A0C6-7CEF0F74353A}"/>
              </a:ext>
            </a:extLst>
          </p:cNvPr>
          <p:cNvSpPr txBox="1"/>
          <p:nvPr/>
        </p:nvSpPr>
        <p:spPr>
          <a:xfrm>
            <a:off x="6777746" y="3371155"/>
            <a:ext cx="3306088" cy="492443"/>
          </a:xfrm>
          <a:prstGeom prst="rect">
            <a:avLst/>
          </a:prstGeom>
          <a:noFill/>
          <a:ln>
            <a:noFill/>
          </a:ln>
        </p:spPr>
        <p:txBody>
          <a:bodyPr spcFirstLastPara="1" wrap="square" lIns="0" tIns="0" rIns="0" bIns="0" anchor="t" anchorCtr="0">
            <a:spAutoFit/>
          </a:bodyPr>
          <a:lstStyle/>
          <a:p>
            <a:pPr algn="ctr">
              <a:buSzPts val="2767"/>
            </a:pPr>
            <a:r>
              <a:rPr lang="pt-BR" sz="1600" b="1" dirty="0">
                <a:solidFill>
                  <a:srgbClr val="FFFFFF"/>
                </a:solidFill>
                <a:latin typeface="Poppins"/>
                <a:ea typeface="Poppins"/>
                <a:cs typeface="Poppins"/>
                <a:sym typeface="Poppins"/>
              </a:rPr>
              <a:t>Unir todas as funções do sistema em uma função maior.</a:t>
            </a:r>
            <a:endParaRPr lang="pt-BR" sz="1600" dirty="0"/>
          </a:p>
        </p:txBody>
      </p:sp>
    </p:spTree>
    <p:extLst>
      <p:ext uri="{BB962C8B-B14F-4D97-AF65-F5344CB8AC3E}">
        <p14:creationId xmlns:p14="http://schemas.microsoft.com/office/powerpoint/2010/main" val="2156771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867">
          <a:extLst>
            <a:ext uri="{FF2B5EF4-FFF2-40B4-BE49-F238E27FC236}">
              <a16:creationId xmlns:a16="http://schemas.microsoft.com/office/drawing/2014/main" id="{EEFB48AD-6428-48AA-C6AF-C109873A3BAB}"/>
            </a:ext>
          </a:extLst>
        </p:cNvPr>
        <p:cNvGrpSpPr/>
        <p:nvPr/>
      </p:nvGrpSpPr>
      <p:grpSpPr>
        <a:xfrm>
          <a:off x="0" y="0"/>
          <a:ext cx="0" cy="0"/>
          <a:chOff x="0" y="0"/>
          <a:chExt cx="0" cy="0"/>
        </a:xfrm>
      </p:grpSpPr>
      <p:sp>
        <p:nvSpPr>
          <p:cNvPr id="12" name="Google Shape;849;p64">
            <a:extLst>
              <a:ext uri="{FF2B5EF4-FFF2-40B4-BE49-F238E27FC236}">
                <a16:creationId xmlns:a16="http://schemas.microsoft.com/office/drawing/2014/main" id="{EDBD12C6-4C8A-DC50-7C59-012B85A195BE}"/>
              </a:ext>
            </a:extLst>
          </p:cNvPr>
          <p:cNvSpPr/>
          <p:nvPr/>
        </p:nvSpPr>
        <p:spPr>
          <a:xfrm>
            <a:off x="3026388" y="3221104"/>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dirty="0">
              <a:latin typeface="Calibri"/>
              <a:ea typeface="Calibri"/>
              <a:cs typeface="Calibri"/>
              <a:sym typeface="Calibri"/>
            </a:endParaRPr>
          </a:p>
        </p:txBody>
      </p:sp>
      <p:sp>
        <p:nvSpPr>
          <p:cNvPr id="13" name="Google Shape;850;p64">
            <a:extLst>
              <a:ext uri="{FF2B5EF4-FFF2-40B4-BE49-F238E27FC236}">
                <a16:creationId xmlns:a16="http://schemas.microsoft.com/office/drawing/2014/main" id="{52135619-CA0A-865B-98CD-CCD9C4412651}"/>
              </a:ext>
            </a:extLst>
          </p:cNvPr>
          <p:cNvSpPr/>
          <p:nvPr/>
        </p:nvSpPr>
        <p:spPr>
          <a:xfrm>
            <a:off x="6738417" y="3207832"/>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dirty="0">
              <a:latin typeface="Calibri"/>
              <a:ea typeface="Calibri"/>
              <a:cs typeface="Calibri"/>
              <a:sym typeface="Calibri"/>
            </a:endParaRPr>
          </a:p>
        </p:txBody>
      </p:sp>
      <p:sp>
        <p:nvSpPr>
          <p:cNvPr id="14" name="Google Shape;851;p64">
            <a:extLst>
              <a:ext uri="{FF2B5EF4-FFF2-40B4-BE49-F238E27FC236}">
                <a16:creationId xmlns:a16="http://schemas.microsoft.com/office/drawing/2014/main" id="{CED8566D-57DE-D40D-993E-03856E28A56C}"/>
              </a:ext>
            </a:extLst>
          </p:cNvPr>
          <p:cNvSpPr/>
          <p:nvPr/>
        </p:nvSpPr>
        <p:spPr>
          <a:xfrm>
            <a:off x="3026388" y="4310399"/>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dirty="0">
              <a:latin typeface="Calibri"/>
              <a:ea typeface="Calibri"/>
              <a:cs typeface="Calibri"/>
              <a:sym typeface="Calibri"/>
            </a:endParaRPr>
          </a:p>
        </p:txBody>
      </p:sp>
      <p:sp>
        <p:nvSpPr>
          <p:cNvPr id="16" name="Google Shape;853;p64">
            <a:extLst>
              <a:ext uri="{FF2B5EF4-FFF2-40B4-BE49-F238E27FC236}">
                <a16:creationId xmlns:a16="http://schemas.microsoft.com/office/drawing/2014/main" id="{69994F51-7482-7789-8776-95B31DD013D1}"/>
              </a:ext>
            </a:extLst>
          </p:cNvPr>
          <p:cNvSpPr/>
          <p:nvPr/>
        </p:nvSpPr>
        <p:spPr>
          <a:xfrm>
            <a:off x="6738417" y="4297127"/>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2D050"/>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dirty="0">
              <a:latin typeface="Calibri"/>
              <a:ea typeface="Calibri"/>
              <a:cs typeface="Calibri"/>
              <a:sym typeface="Calibri"/>
            </a:endParaRPr>
          </a:p>
        </p:txBody>
      </p:sp>
      <p:sp>
        <p:nvSpPr>
          <p:cNvPr id="4" name="Google Shape;812;p61">
            <a:extLst>
              <a:ext uri="{FF2B5EF4-FFF2-40B4-BE49-F238E27FC236}">
                <a16:creationId xmlns:a16="http://schemas.microsoft.com/office/drawing/2014/main" id="{4F1F48B6-43F6-0607-F057-42D499238B9A}"/>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60950" tIns="30467" rIns="60950" bIns="30467" anchor="ctr" anchorCtr="0">
            <a:noAutofit/>
          </a:bodyPr>
          <a:lstStyle/>
          <a:p>
            <a:endParaRPr dirty="0"/>
          </a:p>
        </p:txBody>
      </p:sp>
      <p:pic>
        <p:nvPicPr>
          <p:cNvPr id="6" name="Gráfico 5">
            <a:extLst>
              <a:ext uri="{FF2B5EF4-FFF2-40B4-BE49-F238E27FC236}">
                <a16:creationId xmlns:a16="http://schemas.microsoft.com/office/drawing/2014/main" id="{A8EF3AF4-BB17-F10E-90F6-1DC8EA81A8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85107" y="245921"/>
            <a:ext cx="435935" cy="390047"/>
          </a:xfrm>
          <a:prstGeom prst="rect">
            <a:avLst/>
          </a:prstGeom>
        </p:spPr>
      </p:pic>
      <p:sp>
        <p:nvSpPr>
          <p:cNvPr id="7" name="Google Shape;833;p62">
            <a:extLst>
              <a:ext uri="{FF2B5EF4-FFF2-40B4-BE49-F238E27FC236}">
                <a16:creationId xmlns:a16="http://schemas.microsoft.com/office/drawing/2014/main" id="{305E19A6-9C34-3BD5-DA49-8848C09D81C1}"/>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a:lnSpc>
                <a:spcPct val="107000"/>
              </a:lnSpc>
              <a:buSzPts val="2700"/>
            </a:pPr>
            <a:r>
              <a:rPr lang="pt-BR" sz="800" b="1" dirty="0">
                <a:solidFill>
                  <a:schemeClr val="lt1"/>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a:lnSpc>
                <a:spcPct val="107000"/>
              </a:lnSpc>
              <a:spcBef>
                <a:spcPts val="715"/>
              </a:spcBef>
              <a:buSzPts val="2700"/>
            </a:pPr>
            <a:endParaRPr sz="800" dirty="0">
              <a:solidFill>
                <a:schemeClr val="lt1"/>
              </a:solidFill>
              <a:latin typeface="Poppins" panose="00000500000000000000" pitchFamily="2" charset="0"/>
              <a:ea typeface="Poppins Light"/>
              <a:cs typeface="Poppins" panose="00000500000000000000" pitchFamily="2" charset="0"/>
              <a:sym typeface="Poppins Light"/>
            </a:endParaRPr>
          </a:p>
        </p:txBody>
      </p:sp>
      <p:sp>
        <p:nvSpPr>
          <p:cNvPr id="3" name="Google Shape;1434;p98">
            <a:extLst>
              <a:ext uri="{FF2B5EF4-FFF2-40B4-BE49-F238E27FC236}">
                <a16:creationId xmlns:a16="http://schemas.microsoft.com/office/drawing/2014/main" id="{5BF4C32A-3330-B056-B975-E65FA60D3617}"/>
              </a:ext>
            </a:extLst>
          </p:cNvPr>
          <p:cNvSpPr/>
          <p:nvPr/>
        </p:nvSpPr>
        <p:spPr>
          <a:xfrm>
            <a:off x="2448429" y="4483118"/>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a:buSzPts val="1200"/>
            </a:pPr>
            <a:endParaRPr sz="800" dirty="0">
              <a:latin typeface="Calibri"/>
              <a:ea typeface="Calibri"/>
              <a:cs typeface="Calibri"/>
              <a:sym typeface="Calibri"/>
            </a:endParaRPr>
          </a:p>
        </p:txBody>
      </p:sp>
      <p:sp>
        <p:nvSpPr>
          <p:cNvPr id="8" name="Google Shape;1435;p98">
            <a:extLst>
              <a:ext uri="{FF2B5EF4-FFF2-40B4-BE49-F238E27FC236}">
                <a16:creationId xmlns:a16="http://schemas.microsoft.com/office/drawing/2014/main" id="{1EAAF8B2-39DB-92FC-CEBA-615D12F1F385}"/>
              </a:ext>
            </a:extLst>
          </p:cNvPr>
          <p:cNvSpPr/>
          <p:nvPr/>
        </p:nvSpPr>
        <p:spPr>
          <a:xfrm>
            <a:off x="2437471" y="3400069"/>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a:buSzPts val="1200"/>
            </a:pPr>
            <a:endParaRPr sz="800" dirty="0">
              <a:latin typeface="Calibri"/>
              <a:ea typeface="Calibri"/>
              <a:cs typeface="Calibri"/>
              <a:sym typeface="Calibri"/>
            </a:endParaRPr>
          </a:p>
        </p:txBody>
      </p:sp>
      <p:sp>
        <p:nvSpPr>
          <p:cNvPr id="9" name="Google Shape;1436;p98">
            <a:extLst>
              <a:ext uri="{FF2B5EF4-FFF2-40B4-BE49-F238E27FC236}">
                <a16:creationId xmlns:a16="http://schemas.microsoft.com/office/drawing/2014/main" id="{5B5168C8-2888-7D04-16C9-CD7A2D69EB74}"/>
              </a:ext>
            </a:extLst>
          </p:cNvPr>
          <p:cNvSpPr/>
          <p:nvPr/>
        </p:nvSpPr>
        <p:spPr>
          <a:xfrm>
            <a:off x="10242028" y="3363759"/>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a:buSzPts val="1200"/>
            </a:pPr>
            <a:endParaRPr sz="800" dirty="0">
              <a:latin typeface="Calibri"/>
              <a:ea typeface="Calibri"/>
              <a:cs typeface="Calibri"/>
              <a:sym typeface="Calibri"/>
            </a:endParaRPr>
          </a:p>
        </p:txBody>
      </p:sp>
      <p:sp>
        <p:nvSpPr>
          <p:cNvPr id="10" name="Google Shape;1437;p98">
            <a:extLst>
              <a:ext uri="{FF2B5EF4-FFF2-40B4-BE49-F238E27FC236}">
                <a16:creationId xmlns:a16="http://schemas.microsoft.com/office/drawing/2014/main" id="{14D4A4E8-D3BB-56C4-8034-28D0973C11C2}"/>
              </a:ext>
            </a:extLst>
          </p:cNvPr>
          <p:cNvSpPr/>
          <p:nvPr/>
        </p:nvSpPr>
        <p:spPr>
          <a:xfrm rot="-3043640">
            <a:off x="10338971" y="4523774"/>
            <a:ext cx="385459" cy="265917"/>
          </a:xfrm>
          <a:prstGeom prst="corner">
            <a:avLst>
              <a:gd name="adj1" fmla="val 36796"/>
              <a:gd name="adj2" fmla="val 29665"/>
            </a:avLst>
          </a:prstGeom>
          <a:solidFill>
            <a:srgbClr val="92D050"/>
          </a:solidFill>
          <a:ln>
            <a:noFill/>
          </a:ln>
        </p:spPr>
        <p:txBody>
          <a:bodyPr spcFirstLastPara="1" wrap="square" lIns="60950" tIns="30467" rIns="60950" bIns="30467" anchor="t" anchorCtr="0">
            <a:noAutofit/>
          </a:bodyPr>
          <a:lstStyle/>
          <a:p>
            <a:pPr>
              <a:buSzPts val="1200"/>
            </a:pPr>
            <a:endParaRPr sz="800" dirty="0">
              <a:latin typeface="Calibri"/>
              <a:ea typeface="Calibri"/>
              <a:cs typeface="Calibri"/>
              <a:sym typeface="Calibri"/>
            </a:endParaRPr>
          </a:p>
        </p:txBody>
      </p:sp>
      <p:sp>
        <p:nvSpPr>
          <p:cNvPr id="2" name="Google Shape;852;p64">
            <a:extLst>
              <a:ext uri="{FF2B5EF4-FFF2-40B4-BE49-F238E27FC236}">
                <a16:creationId xmlns:a16="http://schemas.microsoft.com/office/drawing/2014/main" id="{CA1CEA8A-24BE-CD78-9490-A8F92DD865C4}"/>
              </a:ext>
            </a:extLst>
          </p:cNvPr>
          <p:cNvSpPr txBox="1"/>
          <p:nvPr/>
        </p:nvSpPr>
        <p:spPr>
          <a:xfrm>
            <a:off x="2995213" y="4469415"/>
            <a:ext cx="3395077" cy="492443"/>
          </a:xfrm>
          <a:prstGeom prst="rect">
            <a:avLst/>
          </a:prstGeom>
          <a:noFill/>
          <a:ln>
            <a:noFill/>
          </a:ln>
        </p:spPr>
        <p:txBody>
          <a:bodyPr spcFirstLastPara="1" wrap="square" lIns="0" tIns="0" rIns="0" bIns="0" anchor="t" anchorCtr="0">
            <a:spAutoFit/>
          </a:bodyPr>
          <a:lstStyle/>
          <a:p>
            <a:pPr lvl="0" algn="ctr">
              <a:buSzPts val="1700"/>
            </a:pPr>
            <a:r>
              <a:rPr lang="pt-BR" sz="1600" b="1" dirty="0">
                <a:solidFill>
                  <a:srgbClr val="FFFFFF"/>
                </a:solidFill>
                <a:latin typeface="Poppins"/>
                <a:ea typeface="Poppins"/>
                <a:cs typeface="Poppins"/>
                <a:sym typeface="Poppins"/>
              </a:rPr>
              <a:t>Alterar o menu para que a busca aconteça só uma vez.</a:t>
            </a:r>
          </a:p>
        </p:txBody>
      </p:sp>
      <p:sp>
        <p:nvSpPr>
          <p:cNvPr id="5" name="Google Shape;854;p64">
            <a:extLst>
              <a:ext uri="{FF2B5EF4-FFF2-40B4-BE49-F238E27FC236}">
                <a16:creationId xmlns:a16="http://schemas.microsoft.com/office/drawing/2014/main" id="{EC070E76-BA85-83D4-33C3-2DEAC4A6A387}"/>
              </a:ext>
            </a:extLst>
          </p:cNvPr>
          <p:cNvSpPr txBox="1"/>
          <p:nvPr/>
        </p:nvSpPr>
        <p:spPr>
          <a:xfrm>
            <a:off x="7027723" y="4469630"/>
            <a:ext cx="2874158" cy="492443"/>
          </a:xfrm>
          <a:prstGeom prst="rect">
            <a:avLst/>
          </a:prstGeom>
          <a:noFill/>
          <a:ln>
            <a:noFill/>
          </a:ln>
        </p:spPr>
        <p:txBody>
          <a:bodyPr spcFirstLastPara="1" wrap="square" lIns="0" tIns="0" rIns="0" bIns="0" anchor="t" anchorCtr="0">
            <a:spAutoFit/>
          </a:bodyPr>
          <a:lstStyle/>
          <a:p>
            <a:pPr algn="ctr">
              <a:buSzPts val="2767"/>
            </a:pPr>
            <a:r>
              <a:rPr lang="pt-BR" sz="1600" b="1" dirty="0">
                <a:solidFill>
                  <a:srgbClr val="FFFFFF"/>
                </a:solidFill>
                <a:latin typeface="Poppins"/>
                <a:ea typeface="Poppins"/>
                <a:cs typeface="Poppins"/>
                <a:sym typeface="Poppins"/>
              </a:rPr>
              <a:t>Criar uma função de busca e usá-la onde necessário.</a:t>
            </a:r>
            <a:endParaRPr lang="pt-BR" sz="1600" dirty="0"/>
          </a:p>
        </p:txBody>
      </p:sp>
      <p:sp>
        <p:nvSpPr>
          <p:cNvPr id="11" name="Google Shape;855;p64">
            <a:extLst>
              <a:ext uri="{FF2B5EF4-FFF2-40B4-BE49-F238E27FC236}">
                <a16:creationId xmlns:a16="http://schemas.microsoft.com/office/drawing/2014/main" id="{31B35155-9D3D-1496-6C19-2C22452863C0}"/>
              </a:ext>
            </a:extLst>
          </p:cNvPr>
          <p:cNvSpPr txBox="1"/>
          <p:nvPr/>
        </p:nvSpPr>
        <p:spPr>
          <a:xfrm>
            <a:off x="3156155" y="3388244"/>
            <a:ext cx="3073195" cy="492443"/>
          </a:xfrm>
          <a:prstGeom prst="rect">
            <a:avLst/>
          </a:prstGeom>
          <a:noFill/>
          <a:ln>
            <a:noFill/>
          </a:ln>
        </p:spPr>
        <p:txBody>
          <a:bodyPr spcFirstLastPara="1" wrap="square" lIns="0" tIns="0" rIns="0" bIns="0" anchor="t" anchorCtr="0">
            <a:spAutoFit/>
          </a:bodyPr>
          <a:lstStyle/>
          <a:p>
            <a:pPr algn="ctr">
              <a:buSzPts val="2767"/>
            </a:pPr>
            <a:r>
              <a:rPr lang="pt-BR" sz="1600" b="1" dirty="0">
                <a:solidFill>
                  <a:srgbClr val="FFFFFF"/>
                </a:solidFill>
                <a:latin typeface="Poppins"/>
                <a:ea typeface="Poppins"/>
                <a:cs typeface="Poppins"/>
                <a:sym typeface="Poppins"/>
              </a:rPr>
              <a:t>Copiar a lógica para nova função e manter as antigas.</a:t>
            </a:r>
            <a:endParaRPr lang="pt-BR" sz="1600" dirty="0"/>
          </a:p>
        </p:txBody>
      </p:sp>
      <p:sp>
        <p:nvSpPr>
          <p:cNvPr id="20" name="Google Shape;856;p64">
            <a:extLst>
              <a:ext uri="{FF2B5EF4-FFF2-40B4-BE49-F238E27FC236}">
                <a16:creationId xmlns:a16="http://schemas.microsoft.com/office/drawing/2014/main" id="{88842736-5332-5DBF-7F0B-CFAE3E55D32A}"/>
              </a:ext>
            </a:extLst>
          </p:cNvPr>
          <p:cNvSpPr txBox="1"/>
          <p:nvPr/>
        </p:nvSpPr>
        <p:spPr>
          <a:xfrm>
            <a:off x="6777746" y="3371155"/>
            <a:ext cx="3306088" cy="492443"/>
          </a:xfrm>
          <a:prstGeom prst="rect">
            <a:avLst/>
          </a:prstGeom>
          <a:noFill/>
          <a:ln>
            <a:noFill/>
          </a:ln>
        </p:spPr>
        <p:txBody>
          <a:bodyPr spcFirstLastPara="1" wrap="square" lIns="0" tIns="0" rIns="0" bIns="0" anchor="t" anchorCtr="0">
            <a:spAutoFit/>
          </a:bodyPr>
          <a:lstStyle/>
          <a:p>
            <a:pPr algn="ctr">
              <a:buSzPts val="2767"/>
            </a:pPr>
            <a:r>
              <a:rPr lang="pt-BR" sz="1600" b="1" dirty="0">
                <a:solidFill>
                  <a:srgbClr val="FFFFFF"/>
                </a:solidFill>
                <a:latin typeface="Poppins"/>
                <a:ea typeface="Poppins"/>
                <a:cs typeface="Poppins"/>
                <a:sym typeface="Poppins"/>
              </a:rPr>
              <a:t>Unir todas as funções do sistema em uma função maior.</a:t>
            </a:r>
            <a:endParaRPr lang="pt-BR" sz="1600" dirty="0"/>
          </a:p>
        </p:txBody>
      </p:sp>
      <p:sp>
        <p:nvSpPr>
          <p:cNvPr id="18" name="Espaço Reservado para Texto 10">
            <a:extLst>
              <a:ext uri="{FF2B5EF4-FFF2-40B4-BE49-F238E27FC236}">
                <a16:creationId xmlns:a16="http://schemas.microsoft.com/office/drawing/2014/main" id="{E3DE18FE-1DA8-823F-20FF-8EB50F41CF98}"/>
              </a:ext>
            </a:extLst>
          </p:cNvPr>
          <p:cNvSpPr>
            <a:spLocks noGrp="1"/>
          </p:cNvSpPr>
          <p:nvPr>
            <p:ph type="body" sz="quarter" idx="10"/>
          </p:nvPr>
        </p:nvSpPr>
        <p:spPr>
          <a:xfrm>
            <a:off x="2867779" y="1029367"/>
            <a:ext cx="7800222" cy="1911633"/>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sz="2800" dirty="0"/>
              <a:t>Uma equipe encontrou a mesma lógica de busca de produto em várias funções. Qual mudança representa melhor uma refatoração?</a:t>
            </a:r>
          </a:p>
          <a:p>
            <a:pPr lvl="4"/>
            <a:endParaRPr lang="pt-BR" sz="2800" dirty="0"/>
          </a:p>
        </p:txBody>
      </p:sp>
    </p:spTree>
    <p:extLst>
      <p:ext uri="{BB962C8B-B14F-4D97-AF65-F5344CB8AC3E}">
        <p14:creationId xmlns:p14="http://schemas.microsoft.com/office/powerpoint/2010/main" val="2951632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30"/>
        <p:cNvGrpSpPr/>
        <p:nvPr/>
      </p:nvGrpSpPr>
      <p:grpSpPr>
        <a:xfrm>
          <a:off x="0" y="0"/>
          <a:ext cx="0" cy="0"/>
          <a:chOff x="0" y="0"/>
          <a:chExt cx="0" cy="0"/>
        </a:xfrm>
      </p:grpSpPr>
      <p:pic>
        <p:nvPicPr>
          <p:cNvPr id="4631" name="Google Shape;4631;p413" title="diagrama (54).png"/>
          <p:cNvPicPr preferRelativeResize="0"/>
          <p:nvPr/>
        </p:nvPicPr>
        <p:blipFill>
          <a:blip r:embed="rId3">
            <a:alphaModFix/>
          </a:blip>
          <a:stretch>
            <a:fillRect/>
          </a:stretch>
        </p:blipFill>
        <p:spPr>
          <a:xfrm>
            <a:off x="4187075" y="733112"/>
            <a:ext cx="7757949" cy="5391775"/>
          </a:xfrm>
          <a:prstGeom prst="rect">
            <a:avLst/>
          </a:prstGeom>
          <a:noFill/>
          <a:ln>
            <a:noFill/>
          </a:ln>
        </p:spPr>
      </p:pic>
      <p:sp>
        <p:nvSpPr>
          <p:cNvPr id="4632" name="Google Shape;4632;p413"/>
          <p:cNvSpPr txBox="1"/>
          <p:nvPr/>
        </p:nvSpPr>
        <p:spPr>
          <a:xfrm>
            <a:off x="5957349" y="6124887"/>
            <a:ext cx="4217400"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0" i="0" u="none" strike="noStrike" cap="none" dirty="0">
                <a:solidFill>
                  <a:srgbClr val="000000"/>
                </a:solidFill>
                <a:latin typeface="Poppins"/>
                <a:ea typeface="Poppins"/>
                <a:cs typeface="Poppins"/>
                <a:sym typeface="Poppins"/>
              </a:rPr>
              <a:t>Produzido pela SEDUC-SP com apoio da ferramenta ChatGPT.</a:t>
            </a:r>
            <a:endParaRPr sz="1000" b="0" i="0" u="none" strike="noStrike" cap="none" dirty="0">
              <a:solidFill>
                <a:srgbClr val="000000"/>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36"/>
        <p:cNvGrpSpPr/>
        <p:nvPr/>
      </p:nvGrpSpPr>
      <p:grpSpPr>
        <a:xfrm>
          <a:off x="0" y="0"/>
          <a:ext cx="0" cy="0"/>
          <a:chOff x="0" y="0"/>
          <a:chExt cx="0" cy="0"/>
        </a:xfrm>
      </p:grpSpPr>
      <p:sp>
        <p:nvSpPr>
          <p:cNvPr id="4637" name="Google Shape;4637;p414"/>
          <p:cNvSpPr txBox="1">
            <a:spLocks noGrp="1"/>
          </p:cNvSpPr>
          <p:nvPr>
            <p:ph type="body" idx="1"/>
          </p:nvPr>
        </p:nvSpPr>
        <p:spPr>
          <a:xfrm>
            <a:off x="5362575" y="1327355"/>
            <a:ext cx="6391275" cy="2768395"/>
          </a:xfrm>
          <a:prstGeom prst="rect">
            <a:avLst/>
          </a:prstGeom>
          <a:noFill/>
          <a:ln>
            <a:noFill/>
          </a:ln>
        </p:spPr>
        <p:txBody>
          <a:bodyPr spcFirstLastPara="1" wrap="square" lIns="60950" tIns="30450" rIns="60950" bIns="30450" anchor="t" anchorCtr="0">
            <a:noAutofit/>
          </a:bodyPr>
          <a:lstStyle/>
          <a:p>
            <a:pPr marL="0" lvl="0" indent="0" algn="l" rtl="0">
              <a:spcBef>
                <a:spcPts val="0"/>
              </a:spcBef>
              <a:spcAft>
                <a:spcPts val="1200"/>
              </a:spcAft>
              <a:buClr>
                <a:schemeClr val="dk1"/>
              </a:buClr>
              <a:buSzPts val="1100"/>
              <a:buFont typeface="Arial"/>
              <a:buNone/>
            </a:pPr>
            <a:r>
              <a:rPr lang="pt-BR" sz="1700" b="1" dirty="0"/>
              <a:t>Revise as boas práticas de nomenclatura do Python, usando este guia para revisar os nomes de variáveis e funções do seu próprio projeto:</a:t>
            </a:r>
            <a:endParaRPr sz="1700" b="1" dirty="0"/>
          </a:p>
          <a:p>
            <a:pPr marL="0" lvl="0" indent="0">
              <a:spcBef>
                <a:spcPts val="0"/>
              </a:spcBef>
              <a:spcAft>
                <a:spcPts val="1200"/>
              </a:spcAft>
              <a:buSzPts val="1100"/>
            </a:pPr>
            <a:r>
              <a:rPr lang="pt-BR" sz="1700" dirty="0"/>
              <a:t>ARAÚJO, R. Como dar nomes para variáveis no Python – Nomenclatura PEP8. </a:t>
            </a:r>
            <a:r>
              <a:rPr lang="pt-BR" sz="1700" b="1" dirty="0"/>
              <a:t>Hashtag Treinamentos</a:t>
            </a:r>
            <a:r>
              <a:rPr lang="pt-BR" sz="1700" dirty="0"/>
              <a:t>, 20 jul. 2026. Disponível em: </a:t>
            </a:r>
            <a:r>
              <a:rPr lang="pt-BR" sz="1700" u="sng" dirty="0">
                <a:solidFill>
                  <a:schemeClr val="hlink"/>
                </a:solidFill>
                <a:hlinkClick r:id="rId3"/>
              </a:rPr>
              <a:t>https://www.hashtagtreinamentos.com/como-dar-nomes-para-variaveis-python</a:t>
            </a:r>
            <a:r>
              <a:rPr lang="pt-BR" sz="1700" dirty="0">
                <a:solidFill>
                  <a:schemeClr val="tx1"/>
                </a:solidFill>
              </a:rPr>
              <a:t>.</a:t>
            </a:r>
            <a:r>
              <a:rPr lang="pt-BR" sz="1700" dirty="0"/>
              <a:t> Acesso em: 26 ago. 2026. </a:t>
            </a:r>
            <a:endParaRPr sz="1700" dirty="0"/>
          </a:p>
          <a:p>
            <a:pPr marL="0" lvl="0" indent="0" algn="l" rtl="0">
              <a:spcBef>
                <a:spcPts val="0"/>
              </a:spcBef>
              <a:spcAft>
                <a:spcPts val="1200"/>
              </a:spcAft>
              <a:buClr>
                <a:schemeClr val="dk1"/>
              </a:buClr>
              <a:buSzPts val="1100"/>
              <a:buFont typeface="Arial"/>
              <a:buNone/>
            </a:pPr>
            <a:endParaRPr sz="1700" dirty="0"/>
          </a:p>
          <a:p>
            <a:pPr marL="0" lvl="0" indent="0" algn="l" rtl="0">
              <a:spcBef>
                <a:spcPts val="0"/>
              </a:spcBef>
              <a:spcAft>
                <a:spcPts val="1200"/>
              </a:spcAft>
              <a:buClr>
                <a:schemeClr val="dk1"/>
              </a:buClr>
              <a:buSzPts val="1100"/>
              <a:buFont typeface="Arial"/>
              <a:buNone/>
            </a:pPr>
            <a:endParaRPr sz="1700" dirty="0"/>
          </a:p>
          <a:p>
            <a:pPr marL="0" lvl="0" indent="0" algn="l" rtl="0">
              <a:spcBef>
                <a:spcPts val="0"/>
              </a:spcBef>
              <a:spcAft>
                <a:spcPts val="1200"/>
              </a:spcAft>
              <a:buClr>
                <a:schemeClr val="dk1"/>
              </a:buClr>
              <a:buSzPts val="1100"/>
              <a:buFont typeface="Arial"/>
              <a:buNone/>
            </a:pPr>
            <a:endParaRPr sz="1700" b="1" dirty="0"/>
          </a:p>
          <a:p>
            <a:pPr marL="0" lvl="0" indent="0" algn="l" rtl="0">
              <a:spcBef>
                <a:spcPts val="0"/>
              </a:spcBef>
              <a:spcAft>
                <a:spcPts val="1200"/>
              </a:spcAft>
              <a:buClr>
                <a:schemeClr val="dk1"/>
              </a:buClr>
              <a:buSzPts val="1100"/>
              <a:buFont typeface="Arial"/>
              <a:buNone/>
            </a:pPr>
            <a:endParaRPr sz="1700" b="1" dirty="0"/>
          </a:p>
          <a:p>
            <a:pPr marL="0" lvl="0" indent="0" algn="l" rtl="0">
              <a:spcBef>
                <a:spcPts val="0"/>
              </a:spcBef>
              <a:spcAft>
                <a:spcPts val="1200"/>
              </a:spcAft>
              <a:buClr>
                <a:schemeClr val="dk1"/>
              </a:buClr>
              <a:buSzPts val="1100"/>
              <a:buFont typeface="Arial"/>
              <a:buNone/>
            </a:pPr>
            <a:endParaRPr sz="1700" b="1" dirty="0"/>
          </a:p>
          <a:p>
            <a:pPr marL="0" lvl="0" indent="0" algn="l" rtl="0">
              <a:spcBef>
                <a:spcPts val="0"/>
              </a:spcBef>
              <a:spcAft>
                <a:spcPts val="1200"/>
              </a:spcAft>
              <a:buClr>
                <a:schemeClr val="dk1"/>
              </a:buClr>
              <a:buSzPts val="1100"/>
              <a:buFont typeface="Arial"/>
              <a:buNone/>
            </a:pPr>
            <a:endParaRPr sz="1700" b="1" dirty="0"/>
          </a:p>
          <a:p>
            <a:pPr marL="0" marR="0" lvl="0" indent="0" algn="l" rtl="0">
              <a:spcBef>
                <a:spcPts val="0"/>
              </a:spcBef>
              <a:spcAft>
                <a:spcPts val="1200"/>
              </a:spcAft>
              <a:buClr>
                <a:schemeClr val="dk1"/>
              </a:buClr>
              <a:buSzPts val="2800"/>
              <a:buFont typeface="Poppins"/>
              <a:buNone/>
            </a:pPr>
            <a:endParaRPr sz="1700" b="1" dirty="0"/>
          </a:p>
        </p:txBody>
      </p:sp>
      <p:sp>
        <p:nvSpPr>
          <p:cNvPr id="4638" name="Google Shape;4638;p414"/>
          <p:cNvSpPr txBox="1"/>
          <p:nvPr/>
        </p:nvSpPr>
        <p:spPr>
          <a:xfrm>
            <a:off x="1024125" y="1786467"/>
            <a:ext cx="3183000" cy="615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0"/>
              <a:buFont typeface="Arial"/>
              <a:buNone/>
            </a:pPr>
            <a:r>
              <a:rPr lang="pt-BR" sz="4000" b="1" i="0" u="none" strike="noStrike" cap="none" dirty="0">
                <a:solidFill>
                  <a:srgbClr val="FFFFFF"/>
                </a:solidFill>
                <a:latin typeface="Poppins"/>
                <a:ea typeface="Poppins"/>
                <a:cs typeface="Poppins"/>
                <a:sym typeface="Poppins"/>
              </a:rPr>
              <a:t>Saiba mais</a:t>
            </a:r>
            <a:endParaRPr sz="4000" b="0" i="0" u="none" strike="noStrike" cap="none" dirty="0">
              <a:solidFill>
                <a:srgbClr val="FFFFFF"/>
              </a:solidFill>
              <a:latin typeface="Poppins Light"/>
              <a:ea typeface="Poppins Light"/>
              <a:cs typeface="Poppins Light"/>
              <a:sym typeface="Poppins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42"/>
        <p:cNvGrpSpPr/>
        <p:nvPr/>
      </p:nvGrpSpPr>
      <p:grpSpPr>
        <a:xfrm>
          <a:off x="0" y="0"/>
          <a:ext cx="0" cy="0"/>
          <a:chOff x="0" y="0"/>
          <a:chExt cx="0" cy="0"/>
        </a:xfrm>
      </p:grpSpPr>
      <p:sp>
        <p:nvSpPr>
          <p:cNvPr id="4643" name="Google Shape;4643;p415"/>
          <p:cNvSpPr txBox="1">
            <a:spLocks noGrp="1"/>
          </p:cNvSpPr>
          <p:nvPr>
            <p:ph type="body" idx="1"/>
          </p:nvPr>
        </p:nvSpPr>
        <p:spPr>
          <a:xfrm>
            <a:off x="556448" y="1701800"/>
            <a:ext cx="11368852" cy="4145100"/>
          </a:xfrm>
          <a:prstGeom prst="rect">
            <a:avLst/>
          </a:prstGeom>
          <a:noFill/>
          <a:ln>
            <a:noFill/>
          </a:ln>
        </p:spPr>
        <p:txBody>
          <a:bodyPr spcFirstLastPara="1" wrap="square" lIns="91425" tIns="45700" rIns="91425" bIns="45700" anchor="t" anchorCtr="0">
            <a:normAutofit/>
          </a:bodyPr>
          <a:lstStyle/>
          <a:p>
            <a:pPr marL="0" indent="0">
              <a:spcBef>
                <a:spcPts val="0"/>
              </a:spcBef>
              <a:spcAft>
                <a:spcPts val="1200"/>
              </a:spcAft>
              <a:buSzPts val="1100"/>
            </a:pPr>
            <a:r>
              <a:rPr lang="pt-BR" dirty="0"/>
              <a:t>ARAÚJO, R. Como dar nomes para variáveis no Python – Nomenclatura PEP8. </a:t>
            </a:r>
            <a:r>
              <a:rPr lang="pt-BR" b="1" dirty="0"/>
              <a:t>Hashtag Treinamentos</a:t>
            </a:r>
            <a:r>
              <a:rPr lang="pt-BR" dirty="0"/>
              <a:t>, 20 jul. 2026. Disponível em: </a:t>
            </a:r>
            <a:r>
              <a:rPr lang="pt-BR" u="sng" dirty="0">
                <a:solidFill>
                  <a:schemeClr val="hlink"/>
                </a:solidFill>
                <a:hlinkClick r:id="rId3"/>
              </a:rPr>
              <a:t>https://www.hashtagtreinamentos.com/como-dar-nomes-para-variaveis-python</a:t>
            </a:r>
            <a:r>
              <a:rPr lang="pt-BR" u="sng" dirty="0">
                <a:solidFill>
                  <a:schemeClr val="hlink"/>
                </a:solidFill>
              </a:rPr>
              <a:t>.</a:t>
            </a:r>
            <a:r>
              <a:rPr lang="pt-BR" dirty="0"/>
              <a:t> Acesso em: 08 ago. 2026. </a:t>
            </a:r>
            <a:endParaRPr dirty="0"/>
          </a:p>
          <a:p>
            <a:pPr marL="0" indent="0">
              <a:spcBef>
                <a:spcPts val="0"/>
              </a:spcBef>
              <a:spcAft>
                <a:spcPts val="1200"/>
              </a:spcAft>
              <a:buSzPts val="1100"/>
            </a:pPr>
            <a:r>
              <a:rPr lang="pt-BR" dirty="0"/>
              <a:t>FREITAS, L. Clean Code: porque bons programadores escrevem código para pessoas, não para máquinas. </a:t>
            </a:r>
            <a:r>
              <a:rPr lang="pt-BR" b="1" dirty="0"/>
              <a:t>Dio</a:t>
            </a:r>
            <a:r>
              <a:rPr lang="pt-BR" dirty="0"/>
              <a:t>, 24 out. 2025. Disponível em:</a:t>
            </a:r>
            <a:r>
              <a:rPr lang="pt-BR" dirty="0">
                <a:solidFill>
                  <a:schemeClr val="hlink"/>
                </a:solidFill>
                <a:uFill>
                  <a:noFill/>
                </a:uFill>
                <a:hlinkClick r:id="rId4"/>
              </a:rPr>
              <a:t> </a:t>
            </a:r>
            <a:r>
              <a:rPr lang="pt-BR" u="sng" dirty="0">
                <a:solidFill>
                  <a:schemeClr val="hlink"/>
                </a:solidFill>
                <a:hlinkClick r:id="rId4"/>
              </a:rPr>
              <a:t>https://www.dio.me/articles/clean-code-porque-bons-programadores-escrevem-codigo-para-pessoas-nao-para-maquinas-c4d01c2e5913</a:t>
            </a:r>
            <a:r>
              <a:rPr lang="pt-BR" dirty="0"/>
              <a:t>. </a:t>
            </a:r>
            <a:br>
              <a:rPr lang="pt-BR" dirty="0"/>
            </a:br>
            <a:r>
              <a:rPr lang="pt-BR" dirty="0"/>
              <a:t>Acesso em: 08 ago. 2026.</a:t>
            </a:r>
          </a:p>
          <a:p>
            <a:pPr marL="0" indent="0">
              <a:spcBef>
                <a:spcPts val="0"/>
              </a:spcBef>
              <a:spcAft>
                <a:spcPts val="1200"/>
              </a:spcAft>
              <a:buSzPts val="1100"/>
            </a:pPr>
            <a:r>
              <a:rPr lang="pt-BR" dirty="0"/>
              <a:t>PYTHON SOFTWARE FOUNDATION. Definindo funções. </a:t>
            </a:r>
            <a:r>
              <a:rPr lang="pt-BR" b="1" dirty="0"/>
              <a:t>Documentação Python 3</a:t>
            </a:r>
            <a:r>
              <a:rPr lang="pt-BR" dirty="0"/>
              <a:t>, [s.d.]. Disponível em: </a:t>
            </a:r>
            <a:r>
              <a:rPr lang="pt-BR" u="sng" dirty="0">
                <a:solidFill>
                  <a:schemeClr val="hlink"/>
                </a:solidFill>
                <a:hlinkClick r:id="rId5"/>
              </a:rPr>
              <a:t>https://docs.python.org/pt-br/3/tutorial/controlflow.html#defining-functions</a:t>
            </a:r>
            <a:r>
              <a:rPr lang="pt-BR" dirty="0"/>
              <a:t>. Acesso em: 08 ago. 2026.</a:t>
            </a:r>
            <a:endParaRPr dirty="0"/>
          </a:p>
          <a:p>
            <a:pPr marL="0" lvl="0" indent="0" algn="l" rtl="0">
              <a:lnSpc>
                <a:spcPct val="100000"/>
              </a:lnSpc>
              <a:spcBef>
                <a:spcPts val="0"/>
              </a:spcBef>
              <a:spcAft>
                <a:spcPts val="1200"/>
              </a:spcAft>
              <a:buClr>
                <a:schemeClr val="dk1"/>
              </a:buClr>
              <a:buSzPts val="2600"/>
              <a:buFont typeface="Arial"/>
              <a:buNone/>
            </a:pPr>
            <a:r>
              <a:rPr lang="pt-BR" dirty="0"/>
              <a:t>Identidade visual: imagens © Getty Images</a:t>
            </a:r>
            <a:endParaRPr dirty="0"/>
          </a:p>
        </p:txBody>
      </p:sp>
      <p:sp>
        <p:nvSpPr>
          <p:cNvPr id="4644" name="Google Shape;4644;p415"/>
          <p:cNvSpPr txBox="1"/>
          <p:nvPr/>
        </p:nvSpPr>
        <p:spPr>
          <a:xfrm>
            <a:off x="3245708" y="1392195"/>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4649"/>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4654"/>
        <p:cNvGrpSpPr/>
        <p:nvPr/>
      </p:nvGrpSpPr>
      <p:grpSpPr>
        <a:xfrm>
          <a:off x="0" y="0"/>
          <a:ext cx="0" cy="0"/>
          <a:chOff x="0" y="0"/>
          <a:chExt cx="0" cy="0"/>
        </a:xfrm>
      </p:grpSpPr>
      <p:sp>
        <p:nvSpPr>
          <p:cNvPr id="4655" name="Google Shape;4655;p417"/>
          <p:cNvSpPr/>
          <p:nvPr/>
        </p:nvSpPr>
        <p:spPr>
          <a:xfrm>
            <a:off x="0" y="7855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cxnSp>
        <p:nvCxnSpPr>
          <p:cNvPr id="4658" name="Google Shape;4658;p417"/>
          <p:cNvCxnSpPr>
            <a:cxnSpLocks/>
          </p:cNvCxnSpPr>
          <p:nvPr/>
        </p:nvCxnSpPr>
        <p:spPr>
          <a:xfrm flipV="1">
            <a:off x="686395" y="1032984"/>
            <a:ext cx="0" cy="3386616"/>
          </a:xfrm>
          <a:prstGeom prst="straightConnector1">
            <a:avLst/>
          </a:prstGeom>
          <a:noFill/>
          <a:ln w="19050" cap="flat" cmpd="sng">
            <a:solidFill>
              <a:srgbClr val="000000"/>
            </a:solidFill>
            <a:prstDash val="solid"/>
            <a:round/>
            <a:headEnd type="oval" w="med" len="med"/>
            <a:tailEnd type="oval" w="med" len="med"/>
          </a:ln>
        </p:spPr>
      </p:cxnSp>
      <p:sp>
        <p:nvSpPr>
          <p:cNvPr id="4656" name="Google Shape;4656;p417"/>
          <p:cNvSpPr txBox="1"/>
          <p:nvPr/>
        </p:nvSpPr>
        <p:spPr>
          <a:xfrm>
            <a:off x="955053" y="769850"/>
            <a:ext cx="7869000"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 </a:t>
            </a:r>
            <a:r>
              <a:rPr lang="pt-BR" sz="3000" b="1" dirty="0">
                <a:solidFill>
                  <a:srgbClr val="FFFFFF"/>
                </a:solidFill>
                <a:latin typeface="Poppins"/>
                <a:ea typeface="Poppins"/>
                <a:cs typeface="Poppins"/>
                <a:sym typeface="Poppins"/>
              </a:rPr>
              <a:t>6</a:t>
            </a:r>
            <a:endParaRPr sz="1400" b="0" i="0" u="none" strike="noStrike" cap="none" dirty="0">
              <a:solidFill>
                <a:srgbClr val="000000"/>
              </a:solidFill>
              <a:latin typeface="Arial"/>
              <a:ea typeface="Arial"/>
              <a:cs typeface="Arial"/>
              <a:sym typeface="Arial"/>
            </a:endParaRPr>
          </a:p>
        </p:txBody>
      </p:sp>
      <p:sp>
        <p:nvSpPr>
          <p:cNvPr id="4657" name="Google Shape;4657;p417"/>
          <p:cNvSpPr txBox="1"/>
          <p:nvPr/>
        </p:nvSpPr>
        <p:spPr>
          <a:xfrm>
            <a:off x="985520" y="1467309"/>
            <a:ext cx="10251300" cy="2831534"/>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chemeClr val="tx1"/>
                </a:solidFill>
                <a:latin typeface="Poppins"/>
                <a:ea typeface="Poppins"/>
                <a:cs typeface="Poppins"/>
                <a:sym typeface="Poppins"/>
              </a:rPr>
              <a:t>Orientações: </a:t>
            </a:r>
            <a:r>
              <a:rPr lang="pt-BR" sz="1000" i="0" u="none" strike="noStrike" cap="none" dirty="0">
                <a:solidFill>
                  <a:schemeClr val="tx1"/>
                </a:solidFill>
                <a:latin typeface="Poppins"/>
                <a:ea typeface="Poppins"/>
                <a:cs typeface="Poppins"/>
                <a:sym typeface="Poppins"/>
              </a:rPr>
              <a:t>seção</a:t>
            </a:r>
            <a:r>
              <a:rPr lang="pt-BR" sz="1000" b="1" i="0" u="none" strike="noStrike" cap="none" dirty="0">
                <a:solidFill>
                  <a:schemeClr val="tx1"/>
                </a:solidFill>
                <a:latin typeface="Poppins"/>
                <a:ea typeface="Poppins"/>
                <a:cs typeface="Poppins"/>
                <a:sym typeface="Poppins"/>
              </a:rPr>
              <a:t> Relembre</a:t>
            </a:r>
            <a:r>
              <a:rPr lang="pt-BR" sz="1000" i="0" u="none" strike="noStrike" cap="none" dirty="0">
                <a:solidFill>
                  <a:schemeClr val="tx1"/>
                </a:solidFill>
                <a:latin typeface="Poppins"/>
                <a:ea typeface="Poppins"/>
                <a:cs typeface="Poppins"/>
                <a:sym typeface="Poppins"/>
              </a:rPr>
              <a:t>.</a:t>
            </a:r>
            <a:r>
              <a:rPr lang="pt-BR" sz="1000" b="1" i="0" u="none" strike="noStrike" cap="none" dirty="0">
                <a:solidFill>
                  <a:schemeClr val="tx1"/>
                </a:solidFill>
                <a:latin typeface="Poppins"/>
                <a:ea typeface="Poppins"/>
                <a:cs typeface="Poppins"/>
                <a:sym typeface="Poppins"/>
              </a:rPr>
              <a:t> </a:t>
            </a:r>
            <a:r>
              <a:rPr lang="pt-BR" sz="1000" dirty="0">
                <a:solidFill>
                  <a:schemeClr val="tx1"/>
                </a:solidFill>
                <a:latin typeface="Poppins"/>
                <a:ea typeface="Poppins"/>
                <a:cs typeface="Poppins"/>
                <a:sym typeface="Poppins"/>
              </a:rPr>
              <a:t>Retome o conceito de extração de funções trabalhado na aula anterior e prepare os estudantes para aplicar esse raciocínio em outras partes do projeto.</a:t>
            </a:r>
            <a:endParaRPr sz="1000" b="0" i="0" u="none" strike="noStrike" cap="none" dirty="0">
              <a:solidFill>
                <a:schemeClr val="tx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chemeClr val="tx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chemeClr val="tx1"/>
                </a:solidFill>
                <a:latin typeface="Poppins"/>
                <a:ea typeface="Poppins"/>
                <a:cs typeface="Poppins"/>
                <a:sym typeface="Poppins"/>
              </a:rPr>
              <a:t>Tempo previsto:</a:t>
            </a:r>
            <a:r>
              <a:rPr lang="pt-BR" sz="1000" b="0" i="0" u="none" strike="noStrike" cap="none" dirty="0">
                <a:solidFill>
                  <a:schemeClr val="tx1"/>
                </a:solidFill>
                <a:latin typeface="Poppins"/>
                <a:ea typeface="Poppins"/>
                <a:cs typeface="Poppins"/>
                <a:sym typeface="Poppins"/>
              </a:rPr>
              <a:t> 5 minutos.</a:t>
            </a:r>
            <a:endParaRPr sz="1000" b="0" i="0" u="none" strike="noStrike" cap="none" dirty="0">
              <a:solidFill>
                <a:schemeClr val="tx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chemeClr val="tx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1" i="0" u="none" strike="noStrike" cap="none" dirty="0">
              <a:solidFill>
                <a:schemeClr val="tx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chemeClr val="tx1"/>
                </a:solidFill>
                <a:latin typeface="Poppins"/>
                <a:ea typeface="Poppins"/>
                <a:cs typeface="Poppins"/>
                <a:sym typeface="Poppins"/>
              </a:rPr>
              <a:t>Gestão de sala de aula:</a:t>
            </a:r>
            <a:r>
              <a:rPr lang="pt-BR" sz="1000" b="0" i="0" u="none" strike="noStrike" cap="none" dirty="0">
                <a:solidFill>
                  <a:schemeClr val="tx1"/>
                </a:solidFill>
                <a:latin typeface="Poppins"/>
                <a:ea typeface="Poppins"/>
                <a:cs typeface="Poppins"/>
                <a:sym typeface="Poppins"/>
              </a:rPr>
              <a:t> </a:t>
            </a:r>
            <a:r>
              <a:rPr lang="pt-BR" sz="1000" dirty="0">
                <a:solidFill>
                  <a:schemeClr val="tx1"/>
                </a:solidFill>
                <a:latin typeface="Poppins"/>
                <a:ea typeface="Poppins"/>
                <a:cs typeface="Poppins"/>
                <a:sym typeface="Poppins"/>
              </a:rPr>
              <a:t>conduza a retomada com a turma toda. Incentive respostas baseadas no código completo da Papelaria Ponto Certo, sem apresentar ainda a solução da atividade.</a:t>
            </a:r>
            <a:endParaRPr sz="1000" b="0" i="0" u="none" strike="noStrike" cap="none" dirty="0">
              <a:solidFill>
                <a:schemeClr val="tx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chemeClr val="tx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1" i="0" u="none" strike="noStrike" cap="none" dirty="0">
              <a:solidFill>
                <a:schemeClr val="tx1"/>
              </a:solidFill>
              <a:latin typeface="Poppins"/>
              <a:ea typeface="Poppins"/>
              <a:cs typeface="Poppins"/>
              <a:sym typeface="Poppins"/>
            </a:endParaRPr>
          </a:p>
          <a:p>
            <a:pPr lvl="0">
              <a:buClr>
                <a:schemeClr val="dk1"/>
              </a:buClr>
              <a:buSzPts val="1100"/>
            </a:pPr>
            <a:r>
              <a:rPr lang="pt-BR" sz="1000" b="1" i="0" u="none" strike="noStrike" cap="none" dirty="0">
                <a:solidFill>
                  <a:schemeClr val="tx1"/>
                </a:solidFill>
                <a:latin typeface="Poppins"/>
                <a:ea typeface="Poppins"/>
                <a:cs typeface="Poppins"/>
                <a:sym typeface="Poppins"/>
              </a:rPr>
              <a:t>Condução da dinâmica:</a:t>
            </a:r>
            <a:r>
              <a:rPr lang="pt-BR" sz="1000" b="1" dirty="0">
                <a:solidFill>
                  <a:schemeClr val="tx1"/>
                </a:solidFill>
                <a:latin typeface="Poppins"/>
                <a:ea typeface="Poppins"/>
                <a:cs typeface="Poppins"/>
                <a:sym typeface="Poppins"/>
              </a:rPr>
              <a:t> </a:t>
            </a:r>
            <a:r>
              <a:rPr lang="pt-BR" sz="1000" dirty="0">
                <a:solidFill>
                  <a:schemeClr val="tx1"/>
                </a:solidFill>
                <a:latin typeface="Poppins"/>
                <a:ea typeface="Poppins"/>
                <a:cs typeface="Poppins"/>
                <a:sym typeface="Poppins"/>
              </a:rPr>
              <a:t>retome que uma função pode concentrar uma tarefa repetida e ser reutilizada em diferentes partes do programa. Em seguida, peça que os estudantes observem o código completo e procurem outra tarefa que apareça em mais de um lugar. Lance a pergunta: “Qual outra tarefa do programa aparece em mais de um lugar e poderia ser organizada em uma função?” Registre algumas hipóteses antes de iniciar a atividade prática. </a:t>
            </a:r>
          </a:p>
          <a:p>
            <a:pPr lvl="0">
              <a:buClr>
                <a:schemeClr val="dk1"/>
              </a:buClr>
              <a:buSzPts val="1100"/>
            </a:pPr>
            <a:endParaRPr sz="1000" b="1" i="0" u="none" strike="noStrike" cap="none" dirty="0">
              <a:solidFill>
                <a:schemeClr val="tx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1" i="0" u="none" strike="noStrike" cap="none" dirty="0">
              <a:solidFill>
                <a:schemeClr val="tx1"/>
              </a:solidFill>
              <a:latin typeface="Poppins"/>
              <a:ea typeface="Poppins"/>
              <a:cs typeface="Poppins"/>
              <a:sym typeface="Poppins"/>
            </a:endParaRPr>
          </a:p>
          <a:p>
            <a:pPr lvl="0">
              <a:buClr>
                <a:schemeClr val="dk1"/>
              </a:buClr>
              <a:buSzPts val="1100"/>
            </a:pPr>
            <a:r>
              <a:rPr lang="pt-BR" sz="1000" b="1" i="0" u="none" strike="noStrike" cap="none" dirty="0">
                <a:solidFill>
                  <a:schemeClr val="tx1"/>
                </a:solidFill>
                <a:latin typeface="Poppins"/>
                <a:ea typeface="Poppins"/>
                <a:cs typeface="Poppins"/>
                <a:sym typeface="Poppins"/>
              </a:rPr>
              <a:t>Expectativas de respostas:</a:t>
            </a:r>
            <a:r>
              <a:rPr lang="pt-BR" sz="1000" b="1" dirty="0">
                <a:solidFill>
                  <a:schemeClr val="tx1"/>
                </a:solidFill>
                <a:latin typeface="Poppins"/>
                <a:ea typeface="Poppins"/>
                <a:cs typeface="Poppins"/>
                <a:sym typeface="Poppins"/>
              </a:rPr>
              <a:t> </a:t>
            </a:r>
            <a:r>
              <a:rPr lang="pt-BR" sz="1000" dirty="0">
                <a:solidFill>
                  <a:schemeClr val="tx1"/>
                </a:solidFill>
                <a:latin typeface="Poppins"/>
                <a:ea typeface="Poppins"/>
                <a:cs typeface="Poppins"/>
                <a:sym typeface="Poppins"/>
              </a:rPr>
              <a:t>espera-se que os estudantes identifiquem alguma lógica repetida no próprio código. A busca de produtos pelo nome é uma resposta esperada, pois aparece em diferentes funções do programa. Também podem identificar outras repetições válidas. O importante é que consigam apontar a repetição no código e justificar por que ela poderia ser organizada em uma função.</a:t>
            </a:r>
            <a:endParaRPr sz="1000" b="0" i="0" u="none" strike="noStrike" cap="none" dirty="0">
              <a:solidFill>
                <a:schemeClr val="tx1"/>
              </a:solidFill>
              <a:latin typeface="Poppins"/>
              <a:ea typeface="Poppins"/>
              <a:cs typeface="Poppins"/>
              <a:sym typeface="Poppins"/>
            </a:endParaRPr>
          </a:p>
        </p:txBody>
      </p:sp>
      <p:grpSp>
        <p:nvGrpSpPr>
          <p:cNvPr id="4659" name="Google Shape;4659;p417"/>
          <p:cNvGrpSpPr/>
          <p:nvPr/>
        </p:nvGrpSpPr>
        <p:grpSpPr>
          <a:xfrm>
            <a:off x="497841" y="1413854"/>
            <a:ext cx="386100" cy="382500"/>
            <a:chOff x="497841" y="1318604"/>
            <a:chExt cx="386100" cy="382500"/>
          </a:xfrm>
        </p:grpSpPr>
        <p:sp>
          <p:nvSpPr>
            <p:cNvPr id="4660" name="Google Shape;4660;p417"/>
            <p:cNvSpPr/>
            <p:nvPr/>
          </p:nvSpPr>
          <p:spPr>
            <a:xfrm>
              <a:off x="497841" y="131860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661" name="Google Shape;4661;p417"/>
            <p:cNvSpPr/>
            <p:nvPr/>
          </p:nvSpPr>
          <p:spPr>
            <a:xfrm>
              <a:off x="569897" y="1417160"/>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rgbClr val="000000"/>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grpSp>
      <p:grpSp>
        <p:nvGrpSpPr>
          <p:cNvPr id="4662" name="Google Shape;4662;p417"/>
          <p:cNvGrpSpPr/>
          <p:nvPr/>
        </p:nvGrpSpPr>
        <p:grpSpPr>
          <a:xfrm>
            <a:off x="497841" y="2342679"/>
            <a:ext cx="386100" cy="382500"/>
            <a:chOff x="497841" y="2265726"/>
            <a:chExt cx="386100" cy="382500"/>
          </a:xfrm>
        </p:grpSpPr>
        <p:sp>
          <p:nvSpPr>
            <p:cNvPr id="4663" name="Google Shape;4663;p417"/>
            <p:cNvSpPr/>
            <p:nvPr/>
          </p:nvSpPr>
          <p:spPr>
            <a:xfrm>
              <a:off x="497841" y="2265726"/>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664" name="Google Shape;4664;p417"/>
            <p:cNvSpPr/>
            <p:nvPr/>
          </p:nvSpPr>
          <p:spPr>
            <a:xfrm>
              <a:off x="566852" y="2344156"/>
              <a:ext cx="245174" cy="226314"/>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rgbClr val="000000"/>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grpSp>
      <p:grpSp>
        <p:nvGrpSpPr>
          <p:cNvPr id="4665" name="Google Shape;4665;p417"/>
          <p:cNvGrpSpPr/>
          <p:nvPr/>
        </p:nvGrpSpPr>
        <p:grpSpPr>
          <a:xfrm>
            <a:off x="492741" y="3750288"/>
            <a:ext cx="386100" cy="382500"/>
            <a:chOff x="497841" y="3801694"/>
            <a:chExt cx="386100" cy="382500"/>
          </a:xfrm>
        </p:grpSpPr>
        <p:sp>
          <p:nvSpPr>
            <p:cNvPr id="4666" name="Google Shape;4666;p417"/>
            <p:cNvSpPr/>
            <p:nvPr/>
          </p:nvSpPr>
          <p:spPr>
            <a:xfrm>
              <a:off x="497841" y="380169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4667" name="Google Shape;4667;p417"/>
            <p:cNvPicPr preferRelativeResize="0"/>
            <p:nvPr/>
          </p:nvPicPr>
          <p:blipFill rotWithShape="1">
            <a:blip r:embed="rId3">
              <a:alphaModFix/>
            </a:blip>
            <a:srcRect/>
            <a:stretch/>
          </p:blipFill>
          <p:spPr>
            <a:xfrm>
              <a:off x="581782" y="3855815"/>
              <a:ext cx="208026" cy="266700"/>
            </a:xfrm>
            <a:prstGeom prst="rect">
              <a:avLst/>
            </a:prstGeom>
            <a:noFill/>
            <a:ln>
              <a:noFill/>
            </a:ln>
          </p:spPr>
        </p:pic>
      </p:grpSp>
      <p:grpSp>
        <p:nvGrpSpPr>
          <p:cNvPr id="4668" name="Google Shape;4668;p417"/>
          <p:cNvGrpSpPr/>
          <p:nvPr/>
        </p:nvGrpSpPr>
        <p:grpSpPr>
          <a:xfrm>
            <a:off x="497841" y="1879278"/>
            <a:ext cx="386100" cy="382500"/>
            <a:chOff x="497841" y="1802325"/>
            <a:chExt cx="386100" cy="382500"/>
          </a:xfrm>
        </p:grpSpPr>
        <p:sp>
          <p:nvSpPr>
            <p:cNvPr id="4669" name="Google Shape;4669;p417"/>
            <p:cNvSpPr/>
            <p:nvPr/>
          </p:nvSpPr>
          <p:spPr>
            <a:xfrm>
              <a:off x="497841" y="1802325"/>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4670" name="Google Shape;4670;p417"/>
            <p:cNvPicPr preferRelativeResize="0"/>
            <p:nvPr/>
          </p:nvPicPr>
          <p:blipFill rotWithShape="1">
            <a:blip r:embed="rId4">
              <a:alphaModFix/>
            </a:blip>
            <a:srcRect/>
            <a:stretch/>
          </p:blipFill>
          <p:spPr>
            <a:xfrm>
              <a:off x="616072" y="1896031"/>
              <a:ext cx="154445" cy="193056"/>
            </a:xfrm>
            <a:prstGeom prst="rect">
              <a:avLst/>
            </a:prstGeom>
            <a:noFill/>
            <a:ln>
              <a:noFill/>
            </a:ln>
          </p:spPr>
        </p:pic>
      </p:grpSp>
      <p:grpSp>
        <p:nvGrpSpPr>
          <p:cNvPr id="4671" name="Google Shape;4671;p417"/>
          <p:cNvGrpSpPr/>
          <p:nvPr/>
        </p:nvGrpSpPr>
        <p:grpSpPr>
          <a:xfrm>
            <a:off x="497841" y="2967061"/>
            <a:ext cx="386100" cy="382500"/>
            <a:chOff x="497841" y="3037886"/>
            <a:chExt cx="386100" cy="382500"/>
          </a:xfrm>
        </p:grpSpPr>
        <p:sp>
          <p:nvSpPr>
            <p:cNvPr id="4672" name="Google Shape;4672;p417"/>
            <p:cNvSpPr/>
            <p:nvPr/>
          </p:nvSpPr>
          <p:spPr>
            <a:xfrm>
              <a:off x="497841" y="3037886"/>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4673" name="Google Shape;4673;p417"/>
            <p:cNvPicPr preferRelativeResize="0"/>
            <p:nvPr/>
          </p:nvPicPr>
          <p:blipFill rotWithShape="1">
            <a:blip r:embed="rId5">
              <a:alphaModFix/>
            </a:blip>
            <a:srcRect/>
            <a:stretch/>
          </p:blipFill>
          <p:spPr>
            <a:xfrm>
              <a:off x="565906" y="3108341"/>
              <a:ext cx="235296" cy="240643"/>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4678"/>
        <p:cNvGrpSpPr/>
        <p:nvPr/>
      </p:nvGrpSpPr>
      <p:grpSpPr>
        <a:xfrm>
          <a:off x="0" y="0"/>
          <a:ext cx="0" cy="0"/>
          <a:chOff x="0" y="0"/>
          <a:chExt cx="0" cy="0"/>
        </a:xfrm>
      </p:grpSpPr>
      <p:sp>
        <p:nvSpPr>
          <p:cNvPr id="4" name="Google Shape;3609;p329">
            <a:extLst>
              <a:ext uri="{FF2B5EF4-FFF2-40B4-BE49-F238E27FC236}">
                <a16:creationId xmlns:a16="http://schemas.microsoft.com/office/drawing/2014/main" id="{05F359CF-6199-BB8E-847E-F1146F151EAC}"/>
              </a:ext>
            </a:extLst>
          </p:cNvPr>
          <p:cNvSpPr/>
          <p:nvPr/>
        </p:nvSpPr>
        <p:spPr>
          <a:xfrm>
            <a:off x="0" y="45574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sp>
        <p:nvSpPr>
          <p:cNvPr id="4679" name="Google Shape;4679;p418"/>
          <p:cNvSpPr/>
          <p:nvPr/>
        </p:nvSpPr>
        <p:spPr>
          <a:xfrm>
            <a:off x="0" y="7855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cxnSp>
        <p:nvCxnSpPr>
          <p:cNvPr id="4682" name="Google Shape;4682;p418"/>
          <p:cNvCxnSpPr>
            <a:cxnSpLocks/>
          </p:cNvCxnSpPr>
          <p:nvPr/>
        </p:nvCxnSpPr>
        <p:spPr>
          <a:xfrm flipV="1">
            <a:off x="680695" y="1047750"/>
            <a:ext cx="0" cy="3257550"/>
          </a:xfrm>
          <a:prstGeom prst="straightConnector1">
            <a:avLst/>
          </a:prstGeom>
          <a:noFill/>
          <a:ln w="19050" cap="flat" cmpd="sng">
            <a:solidFill>
              <a:srgbClr val="000000"/>
            </a:solidFill>
            <a:prstDash val="solid"/>
            <a:round/>
            <a:headEnd type="oval" w="med" len="med"/>
            <a:tailEnd type="oval" w="med" len="med"/>
          </a:ln>
        </p:spPr>
      </p:cxnSp>
      <p:sp>
        <p:nvSpPr>
          <p:cNvPr id="4680" name="Google Shape;4680;p418"/>
          <p:cNvSpPr txBox="1"/>
          <p:nvPr/>
        </p:nvSpPr>
        <p:spPr>
          <a:xfrm>
            <a:off x="955053" y="769850"/>
            <a:ext cx="7869000"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 7</a:t>
            </a:r>
            <a:endParaRPr sz="1400" b="0" i="0" u="none" strike="noStrike" cap="none" dirty="0">
              <a:solidFill>
                <a:srgbClr val="000000"/>
              </a:solidFill>
              <a:latin typeface="Arial"/>
              <a:ea typeface="Arial"/>
              <a:cs typeface="Arial"/>
              <a:sym typeface="Arial"/>
            </a:endParaRPr>
          </a:p>
        </p:txBody>
      </p:sp>
      <p:sp>
        <p:nvSpPr>
          <p:cNvPr id="4681" name="Google Shape;4681;p418"/>
          <p:cNvSpPr txBox="1"/>
          <p:nvPr/>
        </p:nvSpPr>
        <p:spPr>
          <a:xfrm>
            <a:off x="985520" y="1372059"/>
            <a:ext cx="10251300" cy="2831534"/>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chemeClr val="tx1"/>
                </a:solidFill>
                <a:latin typeface="Poppins"/>
                <a:ea typeface="Poppins"/>
                <a:cs typeface="Poppins"/>
                <a:sym typeface="Poppins"/>
              </a:rPr>
              <a:t>Orientações: </a:t>
            </a:r>
            <a:r>
              <a:rPr lang="pt-BR" sz="1000" i="0" u="none" strike="noStrike" cap="none" dirty="0">
                <a:solidFill>
                  <a:schemeClr val="tx1"/>
                </a:solidFill>
                <a:latin typeface="Poppins"/>
                <a:ea typeface="Poppins"/>
                <a:cs typeface="Poppins"/>
                <a:sym typeface="Poppins"/>
              </a:rPr>
              <a:t>seção</a:t>
            </a:r>
            <a:r>
              <a:rPr lang="pt-BR" sz="1000" b="1" i="0" u="none" strike="noStrike" cap="none" dirty="0">
                <a:solidFill>
                  <a:schemeClr val="tx1"/>
                </a:solidFill>
                <a:latin typeface="Poppins"/>
                <a:ea typeface="Poppins"/>
                <a:cs typeface="Poppins"/>
                <a:sym typeface="Poppins"/>
              </a:rPr>
              <a:t> Colocando em prática</a:t>
            </a:r>
            <a:r>
              <a:rPr lang="pt-BR" sz="1000" i="0" u="none" strike="noStrike" cap="none" dirty="0">
                <a:solidFill>
                  <a:schemeClr val="tx1"/>
                </a:solidFill>
                <a:latin typeface="Poppins"/>
                <a:ea typeface="Poppins"/>
                <a:cs typeface="Poppins"/>
                <a:sym typeface="Poppins"/>
              </a:rPr>
              <a:t>. </a:t>
            </a:r>
            <a:r>
              <a:rPr lang="pt-BR" sz="1000" dirty="0">
                <a:solidFill>
                  <a:schemeClr val="tx1"/>
                </a:solidFill>
                <a:latin typeface="Poppins"/>
                <a:ea typeface="Poppins"/>
                <a:cs typeface="Poppins"/>
                <a:sym typeface="Poppins"/>
              </a:rPr>
              <a:t>Oriente os estudantes a trabalharem diretamente no código completo da Papelaria Ponto Certo. A proposta é ampliar a refatoração iniciada na aula anterior, identificando novas oportunidades de organização e tomando decisões sobre quais trechos podem ser transformados em funções reutilizáveis.</a:t>
            </a:r>
            <a:endParaRPr sz="1000" b="0" i="0" u="none" strike="noStrike" cap="none" dirty="0">
              <a:solidFill>
                <a:schemeClr val="tx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1" i="0" u="none" strike="noStrike" cap="none" dirty="0">
              <a:solidFill>
                <a:schemeClr val="tx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chemeClr val="tx1"/>
                </a:solidFill>
                <a:latin typeface="Poppins"/>
                <a:ea typeface="Poppins"/>
                <a:cs typeface="Poppins"/>
                <a:sym typeface="Poppins"/>
              </a:rPr>
              <a:t>Tempo previsto:</a:t>
            </a:r>
            <a:r>
              <a:rPr lang="pt-BR" sz="1000" b="0" i="0" u="none" strike="noStrike" cap="none" dirty="0">
                <a:solidFill>
                  <a:schemeClr val="tx1"/>
                </a:solidFill>
                <a:latin typeface="Poppins"/>
                <a:ea typeface="Poppins"/>
                <a:cs typeface="Poppins"/>
                <a:sym typeface="Poppins"/>
              </a:rPr>
              <a:t> 40 minutos.</a:t>
            </a:r>
            <a:endParaRPr sz="1000" b="0" i="0" u="none" strike="noStrike" cap="none" dirty="0">
              <a:solidFill>
                <a:schemeClr val="tx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chemeClr val="tx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1" i="0" u="none" strike="noStrike" cap="none" dirty="0">
              <a:solidFill>
                <a:schemeClr val="tx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chemeClr val="tx1"/>
                </a:solidFill>
                <a:latin typeface="Poppins"/>
                <a:ea typeface="Poppins"/>
                <a:cs typeface="Poppins"/>
                <a:sym typeface="Poppins"/>
              </a:rPr>
              <a:t>Gestão de sala de aula:</a:t>
            </a:r>
            <a:r>
              <a:rPr lang="pt-BR" sz="1000" b="0" i="0" u="none" strike="noStrike" cap="none" dirty="0">
                <a:solidFill>
                  <a:schemeClr val="tx1"/>
                </a:solidFill>
                <a:latin typeface="Poppins"/>
                <a:ea typeface="Poppins"/>
                <a:cs typeface="Poppins"/>
                <a:sym typeface="Poppins"/>
              </a:rPr>
              <a:t> </a:t>
            </a:r>
            <a:r>
              <a:rPr lang="pt-BR" sz="1000" dirty="0">
                <a:solidFill>
                  <a:schemeClr val="tx1"/>
                </a:solidFill>
                <a:latin typeface="Poppins"/>
                <a:ea typeface="Poppins"/>
                <a:cs typeface="Poppins"/>
                <a:sym typeface="Poppins"/>
              </a:rPr>
              <a:t>circule pela sala acompanhando as escolhas dos estudantes. Evite indicar imediatamente qual função criar. Primeiro, peça que mostrem no próprio código onde encontraram a repetição e expliquem qual tarefa pretendem organizar.</a:t>
            </a:r>
            <a:endParaRPr sz="1000" b="0" i="0" u="none" strike="noStrike" cap="none" dirty="0">
              <a:solidFill>
                <a:schemeClr val="tx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chemeClr val="tx1"/>
              </a:solidFill>
              <a:latin typeface="Poppins"/>
              <a:ea typeface="Poppins"/>
              <a:cs typeface="Poppins"/>
              <a:sym typeface="Poppins"/>
            </a:endParaRPr>
          </a:p>
          <a:p>
            <a:pPr>
              <a:buClr>
                <a:schemeClr val="dk1"/>
              </a:buClr>
              <a:buSzPts val="1100"/>
            </a:pPr>
            <a:r>
              <a:rPr lang="pt-BR" sz="1000" b="1" i="0" u="none" strike="noStrike" cap="none" dirty="0">
                <a:solidFill>
                  <a:schemeClr val="tx1"/>
                </a:solidFill>
                <a:latin typeface="Poppins"/>
                <a:ea typeface="Poppins"/>
                <a:cs typeface="Poppins"/>
                <a:sym typeface="Poppins"/>
              </a:rPr>
              <a:t>Condução da dinâmica:</a:t>
            </a:r>
            <a:r>
              <a:rPr lang="pt-BR" sz="1000" b="1" dirty="0">
                <a:solidFill>
                  <a:schemeClr val="tx1"/>
                </a:solidFill>
                <a:latin typeface="Poppins"/>
                <a:ea typeface="Poppins"/>
                <a:cs typeface="Poppins"/>
                <a:sym typeface="Poppins"/>
              </a:rPr>
              <a:t> </a:t>
            </a:r>
            <a:r>
              <a:rPr lang="pt-BR" sz="1000" dirty="0">
                <a:solidFill>
                  <a:schemeClr val="tx1"/>
                </a:solidFill>
                <a:latin typeface="Poppins"/>
                <a:ea typeface="Poppins"/>
                <a:cs typeface="Poppins"/>
                <a:sym typeface="Poppins"/>
              </a:rPr>
              <a:t>oriente os estudantes a começarem pela reutilização de formatar_produto(). Em seguida, peça que localizem a lógica repetida de busca de produtos pelo nome e criem buscar_produto() para concentrar essa tarefa. Depois, incentive a procura de uma terceira oportunidade de reorganização no próprio código. Acompanhe as alterações por etapas, orientando que testem cada mudança antes de avançarem. Ao finalizarem, lembre os estudantes de enviarem, individualmente, o roteiro preenchido (.doc, .pdf ou .jpeg / .png) via AVA, para registro da atividade. </a:t>
            </a:r>
            <a:endParaRPr sz="1000" b="0" i="0" u="none" strike="noStrike" cap="none" dirty="0">
              <a:solidFill>
                <a:schemeClr val="tx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1" i="0" u="none" strike="noStrike" cap="none" dirty="0">
              <a:solidFill>
                <a:schemeClr val="tx1"/>
              </a:solidFill>
              <a:latin typeface="Poppins"/>
              <a:ea typeface="Poppins"/>
              <a:cs typeface="Poppins"/>
              <a:sym typeface="Poppins"/>
            </a:endParaRPr>
          </a:p>
          <a:p>
            <a:pPr lvl="0">
              <a:buClr>
                <a:schemeClr val="dk1"/>
              </a:buClr>
              <a:buSzPts val="1100"/>
            </a:pPr>
            <a:r>
              <a:rPr lang="pt-BR" sz="1000" b="1" i="0" u="none" strike="noStrike" cap="none" dirty="0">
                <a:solidFill>
                  <a:schemeClr val="tx1"/>
                </a:solidFill>
                <a:latin typeface="Poppins"/>
                <a:ea typeface="Poppins"/>
                <a:cs typeface="Poppins"/>
                <a:sym typeface="Poppins"/>
              </a:rPr>
              <a:t>Expectativas de respostas:</a:t>
            </a:r>
            <a:r>
              <a:rPr lang="pt-BR" sz="1000" dirty="0">
                <a:solidFill>
                  <a:schemeClr val="tx1"/>
                </a:solidFill>
                <a:latin typeface="Poppins"/>
                <a:ea typeface="Poppins"/>
                <a:cs typeface="Poppins"/>
                <a:sym typeface="Poppins"/>
              </a:rPr>
              <a:t> disponível no roteiro de atividade prática do professor. Espera-se que os estudantes reutilizem formatar_produto(), criem buscar_produto() corretamente e a utilizem nos pontos do programa que precisam localizar produtos. Na terceira melhoria, podem apresentar soluções diferentes, desde que a repetição seja real, a nova função tenha responsabilidade clara e a alteração não mude o comportamento esperado do programa.</a:t>
            </a:r>
            <a:endParaRPr sz="1000" b="0" i="0" u="none" strike="noStrike" cap="none" dirty="0">
              <a:solidFill>
                <a:schemeClr val="tx1"/>
              </a:solidFill>
              <a:latin typeface="Poppins"/>
              <a:ea typeface="Poppins"/>
              <a:cs typeface="Poppins"/>
              <a:sym typeface="Poppins"/>
            </a:endParaRPr>
          </a:p>
        </p:txBody>
      </p:sp>
      <p:grpSp>
        <p:nvGrpSpPr>
          <p:cNvPr id="4684" name="Google Shape;4684;p418"/>
          <p:cNvGrpSpPr/>
          <p:nvPr/>
        </p:nvGrpSpPr>
        <p:grpSpPr>
          <a:xfrm>
            <a:off x="497841" y="1318604"/>
            <a:ext cx="386100" cy="382500"/>
            <a:chOff x="497841" y="1318604"/>
            <a:chExt cx="386100" cy="382500"/>
          </a:xfrm>
        </p:grpSpPr>
        <p:sp>
          <p:nvSpPr>
            <p:cNvPr id="4685" name="Google Shape;4685;p418"/>
            <p:cNvSpPr/>
            <p:nvPr/>
          </p:nvSpPr>
          <p:spPr>
            <a:xfrm>
              <a:off x="497841" y="131860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686" name="Google Shape;4686;p418"/>
            <p:cNvSpPr/>
            <p:nvPr/>
          </p:nvSpPr>
          <p:spPr>
            <a:xfrm>
              <a:off x="569897" y="1417160"/>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rgbClr val="000000"/>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grpSp>
      <p:grpSp>
        <p:nvGrpSpPr>
          <p:cNvPr id="4687" name="Google Shape;4687;p418"/>
          <p:cNvGrpSpPr/>
          <p:nvPr/>
        </p:nvGrpSpPr>
        <p:grpSpPr>
          <a:xfrm>
            <a:off x="497841" y="2407346"/>
            <a:ext cx="386100" cy="382500"/>
            <a:chOff x="497841" y="2265726"/>
            <a:chExt cx="386100" cy="382500"/>
          </a:xfrm>
        </p:grpSpPr>
        <p:sp>
          <p:nvSpPr>
            <p:cNvPr id="4688" name="Google Shape;4688;p418"/>
            <p:cNvSpPr/>
            <p:nvPr/>
          </p:nvSpPr>
          <p:spPr>
            <a:xfrm>
              <a:off x="497841" y="2265726"/>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689" name="Google Shape;4689;p418"/>
            <p:cNvSpPr/>
            <p:nvPr/>
          </p:nvSpPr>
          <p:spPr>
            <a:xfrm>
              <a:off x="566852" y="2344156"/>
              <a:ext cx="245174" cy="226314"/>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rgbClr val="000000"/>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grpSp>
      <p:grpSp>
        <p:nvGrpSpPr>
          <p:cNvPr id="4690" name="Google Shape;4690;p418"/>
          <p:cNvGrpSpPr/>
          <p:nvPr/>
        </p:nvGrpSpPr>
        <p:grpSpPr>
          <a:xfrm>
            <a:off x="492741" y="3659208"/>
            <a:ext cx="386100" cy="382500"/>
            <a:chOff x="497841" y="3801694"/>
            <a:chExt cx="386100" cy="382500"/>
          </a:xfrm>
        </p:grpSpPr>
        <p:sp>
          <p:nvSpPr>
            <p:cNvPr id="4691" name="Google Shape;4691;p418"/>
            <p:cNvSpPr/>
            <p:nvPr/>
          </p:nvSpPr>
          <p:spPr>
            <a:xfrm>
              <a:off x="497841" y="380169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4683" name="Google Shape;4683;p418"/>
            <p:cNvPicPr preferRelativeResize="0"/>
            <p:nvPr/>
          </p:nvPicPr>
          <p:blipFill rotWithShape="1">
            <a:blip r:embed="rId3">
              <a:alphaModFix/>
            </a:blip>
            <a:srcRect/>
            <a:stretch/>
          </p:blipFill>
          <p:spPr>
            <a:xfrm>
              <a:off x="581782" y="3855815"/>
              <a:ext cx="208026" cy="266700"/>
            </a:xfrm>
            <a:prstGeom prst="rect">
              <a:avLst/>
            </a:prstGeom>
            <a:noFill/>
            <a:ln>
              <a:noFill/>
            </a:ln>
          </p:spPr>
        </p:pic>
      </p:grpSp>
      <p:grpSp>
        <p:nvGrpSpPr>
          <p:cNvPr id="4692" name="Google Shape;4692;p418"/>
          <p:cNvGrpSpPr/>
          <p:nvPr/>
        </p:nvGrpSpPr>
        <p:grpSpPr>
          <a:xfrm>
            <a:off x="497841" y="1924895"/>
            <a:ext cx="386100" cy="382500"/>
            <a:chOff x="497841" y="1802325"/>
            <a:chExt cx="386100" cy="382500"/>
          </a:xfrm>
        </p:grpSpPr>
        <p:sp>
          <p:nvSpPr>
            <p:cNvPr id="4693" name="Google Shape;4693;p418"/>
            <p:cNvSpPr/>
            <p:nvPr/>
          </p:nvSpPr>
          <p:spPr>
            <a:xfrm>
              <a:off x="497841" y="1802325"/>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4694" name="Google Shape;4694;p418"/>
            <p:cNvPicPr preferRelativeResize="0"/>
            <p:nvPr/>
          </p:nvPicPr>
          <p:blipFill rotWithShape="1">
            <a:blip r:embed="rId4">
              <a:alphaModFix/>
            </a:blip>
            <a:srcRect/>
            <a:stretch/>
          </p:blipFill>
          <p:spPr>
            <a:xfrm>
              <a:off x="616072" y="1896031"/>
              <a:ext cx="154445" cy="193056"/>
            </a:xfrm>
            <a:prstGeom prst="rect">
              <a:avLst/>
            </a:prstGeom>
            <a:noFill/>
            <a:ln>
              <a:noFill/>
            </a:ln>
          </p:spPr>
        </p:pic>
      </p:grpSp>
      <p:grpSp>
        <p:nvGrpSpPr>
          <p:cNvPr id="4695" name="Google Shape;4695;p418"/>
          <p:cNvGrpSpPr/>
          <p:nvPr/>
        </p:nvGrpSpPr>
        <p:grpSpPr>
          <a:xfrm>
            <a:off x="497841" y="2904710"/>
            <a:ext cx="386100" cy="382500"/>
            <a:chOff x="497841" y="3037886"/>
            <a:chExt cx="386100" cy="382500"/>
          </a:xfrm>
        </p:grpSpPr>
        <p:sp>
          <p:nvSpPr>
            <p:cNvPr id="4696" name="Google Shape;4696;p418"/>
            <p:cNvSpPr/>
            <p:nvPr/>
          </p:nvSpPr>
          <p:spPr>
            <a:xfrm>
              <a:off x="497841" y="3037886"/>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4697" name="Google Shape;4697;p418"/>
            <p:cNvPicPr preferRelativeResize="0"/>
            <p:nvPr/>
          </p:nvPicPr>
          <p:blipFill rotWithShape="1">
            <a:blip r:embed="rId5">
              <a:alphaModFix/>
            </a:blip>
            <a:srcRect/>
            <a:stretch/>
          </p:blipFill>
          <p:spPr>
            <a:xfrm>
              <a:off x="565906" y="3108341"/>
              <a:ext cx="235296" cy="240643"/>
            </a:xfrm>
            <a:prstGeom prst="rect">
              <a:avLst/>
            </a:prstGeom>
            <a:noFill/>
            <a:ln>
              <a:noFill/>
            </a:ln>
          </p:spPr>
        </p:pic>
      </p:grpSp>
      <p:cxnSp>
        <p:nvCxnSpPr>
          <p:cNvPr id="3" name="Google Shape;3017;p287">
            <a:extLst>
              <a:ext uri="{FF2B5EF4-FFF2-40B4-BE49-F238E27FC236}">
                <a16:creationId xmlns:a16="http://schemas.microsoft.com/office/drawing/2014/main" id="{F6115887-E617-5EC4-E222-95D9CD6458AA}"/>
              </a:ext>
            </a:extLst>
          </p:cNvPr>
          <p:cNvCxnSpPr>
            <a:cxnSpLocks/>
          </p:cNvCxnSpPr>
          <p:nvPr/>
        </p:nvCxnSpPr>
        <p:spPr>
          <a:xfrm flipV="1">
            <a:off x="674475" y="4837907"/>
            <a:ext cx="16420" cy="1829593"/>
          </a:xfrm>
          <a:prstGeom prst="straightConnector1">
            <a:avLst/>
          </a:prstGeom>
          <a:noFill/>
          <a:ln w="19050" cap="flat" cmpd="sng">
            <a:solidFill>
              <a:schemeClr val="dk1"/>
            </a:solidFill>
            <a:prstDash val="solid"/>
            <a:round/>
            <a:headEnd type="oval" w="med" len="med"/>
            <a:tailEnd type="oval" w="med" len="med"/>
          </a:ln>
        </p:spPr>
      </p:cxnSp>
      <p:sp>
        <p:nvSpPr>
          <p:cNvPr id="5" name="Google Shape;3610;p329">
            <a:extLst>
              <a:ext uri="{FF2B5EF4-FFF2-40B4-BE49-F238E27FC236}">
                <a16:creationId xmlns:a16="http://schemas.microsoft.com/office/drawing/2014/main" id="{1FF7FF13-7200-A599-7E95-DA7EB5C99D90}"/>
              </a:ext>
            </a:extLst>
          </p:cNvPr>
          <p:cNvSpPr txBox="1"/>
          <p:nvPr/>
        </p:nvSpPr>
        <p:spPr>
          <a:xfrm>
            <a:off x="985520" y="4567652"/>
            <a:ext cx="7219928"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Slides 8 e 9</a:t>
            </a:r>
            <a:endParaRPr dirty="0"/>
          </a:p>
        </p:txBody>
      </p:sp>
      <p:sp>
        <p:nvSpPr>
          <p:cNvPr id="6" name="Google Shape;3647;p338">
            <a:extLst>
              <a:ext uri="{FF2B5EF4-FFF2-40B4-BE49-F238E27FC236}">
                <a16:creationId xmlns:a16="http://schemas.microsoft.com/office/drawing/2014/main" id="{EBBF54E1-7D50-9CD3-4EB4-D3D24FD781B0}"/>
              </a:ext>
            </a:extLst>
          </p:cNvPr>
          <p:cNvSpPr txBox="1"/>
          <p:nvPr/>
        </p:nvSpPr>
        <p:spPr>
          <a:xfrm>
            <a:off x="944138" y="5333253"/>
            <a:ext cx="11018400" cy="1138763"/>
          </a:xfrm>
          <a:prstGeom prst="rect">
            <a:avLst/>
          </a:prstGeom>
          <a:noFill/>
          <a:ln>
            <a:noFill/>
          </a:ln>
        </p:spPr>
        <p:txBody>
          <a:bodyPr spcFirstLastPara="1" wrap="square" lIns="60950" tIns="30475" rIns="60950" bIns="30475" anchor="t" anchorCtr="0">
            <a:spAutoFit/>
          </a:bodyPr>
          <a:lstStyle/>
          <a:p>
            <a:pPr lvl="0">
              <a:buSzPts val="1000"/>
            </a:pPr>
            <a:r>
              <a:rPr lang="pt-BR" sz="1000" b="1" i="0" u="none" strike="noStrike" cap="none" dirty="0">
                <a:solidFill>
                  <a:srgbClr val="000000"/>
                </a:solidFill>
                <a:latin typeface="Poppins"/>
                <a:ea typeface="Poppins"/>
                <a:cs typeface="Poppins"/>
                <a:sym typeface="Poppins"/>
              </a:rPr>
              <a:t>Orientações: </a:t>
            </a:r>
            <a:r>
              <a:rPr lang="pt-BR" sz="1000" dirty="0">
                <a:latin typeface="Poppins" panose="00000500000000000000" pitchFamily="2" charset="0"/>
                <a:ea typeface="Poppins"/>
                <a:cs typeface="Poppins" panose="00000500000000000000" pitchFamily="2" charset="0"/>
                <a:sym typeface="Poppins"/>
              </a:rPr>
              <a:t>o objetivo da seção </a:t>
            </a:r>
            <a:r>
              <a:rPr lang="pt-BR" sz="1000" b="1" dirty="0">
                <a:latin typeface="Poppins" panose="00000500000000000000" pitchFamily="2" charset="0"/>
                <a:ea typeface="Poppins"/>
                <a:cs typeface="Poppins" panose="00000500000000000000" pitchFamily="2" charset="0"/>
                <a:sym typeface="Poppins"/>
              </a:rPr>
              <a:t>Pause e responda </a:t>
            </a:r>
            <a:r>
              <a:rPr lang="pt-BR" sz="1000" dirty="0">
                <a:latin typeface="Poppins" panose="00000500000000000000" pitchFamily="2" charset="0"/>
                <a:ea typeface="Poppins"/>
                <a:cs typeface="Poppins" panose="00000500000000000000" pitchFamily="2" charset="0"/>
                <a:sym typeface="Poppins"/>
              </a:rPr>
              <a:t>é mobilizar os estudantes em relação aos conhecimentos apresentados e construídos em aula. É registro.</a:t>
            </a:r>
          </a:p>
          <a:p>
            <a:pPr lvl="0">
              <a:buSzPts val="1000"/>
            </a:pP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Tempo previsto:</a:t>
            </a:r>
            <a:r>
              <a:rPr lang="pt-BR" sz="1000" b="0" i="0" u="none" strike="noStrike" cap="none" dirty="0">
                <a:solidFill>
                  <a:srgbClr val="000000"/>
                </a:solidFill>
                <a:latin typeface="Poppins"/>
                <a:ea typeface="Poppins"/>
                <a:cs typeface="Poppins"/>
                <a:sym typeface="Poppins"/>
              </a:rPr>
              <a:t> 2 minutos.</a:t>
            </a:r>
            <a:endParaRPr sz="1000" b="0" i="0" u="none" strike="noStrike" cap="none" dirty="0">
              <a:solidFill>
                <a:srgbClr val="000000"/>
              </a:solidFill>
              <a:latin typeface="Poppins"/>
              <a:ea typeface="Poppins"/>
              <a:cs typeface="Poppins"/>
              <a:sym typeface="Poppins"/>
            </a:endParaRPr>
          </a:p>
          <a:p>
            <a:pPr marL="0" marR="0" lvl="0" indent="0" algn="just" rtl="0">
              <a:lnSpc>
                <a:spcPct val="100000"/>
              </a:lnSpc>
              <a:spcBef>
                <a:spcPts val="0"/>
              </a:spcBef>
              <a:spcAft>
                <a:spcPts val="0"/>
              </a:spcAft>
              <a:buClr>
                <a:srgbClr val="000000"/>
              </a:buClr>
              <a:buSzPts val="1000"/>
              <a:buFont typeface="Arial"/>
              <a:buNone/>
            </a:pPr>
            <a:endParaRPr sz="1000" b="0" i="0" u="none" strike="noStrike" cap="none" dirty="0">
              <a:solidFill>
                <a:srgbClr val="303030"/>
              </a:solidFill>
              <a:latin typeface="Poppins"/>
              <a:ea typeface="Poppins"/>
              <a:cs typeface="Poppins"/>
              <a:sym typeface="Poppins"/>
            </a:endParaRPr>
          </a:p>
          <a:p>
            <a:pPr marL="0" lvl="0" indent="0" algn="just" rtl="0">
              <a:spcBef>
                <a:spcPts val="0"/>
              </a:spcBef>
              <a:spcAft>
                <a:spcPts val="0"/>
              </a:spcAft>
              <a:buClr>
                <a:schemeClr val="dk1"/>
              </a:buClr>
              <a:buSzPts val="1100"/>
              <a:buFont typeface="Arial"/>
              <a:buNone/>
            </a:pPr>
            <a:endParaRPr lang="pt-BR" sz="1000" b="1" dirty="0">
              <a:latin typeface="Poppins"/>
              <a:ea typeface="Poppins"/>
              <a:cs typeface="Poppins"/>
              <a:sym typeface="Poppins"/>
            </a:endParaRPr>
          </a:p>
          <a:p>
            <a:pPr lvl="0" algn="just">
              <a:buClr>
                <a:schemeClr val="dk1"/>
              </a:buClr>
              <a:buSzPts val="1100"/>
            </a:pPr>
            <a:r>
              <a:rPr lang="pt-BR" sz="1000" b="1" dirty="0">
                <a:latin typeface="Poppins"/>
                <a:ea typeface="Poppins"/>
                <a:cs typeface="Poppins"/>
                <a:sym typeface="Poppins"/>
              </a:rPr>
              <a:t>Resposta correta: </a:t>
            </a:r>
            <a:r>
              <a:rPr lang="pt-BR" sz="1000" dirty="0">
                <a:latin typeface="Poppins"/>
                <a:ea typeface="Poppins"/>
                <a:cs typeface="Poppins"/>
                <a:sym typeface="Poppins"/>
              </a:rPr>
              <a:t>Criar uma função de busca e usá-la onde necessário.</a:t>
            </a:r>
          </a:p>
          <a:p>
            <a:pPr algn="just">
              <a:buClr>
                <a:schemeClr val="dk1"/>
              </a:buClr>
              <a:buSzPts val="1100"/>
            </a:pPr>
            <a:r>
              <a:rPr lang="pt-BR" sz="1000" b="1" dirty="0">
                <a:latin typeface="Poppins"/>
                <a:ea typeface="Poppins"/>
                <a:cs typeface="Poppins"/>
                <a:sym typeface="Poppins"/>
              </a:rPr>
              <a:t>Feedback da atividade: </a:t>
            </a:r>
            <a:r>
              <a:rPr lang="pt-BR" sz="1000" dirty="0">
                <a:latin typeface="Poppins"/>
                <a:ea typeface="Poppins"/>
                <a:cs typeface="Poppins"/>
                <a:sym typeface="Poppins"/>
              </a:rPr>
              <a:t>a refatoração concentra uma lógica repetida em um único lugar e permite reutilizá-la sem mudar a finalidade do programa.</a:t>
            </a:r>
            <a:endParaRPr sz="1000" dirty="0">
              <a:latin typeface="Poppins"/>
              <a:ea typeface="Poppins"/>
              <a:cs typeface="Poppins"/>
              <a:sym typeface="Poppins"/>
            </a:endParaRPr>
          </a:p>
        </p:txBody>
      </p:sp>
      <p:grpSp>
        <p:nvGrpSpPr>
          <p:cNvPr id="7" name="Google Shape;3650;p338">
            <a:extLst>
              <a:ext uri="{FF2B5EF4-FFF2-40B4-BE49-F238E27FC236}">
                <a16:creationId xmlns:a16="http://schemas.microsoft.com/office/drawing/2014/main" id="{9ECDD083-8A5C-BE26-A887-3D1D22CEA972}"/>
              </a:ext>
            </a:extLst>
          </p:cNvPr>
          <p:cNvGrpSpPr/>
          <p:nvPr/>
        </p:nvGrpSpPr>
        <p:grpSpPr>
          <a:xfrm>
            <a:off x="488316" y="5206626"/>
            <a:ext cx="386100" cy="382500"/>
            <a:chOff x="497841" y="1318604"/>
            <a:chExt cx="386100" cy="382500"/>
          </a:xfrm>
        </p:grpSpPr>
        <p:sp>
          <p:nvSpPr>
            <p:cNvPr id="8" name="Google Shape;3651;p338">
              <a:extLst>
                <a:ext uri="{FF2B5EF4-FFF2-40B4-BE49-F238E27FC236}">
                  <a16:creationId xmlns:a16="http://schemas.microsoft.com/office/drawing/2014/main" id="{35D0A75C-BA6B-B9B4-87BC-90E77D7FEE52}"/>
                </a:ext>
              </a:extLst>
            </p:cNvPr>
            <p:cNvSpPr/>
            <p:nvPr/>
          </p:nvSpPr>
          <p:spPr>
            <a:xfrm>
              <a:off x="497841" y="131860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9" name="Google Shape;3652;p338">
              <a:extLst>
                <a:ext uri="{FF2B5EF4-FFF2-40B4-BE49-F238E27FC236}">
                  <a16:creationId xmlns:a16="http://schemas.microsoft.com/office/drawing/2014/main" id="{4E85BCCE-2A2B-CE8E-FBD0-71FEE03E0B59}"/>
                </a:ext>
              </a:extLst>
            </p:cNvPr>
            <p:cNvSpPr/>
            <p:nvPr/>
          </p:nvSpPr>
          <p:spPr>
            <a:xfrm>
              <a:off x="569897" y="1417160"/>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rgbClr val="000000"/>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grpSp>
      <p:grpSp>
        <p:nvGrpSpPr>
          <p:cNvPr id="10" name="Google Shape;3653;p338">
            <a:extLst>
              <a:ext uri="{FF2B5EF4-FFF2-40B4-BE49-F238E27FC236}">
                <a16:creationId xmlns:a16="http://schemas.microsoft.com/office/drawing/2014/main" id="{F1B6970F-ABCB-0B0E-BC40-48EDF070843C}"/>
              </a:ext>
            </a:extLst>
          </p:cNvPr>
          <p:cNvGrpSpPr/>
          <p:nvPr/>
        </p:nvGrpSpPr>
        <p:grpSpPr>
          <a:xfrm>
            <a:off x="488316" y="6089516"/>
            <a:ext cx="386100" cy="382500"/>
            <a:chOff x="497841" y="3801694"/>
            <a:chExt cx="386100" cy="382500"/>
          </a:xfrm>
        </p:grpSpPr>
        <p:sp>
          <p:nvSpPr>
            <p:cNvPr id="11" name="Google Shape;3654;p338">
              <a:extLst>
                <a:ext uri="{FF2B5EF4-FFF2-40B4-BE49-F238E27FC236}">
                  <a16:creationId xmlns:a16="http://schemas.microsoft.com/office/drawing/2014/main" id="{BA3DED20-1D11-93A9-7728-1188168C9EF7}"/>
                </a:ext>
              </a:extLst>
            </p:cNvPr>
            <p:cNvSpPr/>
            <p:nvPr/>
          </p:nvSpPr>
          <p:spPr>
            <a:xfrm>
              <a:off x="497841" y="380169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12" name="Google Shape;3649;p338">
              <a:extLst>
                <a:ext uri="{FF2B5EF4-FFF2-40B4-BE49-F238E27FC236}">
                  <a16:creationId xmlns:a16="http://schemas.microsoft.com/office/drawing/2014/main" id="{284EB1A1-D534-9C24-DE3E-CF5B05FE440F}"/>
                </a:ext>
              </a:extLst>
            </p:cNvPr>
            <p:cNvPicPr preferRelativeResize="0"/>
            <p:nvPr/>
          </p:nvPicPr>
          <p:blipFill rotWithShape="1">
            <a:blip r:embed="rId3">
              <a:alphaModFix/>
            </a:blip>
            <a:srcRect/>
            <a:stretch/>
          </p:blipFill>
          <p:spPr>
            <a:xfrm>
              <a:off x="581782" y="3855815"/>
              <a:ext cx="208026" cy="266700"/>
            </a:xfrm>
            <a:prstGeom prst="rect">
              <a:avLst/>
            </a:prstGeom>
            <a:noFill/>
            <a:ln>
              <a:noFill/>
            </a:ln>
          </p:spPr>
        </p:pic>
      </p:grpSp>
      <p:grpSp>
        <p:nvGrpSpPr>
          <p:cNvPr id="13" name="Google Shape;3655;p338">
            <a:extLst>
              <a:ext uri="{FF2B5EF4-FFF2-40B4-BE49-F238E27FC236}">
                <a16:creationId xmlns:a16="http://schemas.microsoft.com/office/drawing/2014/main" id="{4FFF51DC-692D-07CD-7AF7-BD7B95288221}"/>
              </a:ext>
            </a:extLst>
          </p:cNvPr>
          <p:cNvGrpSpPr/>
          <p:nvPr/>
        </p:nvGrpSpPr>
        <p:grpSpPr>
          <a:xfrm>
            <a:off x="488316" y="5614147"/>
            <a:ext cx="386100" cy="382500"/>
            <a:chOff x="497841" y="1802325"/>
            <a:chExt cx="386100" cy="382500"/>
          </a:xfrm>
        </p:grpSpPr>
        <p:sp>
          <p:nvSpPr>
            <p:cNvPr id="14" name="Google Shape;3656;p338">
              <a:extLst>
                <a:ext uri="{FF2B5EF4-FFF2-40B4-BE49-F238E27FC236}">
                  <a16:creationId xmlns:a16="http://schemas.microsoft.com/office/drawing/2014/main" id="{890B1F25-D769-4385-AC00-454A838B1DA7}"/>
                </a:ext>
              </a:extLst>
            </p:cNvPr>
            <p:cNvSpPr/>
            <p:nvPr/>
          </p:nvSpPr>
          <p:spPr>
            <a:xfrm>
              <a:off x="497841" y="1802325"/>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15" name="Google Shape;3657;p338">
              <a:extLst>
                <a:ext uri="{FF2B5EF4-FFF2-40B4-BE49-F238E27FC236}">
                  <a16:creationId xmlns:a16="http://schemas.microsoft.com/office/drawing/2014/main" id="{C01A2D99-16EF-A507-B88F-90A9854C9002}"/>
                </a:ext>
              </a:extLst>
            </p:cNvPr>
            <p:cNvPicPr preferRelativeResize="0"/>
            <p:nvPr/>
          </p:nvPicPr>
          <p:blipFill rotWithShape="1">
            <a:blip r:embed="rId4">
              <a:alphaModFix/>
            </a:blip>
            <a:srcRect/>
            <a:stretch/>
          </p:blipFill>
          <p:spPr>
            <a:xfrm>
              <a:off x="616072" y="1896031"/>
              <a:ext cx="154445" cy="193056"/>
            </a:xfrm>
            <a:prstGeom prst="rect">
              <a:avLst/>
            </a:prstGeom>
            <a:noFill/>
            <a:ln>
              <a:noFill/>
            </a:ln>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3054">
          <a:extLst>
            <a:ext uri="{FF2B5EF4-FFF2-40B4-BE49-F238E27FC236}">
              <a16:creationId xmlns:a16="http://schemas.microsoft.com/office/drawing/2014/main" id="{1287E8DD-6596-3790-605D-E441469A9293}"/>
            </a:ext>
          </a:extLst>
        </p:cNvPr>
        <p:cNvGrpSpPr/>
        <p:nvPr/>
      </p:nvGrpSpPr>
      <p:grpSpPr>
        <a:xfrm>
          <a:off x="0" y="0"/>
          <a:ext cx="0" cy="0"/>
          <a:chOff x="0" y="0"/>
          <a:chExt cx="0" cy="0"/>
        </a:xfrm>
      </p:grpSpPr>
      <p:sp>
        <p:nvSpPr>
          <p:cNvPr id="5" name="Google Shape;1737;p54">
            <a:extLst>
              <a:ext uri="{FF2B5EF4-FFF2-40B4-BE49-F238E27FC236}">
                <a16:creationId xmlns:a16="http://schemas.microsoft.com/office/drawing/2014/main" id="{355044AA-4482-352D-0F04-0DCF61C75A87}"/>
              </a:ext>
            </a:extLst>
          </p:cNvPr>
          <p:cNvSpPr/>
          <p:nvPr/>
        </p:nvSpPr>
        <p:spPr>
          <a:xfrm>
            <a:off x="0" y="4926158"/>
            <a:ext cx="12192000" cy="493059"/>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467" b="0" i="0" u="none" strike="noStrike" cap="none" dirty="0">
              <a:solidFill>
                <a:schemeClr val="lt1"/>
              </a:solidFill>
              <a:latin typeface="Arial"/>
              <a:ea typeface="Arial"/>
              <a:cs typeface="Arial"/>
              <a:sym typeface="Arial"/>
            </a:endParaRPr>
          </a:p>
        </p:txBody>
      </p:sp>
      <p:sp>
        <p:nvSpPr>
          <p:cNvPr id="4" name="Google Shape;1709;p52">
            <a:extLst>
              <a:ext uri="{FF2B5EF4-FFF2-40B4-BE49-F238E27FC236}">
                <a16:creationId xmlns:a16="http://schemas.microsoft.com/office/drawing/2014/main" id="{8E7B2585-ADE6-1264-9FA9-D8D075F0675F}"/>
              </a:ext>
            </a:extLst>
          </p:cNvPr>
          <p:cNvSpPr/>
          <p:nvPr/>
        </p:nvSpPr>
        <p:spPr>
          <a:xfrm>
            <a:off x="0" y="666839"/>
            <a:ext cx="12192000" cy="493058"/>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rgbClr val="FFFFFF"/>
              </a:solidFill>
              <a:latin typeface="Arial"/>
              <a:ea typeface="Arial"/>
              <a:cs typeface="Arial"/>
              <a:sym typeface="Arial"/>
            </a:endParaRPr>
          </a:p>
        </p:txBody>
      </p:sp>
      <p:cxnSp>
        <p:nvCxnSpPr>
          <p:cNvPr id="2" name="Google Shape;1739;p54">
            <a:extLst>
              <a:ext uri="{FF2B5EF4-FFF2-40B4-BE49-F238E27FC236}">
                <a16:creationId xmlns:a16="http://schemas.microsoft.com/office/drawing/2014/main" id="{50BAD3C2-F8D6-09EF-B117-CCACD7218D64}"/>
              </a:ext>
            </a:extLst>
          </p:cNvPr>
          <p:cNvCxnSpPr>
            <a:cxnSpLocks/>
          </p:cNvCxnSpPr>
          <p:nvPr/>
        </p:nvCxnSpPr>
        <p:spPr>
          <a:xfrm flipV="1">
            <a:off x="683554" y="5211659"/>
            <a:ext cx="0" cy="1465366"/>
          </a:xfrm>
          <a:prstGeom prst="straightConnector1">
            <a:avLst/>
          </a:prstGeom>
          <a:noFill/>
          <a:ln w="19050" cap="flat" cmpd="sng">
            <a:solidFill>
              <a:schemeClr val="dk1"/>
            </a:solidFill>
            <a:prstDash val="solid"/>
            <a:round/>
            <a:headEnd type="oval" w="med" len="med"/>
            <a:tailEnd type="oval" w="med" len="med"/>
          </a:ln>
        </p:spPr>
      </p:cxnSp>
      <p:cxnSp>
        <p:nvCxnSpPr>
          <p:cNvPr id="3" name="Conector Reto 6">
            <a:extLst>
              <a:ext uri="{FF2B5EF4-FFF2-40B4-BE49-F238E27FC236}">
                <a16:creationId xmlns:a16="http://schemas.microsoft.com/office/drawing/2014/main" id="{DD741906-2C54-071F-9C93-2450AC35C3C5}"/>
              </a:ext>
            </a:extLst>
          </p:cNvPr>
          <p:cNvCxnSpPr>
            <a:cxnSpLocks/>
          </p:cNvCxnSpPr>
          <p:nvPr/>
        </p:nvCxnSpPr>
        <p:spPr>
          <a:xfrm flipV="1">
            <a:off x="683554" y="990708"/>
            <a:ext cx="0" cy="3692388"/>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6" name="CaixaDeTexto 5">
            <a:extLst>
              <a:ext uri="{FF2B5EF4-FFF2-40B4-BE49-F238E27FC236}">
                <a16:creationId xmlns:a16="http://schemas.microsoft.com/office/drawing/2014/main" id="{7CA147B4-7DDD-0729-2CA6-62A35C78D168}"/>
              </a:ext>
            </a:extLst>
          </p:cNvPr>
          <p:cNvSpPr txBox="1"/>
          <p:nvPr/>
        </p:nvSpPr>
        <p:spPr>
          <a:xfrm>
            <a:off x="985520" y="663122"/>
            <a:ext cx="5923280" cy="482898"/>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pitchFamily="2" charset="77"/>
                <a:cs typeface="Poppins" pitchFamily="2" charset="77"/>
              </a:rPr>
              <a:t>Slide 10</a:t>
            </a:r>
            <a:endParaRPr lang="pt-BR" sz="3200" b="1" dirty="0">
              <a:solidFill>
                <a:schemeClr val="bg1"/>
              </a:solidFill>
              <a:latin typeface="Poppins" pitchFamily="2" charset="77"/>
              <a:cs typeface="Poppins" pitchFamily="2" charset="77"/>
            </a:endParaRPr>
          </a:p>
        </p:txBody>
      </p:sp>
      <p:sp>
        <p:nvSpPr>
          <p:cNvPr id="7" name="Oval 8">
            <a:extLst>
              <a:ext uri="{FF2B5EF4-FFF2-40B4-BE49-F238E27FC236}">
                <a16:creationId xmlns:a16="http://schemas.microsoft.com/office/drawing/2014/main" id="{5AFB2C91-E1CA-20E2-50A2-4F14CAD5D21C}"/>
              </a:ext>
            </a:extLst>
          </p:cNvPr>
          <p:cNvSpPr/>
          <p:nvPr/>
        </p:nvSpPr>
        <p:spPr>
          <a:xfrm>
            <a:off x="497841" y="4026889"/>
            <a:ext cx="386079" cy="382464"/>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8" name="Oval 9">
            <a:extLst>
              <a:ext uri="{FF2B5EF4-FFF2-40B4-BE49-F238E27FC236}">
                <a16:creationId xmlns:a16="http://schemas.microsoft.com/office/drawing/2014/main" id="{297CA845-CA5D-D79F-B88D-E0FD68A24BC2}"/>
              </a:ext>
            </a:extLst>
          </p:cNvPr>
          <p:cNvSpPr/>
          <p:nvPr/>
        </p:nvSpPr>
        <p:spPr>
          <a:xfrm>
            <a:off x="497841" y="3177720"/>
            <a:ext cx="386079" cy="382464"/>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9" name="Oval 10">
            <a:extLst>
              <a:ext uri="{FF2B5EF4-FFF2-40B4-BE49-F238E27FC236}">
                <a16:creationId xmlns:a16="http://schemas.microsoft.com/office/drawing/2014/main" id="{84B89E5F-A4E4-9765-855E-14441F4F767C}"/>
              </a:ext>
            </a:extLst>
          </p:cNvPr>
          <p:cNvSpPr/>
          <p:nvPr/>
        </p:nvSpPr>
        <p:spPr>
          <a:xfrm>
            <a:off x="497841" y="2405301"/>
            <a:ext cx="386079" cy="382464"/>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10" name="Oval 11">
            <a:extLst>
              <a:ext uri="{FF2B5EF4-FFF2-40B4-BE49-F238E27FC236}">
                <a16:creationId xmlns:a16="http://schemas.microsoft.com/office/drawing/2014/main" id="{DA6623C6-F1FD-FE84-13A2-40624439D233}"/>
              </a:ext>
            </a:extLst>
          </p:cNvPr>
          <p:cNvSpPr/>
          <p:nvPr/>
        </p:nvSpPr>
        <p:spPr>
          <a:xfrm>
            <a:off x="497841" y="1890557"/>
            <a:ext cx="386079" cy="382464"/>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11" name="Oval 12">
            <a:extLst>
              <a:ext uri="{FF2B5EF4-FFF2-40B4-BE49-F238E27FC236}">
                <a16:creationId xmlns:a16="http://schemas.microsoft.com/office/drawing/2014/main" id="{83EB1514-CFC7-CC5F-707F-355948B20A18}"/>
              </a:ext>
            </a:extLst>
          </p:cNvPr>
          <p:cNvSpPr/>
          <p:nvPr/>
        </p:nvSpPr>
        <p:spPr>
          <a:xfrm>
            <a:off x="497841" y="1283109"/>
            <a:ext cx="386079" cy="382464"/>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12" name="Google Shape;2216;p100">
            <a:extLst>
              <a:ext uri="{FF2B5EF4-FFF2-40B4-BE49-F238E27FC236}">
                <a16:creationId xmlns:a16="http://schemas.microsoft.com/office/drawing/2014/main" id="{72EAE9C7-DA3B-7625-803B-622009F6D4FC}"/>
              </a:ext>
            </a:extLst>
          </p:cNvPr>
          <p:cNvSpPr/>
          <p:nvPr/>
        </p:nvSpPr>
        <p:spPr>
          <a:xfrm>
            <a:off x="569897" y="1381664"/>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13" name="Imagem 12">
            <a:extLst>
              <a:ext uri="{FF2B5EF4-FFF2-40B4-BE49-F238E27FC236}">
                <a16:creationId xmlns:a16="http://schemas.microsoft.com/office/drawing/2014/main" id="{C9FE485C-C935-0D2E-5B15-BA12CF38BB70}"/>
              </a:ext>
            </a:extLst>
          </p:cNvPr>
          <p:cNvPicPr>
            <a:picLocks noChangeAspect="1"/>
          </p:cNvPicPr>
          <p:nvPr/>
        </p:nvPicPr>
        <p:blipFill>
          <a:blip r:embed="rId3"/>
          <a:srcRect/>
          <a:stretch/>
        </p:blipFill>
        <p:spPr>
          <a:xfrm>
            <a:off x="614865" y="1986676"/>
            <a:ext cx="156858" cy="188229"/>
          </a:xfrm>
          <a:prstGeom prst="rect">
            <a:avLst/>
          </a:prstGeom>
        </p:spPr>
      </p:pic>
      <p:sp>
        <p:nvSpPr>
          <p:cNvPr id="14" name="Google Shape;2223;p100">
            <a:extLst>
              <a:ext uri="{FF2B5EF4-FFF2-40B4-BE49-F238E27FC236}">
                <a16:creationId xmlns:a16="http://schemas.microsoft.com/office/drawing/2014/main" id="{4DDABDB0-6710-86A6-E15B-64D35E9E6298}"/>
              </a:ext>
            </a:extLst>
          </p:cNvPr>
          <p:cNvSpPr>
            <a:spLocks/>
          </p:cNvSpPr>
          <p:nvPr/>
        </p:nvSpPr>
        <p:spPr>
          <a:xfrm>
            <a:off x="566852" y="2483731"/>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15" name="Gráfico 14">
            <a:extLst>
              <a:ext uri="{FF2B5EF4-FFF2-40B4-BE49-F238E27FC236}">
                <a16:creationId xmlns:a16="http://schemas.microsoft.com/office/drawing/2014/main" id="{E72AADB9-3EE4-A3D3-4D53-3D2C07339C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5906" y="3248175"/>
            <a:ext cx="235296" cy="240643"/>
          </a:xfrm>
          <a:prstGeom prst="rect">
            <a:avLst/>
          </a:prstGeom>
        </p:spPr>
      </p:pic>
      <p:pic>
        <p:nvPicPr>
          <p:cNvPr id="16" name="Gráfico 15">
            <a:extLst>
              <a:ext uri="{FF2B5EF4-FFF2-40B4-BE49-F238E27FC236}">
                <a16:creationId xmlns:a16="http://schemas.microsoft.com/office/drawing/2014/main" id="{FC888799-247D-5782-8BA3-A690EA9FD67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1782" y="4081009"/>
            <a:ext cx="208026" cy="266700"/>
          </a:xfrm>
          <a:prstGeom prst="rect">
            <a:avLst/>
          </a:prstGeom>
        </p:spPr>
      </p:pic>
      <p:sp>
        <p:nvSpPr>
          <p:cNvPr id="17" name="CaixaDeTexto 3">
            <a:extLst>
              <a:ext uri="{FF2B5EF4-FFF2-40B4-BE49-F238E27FC236}">
                <a16:creationId xmlns:a16="http://schemas.microsoft.com/office/drawing/2014/main" id="{B94138A0-C1C7-9D43-810A-FBC61735E3BA}"/>
              </a:ext>
            </a:extLst>
          </p:cNvPr>
          <p:cNvSpPr txBox="1"/>
          <p:nvPr/>
        </p:nvSpPr>
        <p:spPr>
          <a:xfrm>
            <a:off x="999415" y="1364950"/>
            <a:ext cx="10876724" cy="2985433"/>
          </a:xfrm>
          <a:prstGeom prst="rect">
            <a:avLst/>
          </a:prstGeom>
          <a:noFill/>
          <a:ln>
            <a:noFill/>
          </a:ln>
        </p:spPr>
        <p:txBody>
          <a:bodyPr wrap="square" lIns="60960" tIns="30480" rIns="60960" bIns="3048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SzPts val="1000"/>
            </a:pPr>
            <a:r>
              <a:rPr lang="pt-BR" sz="1000" b="1" dirty="0">
                <a:latin typeface="Poppins"/>
                <a:ea typeface="Poppins"/>
                <a:cs typeface="Poppins"/>
                <a:sym typeface="Poppins"/>
              </a:rPr>
              <a:t>Orientações: </a:t>
            </a:r>
            <a:r>
              <a:rPr lang="pt-BR" sz="1000" dirty="0">
                <a:latin typeface="Poppins"/>
                <a:ea typeface="Poppins"/>
                <a:cs typeface="Poppins"/>
                <a:sym typeface="Poppins"/>
              </a:rPr>
              <a:t>a seção </a:t>
            </a:r>
            <a:r>
              <a:rPr lang="pt-BR" sz="1000" b="1" dirty="0">
                <a:latin typeface="Poppins"/>
                <a:ea typeface="Poppins"/>
                <a:cs typeface="Poppins"/>
                <a:sym typeface="Poppins"/>
              </a:rPr>
              <a:t>O que nós aprendemos hoje? </a:t>
            </a:r>
            <a:r>
              <a:rPr lang="pt-BR" sz="1000" dirty="0">
                <a:latin typeface="Poppins"/>
                <a:ea typeface="Poppins"/>
                <a:cs typeface="Poppins"/>
                <a:sym typeface="Poppins"/>
              </a:rPr>
              <a:t>tem o objetivo de reforçar e esclarecer os principais conceitos discutidos, incentivando os estudantes a recordarem e articularem os principais pontos da aula. </a:t>
            </a:r>
          </a:p>
          <a:p>
            <a:pPr lvl="0">
              <a:buSzPts val="1000"/>
            </a:pPr>
            <a:endParaRPr lang="pt-BR" sz="1000" b="1" dirty="0">
              <a:latin typeface="Poppins"/>
              <a:ea typeface="Poppins"/>
              <a:cs typeface="Poppins"/>
              <a:sym typeface="Poppins"/>
            </a:endParaRPr>
          </a:p>
          <a:p>
            <a:pPr lvl="0">
              <a:buSzPts val="1000"/>
            </a:pPr>
            <a:br>
              <a:rPr lang="pt-BR" sz="1000" b="1" dirty="0">
                <a:latin typeface="Poppins"/>
                <a:ea typeface="Poppins"/>
                <a:cs typeface="Poppins"/>
                <a:sym typeface="Poppins"/>
              </a:rPr>
            </a:br>
            <a:r>
              <a:rPr lang="pt-BR" sz="1000" b="1" dirty="0">
                <a:latin typeface="Poppins"/>
                <a:ea typeface="Poppins"/>
                <a:cs typeface="Poppins"/>
                <a:sym typeface="Poppins"/>
              </a:rPr>
              <a:t>Tempo previsto: </a:t>
            </a:r>
            <a:r>
              <a:rPr lang="pt-BR" sz="1000" dirty="0">
                <a:latin typeface="Poppins"/>
                <a:ea typeface="Poppins"/>
                <a:cs typeface="Poppins"/>
                <a:sym typeface="Poppins"/>
              </a:rPr>
              <a:t>2 minutos. </a:t>
            </a:r>
          </a:p>
          <a:p>
            <a:pPr lvl="0">
              <a:buSzPts val="1000"/>
            </a:pPr>
            <a:endParaRPr lang="pt-BR" sz="1000" b="1" dirty="0">
              <a:latin typeface="Poppins"/>
              <a:ea typeface="Poppins"/>
              <a:cs typeface="Poppins"/>
              <a:sym typeface="Poppins"/>
            </a:endParaRPr>
          </a:p>
          <a:p>
            <a:pPr lvl="0">
              <a:buSzPts val="1000"/>
            </a:pPr>
            <a:endParaRPr lang="pt-BR" sz="1000" b="1" dirty="0">
              <a:latin typeface="Poppins"/>
              <a:ea typeface="Poppins"/>
              <a:cs typeface="Poppins"/>
              <a:sym typeface="Poppins"/>
            </a:endParaRPr>
          </a:p>
          <a:p>
            <a:pPr lvl="0">
              <a:buSzPts val="1000"/>
            </a:pPr>
            <a:r>
              <a:rPr lang="pt-BR" sz="1000" b="1" dirty="0">
                <a:latin typeface="Poppins"/>
                <a:ea typeface="Poppins"/>
                <a:cs typeface="Poppins"/>
                <a:sym typeface="Poppins"/>
              </a:rPr>
              <a:t>Gestão de sala de aula:</a:t>
            </a:r>
          </a:p>
          <a:p>
            <a:pPr marL="171450" lvl="0" indent="-171450">
              <a:buSzPts val="1000"/>
              <a:buFont typeface="Arial" panose="020B0604020202020204" pitchFamily="34" charset="0"/>
              <a:buChar char="•"/>
            </a:pPr>
            <a:r>
              <a:rPr lang="pt-BR" sz="1000" dirty="0">
                <a:latin typeface="Poppins"/>
                <a:ea typeface="Poppins"/>
                <a:cs typeface="Poppins"/>
                <a:sym typeface="Poppins"/>
              </a:rPr>
              <a:t>mantenha um tom positivo e construtivo, reforçando o aprendizado; </a:t>
            </a:r>
          </a:p>
          <a:p>
            <a:pPr marL="171450" lvl="0" indent="-171450">
              <a:buSzPts val="1000"/>
              <a:buFont typeface="Arial" panose="020B0604020202020204" pitchFamily="34" charset="0"/>
              <a:buChar char="•"/>
            </a:pPr>
            <a:r>
              <a:rPr lang="pt-BR" sz="1000" dirty="0">
                <a:latin typeface="Poppins"/>
                <a:ea typeface="Poppins"/>
                <a:cs typeface="Poppins"/>
                <a:sym typeface="Poppins"/>
              </a:rPr>
              <a:t>seja direto e objetivo nas explicações para manter a atividade dentro do tempo estipulado; </a:t>
            </a:r>
          </a:p>
          <a:p>
            <a:pPr marL="171450" lvl="0" indent="-171450">
              <a:buSzPts val="1000"/>
              <a:buFont typeface="Arial" panose="020B0604020202020204" pitchFamily="34" charset="0"/>
              <a:buChar char="•"/>
            </a:pPr>
            <a:r>
              <a:rPr lang="pt-BR" sz="1000" dirty="0">
                <a:latin typeface="Poppins"/>
                <a:ea typeface="Poppins"/>
                <a:cs typeface="Poppins"/>
                <a:sym typeface="Poppins"/>
              </a:rPr>
              <a:t>engaje os estudantes rapidamente, pedindo confirmações ou reações breves às definições apresentadas. </a:t>
            </a:r>
          </a:p>
          <a:p>
            <a:pPr lvl="0">
              <a:buSzPts val="1000"/>
            </a:pPr>
            <a:endParaRPr lang="pt-BR" sz="1000" b="1" dirty="0">
              <a:latin typeface="Poppins"/>
              <a:ea typeface="Poppins"/>
              <a:cs typeface="Poppins"/>
              <a:sym typeface="Poppins"/>
            </a:endParaRPr>
          </a:p>
          <a:p>
            <a:pPr lvl="0">
              <a:buSzPts val="1000"/>
            </a:pPr>
            <a:r>
              <a:rPr lang="pt-BR" sz="1000" b="1" dirty="0">
                <a:latin typeface="Poppins"/>
                <a:ea typeface="Poppins"/>
                <a:cs typeface="Poppins"/>
                <a:sym typeface="Poppins"/>
              </a:rPr>
              <a:t>Condução da dinâmica:</a:t>
            </a:r>
          </a:p>
          <a:p>
            <a:pPr marL="171450" lvl="0" indent="-171450">
              <a:buSzPts val="1000"/>
              <a:buFont typeface="Arial" panose="020B0604020202020204" pitchFamily="34" charset="0"/>
              <a:buChar char="•"/>
            </a:pPr>
            <a:r>
              <a:rPr lang="pt-BR" sz="1000" dirty="0">
                <a:latin typeface="Poppins"/>
                <a:ea typeface="Poppins"/>
                <a:cs typeface="Poppins"/>
                <a:sym typeface="Poppins"/>
              </a:rPr>
              <a:t>explique aos estudantes que esse é um momento de reflexão e esclarecimento sobre os conceitos abordados na aula; </a:t>
            </a:r>
          </a:p>
          <a:p>
            <a:pPr marL="171450" lvl="0" indent="-171450">
              <a:buSzPts val="1000"/>
              <a:buFont typeface="Arial" panose="020B0604020202020204" pitchFamily="34" charset="0"/>
              <a:buChar char="•"/>
            </a:pPr>
            <a:r>
              <a:rPr lang="pt-BR" sz="1000" dirty="0">
                <a:latin typeface="Poppins"/>
                <a:ea typeface="Poppins"/>
                <a:cs typeface="Poppins"/>
                <a:sym typeface="Poppins"/>
              </a:rPr>
              <a:t>informe que será feita uma rápida revisão para assegurar o entendimento correto das definições e dos conceitos; </a:t>
            </a:r>
          </a:p>
          <a:p>
            <a:pPr marL="171450" lvl="0" indent="-171450">
              <a:buSzPts val="1000"/>
              <a:buFont typeface="Arial" panose="020B0604020202020204" pitchFamily="34" charset="0"/>
              <a:buChar char="•"/>
            </a:pPr>
            <a:r>
              <a:rPr lang="pt-BR" sz="1000" dirty="0">
                <a:latin typeface="Poppins"/>
                <a:ea typeface="Poppins"/>
                <a:cs typeface="Poppins"/>
                <a:sym typeface="Poppins"/>
              </a:rPr>
              <a:t>apresente o slide com os principais tópicos da aula. E retome rapidamente os conceitos representados no esquema, reiterando a importância de cada um deles e como ele se encaixa no contexto maior da aula e na vida profissional.</a:t>
            </a:r>
          </a:p>
          <a:p>
            <a:pPr lvl="0">
              <a:buSzPts val="1000"/>
            </a:pPr>
            <a:endParaRPr lang="pt-BR" sz="1000" b="1" dirty="0">
              <a:latin typeface="Poppins"/>
              <a:ea typeface="Poppins"/>
              <a:cs typeface="Poppins"/>
              <a:sym typeface="Poppins"/>
            </a:endParaRPr>
          </a:p>
          <a:p>
            <a:pPr lvl="0">
              <a:buSzPts val="1000"/>
            </a:pPr>
            <a:r>
              <a:rPr lang="pt-BR" sz="1000" b="1" dirty="0">
                <a:latin typeface="Poppins"/>
                <a:ea typeface="Poppins"/>
                <a:cs typeface="Poppins"/>
                <a:sym typeface="Poppins"/>
              </a:rPr>
              <a:t>O que é esperado: </a:t>
            </a:r>
            <a:r>
              <a:rPr lang="pt-BR" sz="1000" dirty="0">
                <a:latin typeface="Poppins"/>
                <a:ea typeface="Poppins"/>
                <a:cs typeface="Poppins"/>
                <a:sym typeface="Poppins"/>
              </a:rPr>
              <a:t>os estudantes devem sair da aula com um entendimento claro e preciso dos conceitos principais. </a:t>
            </a:r>
          </a:p>
        </p:txBody>
      </p:sp>
      <p:sp>
        <p:nvSpPr>
          <p:cNvPr id="18" name="Google Shape;1740;p54">
            <a:extLst>
              <a:ext uri="{FF2B5EF4-FFF2-40B4-BE49-F238E27FC236}">
                <a16:creationId xmlns:a16="http://schemas.microsoft.com/office/drawing/2014/main" id="{A8806369-2F47-92CA-68E1-9F39D2B2B7B2}"/>
              </a:ext>
            </a:extLst>
          </p:cNvPr>
          <p:cNvSpPr/>
          <p:nvPr/>
        </p:nvSpPr>
        <p:spPr>
          <a:xfrm>
            <a:off x="492761" y="5501966"/>
            <a:ext cx="386080" cy="382464"/>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467" b="0" i="0" u="none" strike="noStrike" cap="none" dirty="0">
              <a:solidFill>
                <a:schemeClr val="dk1"/>
              </a:solidFill>
              <a:latin typeface="Arial"/>
              <a:ea typeface="Arial"/>
              <a:cs typeface="Arial"/>
              <a:sym typeface="Arial"/>
            </a:endParaRPr>
          </a:p>
        </p:txBody>
      </p:sp>
      <p:sp>
        <p:nvSpPr>
          <p:cNvPr id="19" name="Google Shape;1741;p54">
            <a:extLst>
              <a:ext uri="{FF2B5EF4-FFF2-40B4-BE49-F238E27FC236}">
                <a16:creationId xmlns:a16="http://schemas.microsoft.com/office/drawing/2014/main" id="{560A23F1-9625-11EA-7B05-6CF15E714D44}"/>
              </a:ext>
            </a:extLst>
          </p:cNvPr>
          <p:cNvSpPr txBox="1"/>
          <p:nvPr/>
        </p:nvSpPr>
        <p:spPr>
          <a:xfrm>
            <a:off x="970280" y="4944811"/>
            <a:ext cx="5923280" cy="613375"/>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None/>
            </a:pPr>
            <a:r>
              <a:rPr lang="pt-BR" sz="3000" b="1" i="0" u="none" strike="noStrike" cap="none" dirty="0">
                <a:solidFill>
                  <a:schemeClr val="lt1"/>
                </a:solidFill>
                <a:latin typeface="Poppins"/>
                <a:ea typeface="Poppins"/>
                <a:cs typeface="Poppins"/>
                <a:sym typeface="Poppins"/>
              </a:rPr>
              <a:t>Slide </a:t>
            </a:r>
            <a:r>
              <a:rPr lang="pt-BR" sz="3000" b="1" dirty="0">
                <a:solidFill>
                  <a:schemeClr val="lt1"/>
                </a:solidFill>
                <a:latin typeface="Poppins"/>
                <a:ea typeface="Poppins"/>
                <a:cs typeface="Poppins"/>
                <a:sym typeface="Poppins"/>
              </a:rPr>
              <a:t>11</a:t>
            </a:r>
            <a:endParaRPr dirty="0"/>
          </a:p>
        </p:txBody>
      </p:sp>
      <p:sp>
        <p:nvSpPr>
          <p:cNvPr id="20" name="Google Shape;1743;p54">
            <a:extLst>
              <a:ext uri="{FF2B5EF4-FFF2-40B4-BE49-F238E27FC236}">
                <a16:creationId xmlns:a16="http://schemas.microsoft.com/office/drawing/2014/main" id="{72C2F710-4EB9-5F8B-9940-62B91A14A833}"/>
              </a:ext>
            </a:extLst>
          </p:cNvPr>
          <p:cNvSpPr/>
          <p:nvPr/>
        </p:nvSpPr>
        <p:spPr>
          <a:xfrm>
            <a:off x="492761" y="6072159"/>
            <a:ext cx="386080" cy="382464"/>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467" b="0" i="0" u="none" strike="noStrike" cap="none" dirty="0">
              <a:solidFill>
                <a:schemeClr val="dk1"/>
              </a:solidFill>
              <a:latin typeface="Arial"/>
              <a:ea typeface="Arial"/>
              <a:cs typeface="Arial"/>
              <a:sym typeface="Arial"/>
            </a:endParaRPr>
          </a:p>
        </p:txBody>
      </p:sp>
      <p:sp>
        <p:nvSpPr>
          <p:cNvPr id="21" name="Google Shape;1749;p54">
            <a:extLst>
              <a:ext uri="{FF2B5EF4-FFF2-40B4-BE49-F238E27FC236}">
                <a16:creationId xmlns:a16="http://schemas.microsoft.com/office/drawing/2014/main" id="{1E251C41-C78B-E23F-3BAA-5C33E0AD30E1}"/>
              </a:ext>
            </a:extLst>
          </p:cNvPr>
          <p:cNvSpPr/>
          <p:nvPr/>
        </p:nvSpPr>
        <p:spPr>
          <a:xfrm>
            <a:off x="569898" y="5605833"/>
            <a:ext cx="237236"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None/>
            </a:pPr>
            <a:endParaRPr sz="1200" b="0" i="0" u="none" strike="noStrike" cap="none" dirty="0">
              <a:solidFill>
                <a:schemeClr val="dk1"/>
              </a:solidFill>
              <a:latin typeface="Calibri"/>
              <a:ea typeface="Calibri"/>
              <a:cs typeface="Calibri"/>
              <a:sym typeface="Calibri"/>
            </a:endParaRPr>
          </a:p>
        </p:txBody>
      </p:sp>
      <p:pic>
        <p:nvPicPr>
          <p:cNvPr id="22" name="Google Shape;1751;p54">
            <a:extLst>
              <a:ext uri="{FF2B5EF4-FFF2-40B4-BE49-F238E27FC236}">
                <a16:creationId xmlns:a16="http://schemas.microsoft.com/office/drawing/2014/main" id="{0D38DB32-FF7B-8BF3-27E7-869E2888F74A}"/>
              </a:ext>
            </a:extLst>
          </p:cNvPr>
          <p:cNvPicPr preferRelativeResize="0"/>
          <p:nvPr/>
        </p:nvPicPr>
        <p:blipFill rotWithShape="1">
          <a:blip r:embed="rId6">
            <a:alphaModFix/>
          </a:blip>
          <a:srcRect/>
          <a:stretch/>
        </p:blipFill>
        <p:spPr>
          <a:xfrm>
            <a:off x="608578" y="6160263"/>
            <a:ext cx="154445" cy="193056"/>
          </a:xfrm>
          <a:prstGeom prst="rect">
            <a:avLst/>
          </a:prstGeom>
          <a:noFill/>
          <a:ln>
            <a:noFill/>
          </a:ln>
        </p:spPr>
      </p:pic>
      <p:sp>
        <p:nvSpPr>
          <p:cNvPr id="23" name="Google Shape;1260;p25">
            <a:extLst>
              <a:ext uri="{FF2B5EF4-FFF2-40B4-BE49-F238E27FC236}">
                <a16:creationId xmlns:a16="http://schemas.microsoft.com/office/drawing/2014/main" id="{DF4D50BA-A8EE-66D2-2211-B969C48A8CE3}"/>
              </a:ext>
            </a:extLst>
          </p:cNvPr>
          <p:cNvSpPr txBox="1"/>
          <p:nvPr/>
        </p:nvSpPr>
        <p:spPr>
          <a:xfrm>
            <a:off x="992497" y="5558186"/>
            <a:ext cx="10251300" cy="830987"/>
          </a:xfrm>
          <a:prstGeom prst="rect">
            <a:avLst/>
          </a:prstGeom>
          <a:noFill/>
          <a:ln>
            <a:noFill/>
          </a:ln>
        </p:spPr>
        <p:txBody>
          <a:bodyPr spcFirstLastPara="1" wrap="square" lIns="60950" tIns="30475" rIns="60950" bIns="30475" anchor="t" anchorCtr="0">
            <a:spAutoFit/>
          </a:bodyPr>
          <a:lstStyle/>
          <a:p>
            <a:r>
              <a:rPr lang="pt-BR" sz="1000" b="1" i="0" u="none" strike="noStrike" cap="none" dirty="0">
                <a:solidFill>
                  <a:srgbClr val="000000"/>
                </a:solidFill>
                <a:latin typeface="Poppins" pitchFamily="2" charset="77"/>
                <a:ea typeface="Poppins"/>
                <a:cs typeface="Poppins" pitchFamily="2" charset="77"/>
                <a:sym typeface="Poppins"/>
              </a:rPr>
              <a:t>Orientações: </a:t>
            </a:r>
            <a:r>
              <a:rPr lang="pt-BR" sz="1000" dirty="0">
                <a:latin typeface="Poppins" pitchFamily="2" charset="77"/>
                <a:cs typeface="Poppins" pitchFamily="2" charset="77"/>
              </a:rPr>
              <a:t>a seção </a:t>
            </a:r>
            <a:r>
              <a:rPr lang="pt-BR" sz="1000" b="1" dirty="0">
                <a:latin typeface="Poppins" pitchFamily="2" charset="77"/>
                <a:cs typeface="Poppins" pitchFamily="2" charset="77"/>
              </a:rPr>
              <a:t>Saiba mais </a:t>
            </a:r>
            <a:r>
              <a:rPr lang="pt-BR" sz="1000" dirty="0">
                <a:latin typeface="Poppins" pitchFamily="2" charset="77"/>
                <a:cs typeface="Poppins" pitchFamily="2" charset="77"/>
              </a:rPr>
              <a:t>apresenta recursos extraclasse para que os estudantes complementem sua formação. Incentive-os a continuarem explorando o tema da aula.</a:t>
            </a:r>
          </a:p>
          <a:p>
            <a:pPr marL="0" marR="0" lvl="0" indent="0" algn="l" rtl="0">
              <a:lnSpc>
                <a:spcPct val="100000"/>
              </a:lnSpc>
              <a:spcBef>
                <a:spcPts val="0"/>
              </a:spcBef>
              <a:spcAft>
                <a:spcPts val="0"/>
              </a:spcAft>
              <a:buClr>
                <a:srgbClr val="000000"/>
              </a:buClr>
              <a:buSzPts val="933"/>
              <a:buFont typeface="Arial"/>
              <a:buNone/>
            </a:pPr>
            <a:endParaRPr sz="1000" b="0" i="0" u="none" strike="noStrike" cap="none" dirty="0">
              <a:solidFill>
                <a:srgbClr val="000000"/>
              </a:solidFill>
              <a:latin typeface="Poppins" pitchFamily="2" charset="77"/>
              <a:ea typeface="Poppins"/>
              <a:cs typeface="Poppins" pitchFamily="2" charset="77"/>
              <a:sym typeface="Poppins"/>
            </a:endParaRPr>
          </a:p>
          <a:p>
            <a:pPr marL="0" marR="0" lvl="0" indent="0" algn="l" rtl="0">
              <a:lnSpc>
                <a:spcPct val="100000"/>
              </a:lnSpc>
              <a:spcBef>
                <a:spcPts val="0"/>
              </a:spcBef>
              <a:spcAft>
                <a:spcPts val="0"/>
              </a:spcAft>
              <a:buClr>
                <a:srgbClr val="000000"/>
              </a:buClr>
              <a:buSzPts val="933"/>
              <a:buFont typeface="Arial"/>
              <a:buNone/>
            </a:pPr>
            <a:endParaRPr sz="1000" b="0" i="0" u="none" strike="noStrike" cap="none" dirty="0">
              <a:solidFill>
                <a:srgbClr val="000000"/>
              </a:solidFill>
              <a:latin typeface="Poppins" pitchFamily="2" charset="77"/>
              <a:ea typeface="Poppins"/>
              <a:cs typeface="Poppins" pitchFamily="2" charset="77"/>
              <a:sym typeface="Poppins"/>
            </a:endParaRPr>
          </a:p>
          <a:p>
            <a:pPr marL="0" marR="0" lvl="0" indent="0" algn="l" rtl="0">
              <a:lnSpc>
                <a:spcPct val="100000"/>
              </a:lnSpc>
              <a:spcBef>
                <a:spcPts val="0"/>
              </a:spcBef>
              <a:spcAft>
                <a:spcPts val="0"/>
              </a:spcAft>
              <a:buClr>
                <a:srgbClr val="000000"/>
              </a:buClr>
              <a:buSzPts val="933"/>
              <a:buFont typeface="Arial"/>
              <a:buNone/>
            </a:pPr>
            <a:r>
              <a:rPr lang="pt-BR" sz="1000" b="1" i="0" u="none" strike="noStrike" cap="none" dirty="0">
                <a:solidFill>
                  <a:srgbClr val="000000"/>
                </a:solidFill>
                <a:latin typeface="Poppins" pitchFamily="2" charset="77"/>
                <a:ea typeface="Poppins"/>
                <a:cs typeface="Poppins" pitchFamily="2" charset="77"/>
                <a:sym typeface="Poppins"/>
              </a:rPr>
              <a:t>Tempo previsto: </a:t>
            </a:r>
            <a:r>
              <a:rPr lang="pt-BR" sz="1000" dirty="0">
                <a:latin typeface="Poppins" pitchFamily="2" charset="77"/>
                <a:ea typeface="Poppins"/>
                <a:cs typeface="Poppins" pitchFamily="2" charset="77"/>
                <a:sym typeface="Poppins"/>
              </a:rPr>
              <a:t>1</a:t>
            </a:r>
            <a:r>
              <a:rPr lang="pt-BR" sz="1000" b="0" i="0" u="none" strike="noStrike" cap="none" dirty="0">
                <a:solidFill>
                  <a:srgbClr val="000000"/>
                </a:solidFill>
                <a:latin typeface="Poppins" pitchFamily="2" charset="77"/>
                <a:ea typeface="Poppins"/>
                <a:cs typeface="Poppins" pitchFamily="2" charset="77"/>
                <a:sym typeface="Poppins"/>
              </a:rPr>
              <a:t> minuto.</a:t>
            </a:r>
            <a:endParaRPr sz="1000" b="1" i="0" u="none" strike="noStrike" cap="none" dirty="0">
              <a:solidFill>
                <a:srgbClr val="000000"/>
              </a:solidFill>
              <a:latin typeface="Poppins" pitchFamily="2" charset="77"/>
              <a:ea typeface="Poppins"/>
              <a:cs typeface="Poppins" pitchFamily="2" charset="77"/>
              <a:sym typeface="Poppins"/>
            </a:endParaRPr>
          </a:p>
        </p:txBody>
      </p:sp>
    </p:spTree>
    <p:extLst>
      <p:ext uri="{BB962C8B-B14F-4D97-AF65-F5344CB8AC3E}">
        <p14:creationId xmlns:p14="http://schemas.microsoft.com/office/powerpoint/2010/main" val="142255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75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687</TotalTime>
  <Words>1497</Words>
  <Application>Microsoft Office PowerPoint</Application>
  <PresentationFormat>Ecrã Panorâmico</PresentationFormat>
  <Paragraphs>132</Paragraphs>
  <Slides>17</Slides>
  <Notes>17</Notes>
  <HiddenSlides>5</HiddenSlides>
  <MMClips>0</MMClips>
  <ScaleCrop>false</ScaleCrop>
  <HeadingPairs>
    <vt:vector size="6" baseType="variant">
      <vt:variant>
        <vt:lpstr>Tipos de letra usados</vt:lpstr>
      </vt:variant>
      <vt:variant>
        <vt:i4>5</vt:i4>
      </vt:variant>
      <vt:variant>
        <vt:lpstr>Tema</vt:lpstr>
      </vt:variant>
      <vt:variant>
        <vt:i4>1</vt:i4>
      </vt:variant>
      <vt:variant>
        <vt:lpstr>Títulos dos diapositivos</vt:lpstr>
      </vt:variant>
      <vt:variant>
        <vt:i4>17</vt:i4>
      </vt:variant>
    </vt:vector>
  </HeadingPairs>
  <TitlesOfParts>
    <vt:vector size="23" baseType="lpstr">
      <vt:lpstr>Poppins Light</vt:lpstr>
      <vt:lpstr>Poppins</vt:lpstr>
      <vt:lpstr>Arial</vt:lpstr>
      <vt:lpstr>Poppins Medium</vt:lpstr>
      <vt:lpstr>Calibri</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Gustavo Henrique da Silva Oliveira</cp:lastModifiedBy>
  <cp:revision>105</cp:revision>
  <dcterms:modified xsi:type="dcterms:W3CDTF">2026-09-03T19:15:48Z</dcterms:modified>
</cp:coreProperties>
</file>