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90" r:id="rId1"/>
  </p:sldMasterIdLst>
  <p:notesMasterIdLst>
    <p:notesMasterId r:id="rId28"/>
  </p:notesMasterIdLst>
  <p:sldIdLst>
    <p:sldId id="285" r:id="rId2"/>
    <p:sldId id="286" r:id="rId3"/>
    <p:sldId id="287" r:id="rId4"/>
    <p:sldId id="288" r:id="rId5"/>
    <p:sldId id="289" r:id="rId6"/>
    <p:sldId id="290" r:id="rId7"/>
    <p:sldId id="291" r:id="rId8"/>
    <p:sldId id="292" r:id="rId9"/>
    <p:sldId id="293" r:id="rId10"/>
    <p:sldId id="295" r:id="rId11"/>
    <p:sldId id="296" r:id="rId12"/>
    <p:sldId id="589" r:id="rId13"/>
    <p:sldId id="590" r:id="rId14"/>
    <p:sldId id="299" r:id="rId15"/>
    <p:sldId id="598" r:id="rId16"/>
    <p:sldId id="301" r:id="rId17"/>
    <p:sldId id="302" r:id="rId18"/>
    <p:sldId id="303" r:id="rId19"/>
    <p:sldId id="304" r:id="rId20"/>
    <p:sldId id="305" r:id="rId21"/>
    <p:sldId id="306" r:id="rId22"/>
    <p:sldId id="307" r:id="rId23"/>
    <p:sldId id="308" r:id="rId24"/>
    <p:sldId id="309" r:id="rId25"/>
    <p:sldId id="627" r:id="rId26"/>
    <p:sldId id="311" r:id="rId27"/>
  </p:sldIdLst>
  <p:sldSz cx="12192000" cy="6858000"/>
  <p:notesSz cx="6858000" cy="9144000"/>
  <p:embeddedFontLst>
    <p:embeddedFont>
      <p:font typeface="Poppins" panose="00000500000000000000" pitchFamily="2" charset="0"/>
      <p:regular r:id="rId29"/>
      <p:bold r:id="rId30"/>
      <p:italic r:id="rId31"/>
      <p:boldItalic r:id="rId32"/>
    </p:embeddedFont>
    <p:embeddedFont>
      <p:font typeface="Poppins Light" panose="000004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Roboto Mono" panose="00000009000000000000" pitchFamily="49"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2" id="{DB0C4310-A548-491F-90C0-3656C3D0ABFD}">
          <p14:sldIdLst>
            <p14:sldId id="285"/>
            <p14:sldId id="286"/>
            <p14:sldId id="287"/>
            <p14:sldId id="288"/>
            <p14:sldId id="289"/>
            <p14:sldId id="290"/>
            <p14:sldId id="291"/>
            <p14:sldId id="292"/>
            <p14:sldId id="293"/>
            <p14:sldId id="295"/>
            <p14:sldId id="296"/>
            <p14:sldId id="589"/>
            <p14:sldId id="590"/>
            <p14:sldId id="299"/>
            <p14:sldId id="598"/>
            <p14:sldId id="301"/>
            <p14:sldId id="302"/>
            <p14:sldId id="303"/>
            <p14:sldId id="304"/>
            <p14:sldId id="305"/>
            <p14:sldId id="306"/>
            <p14:sldId id="307"/>
            <p14:sldId id="308"/>
            <p14:sldId id="309"/>
            <p14:sldId id="627"/>
            <p14:sldId id="311"/>
          </p14:sldIdLst>
        </p14:section>
      </p14:sectionLst>
    </p:ext>
    <p:ext uri="{EFAFB233-063F-42B5-8137-9DF3F51BA10A}">
      <p15:sldGuideLst xmlns:p15="http://schemas.microsoft.com/office/powerpoint/2012/main">
        <p15:guide id="1" orient="horz" pos="3251">
          <p15:clr>
            <a:srgbClr val="747775"/>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6DAB643-D88A-3E75-0270-FC2E3B49D3D7}" name="kym melo" initials="km" userId="cd73f0512394dcac" providerId="Windows Live"/>
  <p188:author id="{4BD3CBB0-6750-1FDD-67D3-2ACB669506AF}" name="Soraia Novaes" initials="SN" userId="S::soraia.novaes@apoiofde.sp.gov.br::f517fece-32b1-4449-a5a1-33836cdfbea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CER" initials="A" lastIdx="35" clrIdx="0">
    <p:extLst>
      <p:ext uri="{19B8F6BF-5375-455C-9EA6-DF929625EA0E}">
        <p15:presenceInfo xmlns:p15="http://schemas.microsoft.com/office/powerpoint/2012/main" userId="ACER" providerId="None"/>
      </p:ext>
    </p:extLst>
  </p:cmAuthor>
  <p:cmAuthor id="2" name="Soraia Novaes" initials="SN" lastIdx="19" clrIdx="1">
    <p:extLst>
      <p:ext uri="{19B8F6BF-5375-455C-9EA6-DF929625EA0E}">
        <p15:presenceInfo xmlns:p15="http://schemas.microsoft.com/office/powerpoint/2012/main" userId="S::soraia.novaes@apoiofde.sp.gov.br::f517fece-32b1-4449-a5a1-33836cdfbea7" providerId="AD"/>
      </p:ext>
    </p:extLst>
  </p:cmAuthor>
  <p:cmAuthor id="3" name="Daniel Paiva" initials="DP" lastIdx="8" clrIdx="2">
    <p:extLst>
      <p:ext uri="{19B8F6BF-5375-455C-9EA6-DF929625EA0E}">
        <p15:presenceInfo xmlns:p15="http://schemas.microsoft.com/office/powerpoint/2012/main" userId="8a33842c199de2d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566E"/>
    <a:srgbClr val="529A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39E6EF-522B-48FC-9BC4-9D5ECF2A86BA}" v="62" dt="2026-09-02T11:34:05.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29" autoAdjust="0"/>
    <p:restoredTop sz="69801" autoAdjust="0"/>
  </p:normalViewPr>
  <p:slideViewPr>
    <p:cSldViewPr snapToGrid="0">
      <p:cViewPr varScale="1">
        <p:scale>
          <a:sx n="107" d="100"/>
          <a:sy n="107" d="100"/>
        </p:scale>
        <p:origin x="600" y="102"/>
      </p:cViewPr>
      <p:guideLst>
        <p:guide orient="horz" pos="3251"/>
        <p:guide pos="3840"/>
      </p:guideLst>
    </p:cSldViewPr>
  </p:slideViewPr>
  <p:outlineViewPr>
    <p:cViewPr>
      <p:scale>
        <a:sx n="33" d="100"/>
        <a:sy n="33" d="100"/>
      </p:scale>
      <p:origin x="0" y="-226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52"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Paiva" userId="8a33842c199de2dd" providerId="LiveId" clId="{03B7172A-24DE-4F15-9EEA-ACEE23D13517}"/>
    <pc:docChg chg="undo custSel modSld delMainMaster modMainMaster">
      <pc:chgData name="Daniel Paiva" userId="8a33842c199de2dd" providerId="LiveId" clId="{03B7172A-24DE-4F15-9EEA-ACEE23D13517}" dt="2026-09-02T12:03:17.806" v="1302" actId="20577"/>
      <pc:docMkLst>
        <pc:docMk/>
      </pc:docMkLst>
      <pc:sldChg chg="modNotesTx">
        <pc:chgData name="Daniel Paiva" userId="8a33842c199de2dd" providerId="LiveId" clId="{03B7172A-24DE-4F15-9EEA-ACEE23D13517}" dt="2026-09-01T18:18:58.621" v="1" actId="20577"/>
        <pc:sldMkLst>
          <pc:docMk/>
          <pc:sldMk cId="0" sldId="256"/>
        </pc:sldMkLst>
      </pc:sldChg>
      <pc:sldChg chg="modSp mod">
        <pc:chgData name="Daniel Paiva" userId="8a33842c199de2dd" providerId="LiveId" clId="{03B7172A-24DE-4F15-9EEA-ACEE23D13517}" dt="2026-09-01T18:27:00.359" v="145" actId="13926"/>
        <pc:sldMkLst>
          <pc:docMk/>
          <pc:sldMk cId="0" sldId="257"/>
        </pc:sldMkLst>
        <pc:spChg chg="mod">
          <ac:chgData name="Daniel Paiva" userId="8a33842c199de2dd" providerId="LiveId" clId="{03B7172A-24DE-4F15-9EEA-ACEE23D13517}" dt="2026-09-01T18:27:00.359" v="145" actId="13926"/>
          <ac:spMkLst>
            <pc:docMk/>
            <pc:sldMk cId="0" sldId="257"/>
            <ac:spMk id="3625" creationId="{00000000-0000-0000-0000-000000000000}"/>
          </ac:spMkLst>
        </pc:spChg>
      </pc:sldChg>
      <pc:sldChg chg="modSp mod modCm">
        <pc:chgData name="Daniel Paiva" userId="8a33842c199de2dd" providerId="LiveId" clId="{03B7172A-24DE-4F15-9EEA-ACEE23D13517}" dt="2026-09-01T18:28:30.703" v="153"/>
        <pc:sldMkLst>
          <pc:docMk/>
          <pc:sldMk cId="0" sldId="258"/>
        </pc:sldMkLst>
        <pc:spChg chg="mod">
          <ac:chgData name="Daniel Paiva" userId="8a33842c199de2dd" providerId="LiveId" clId="{03B7172A-24DE-4F15-9EEA-ACEE23D13517}" dt="2026-09-01T18:27:29.092" v="151" actId="13926"/>
          <ac:spMkLst>
            <pc:docMk/>
            <pc:sldMk cId="0" sldId="258"/>
            <ac:spMk id="3663" creationId="{00000000-0000-0000-0000-000000000000}"/>
          </ac:spMkLst>
        </pc:spChg>
        <pc:spChg chg="mod">
          <ac:chgData name="Daniel Paiva" userId="8a33842c199de2dd" providerId="LiveId" clId="{03B7172A-24DE-4F15-9EEA-ACEE23D13517}" dt="2026-09-01T18:27:14.263" v="147" actId="13926"/>
          <ac:spMkLst>
            <pc:docMk/>
            <pc:sldMk cId="0" sldId="258"/>
            <ac:spMk id="3666" creationId="{00000000-0000-0000-0000-000000000000}"/>
          </ac:spMkLst>
        </pc:spChg>
      </pc:sldChg>
      <pc:sldChg chg="modSp mod">
        <pc:chgData name="Daniel Paiva" userId="8a33842c199de2dd" providerId="LiveId" clId="{03B7172A-24DE-4F15-9EEA-ACEE23D13517}" dt="2026-09-01T18:28:50.711" v="155" actId="13926"/>
        <pc:sldMkLst>
          <pc:docMk/>
          <pc:sldMk cId="0" sldId="259"/>
        </pc:sldMkLst>
        <pc:spChg chg="mod">
          <ac:chgData name="Daniel Paiva" userId="8a33842c199de2dd" providerId="LiveId" clId="{03B7172A-24DE-4F15-9EEA-ACEE23D13517}" dt="2026-09-01T18:28:50.711" v="155" actId="13926"/>
          <ac:spMkLst>
            <pc:docMk/>
            <pc:sldMk cId="0" sldId="259"/>
            <ac:spMk id="3692" creationId="{00000000-0000-0000-0000-000000000000}"/>
          </ac:spMkLst>
        </pc:spChg>
      </pc:sldChg>
      <pc:sldChg chg="modSp mod">
        <pc:chgData name="Daniel Paiva" userId="8a33842c199de2dd" providerId="LiveId" clId="{03B7172A-24DE-4F15-9EEA-ACEE23D13517}" dt="2026-09-01T18:30:59.735" v="180" actId="13926"/>
        <pc:sldMkLst>
          <pc:docMk/>
          <pc:sldMk cId="0" sldId="261"/>
        </pc:sldMkLst>
        <pc:spChg chg="mod">
          <ac:chgData name="Daniel Paiva" userId="8a33842c199de2dd" providerId="LiveId" clId="{03B7172A-24DE-4F15-9EEA-ACEE23D13517}" dt="2026-09-01T18:30:59.735" v="180" actId="13926"/>
          <ac:spMkLst>
            <pc:docMk/>
            <pc:sldMk cId="0" sldId="261"/>
            <ac:spMk id="3" creationId="{20EE5CF9-7176-C58D-F903-E748BFEF6EC8}"/>
          </ac:spMkLst>
        </pc:spChg>
        <pc:spChg chg="mod">
          <ac:chgData name="Daniel Paiva" userId="8a33842c199de2dd" providerId="LiveId" clId="{03B7172A-24DE-4F15-9EEA-ACEE23D13517}" dt="2026-09-01T18:30:28.817" v="167" actId="20577"/>
          <ac:spMkLst>
            <pc:docMk/>
            <pc:sldMk cId="0" sldId="261"/>
            <ac:spMk id="3707" creationId="{00000000-0000-0000-0000-000000000000}"/>
          </ac:spMkLst>
        </pc:spChg>
      </pc:sldChg>
      <pc:sldChg chg="addSp delSp modSp mod">
        <pc:chgData name="Daniel Paiva" userId="8a33842c199de2dd" providerId="LiveId" clId="{03B7172A-24DE-4F15-9EEA-ACEE23D13517}" dt="2026-09-02T11:37:19.795" v="1225" actId="13926"/>
        <pc:sldMkLst>
          <pc:docMk/>
          <pc:sldMk cId="0" sldId="262"/>
        </pc:sldMkLst>
        <pc:spChg chg="add del mod">
          <ac:chgData name="Daniel Paiva" userId="8a33842c199de2dd" providerId="LiveId" clId="{03B7172A-24DE-4F15-9EEA-ACEE23D13517}" dt="2026-09-01T18:42:33.343" v="207"/>
          <ac:spMkLst>
            <pc:docMk/>
            <pc:sldMk cId="0" sldId="262"/>
            <ac:spMk id="2" creationId="{F90EEED7-3901-E0E6-83D3-11E8F9122BF9}"/>
          </ac:spMkLst>
        </pc:spChg>
        <pc:spChg chg="add del mod">
          <ac:chgData name="Daniel Paiva" userId="8a33842c199de2dd" providerId="LiveId" clId="{03B7172A-24DE-4F15-9EEA-ACEE23D13517}" dt="2026-09-01T18:42:34.790" v="210"/>
          <ac:spMkLst>
            <pc:docMk/>
            <pc:sldMk cId="0" sldId="262"/>
            <ac:spMk id="8" creationId="{F09428AA-C277-0780-9858-EB06C746C25E}"/>
          </ac:spMkLst>
        </pc:spChg>
        <pc:spChg chg="add del mod">
          <ac:chgData name="Daniel Paiva" userId="8a33842c199de2dd" providerId="LiveId" clId="{03B7172A-24DE-4F15-9EEA-ACEE23D13517}" dt="2026-09-01T18:42:35.782" v="213"/>
          <ac:spMkLst>
            <pc:docMk/>
            <pc:sldMk cId="0" sldId="262"/>
            <ac:spMk id="9" creationId="{A709AA54-3B47-5BE5-9A5B-0950DED1DFCF}"/>
          </ac:spMkLst>
        </pc:spChg>
        <pc:spChg chg="add del mod">
          <ac:chgData name="Daniel Paiva" userId="8a33842c199de2dd" providerId="LiveId" clId="{03B7172A-24DE-4F15-9EEA-ACEE23D13517}" dt="2026-09-01T18:42:37.184" v="216"/>
          <ac:spMkLst>
            <pc:docMk/>
            <pc:sldMk cId="0" sldId="262"/>
            <ac:spMk id="10" creationId="{56E04DFB-7549-BDAD-EA5A-743C6F1185DA}"/>
          </ac:spMkLst>
        </pc:spChg>
        <pc:spChg chg="mod">
          <ac:chgData name="Daniel Paiva" userId="8a33842c199de2dd" providerId="LiveId" clId="{03B7172A-24DE-4F15-9EEA-ACEE23D13517}" dt="2026-09-02T11:36:43.137" v="1223" actId="13926"/>
          <ac:spMkLst>
            <pc:docMk/>
            <pc:sldMk cId="0" sldId="262"/>
            <ac:spMk id="3731" creationId="{00000000-0000-0000-0000-000000000000}"/>
          </ac:spMkLst>
        </pc:spChg>
        <pc:spChg chg="mod">
          <ac:chgData name="Daniel Paiva" userId="8a33842c199de2dd" providerId="LiveId" clId="{03B7172A-24DE-4F15-9EEA-ACEE23D13517}" dt="2026-09-01T18:33:37.569" v="182" actId="13926"/>
          <ac:spMkLst>
            <pc:docMk/>
            <pc:sldMk cId="0" sldId="262"/>
            <ac:spMk id="3732" creationId="{00000000-0000-0000-0000-000000000000}"/>
          </ac:spMkLst>
        </pc:spChg>
        <pc:spChg chg="mod">
          <ac:chgData name="Daniel Paiva" userId="8a33842c199de2dd" providerId="LiveId" clId="{03B7172A-24DE-4F15-9EEA-ACEE23D13517}" dt="2026-09-01T18:33:59.181" v="184" actId="13926"/>
          <ac:spMkLst>
            <pc:docMk/>
            <pc:sldMk cId="0" sldId="262"/>
            <ac:spMk id="3736" creationId="{00000000-0000-0000-0000-000000000000}"/>
          </ac:spMkLst>
        </pc:spChg>
        <pc:spChg chg="mod">
          <ac:chgData name="Daniel Paiva" userId="8a33842c199de2dd" providerId="LiveId" clId="{03B7172A-24DE-4F15-9EEA-ACEE23D13517}" dt="2026-09-02T11:37:19.795" v="1225" actId="13926"/>
          <ac:spMkLst>
            <pc:docMk/>
            <pc:sldMk cId="0" sldId="262"/>
            <ac:spMk id="3742" creationId="{00000000-0000-0000-0000-000000000000}"/>
          </ac:spMkLst>
        </pc:spChg>
      </pc:sldChg>
      <pc:sldChg chg="modSp mod modNotesTx">
        <pc:chgData name="Daniel Paiva" userId="8a33842c199de2dd" providerId="LiveId" clId="{03B7172A-24DE-4F15-9EEA-ACEE23D13517}" dt="2026-09-02T11:39:59.320" v="1226" actId="6549"/>
        <pc:sldMkLst>
          <pc:docMk/>
          <pc:sldMk cId="0" sldId="266"/>
        </pc:sldMkLst>
        <pc:spChg chg="mod">
          <ac:chgData name="Daniel Paiva" userId="8a33842c199de2dd" providerId="LiveId" clId="{03B7172A-24DE-4F15-9EEA-ACEE23D13517}" dt="2026-09-02T11:39:59.320" v="1226" actId="6549"/>
          <ac:spMkLst>
            <pc:docMk/>
            <pc:sldMk cId="0" sldId="266"/>
            <ac:spMk id="3789" creationId="{00000000-0000-0000-0000-000000000000}"/>
          </ac:spMkLst>
        </pc:spChg>
      </pc:sldChg>
      <pc:sldChg chg="modSp mod modNotesTx">
        <pc:chgData name="Daniel Paiva" userId="8a33842c199de2dd" providerId="LiveId" clId="{03B7172A-24DE-4F15-9EEA-ACEE23D13517}" dt="2026-09-01T18:52:00.416" v="247" actId="13926"/>
        <pc:sldMkLst>
          <pc:docMk/>
          <pc:sldMk cId="0" sldId="268"/>
        </pc:sldMkLst>
        <pc:spChg chg="mod">
          <ac:chgData name="Daniel Paiva" userId="8a33842c199de2dd" providerId="LiveId" clId="{03B7172A-24DE-4F15-9EEA-ACEE23D13517}" dt="2026-09-01T18:52:00.416" v="247" actId="13926"/>
          <ac:spMkLst>
            <pc:docMk/>
            <pc:sldMk cId="0" sldId="268"/>
            <ac:spMk id="3" creationId="{81C54AC2-09B3-4E8A-DCE4-ED018239A4F3}"/>
          </ac:spMkLst>
        </pc:spChg>
      </pc:sldChg>
      <pc:sldChg chg="modNotesTx">
        <pc:chgData name="Daniel Paiva" userId="8a33842c199de2dd" providerId="LiveId" clId="{03B7172A-24DE-4F15-9EEA-ACEE23D13517}" dt="2026-09-01T18:19:23.598" v="6" actId="120"/>
        <pc:sldMkLst>
          <pc:docMk/>
          <pc:sldMk cId="0" sldId="272"/>
        </pc:sldMkLst>
      </pc:sldChg>
      <pc:sldChg chg="modSp mod modNotesTx">
        <pc:chgData name="Daniel Paiva" userId="8a33842c199de2dd" providerId="LiveId" clId="{03B7172A-24DE-4F15-9EEA-ACEE23D13517}" dt="2026-09-02T11:41:28.209" v="1227" actId="113"/>
        <pc:sldMkLst>
          <pc:docMk/>
          <pc:sldMk cId="0" sldId="273"/>
        </pc:sldMkLst>
        <pc:spChg chg="mod">
          <ac:chgData name="Daniel Paiva" userId="8a33842c199de2dd" providerId="LiveId" clId="{03B7172A-24DE-4F15-9EEA-ACEE23D13517}" dt="2026-09-02T11:41:28.209" v="1227" actId="113"/>
          <ac:spMkLst>
            <pc:docMk/>
            <pc:sldMk cId="0" sldId="273"/>
            <ac:spMk id="3" creationId="{64FEA1A6-944A-B092-0B05-1887E8C9A767}"/>
          </ac:spMkLst>
        </pc:spChg>
      </pc:sldChg>
      <pc:sldChg chg="modSp mod modNotesTx">
        <pc:chgData name="Daniel Paiva" userId="8a33842c199de2dd" providerId="LiveId" clId="{03B7172A-24DE-4F15-9EEA-ACEE23D13517}" dt="2026-09-01T18:54:40.950" v="265" actId="13926"/>
        <pc:sldMkLst>
          <pc:docMk/>
          <pc:sldMk cId="0" sldId="275"/>
        </pc:sldMkLst>
        <pc:spChg chg="mod">
          <ac:chgData name="Daniel Paiva" userId="8a33842c199de2dd" providerId="LiveId" clId="{03B7172A-24DE-4F15-9EEA-ACEE23D13517}" dt="2026-09-01T18:54:40.950" v="265" actId="13926"/>
          <ac:spMkLst>
            <pc:docMk/>
            <pc:sldMk cId="0" sldId="275"/>
            <ac:spMk id="3907" creationId="{00000000-0000-0000-0000-000000000000}"/>
          </ac:spMkLst>
        </pc:spChg>
      </pc:sldChg>
      <pc:sldChg chg="modSp mod">
        <pc:chgData name="Daniel Paiva" userId="8a33842c199de2dd" providerId="LiveId" clId="{03B7172A-24DE-4F15-9EEA-ACEE23D13517}" dt="2026-09-01T18:57:48.130" v="279" actId="13926"/>
        <pc:sldMkLst>
          <pc:docMk/>
          <pc:sldMk cId="0" sldId="276"/>
        </pc:sldMkLst>
        <pc:spChg chg="mod">
          <ac:chgData name="Daniel Paiva" userId="8a33842c199de2dd" providerId="LiveId" clId="{03B7172A-24DE-4F15-9EEA-ACEE23D13517}" dt="2026-09-01T18:57:48.130" v="279" actId="13926"/>
          <ac:spMkLst>
            <pc:docMk/>
            <pc:sldMk cId="0" sldId="276"/>
            <ac:spMk id="3913" creationId="{00000000-0000-0000-0000-000000000000}"/>
          </ac:spMkLst>
        </pc:spChg>
      </pc:sldChg>
      <pc:sldChg chg="modSp mod">
        <pc:chgData name="Daniel Paiva" userId="8a33842c199de2dd" providerId="LiveId" clId="{03B7172A-24DE-4F15-9EEA-ACEE23D13517}" dt="2026-09-02T11:16:03.683" v="961" actId="20577"/>
        <pc:sldMkLst>
          <pc:docMk/>
          <pc:sldMk cId="0" sldId="277"/>
        </pc:sldMkLst>
        <pc:spChg chg="mod">
          <ac:chgData name="Daniel Paiva" userId="8a33842c199de2dd" providerId="LiveId" clId="{03B7172A-24DE-4F15-9EEA-ACEE23D13517}" dt="2026-09-02T11:16:03.683" v="961" actId="20577"/>
          <ac:spMkLst>
            <pc:docMk/>
            <pc:sldMk cId="0" sldId="277"/>
            <ac:spMk id="3919" creationId="{00000000-0000-0000-0000-000000000000}"/>
          </ac:spMkLst>
        </pc:spChg>
      </pc:sldChg>
      <pc:sldChg chg="modNotesTx">
        <pc:chgData name="Daniel Paiva" userId="8a33842c199de2dd" providerId="LiveId" clId="{03B7172A-24DE-4F15-9EEA-ACEE23D13517}" dt="2026-09-01T18:19:39.708" v="14" actId="20577"/>
        <pc:sldMkLst>
          <pc:docMk/>
          <pc:sldMk cId="0" sldId="278"/>
        </pc:sldMkLst>
      </pc:sldChg>
      <pc:sldChg chg="modSp mod modNotesTx">
        <pc:chgData name="Daniel Paiva" userId="8a33842c199de2dd" providerId="LiveId" clId="{03B7172A-24DE-4F15-9EEA-ACEE23D13517}" dt="2026-09-01T19:05:21.929" v="396" actId="13926"/>
        <pc:sldMkLst>
          <pc:docMk/>
          <pc:sldMk cId="0" sldId="279"/>
        </pc:sldMkLst>
        <pc:spChg chg="mod">
          <ac:chgData name="Daniel Paiva" userId="8a33842c199de2dd" providerId="LiveId" clId="{03B7172A-24DE-4F15-9EEA-ACEE23D13517}" dt="2026-09-01T19:05:21.929" v="396" actId="13926"/>
          <ac:spMkLst>
            <pc:docMk/>
            <pc:sldMk cId="0" sldId="279"/>
            <ac:spMk id="3939" creationId="{00000000-0000-0000-0000-000000000000}"/>
          </ac:spMkLst>
        </pc:spChg>
      </pc:sldChg>
      <pc:sldChg chg="modSp mod modNotesTx">
        <pc:chgData name="Daniel Paiva" userId="8a33842c199de2dd" providerId="LiveId" clId="{03B7172A-24DE-4F15-9EEA-ACEE23D13517}" dt="2026-09-01T19:07:33.452" v="408" actId="13926"/>
        <pc:sldMkLst>
          <pc:docMk/>
          <pc:sldMk cId="0" sldId="280"/>
        </pc:sldMkLst>
        <pc:spChg chg="mod">
          <ac:chgData name="Daniel Paiva" userId="8a33842c199de2dd" providerId="LiveId" clId="{03B7172A-24DE-4F15-9EEA-ACEE23D13517}" dt="2026-09-01T19:07:33.452" v="408" actId="13926"/>
          <ac:spMkLst>
            <pc:docMk/>
            <pc:sldMk cId="0" sldId="280"/>
            <ac:spMk id="3952" creationId="{00000000-0000-0000-0000-000000000000}"/>
          </ac:spMkLst>
        </pc:spChg>
        <pc:spChg chg="mod">
          <ac:chgData name="Daniel Paiva" userId="8a33842c199de2dd" providerId="LiveId" clId="{03B7172A-24DE-4F15-9EEA-ACEE23D13517}" dt="2026-09-01T19:05:59.229" v="400" actId="13926"/>
          <ac:spMkLst>
            <pc:docMk/>
            <pc:sldMk cId="0" sldId="280"/>
            <ac:spMk id="3954" creationId="{00000000-0000-0000-0000-000000000000}"/>
          </ac:spMkLst>
        </pc:spChg>
      </pc:sldChg>
      <pc:sldChg chg="modSp mod modCm modNotesTx">
        <pc:chgData name="Daniel Paiva" userId="8a33842c199de2dd" providerId="LiveId" clId="{03B7172A-24DE-4F15-9EEA-ACEE23D13517}" dt="2026-09-02T11:45:51.916" v="1235" actId="13926"/>
        <pc:sldMkLst>
          <pc:docMk/>
          <pc:sldMk cId="0" sldId="281"/>
        </pc:sldMkLst>
        <pc:spChg chg="mod">
          <ac:chgData name="Daniel Paiva" userId="8a33842c199de2dd" providerId="LiveId" clId="{03B7172A-24DE-4F15-9EEA-ACEE23D13517}" dt="2026-09-01T19:08:02.880" v="412" actId="13926"/>
          <ac:spMkLst>
            <pc:docMk/>
            <pc:sldMk cId="0" sldId="281"/>
            <ac:spMk id="3977" creationId="{00000000-0000-0000-0000-000000000000}"/>
          </ac:spMkLst>
        </pc:spChg>
        <pc:spChg chg="mod">
          <ac:chgData name="Daniel Paiva" userId="8a33842c199de2dd" providerId="LiveId" clId="{03B7172A-24DE-4F15-9EEA-ACEE23D13517}" dt="2026-09-02T11:45:51.916" v="1235" actId="13926"/>
          <ac:spMkLst>
            <pc:docMk/>
            <pc:sldMk cId="0" sldId="281"/>
            <ac:spMk id="3978" creationId="{00000000-0000-0000-0000-000000000000}"/>
          </ac:spMkLst>
        </pc:spChg>
      </pc:sldChg>
      <pc:sldChg chg="modSp mod modNotesTx">
        <pc:chgData name="Daniel Paiva" userId="8a33842c199de2dd" providerId="LiveId" clId="{03B7172A-24DE-4F15-9EEA-ACEE23D13517}" dt="2026-09-01T19:14:28.732" v="524" actId="13926"/>
        <pc:sldMkLst>
          <pc:docMk/>
          <pc:sldMk cId="0" sldId="282"/>
        </pc:sldMkLst>
        <pc:spChg chg="mod">
          <ac:chgData name="Daniel Paiva" userId="8a33842c199de2dd" providerId="LiveId" clId="{03B7172A-24DE-4F15-9EEA-ACEE23D13517}" dt="2026-09-01T19:14:28.732" v="524" actId="13926"/>
          <ac:spMkLst>
            <pc:docMk/>
            <pc:sldMk cId="0" sldId="282"/>
            <ac:spMk id="5" creationId="{16B6C4F3-DC1B-6BFF-AA1A-0869A7B098CB}"/>
          </ac:spMkLst>
        </pc:spChg>
      </pc:sldChg>
      <pc:sldChg chg="modNotesTx">
        <pc:chgData name="Daniel Paiva" userId="8a33842c199de2dd" providerId="LiveId" clId="{03B7172A-24DE-4F15-9EEA-ACEE23D13517}" dt="2026-09-01T18:20:08.640" v="46" actId="20577"/>
        <pc:sldMkLst>
          <pc:docMk/>
          <pc:sldMk cId="0" sldId="284"/>
        </pc:sldMkLst>
      </pc:sldChg>
      <pc:sldChg chg="modNotesTx">
        <pc:chgData name="Daniel Paiva" userId="8a33842c199de2dd" providerId="LiveId" clId="{03B7172A-24DE-4F15-9EEA-ACEE23D13517}" dt="2026-09-01T18:20:13.745" v="48" actId="20577"/>
        <pc:sldMkLst>
          <pc:docMk/>
          <pc:sldMk cId="0" sldId="285"/>
        </pc:sldMkLst>
      </pc:sldChg>
      <pc:sldChg chg="modSp mod">
        <pc:chgData name="Daniel Paiva" userId="8a33842c199de2dd" providerId="LiveId" clId="{03B7172A-24DE-4F15-9EEA-ACEE23D13517}" dt="2026-09-02T10:45:40.693" v="572" actId="13926"/>
        <pc:sldMkLst>
          <pc:docMk/>
          <pc:sldMk cId="0" sldId="286"/>
        </pc:sldMkLst>
        <pc:spChg chg="mod">
          <ac:chgData name="Daniel Paiva" userId="8a33842c199de2dd" providerId="LiveId" clId="{03B7172A-24DE-4F15-9EEA-ACEE23D13517}" dt="2026-09-01T19:18:08.726" v="570" actId="20577"/>
          <ac:spMkLst>
            <pc:docMk/>
            <pc:sldMk cId="0" sldId="286"/>
            <ac:spMk id="4054" creationId="{00000000-0000-0000-0000-000000000000}"/>
          </ac:spMkLst>
        </pc:spChg>
        <pc:spChg chg="mod">
          <ac:chgData name="Daniel Paiva" userId="8a33842c199de2dd" providerId="LiveId" clId="{03B7172A-24DE-4F15-9EEA-ACEE23D13517}" dt="2026-09-02T10:45:40.693" v="572" actId="13926"/>
          <ac:spMkLst>
            <pc:docMk/>
            <pc:sldMk cId="0" sldId="286"/>
            <ac:spMk id="4056" creationId="{00000000-0000-0000-0000-000000000000}"/>
          </ac:spMkLst>
        </pc:spChg>
      </pc:sldChg>
      <pc:sldChg chg="modSp mod modCm">
        <pc:chgData name="Daniel Paiva" userId="8a33842c199de2dd" providerId="LiveId" clId="{03B7172A-24DE-4F15-9EEA-ACEE23D13517}" dt="2026-09-02T10:46:19.430" v="578"/>
        <pc:sldMkLst>
          <pc:docMk/>
          <pc:sldMk cId="0" sldId="287"/>
        </pc:sldMkLst>
        <pc:spChg chg="mod">
          <ac:chgData name="Daniel Paiva" userId="8a33842c199de2dd" providerId="LiveId" clId="{03B7172A-24DE-4F15-9EEA-ACEE23D13517}" dt="2026-09-02T10:45:59.950" v="576" actId="13926"/>
          <ac:spMkLst>
            <pc:docMk/>
            <pc:sldMk cId="0" sldId="287"/>
            <ac:spMk id="4094" creationId="{00000000-0000-0000-0000-000000000000}"/>
          </ac:spMkLst>
        </pc:spChg>
        <pc:spChg chg="mod">
          <ac:chgData name="Daniel Paiva" userId="8a33842c199de2dd" providerId="LiveId" clId="{03B7172A-24DE-4F15-9EEA-ACEE23D13517}" dt="2026-09-02T10:45:52.991" v="574" actId="13926"/>
          <ac:spMkLst>
            <pc:docMk/>
            <pc:sldMk cId="0" sldId="287"/>
            <ac:spMk id="4097" creationId="{00000000-0000-0000-0000-000000000000}"/>
          </ac:spMkLst>
        </pc:spChg>
      </pc:sldChg>
      <pc:sldChg chg="modSp mod">
        <pc:chgData name="Daniel Paiva" userId="8a33842c199de2dd" providerId="LiveId" clId="{03B7172A-24DE-4F15-9EEA-ACEE23D13517}" dt="2026-09-02T10:46:29.180" v="580" actId="13926"/>
        <pc:sldMkLst>
          <pc:docMk/>
          <pc:sldMk cId="0" sldId="288"/>
        </pc:sldMkLst>
        <pc:spChg chg="mod">
          <ac:chgData name="Daniel Paiva" userId="8a33842c199de2dd" providerId="LiveId" clId="{03B7172A-24DE-4F15-9EEA-ACEE23D13517}" dt="2026-09-02T10:46:29.180" v="580" actId="13926"/>
          <ac:spMkLst>
            <pc:docMk/>
            <pc:sldMk cId="0" sldId="288"/>
            <ac:spMk id="4123" creationId="{00000000-0000-0000-0000-000000000000}"/>
          </ac:spMkLst>
        </pc:spChg>
      </pc:sldChg>
      <pc:sldChg chg="modSp mod modCm">
        <pc:chgData name="Daniel Paiva" userId="8a33842c199de2dd" providerId="LiveId" clId="{03B7172A-24DE-4F15-9EEA-ACEE23D13517}" dt="2026-09-02T10:50:47.825" v="583"/>
        <pc:sldMkLst>
          <pc:docMk/>
          <pc:sldMk cId="0" sldId="290"/>
        </pc:sldMkLst>
        <pc:spChg chg="mod">
          <ac:chgData name="Daniel Paiva" userId="8a33842c199de2dd" providerId="LiveId" clId="{03B7172A-24DE-4F15-9EEA-ACEE23D13517}" dt="2026-09-02T10:48:57.538" v="581" actId="20577"/>
          <ac:spMkLst>
            <pc:docMk/>
            <pc:sldMk cId="0" sldId="290"/>
            <ac:spMk id="4138" creationId="{00000000-0000-0000-0000-000000000000}"/>
          </ac:spMkLst>
        </pc:spChg>
      </pc:sldChg>
      <pc:sldChg chg="modNotesTx">
        <pc:chgData name="Daniel Paiva" userId="8a33842c199de2dd" providerId="LiveId" clId="{03B7172A-24DE-4F15-9EEA-ACEE23D13517}" dt="2026-09-01T18:20:23.658" v="49" actId="120"/>
        <pc:sldMkLst>
          <pc:docMk/>
          <pc:sldMk cId="0" sldId="292"/>
        </pc:sldMkLst>
      </pc:sldChg>
      <pc:sldChg chg="modNotesTx">
        <pc:chgData name="Daniel Paiva" userId="8a33842c199de2dd" providerId="LiveId" clId="{03B7172A-24DE-4F15-9EEA-ACEE23D13517}" dt="2026-09-01T18:20:28.001" v="50" actId="120"/>
        <pc:sldMkLst>
          <pc:docMk/>
          <pc:sldMk cId="0" sldId="293"/>
        </pc:sldMkLst>
      </pc:sldChg>
      <pc:sldChg chg="modNotesTx">
        <pc:chgData name="Daniel Paiva" userId="8a33842c199de2dd" providerId="LiveId" clId="{03B7172A-24DE-4F15-9EEA-ACEE23D13517}" dt="2026-09-01T18:20:32.277" v="51" actId="120"/>
        <pc:sldMkLst>
          <pc:docMk/>
          <pc:sldMk cId="0" sldId="295"/>
        </pc:sldMkLst>
      </pc:sldChg>
      <pc:sldChg chg="modNotesTx">
        <pc:chgData name="Daniel Paiva" userId="8a33842c199de2dd" providerId="LiveId" clId="{03B7172A-24DE-4F15-9EEA-ACEE23D13517}" dt="2026-09-01T18:20:36.157" v="52" actId="120"/>
        <pc:sldMkLst>
          <pc:docMk/>
          <pc:sldMk cId="0" sldId="296"/>
        </pc:sldMkLst>
      </pc:sldChg>
      <pc:sldChg chg="modSp mod">
        <pc:chgData name="Daniel Paiva" userId="8a33842c199de2dd" providerId="LiveId" clId="{03B7172A-24DE-4F15-9EEA-ACEE23D13517}" dt="2026-09-02T10:54:42.535" v="614" actId="13926"/>
        <pc:sldMkLst>
          <pc:docMk/>
          <pc:sldMk cId="0" sldId="301"/>
        </pc:sldMkLst>
        <pc:spChg chg="mod">
          <ac:chgData name="Daniel Paiva" userId="8a33842c199de2dd" providerId="LiveId" clId="{03B7172A-24DE-4F15-9EEA-ACEE23D13517}" dt="2026-09-02T10:54:42.535" v="614" actId="13926"/>
          <ac:spMkLst>
            <pc:docMk/>
            <pc:sldMk cId="0" sldId="301"/>
            <ac:spMk id="4295" creationId="{00000000-0000-0000-0000-000000000000}"/>
          </ac:spMkLst>
        </pc:spChg>
      </pc:sldChg>
      <pc:sldChg chg="modNotesTx">
        <pc:chgData name="Daniel Paiva" userId="8a33842c199de2dd" providerId="LiveId" clId="{03B7172A-24DE-4F15-9EEA-ACEE23D13517}" dt="2026-09-01T18:20:44.374" v="53" actId="20577"/>
        <pc:sldMkLst>
          <pc:docMk/>
          <pc:sldMk cId="0" sldId="302"/>
        </pc:sldMkLst>
      </pc:sldChg>
      <pc:sldChg chg="modSp mod">
        <pc:chgData name="Daniel Paiva" userId="8a33842c199de2dd" providerId="LiveId" clId="{03B7172A-24DE-4F15-9EEA-ACEE23D13517}" dt="2026-09-02T10:57:13.100" v="632" actId="13926"/>
        <pc:sldMkLst>
          <pc:docMk/>
          <pc:sldMk cId="0" sldId="303"/>
        </pc:sldMkLst>
        <pc:spChg chg="mod">
          <ac:chgData name="Daniel Paiva" userId="8a33842c199de2dd" providerId="LiveId" clId="{03B7172A-24DE-4F15-9EEA-ACEE23D13517}" dt="2026-09-02T10:57:13.100" v="632" actId="13926"/>
          <ac:spMkLst>
            <pc:docMk/>
            <pc:sldMk cId="0" sldId="303"/>
            <ac:spMk id="4307" creationId="{00000000-0000-0000-0000-000000000000}"/>
          </ac:spMkLst>
        </pc:spChg>
      </pc:sldChg>
      <pc:sldChg chg="modSp mod">
        <pc:chgData name="Daniel Paiva" userId="8a33842c199de2dd" providerId="LiveId" clId="{03B7172A-24DE-4F15-9EEA-ACEE23D13517}" dt="2026-09-02T11:17:27.277" v="966" actId="20577"/>
        <pc:sldMkLst>
          <pc:docMk/>
          <pc:sldMk cId="0" sldId="304"/>
        </pc:sldMkLst>
        <pc:spChg chg="mod">
          <ac:chgData name="Daniel Paiva" userId="8a33842c199de2dd" providerId="LiveId" clId="{03B7172A-24DE-4F15-9EEA-ACEE23D13517}" dt="2026-09-02T11:17:27.277" v="966" actId="20577"/>
          <ac:spMkLst>
            <pc:docMk/>
            <pc:sldMk cId="0" sldId="304"/>
            <ac:spMk id="4313" creationId="{00000000-0000-0000-0000-000000000000}"/>
          </ac:spMkLst>
        </pc:spChg>
      </pc:sldChg>
      <pc:sldChg chg="modNotesTx">
        <pc:chgData name="Daniel Paiva" userId="8a33842c199de2dd" providerId="LiveId" clId="{03B7172A-24DE-4F15-9EEA-ACEE23D13517}" dt="2026-09-01T18:20:54.764" v="59" actId="20577"/>
        <pc:sldMkLst>
          <pc:docMk/>
          <pc:sldMk cId="0" sldId="305"/>
        </pc:sldMkLst>
      </pc:sldChg>
      <pc:sldChg chg="modSp mod modNotesTx">
        <pc:chgData name="Daniel Paiva" userId="8a33842c199de2dd" providerId="LiveId" clId="{03B7172A-24DE-4F15-9EEA-ACEE23D13517}" dt="2026-09-02T11:00:17.503" v="677" actId="6549"/>
        <pc:sldMkLst>
          <pc:docMk/>
          <pc:sldMk cId="0" sldId="306"/>
        </pc:sldMkLst>
        <pc:spChg chg="mod">
          <ac:chgData name="Daniel Paiva" userId="8a33842c199de2dd" providerId="LiveId" clId="{03B7172A-24DE-4F15-9EEA-ACEE23D13517}" dt="2026-09-02T11:00:17.503" v="677" actId="6549"/>
          <ac:spMkLst>
            <pc:docMk/>
            <pc:sldMk cId="0" sldId="306"/>
            <ac:spMk id="4333" creationId="{00000000-0000-0000-0000-000000000000}"/>
          </ac:spMkLst>
        </pc:spChg>
      </pc:sldChg>
      <pc:sldChg chg="modSp mod modNotesTx">
        <pc:chgData name="Daniel Paiva" userId="8a33842c199de2dd" providerId="LiveId" clId="{03B7172A-24DE-4F15-9EEA-ACEE23D13517}" dt="2026-09-02T11:53:03.824" v="1272" actId="6549"/>
        <pc:sldMkLst>
          <pc:docMk/>
          <pc:sldMk cId="0" sldId="307"/>
        </pc:sldMkLst>
        <pc:spChg chg="mod">
          <ac:chgData name="Daniel Paiva" userId="8a33842c199de2dd" providerId="LiveId" clId="{03B7172A-24DE-4F15-9EEA-ACEE23D13517}" dt="2026-09-02T11:53:03.824" v="1272" actId="6549"/>
          <ac:spMkLst>
            <pc:docMk/>
            <pc:sldMk cId="0" sldId="307"/>
            <ac:spMk id="4348" creationId="{00000000-0000-0000-0000-000000000000}"/>
          </ac:spMkLst>
        </pc:spChg>
      </pc:sldChg>
      <pc:sldChg chg="modSp mod modNotesTx">
        <pc:chgData name="Daniel Paiva" userId="8a33842c199de2dd" providerId="LiveId" clId="{03B7172A-24DE-4F15-9EEA-ACEE23D13517}" dt="2026-09-02T11:06:42.865" v="771" actId="13926"/>
        <pc:sldMkLst>
          <pc:docMk/>
          <pc:sldMk cId="0" sldId="308"/>
        </pc:sldMkLst>
        <pc:spChg chg="mod">
          <ac:chgData name="Daniel Paiva" userId="8a33842c199de2dd" providerId="LiveId" clId="{03B7172A-24DE-4F15-9EEA-ACEE23D13517}" dt="2026-09-02T11:06:42.865" v="771" actId="13926"/>
          <ac:spMkLst>
            <pc:docMk/>
            <pc:sldMk cId="0" sldId="308"/>
            <ac:spMk id="5" creationId="{88841209-D0D5-062E-3FAC-DCC59E5D9B53}"/>
          </ac:spMkLst>
        </pc:spChg>
      </pc:sldChg>
      <pc:sldChg chg="modSp mod modNotesTx">
        <pc:chgData name="Daniel Paiva" userId="8a33842c199de2dd" providerId="LiveId" clId="{03B7172A-24DE-4F15-9EEA-ACEE23D13517}" dt="2026-09-02T11:53:53.809" v="1275" actId="13926"/>
        <pc:sldMkLst>
          <pc:docMk/>
          <pc:sldMk cId="0" sldId="309"/>
        </pc:sldMkLst>
        <pc:spChg chg="mod">
          <ac:chgData name="Daniel Paiva" userId="8a33842c199de2dd" providerId="LiveId" clId="{03B7172A-24DE-4F15-9EEA-ACEE23D13517}" dt="2026-09-02T11:53:53.809" v="1275" actId="13926"/>
          <ac:spMkLst>
            <pc:docMk/>
            <pc:sldMk cId="0" sldId="309"/>
            <ac:spMk id="4385" creationId="{00000000-0000-0000-0000-000000000000}"/>
          </ac:spMkLst>
        </pc:spChg>
      </pc:sldChg>
      <pc:sldChg chg="modNotesTx">
        <pc:chgData name="Daniel Paiva" userId="8a33842c199de2dd" providerId="LiveId" clId="{03B7172A-24DE-4F15-9EEA-ACEE23D13517}" dt="2026-09-01T18:21:28.298" v="91" actId="20577"/>
        <pc:sldMkLst>
          <pc:docMk/>
          <pc:sldMk cId="0" sldId="311"/>
        </pc:sldMkLst>
      </pc:sldChg>
      <pc:sldChg chg="modNotesTx">
        <pc:chgData name="Daniel Paiva" userId="8a33842c199de2dd" providerId="LiveId" clId="{03B7172A-24DE-4F15-9EEA-ACEE23D13517}" dt="2026-09-01T18:21:32.598" v="93" actId="20577"/>
        <pc:sldMkLst>
          <pc:docMk/>
          <pc:sldMk cId="0" sldId="312"/>
        </pc:sldMkLst>
      </pc:sldChg>
      <pc:sldChg chg="modSp mod">
        <pc:chgData name="Daniel Paiva" userId="8a33842c199de2dd" providerId="LiveId" clId="{03B7172A-24DE-4F15-9EEA-ACEE23D13517}" dt="2026-09-02T11:10:41.403" v="856" actId="13926"/>
        <pc:sldMkLst>
          <pc:docMk/>
          <pc:sldMk cId="0" sldId="313"/>
        </pc:sldMkLst>
        <pc:spChg chg="mod">
          <ac:chgData name="Daniel Paiva" userId="8a33842c199de2dd" providerId="LiveId" clId="{03B7172A-24DE-4F15-9EEA-ACEE23D13517}" dt="2026-09-02T11:10:41.403" v="856" actId="13926"/>
          <ac:spMkLst>
            <pc:docMk/>
            <pc:sldMk cId="0" sldId="313"/>
            <ac:spMk id="4450" creationId="{00000000-0000-0000-0000-000000000000}"/>
          </ac:spMkLst>
        </pc:spChg>
      </pc:sldChg>
      <pc:sldChg chg="modSp mod modCm">
        <pc:chgData name="Daniel Paiva" userId="8a33842c199de2dd" providerId="LiveId" clId="{03B7172A-24DE-4F15-9EEA-ACEE23D13517}" dt="2026-09-02T11:11:07.582" v="861"/>
        <pc:sldMkLst>
          <pc:docMk/>
          <pc:sldMk cId="0" sldId="314"/>
        </pc:sldMkLst>
        <pc:spChg chg="mod">
          <ac:chgData name="Daniel Paiva" userId="8a33842c199de2dd" providerId="LiveId" clId="{03B7172A-24DE-4F15-9EEA-ACEE23D13517}" dt="2026-09-02T11:10:55.406" v="860" actId="13926"/>
          <ac:spMkLst>
            <pc:docMk/>
            <pc:sldMk cId="0" sldId="314"/>
            <ac:spMk id="4488" creationId="{00000000-0000-0000-0000-000000000000}"/>
          </ac:spMkLst>
        </pc:spChg>
        <pc:spChg chg="mod">
          <ac:chgData name="Daniel Paiva" userId="8a33842c199de2dd" providerId="LiveId" clId="{03B7172A-24DE-4F15-9EEA-ACEE23D13517}" dt="2026-09-02T11:10:49.757" v="858" actId="13926"/>
          <ac:spMkLst>
            <pc:docMk/>
            <pc:sldMk cId="0" sldId="314"/>
            <ac:spMk id="4491" creationId="{00000000-0000-0000-0000-000000000000}"/>
          </ac:spMkLst>
        </pc:spChg>
      </pc:sldChg>
      <pc:sldChg chg="modSp mod">
        <pc:chgData name="Daniel Paiva" userId="8a33842c199de2dd" providerId="LiveId" clId="{03B7172A-24DE-4F15-9EEA-ACEE23D13517}" dt="2026-09-02T11:11:17.925" v="863" actId="13926"/>
        <pc:sldMkLst>
          <pc:docMk/>
          <pc:sldMk cId="0" sldId="315"/>
        </pc:sldMkLst>
        <pc:spChg chg="mod">
          <ac:chgData name="Daniel Paiva" userId="8a33842c199de2dd" providerId="LiveId" clId="{03B7172A-24DE-4F15-9EEA-ACEE23D13517}" dt="2026-09-02T11:11:17.925" v="863" actId="13926"/>
          <ac:spMkLst>
            <pc:docMk/>
            <pc:sldMk cId="0" sldId="315"/>
            <ac:spMk id="4517" creationId="{00000000-0000-0000-0000-000000000000}"/>
          </ac:spMkLst>
        </pc:spChg>
      </pc:sldChg>
      <pc:sldChg chg="modSp mod">
        <pc:chgData name="Daniel Paiva" userId="8a33842c199de2dd" providerId="LiveId" clId="{03B7172A-24DE-4F15-9EEA-ACEE23D13517}" dt="2026-09-02T11:11:39.795" v="867" actId="13926"/>
        <pc:sldMkLst>
          <pc:docMk/>
          <pc:sldMk cId="0" sldId="316"/>
        </pc:sldMkLst>
        <pc:spChg chg="mod">
          <ac:chgData name="Daniel Paiva" userId="8a33842c199de2dd" providerId="LiveId" clId="{03B7172A-24DE-4F15-9EEA-ACEE23D13517}" dt="2026-09-02T11:11:39.795" v="867" actId="13926"/>
          <ac:spMkLst>
            <pc:docMk/>
            <pc:sldMk cId="0" sldId="316"/>
            <ac:spMk id="4527" creationId="{00000000-0000-0000-0000-000000000000}"/>
          </ac:spMkLst>
        </pc:spChg>
      </pc:sldChg>
      <pc:sldChg chg="modSp mod">
        <pc:chgData name="Daniel Paiva" userId="8a33842c199de2dd" providerId="LiveId" clId="{03B7172A-24DE-4F15-9EEA-ACEE23D13517}" dt="2026-09-02T11:55:53.372" v="1278" actId="13926"/>
        <pc:sldMkLst>
          <pc:docMk/>
          <pc:sldMk cId="0" sldId="318"/>
        </pc:sldMkLst>
        <pc:spChg chg="mod">
          <ac:chgData name="Daniel Paiva" userId="8a33842c199de2dd" providerId="LiveId" clId="{03B7172A-24DE-4F15-9EEA-ACEE23D13517}" dt="2026-09-02T11:08:03.311" v="795" actId="14100"/>
          <ac:spMkLst>
            <pc:docMk/>
            <pc:sldMk cId="0" sldId="318"/>
            <ac:spMk id="8" creationId="{E059D2AE-5A09-FBF4-7B17-86A81C963DBC}"/>
          </ac:spMkLst>
        </pc:spChg>
        <pc:spChg chg="mod">
          <ac:chgData name="Daniel Paiva" userId="8a33842c199de2dd" providerId="LiveId" clId="{03B7172A-24DE-4F15-9EEA-ACEE23D13517}" dt="2026-09-02T11:12:58.106" v="886" actId="6549"/>
          <ac:spMkLst>
            <pc:docMk/>
            <pc:sldMk cId="0" sldId="318"/>
            <ac:spMk id="41" creationId="{BB645F27-091F-C16C-3404-C3E671F33460}"/>
          </ac:spMkLst>
        </pc:spChg>
        <pc:spChg chg="mod">
          <ac:chgData name="Daniel Paiva" userId="8a33842c199de2dd" providerId="LiveId" clId="{03B7172A-24DE-4F15-9EEA-ACEE23D13517}" dt="2026-09-02T11:55:53.372" v="1278" actId="13926"/>
          <ac:spMkLst>
            <pc:docMk/>
            <pc:sldMk cId="0" sldId="318"/>
            <ac:spMk id="42" creationId="{985092F7-38E3-A00E-3A5D-9768108DD635}"/>
          </ac:spMkLst>
        </pc:spChg>
      </pc:sldChg>
      <pc:sldChg chg="modNotesTx">
        <pc:chgData name="Daniel Paiva" userId="8a33842c199de2dd" providerId="LiveId" clId="{03B7172A-24DE-4F15-9EEA-ACEE23D13517}" dt="2026-09-01T18:21:43.926" v="94" actId="20577"/>
        <pc:sldMkLst>
          <pc:docMk/>
          <pc:sldMk cId="0" sldId="321"/>
        </pc:sldMkLst>
      </pc:sldChg>
      <pc:sldChg chg="modSp mod">
        <pc:chgData name="Daniel Paiva" userId="8a33842c199de2dd" providerId="LiveId" clId="{03B7172A-24DE-4F15-9EEA-ACEE23D13517}" dt="2026-09-02T11:57:29.811" v="1280" actId="207"/>
        <pc:sldMkLst>
          <pc:docMk/>
          <pc:sldMk cId="0" sldId="322"/>
        </pc:sldMkLst>
        <pc:spChg chg="mod">
          <ac:chgData name="Daniel Paiva" userId="8a33842c199de2dd" providerId="LiveId" clId="{03B7172A-24DE-4F15-9EEA-ACEE23D13517}" dt="2026-09-02T11:57:29.811" v="1280" actId="207"/>
          <ac:spMkLst>
            <pc:docMk/>
            <pc:sldMk cId="0" sldId="322"/>
            <ac:spMk id="4637" creationId="{00000000-0000-0000-0000-000000000000}"/>
          </ac:spMkLst>
        </pc:spChg>
      </pc:sldChg>
      <pc:sldChg chg="modSp mod modCm">
        <pc:chgData name="Daniel Paiva" userId="8a33842c199de2dd" providerId="LiveId" clId="{03B7172A-24DE-4F15-9EEA-ACEE23D13517}" dt="2026-09-02T11:29:37.542" v="1161"/>
        <pc:sldMkLst>
          <pc:docMk/>
          <pc:sldMk cId="0" sldId="323"/>
        </pc:sldMkLst>
        <pc:spChg chg="mod">
          <ac:chgData name="Daniel Paiva" userId="8a33842c199de2dd" providerId="LiveId" clId="{03B7172A-24DE-4F15-9EEA-ACEE23D13517}" dt="2026-09-02T11:19:23.888" v="990"/>
          <ac:spMkLst>
            <pc:docMk/>
            <pc:sldMk cId="0" sldId="323"/>
            <ac:spMk id="4643" creationId="{00000000-0000-0000-0000-000000000000}"/>
          </ac:spMkLst>
        </pc:spChg>
      </pc:sldChg>
      <pc:sldChg chg="modNotesTx">
        <pc:chgData name="Daniel Paiva" userId="8a33842c199de2dd" providerId="LiveId" clId="{03B7172A-24DE-4F15-9EEA-ACEE23D13517}" dt="2026-09-01T18:21:52.257" v="100" actId="20577"/>
        <pc:sldMkLst>
          <pc:docMk/>
          <pc:sldMk cId="0" sldId="324"/>
        </pc:sldMkLst>
      </pc:sldChg>
      <pc:sldChg chg="modSp mod modNotesTx">
        <pc:chgData name="Daniel Paiva" userId="8a33842c199de2dd" providerId="LiveId" clId="{03B7172A-24DE-4F15-9EEA-ACEE23D13517}" dt="2026-09-02T11:58:14.745" v="1283" actId="6549"/>
        <pc:sldMkLst>
          <pc:docMk/>
          <pc:sldMk cId="0" sldId="325"/>
        </pc:sldMkLst>
        <pc:spChg chg="mod">
          <ac:chgData name="Daniel Paiva" userId="8a33842c199de2dd" providerId="LiveId" clId="{03B7172A-24DE-4F15-9EEA-ACEE23D13517}" dt="2026-09-02T11:58:14.745" v="1283" actId="6549"/>
          <ac:spMkLst>
            <pc:docMk/>
            <pc:sldMk cId="0" sldId="325"/>
            <ac:spMk id="4657" creationId="{00000000-0000-0000-0000-000000000000}"/>
          </ac:spMkLst>
        </pc:spChg>
      </pc:sldChg>
      <pc:sldChg chg="modSp mod modNotesTx">
        <pc:chgData name="Daniel Paiva" userId="8a33842c199de2dd" providerId="LiveId" clId="{03B7172A-24DE-4F15-9EEA-ACEE23D13517}" dt="2026-09-02T11:59:51.475" v="1290" actId="113"/>
        <pc:sldMkLst>
          <pc:docMk/>
          <pc:sldMk cId="0" sldId="326"/>
        </pc:sldMkLst>
        <pc:spChg chg="mod">
          <ac:chgData name="Daniel Paiva" userId="8a33842c199de2dd" providerId="LiveId" clId="{03B7172A-24DE-4F15-9EEA-ACEE23D13517}" dt="2026-09-02T11:59:51.475" v="1290" actId="113"/>
          <ac:spMkLst>
            <pc:docMk/>
            <pc:sldMk cId="0" sldId="326"/>
            <ac:spMk id="6" creationId="{EBBF54E1-7D50-9CD3-4EB4-D3D24FD781B0}"/>
          </ac:spMkLst>
        </pc:spChg>
        <pc:spChg chg="mod">
          <ac:chgData name="Daniel Paiva" userId="8a33842c199de2dd" providerId="LiveId" clId="{03B7172A-24DE-4F15-9EEA-ACEE23D13517}" dt="2026-09-02T11:59:20.886" v="1289" actId="13926"/>
          <ac:spMkLst>
            <pc:docMk/>
            <pc:sldMk cId="0" sldId="326"/>
            <ac:spMk id="4681" creationId="{00000000-0000-0000-0000-000000000000}"/>
          </ac:spMkLst>
        </pc:spChg>
      </pc:sldChg>
      <pc:sldChg chg="modNotesTx">
        <pc:chgData name="Daniel Paiva" userId="8a33842c199de2dd" providerId="LiveId" clId="{03B7172A-24DE-4F15-9EEA-ACEE23D13517}" dt="2026-09-01T18:24:23.736" v="120" actId="20577"/>
        <pc:sldMkLst>
          <pc:docMk/>
          <pc:sldMk cId="0" sldId="329"/>
        </pc:sldMkLst>
      </pc:sldChg>
      <pc:sldChg chg="modNotesTx">
        <pc:chgData name="Daniel Paiva" userId="8a33842c199de2dd" providerId="LiveId" clId="{03B7172A-24DE-4F15-9EEA-ACEE23D13517}" dt="2026-09-01T18:25:36.100" v="122" actId="20577"/>
        <pc:sldMkLst>
          <pc:docMk/>
          <pc:sldMk cId="0" sldId="330"/>
        </pc:sldMkLst>
      </pc:sldChg>
      <pc:sldChg chg="modSp mod">
        <pc:chgData name="Daniel Paiva" userId="8a33842c199de2dd" providerId="LiveId" clId="{03B7172A-24DE-4F15-9EEA-ACEE23D13517}" dt="2026-09-02T11:23:29.954" v="1066" actId="13926"/>
        <pc:sldMkLst>
          <pc:docMk/>
          <pc:sldMk cId="0" sldId="331"/>
        </pc:sldMkLst>
        <pc:spChg chg="mod">
          <ac:chgData name="Daniel Paiva" userId="8a33842c199de2dd" providerId="LiveId" clId="{03B7172A-24DE-4F15-9EEA-ACEE23D13517}" dt="2026-09-02T11:23:29.954" v="1066" actId="13926"/>
          <ac:spMkLst>
            <pc:docMk/>
            <pc:sldMk cId="0" sldId="331"/>
            <ac:spMk id="4762" creationId="{00000000-0000-0000-0000-000000000000}"/>
          </ac:spMkLst>
        </pc:spChg>
      </pc:sldChg>
      <pc:sldChg chg="modSp mod modCm">
        <pc:chgData name="Daniel Paiva" userId="8a33842c199de2dd" providerId="LiveId" clId="{03B7172A-24DE-4F15-9EEA-ACEE23D13517}" dt="2026-09-02T11:23:55.795" v="1071"/>
        <pc:sldMkLst>
          <pc:docMk/>
          <pc:sldMk cId="0" sldId="332"/>
        </pc:sldMkLst>
        <pc:spChg chg="mod">
          <ac:chgData name="Daniel Paiva" userId="8a33842c199de2dd" providerId="LiveId" clId="{03B7172A-24DE-4F15-9EEA-ACEE23D13517}" dt="2026-09-02T11:23:43.053" v="1070" actId="13926"/>
          <ac:spMkLst>
            <pc:docMk/>
            <pc:sldMk cId="0" sldId="332"/>
            <ac:spMk id="4800" creationId="{00000000-0000-0000-0000-000000000000}"/>
          </ac:spMkLst>
        </pc:spChg>
        <pc:spChg chg="mod">
          <ac:chgData name="Daniel Paiva" userId="8a33842c199de2dd" providerId="LiveId" clId="{03B7172A-24DE-4F15-9EEA-ACEE23D13517}" dt="2026-09-02T11:23:38.951" v="1068" actId="13926"/>
          <ac:spMkLst>
            <pc:docMk/>
            <pc:sldMk cId="0" sldId="332"/>
            <ac:spMk id="4803" creationId="{00000000-0000-0000-0000-000000000000}"/>
          </ac:spMkLst>
        </pc:spChg>
      </pc:sldChg>
      <pc:sldChg chg="modSp mod">
        <pc:chgData name="Daniel Paiva" userId="8a33842c199de2dd" providerId="LiveId" clId="{03B7172A-24DE-4F15-9EEA-ACEE23D13517}" dt="2026-09-02T11:24:07.140" v="1073" actId="13926"/>
        <pc:sldMkLst>
          <pc:docMk/>
          <pc:sldMk cId="0" sldId="333"/>
        </pc:sldMkLst>
        <pc:spChg chg="mod">
          <ac:chgData name="Daniel Paiva" userId="8a33842c199de2dd" providerId="LiveId" clId="{03B7172A-24DE-4F15-9EEA-ACEE23D13517}" dt="2026-09-02T11:24:07.140" v="1073" actId="13926"/>
          <ac:spMkLst>
            <pc:docMk/>
            <pc:sldMk cId="0" sldId="333"/>
            <ac:spMk id="4829" creationId="{00000000-0000-0000-0000-000000000000}"/>
          </ac:spMkLst>
        </pc:spChg>
      </pc:sldChg>
      <pc:sldChg chg="modSp mod">
        <pc:chgData name="Daniel Paiva" userId="8a33842c199de2dd" providerId="LiveId" clId="{03B7172A-24DE-4F15-9EEA-ACEE23D13517}" dt="2026-09-02T11:24:22.667" v="1077" actId="13926"/>
        <pc:sldMkLst>
          <pc:docMk/>
          <pc:sldMk cId="0" sldId="334"/>
        </pc:sldMkLst>
        <pc:spChg chg="mod">
          <ac:chgData name="Daniel Paiva" userId="8a33842c199de2dd" providerId="LiveId" clId="{03B7172A-24DE-4F15-9EEA-ACEE23D13517}" dt="2026-09-02T11:24:22.667" v="1077" actId="13926"/>
          <ac:spMkLst>
            <pc:docMk/>
            <pc:sldMk cId="0" sldId="334"/>
            <ac:spMk id="4839" creationId="{00000000-0000-0000-0000-000000000000}"/>
          </ac:spMkLst>
        </pc:spChg>
      </pc:sldChg>
      <pc:sldChg chg="modSp mod">
        <pc:chgData name="Daniel Paiva" userId="8a33842c199de2dd" providerId="LiveId" clId="{03B7172A-24DE-4F15-9EEA-ACEE23D13517}" dt="2026-09-02T12:01:15.190" v="1291" actId="20577"/>
        <pc:sldMkLst>
          <pc:docMk/>
          <pc:sldMk cId="0" sldId="335"/>
        </pc:sldMkLst>
        <pc:spChg chg="mod">
          <ac:chgData name="Daniel Paiva" userId="8a33842c199de2dd" providerId="LiveId" clId="{03B7172A-24DE-4F15-9EEA-ACEE23D13517}" dt="2026-09-02T12:01:15.190" v="1291" actId="20577"/>
          <ac:spMkLst>
            <pc:docMk/>
            <pc:sldMk cId="0" sldId="335"/>
            <ac:spMk id="36" creationId="{9F094ABE-B0FC-2464-51CD-C61AD6DAB32F}"/>
          </ac:spMkLst>
        </pc:spChg>
        <pc:spChg chg="mod">
          <ac:chgData name="Daniel Paiva" userId="8a33842c199de2dd" providerId="LiveId" clId="{03B7172A-24DE-4F15-9EEA-ACEE23D13517}" dt="2026-09-02T11:24:55.402" v="1090" actId="13926"/>
          <ac:spMkLst>
            <pc:docMk/>
            <pc:sldMk cId="0" sldId="335"/>
            <ac:spMk id="37" creationId="{397F38AC-2FA5-FB92-7379-78AA0B3C345A}"/>
          </ac:spMkLst>
        </pc:spChg>
      </pc:sldChg>
      <pc:sldChg chg="modNotesTx">
        <pc:chgData name="Daniel Paiva" userId="8a33842c199de2dd" providerId="LiveId" clId="{03B7172A-24DE-4F15-9EEA-ACEE23D13517}" dt="2026-09-01T18:25:44.304" v="123" actId="20577"/>
        <pc:sldMkLst>
          <pc:docMk/>
          <pc:sldMk cId="0" sldId="336"/>
        </pc:sldMkLst>
      </pc:sldChg>
      <pc:sldChg chg="modSp mod">
        <pc:chgData name="Daniel Paiva" userId="8a33842c199de2dd" providerId="LiveId" clId="{03B7172A-24DE-4F15-9EEA-ACEE23D13517}" dt="2026-09-02T11:26:18.472" v="1127" actId="113"/>
        <pc:sldMkLst>
          <pc:docMk/>
          <pc:sldMk cId="0" sldId="337"/>
        </pc:sldMkLst>
        <pc:spChg chg="mod">
          <ac:chgData name="Daniel Paiva" userId="8a33842c199de2dd" providerId="LiveId" clId="{03B7172A-24DE-4F15-9EEA-ACEE23D13517}" dt="2026-09-02T11:26:18.472" v="1127" actId="113"/>
          <ac:spMkLst>
            <pc:docMk/>
            <pc:sldMk cId="0" sldId="337"/>
            <ac:spMk id="4879" creationId="{00000000-0000-0000-0000-000000000000}"/>
          </ac:spMkLst>
        </pc:spChg>
      </pc:sldChg>
      <pc:sldChg chg="modSp mod modCm">
        <pc:chgData name="Daniel Paiva" userId="8a33842c199de2dd" providerId="LiveId" clId="{03B7172A-24DE-4F15-9EEA-ACEE23D13517}" dt="2026-09-02T11:30:03.346" v="1163"/>
        <pc:sldMkLst>
          <pc:docMk/>
          <pc:sldMk cId="0" sldId="338"/>
        </pc:sldMkLst>
        <pc:spChg chg="mod">
          <ac:chgData name="Daniel Paiva" userId="8a33842c199de2dd" providerId="LiveId" clId="{03B7172A-24DE-4F15-9EEA-ACEE23D13517}" dt="2026-09-02T11:28:46.670" v="1160" actId="20577"/>
          <ac:spMkLst>
            <pc:docMk/>
            <pc:sldMk cId="0" sldId="338"/>
            <ac:spMk id="4885" creationId="{00000000-0000-0000-0000-000000000000}"/>
          </ac:spMkLst>
        </pc:spChg>
      </pc:sldChg>
      <pc:sldChg chg="modNotesTx">
        <pc:chgData name="Daniel Paiva" userId="8a33842c199de2dd" providerId="LiveId" clId="{03B7172A-24DE-4F15-9EEA-ACEE23D13517}" dt="2026-09-01T18:25:51.266" v="129" actId="20577"/>
        <pc:sldMkLst>
          <pc:docMk/>
          <pc:sldMk cId="0" sldId="339"/>
        </pc:sldMkLst>
      </pc:sldChg>
      <pc:sldChg chg="modSp mod modNotesTx">
        <pc:chgData name="Daniel Paiva" userId="8a33842c199de2dd" providerId="LiveId" clId="{03B7172A-24DE-4F15-9EEA-ACEE23D13517}" dt="2026-09-02T12:03:17.806" v="1302" actId="20577"/>
        <pc:sldMkLst>
          <pc:docMk/>
          <pc:sldMk cId="0" sldId="340"/>
        </pc:sldMkLst>
        <pc:spChg chg="mod">
          <ac:chgData name="Daniel Paiva" userId="8a33842c199de2dd" providerId="LiveId" clId="{03B7172A-24DE-4F15-9EEA-ACEE23D13517}" dt="2026-09-02T12:03:17.806" v="1302" actId="20577"/>
          <ac:spMkLst>
            <pc:docMk/>
            <pc:sldMk cId="0" sldId="340"/>
            <ac:spMk id="4899" creationId="{00000000-0000-0000-0000-000000000000}"/>
          </ac:spMkLst>
        </pc:spChg>
      </pc:sldChg>
      <pc:sldChg chg="modNotesTx">
        <pc:chgData name="Daniel Paiva" userId="8a33842c199de2dd" providerId="LiveId" clId="{03B7172A-24DE-4F15-9EEA-ACEE23D13517}" dt="2026-09-01T18:26:04.388" v="143" actId="20577"/>
        <pc:sldMkLst>
          <pc:docMk/>
          <pc:sldMk cId="0" sldId="342"/>
        </pc:sldMkLst>
      </pc:sldChg>
      <pc:sldChg chg="modSp mod">
        <pc:chgData name="Daniel Paiva" userId="8a33842c199de2dd" providerId="LiveId" clId="{03B7172A-24DE-4F15-9EEA-ACEE23D13517}" dt="2026-09-01T18:52:36.249" v="253" actId="13926"/>
        <pc:sldMkLst>
          <pc:docMk/>
          <pc:sldMk cId="348024202" sldId="587"/>
        </pc:sldMkLst>
        <pc:spChg chg="mod">
          <ac:chgData name="Daniel Paiva" userId="8a33842c199de2dd" providerId="LiveId" clId="{03B7172A-24DE-4F15-9EEA-ACEE23D13517}" dt="2026-09-01T18:52:36.249" v="253" actId="13926"/>
          <ac:spMkLst>
            <pc:docMk/>
            <pc:sldMk cId="348024202" sldId="587"/>
            <ac:spMk id="5" creationId="{3B30F271-3498-D5A4-79C6-693642042D8E}"/>
          </ac:spMkLst>
        </pc:spChg>
        <pc:spChg chg="mod">
          <ac:chgData name="Daniel Paiva" userId="8a33842c199de2dd" providerId="LiveId" clId="{03B7172A-24DE-4F15-9EEA-ACEE23D13517}" dt="2026-09-01T18:52:19.137" v="249" actId="13926"/>
          <ac:spMkLst>
            <pc:docMk/>
            <pc:sldMk cId="348024202" sldId="587"/>
            <ac:spMk id="11" creationId="{ABA620DC-69AF-7B74-22BE-7462CA958E3F}"/>
          </ac:spMkLst>
        </pc:spChg>
        <pc:spChg chg="mod">
          <ac:chgData name="Daniel Paiva" userId="8a33842c199de2dd" providerId="LiveId" clId="{03B7172A-24DE-4F15-9EEA-ACEE23D13517}" dt="2026-09-01T18:52:30.995" v="251" actId="13926"/>
          <ac:spMkLst>
            <pc:docMk/>
            <pc:sldMk cId="348024202" sldId="587"/>
            <ac:spMk id="20" creationId="{32B59E54-585A-5342-A0C6-7CEF0F74353A}"/>
          </ac:spMkLst>
        </pc:spChg>
      </pc:sldChg>
      <pc:sldChg chg="modSp mod">
        <pc:chgData name="Daniel Paiva" userId="8a33842c199de2dd" providerId="LiveId" clId="{03B7172A-24DE-4F15-9EEA-ACEE23D13517}" dt="2026-09-01T18:52:54.688" v="259" actId="13926"/>
        <pc:sldMkLst>
          <pc:docMk/>
          <pc:sldMk cId="895442015" sldId="588"/>
        </pc:sldMkLst>
        <pc:spChg chg="mod">
          <ac:chgData name="Daniel Paiva" userId="8a33842c199de2dd" providerId="LiveId" clId="{03B7172A-24DE-4F15-9EEA-ACEE23D13517}" dt="2026-09-01T18:52:54.688" v="259" actId="13926"/>
          <ac:spMkLst>
            <pc:docMk/>
            <pc:sldMk cId="895442015" sldId="588"/>
            <ac:spMk id="5" creationId="{34B78DE3-2DE9-54BE-884F-D9AB7B047554}"/>
          </ac:spMkLst>
        </pc:spChg>
        <pc:spChg chg="mod">
          <ac:chgData name="Daniel Paiva" userId="8a33842c199de2dd" providerId="LiveId" clId="{03B7172A-24DE-4F15-9EEA-ACEE23D13517}" dt="2026-09-01T18:52:42.855" v="255" actId="13926"/>
          <ac:spMkLst>
            <pc:docMk/>
            <pc:sldMk cId="895442015" sldId="588"/>
            <ac:spMk id="11" creationId="{63DB72FF-6D0F-61F0-41FC-A09E096DDA3A}"/>
          </ac:spMkLst>
        </pc:spChg>
        <pc:spChg chg="mod">
          <ac:chgData name="Daniel Paiva" userId="8a33842c199de2dd" providerId="LiveId" clId="{03B7172A-24DE-4F15-9EEA-ACEE23D13517}" dt="2026-09-01T18:52:49.803" v="257" actId="13926"/>
          <ac:spMkLst>
            <pc:docMk/>
            <pc:sldMk cId="895442015" sldId="588"/>
            <ac:spMk id="20" creationId="{57FA8D28-758F-5FB2-1980-F4867B429648}"/>
          </ac:spMkLst>
        </pc:spChg>
      </pc:sldChg>
      <pc:sldChg chg="modSp mod">
        <pc:chgData name="Daniel Paiva" userId="8a33842c199de2dd" providerId="LiveId" clId="{03B7172A-24DE-4F15-9EEA-ACEE23D13517}" dt="2026-09-02T10:52:40.452" v="591" actId="13926"/>
        <pc:sldMkLst>
          <pc:docMk/>
          <pc:sldMk cId="2654924718" sldId="589"/>
        </pc:sldMkLst>
        <pc:spChg chg="mod">
          <ac:chgData name="Daniel Paiva" userId="8a33842c199de2dd" providerId="LiveId" clId="{03B7172A-24DE-4F15-9EEA-ACEE23D13517}" dt="2026-09-02T10:52:29.842" v="587" actId="13926"/>
          <ac:spMkLst>
            <pc:docMk/>
            <pc:sldMk cId="2654924718" sldId="589"/>
            <ac:spMk id="2" creationId="{40D9303F-0657-E6D2-4352-6A83C83EF2A4}"/>
          </ac:spMkLst>
        </pc:spChg>
        <pc:spChg chg="mod">
          <ac:chgData name="Daniel Paiva" userId="8a33842c199de2dd" providerId="LiveId" clId="{03B7172A-24DE-4F15-9EEA-ACEE23D13517}" dt="2026-09-02T10:52:40.452" v="591" actId="13926"/>
          <ac:spMkLst>
            <pc:docMk/>
            <pc:sldMk cId="2654924718" sldId="589"/>
            <ac:spMk id="5" creationId="{3B30F271-3498-D5A4-79C6-693642042D8E}"/>
          </ac:spMkLst>
        </pc:spChg>
        <pc:spChg chg="mod">
          <ac:chgData name="Daniel Paiva" userId="8a33842c199de2dd" providerId="LiveId" clId="{03B7172A-24DE-4F15-9EEA-ACEE23D13517}" dt="2026-09-02T10:52:24.173" v="585" actId="13926"/>
          <ac:spMkLst>
            <pc:docMk/>
            <pc:sldMk cId="2654924718" sldId="589"/>
            <ac:spMk id="11" creationId="{ABA620DC-69AF-7B74-22BE-7462CA958E3F}"/>
          </ac:spMkLst>
        </pc:spChg>
        <pc:spChg chg="mod">
          <ac:chgData name="Daniel Paiva" userId="8a33842c199de2dd" providerId="LiveId" clId="{03B7172A-24DE-4F15-9EEA-ACEE23D13517}" dt="2026-09-02T10:52:35.759" v="589" actId="13926"/>
          <ac:spMkLst>
            <pc:docMk/>
            <pc:sldMk cId="2654924718" sldId="589"/>
            <ac:spMk id="20" creationId="{32B59E54-585A-5342-A0C6-7CEF0F74353A}"/>
          </ac:spMkLst>
        </pc:spChg>
      </pc:sldChg>
      <pc:sldChg chg="modSp mod">
        <pc:chgData name="Daniel Paiva" userId="8a33842c199de2dd" providerId="LiveId" clId="{03B7172A-24DE-4F15-9EEA-ACEE23D13517}" dt="2026-09-02T10:53:01.755" v="599" actId="13926"/>
        <pc:sldMkLst>
          <pc:docMk/>
          <pc:sldMk cId="2943960376" sldId="590"/>
        </pc:sldMkLst>
        <pc:spChg chg="mod">
          <ac:chgData name="Daniel Paiva" userId="8a33842c199de2dd" providerId="LiveId" clId="{03B7172A-24DE-4F15-9EEA-ACEE23D13517}" dt="2026-09-02T10:52:52.488" v="595" actId="13926"/>
          <ac:spMkLst>
            <pc:docMk/>
            <pc:sldMk cId="2943960376" sldId="590"/>
            <ac:spMk id="2" creationId="{D0CBF1E8-8E62-F247-C729-A8B7FF2A721D}"/>
          </ac:spMkLst>
        </pc:spChg>
        <pc:spChg chg="mod">
          <ac:chgData name="Daniel Paiva" userId="8a33842c199de2dd" providerId="LiveId" clId="{03B7172A-24DE-4F15-9EEA-ACEE23D13517}" dt="2026-09-02T10:53:01.755" v="599" actId="13926"/>
          <ac:spMkLst>
            <pc:docMk/>
            <pc:sldMk cId="2943960376" sldId="590"/>
            <ac:spMk id="5" creationId="{870455FE-6C12-2928-CFCA-44576A94482A}"/>
          </ac:spMkLst>
        </pc:spChg>
        <pc:spChg chg="mod">
          <ac:chgData name="Daniel Paiva" userId="8a33842c199de2dd" providerId="LiveId" clId="{03B7172A-24DE-4F15-9EEA-ACEE23D13517}" dt="2026-09-02T10:52:48.144" v="593" actId="13926"/>
          <ac:spMkLst>
            <pc:docMk/>
            <pc:sldMk cId="2943960376" sldId="590"/>
            <ac:spMk id="11" creationId="{D521CB81-A2C9-202B-D63C-C2C16F5E9053}"/>
          </ac:spMkLst>
        </pc:spChg>
        <pc:spChg chg="mod">
          <ac:chgData name="Daniel Paiva" userId="8a33842c199de2dd" providerId="LiveId" clId="{03B7172A-24DE-4F15-9EEA-ACEE23D13517}" dt="2026-09-02T10:52:57.220" v="597" actId="13926"/>
          <ac:spMkLst>
            <pc:docMk/>
            <pc:sldMk cId="2943960376" sldId="590"/>
            <ac:spMk id="20" creationId="{5146F13B-FD88-F884-A6D4-B21CBD285E4B}"/>
          </ac:spMkLst>
        </pc:spChg>
      </pc:sldChg>
      <pc:sldChg chg="modSp mod">
        <pc:chgData name="Daniel Paiva" userId="8a33842c199de2dd" providerId="LiveId" clId="{03B7172A-24DE-4F15-9EEA-ACEE23D13517}" dt="2026-09-02T11:13:32.647" v="894" actId="13926"/>
        <pc:sldMkLst>
          <pc:docMk/>
          <pc:sldMk cId="2156771623" sldId="591"/>
        </pc:sldMkLst>
        <pc:spChg chg="mod">
          <ac:chgData name="Daniel Paiva" userId="8a33842c199de2dd" providerId="LiveId" clId="{03B7172A-24DE-4F15-9EEA-ACEE23D13517}" dt="2026-09-02T11:13:22.218" v="890" actId="13926"/>
          <ac:spMkLst>
            <pc:docMk/>
            <pc:sldMk cId="2156771623" sldId="591"/>
            <ac:spMk id="2" creationId="{40D9303F-0657-E6D2-4352-6A83C83EF2A4}"/>
          </ac:spMkLst>
        </pc:spChg>
        <pc:spChg chg="mod">
          <ac:chgData name="Daniel Paiva" userId="8a33842c199de2dd" providerId="LiveId" clId="{03B7172A-24DE-4F15-9EEA-ACEE23D13517}" dt="2026-09-02T11:13:32.647" v="894" actId="13926"/>
          <ac:spMkLst>
            <pc:docMk/>
            <pc:sldMk cId="2156771623" sldId="591"/>
            <ac:spMk id="5" creationId="{3B30F271-3498-D5A4-79C6-693642042D8E}"/>
          </ac:spMkLst>
        </pc:spChg>
        <pc:spChg chg="mod">
          <ac:chgData name="Daniel Paiva" userId="8a33842c199de2dd" providerId="LiveId" clId="{03B7172A-24DE-4F15-9EEA-ACEE23D13517}" dt="2026-09-02T11:13:16.845" v="888" actId="13926"/>
          <ac:spMkLst>
            <pc:docMk/>
            <pc:sldMk cId="2156771623" sldId="591"/>
            <ac:spMk id="11" creationId="{ABA620DC-69AF-7B74-22BE-7462CA958E3F}"/>
          </ac:spMkLst>
        </pc:spChg>
        <pc:spChg chg="mod">
          <ac:chgData name="Daniel Paiva" userId="8a33842c199de2dd" providerId="LiveId" clId="{03B7172A-24DE-4F15-9EEA-ACEE23D13517}" dt="2026-09-02T11:13:28.048" v="892" actId="13926"/>
          <ac:spMkLst>
            <pc:docMk/>
            <pc:sldMk cId="2156771623" sldId="591"/>
            <ac:spMk id="20" creationId="{32B59E54-585A-5342-A0C6-7CEF0F74353A}"/>
          </ac:spMkLst>
        </pc:spChg>
      </pc:sldChg>
      <pc:sldChg chg="modSp mod">
        <pc:chgData name="Daniel Paiva" userId="8a33842c199de2dd" providerId="LiveId" clId="{03B7172A-24DE-4F15-9EEA-ACEE23D13517}" dt="2026-09-02T11:13:53.437" v="902" actId="13926"/>
        <pc:sldMkLst>
          <pc:docMk/>
          <pc:sldMk cId="2951632948" sldId="592"/>
        </pc:sldMkLst>
        <pc:spChg chg="mod">
          <ac:chgData name="Daniel Paiva" userId="8a33842c199de2dd" providerId="LiveId" clId="{03B7172A-24DE-4F15-9EEA-ACEE23D13517}" dt="2026-09-02T11:13:43.961" v="898" actId="13926"/>
          <ac:spMkLst>
            <pc:docMk/>
            <pc:sldMk cId="2951632948" sldId="592"/>
            <ac:spMk id="2" creationId="{CA1CEA8A-24BE-CD78-9490-A8F92DD865C4}"/>
          </ac:spMkLst>
        </pc:spChg>
        <pc:spChg chg="mod">
          <ac:chgData name="Daniel Paiva" userId="8a33842c199de2dd" providerId="LiveId" clId="{03B7172A-24DE-4F15-9EEA-ACEE23D13517}" dt="2026-09-02T11:13:53.437" v="902" actId="13926"/>
          <ac:spMkLst>
            <pc:docMk/>
            <pc:sldMk cId="2951632948" sldId="592"/>
            <ac:spMk id="5" creationId="{EC070E76-BA85-83D4-33C3-2DEAC4A6A387}"/>
          </ac:spMkLst>
        </pc:spChg>
        <pc:spChg chg="mod">
          <ac:chgData name="Daniel Paiva" userId="8a33842c199de2dd" providerId="LiveId" clId="{03B7172A-24DE-4F15-9EEA-ACEE23D13517}" dt="2026-09-02T11:13:39.373" v="896" actId="13926"/>
          <ac:spMkLst>
            <pc:docMk/>
            <pc:sldMk cId="2951632948" sldId="592"/>
            <ac:spMk id="11" creationId="{31B35155-9D3D-1496-6C19-2C22452863C0}"/>
          </ac:spMkLst>
        </pc:spChg>
        <pc:spChg chg="mod">
          <ac:chgData name="Daniel Paiva" userId="8a33842c199de2dd" providerId="LiveId" clId="{03B7172A-24DE-4F15-9EEA-ACEE23D13517}" dt="2026-09-02T11:13:48.647" v="900" actId="13926"/>
          <ac:spMkLst>
            <pc:docMk/>
            <pc:sldMk cId="2951632948" sldId="592"/>
            <ac:spMk id="20" creationId="{88842736-5332-5DBF-7F0B-CFAE3E55D32A}"/>
          </ac:spMkLst>
        </pc:spChg>
      </pc:sldChg>
      <pc:sldChg chg="modSp mod">
        <pc:chgData name="Daniel Paiva" userId="8a33842c199de2dd" providerId="LiveId" clId="{03B7172A-24DE-4F15-9EEA-ACEE23D13517}" dt="2026-09-01T18:44:05.249" v="239" actId="13926"/>
        <pc:sldMkLst>
          <pc:docMk/>
          <pc:sldMk cId="3366533767" sldId="593"/>
        </pc:sldMkLst>
        <pc:spChg chg="mod">
          <ac:chgData name="Daniel Paiva" userId="8a33842c199de2dd" providerId="LiveId" clId="{03B7172A-24DE-4F15-9EEA-ACEE23D13517}" dt="2026-09-01T18:43:14.340" v="220" actId="13926"/>
          <ac:spMkLst>
            <pc:docMk/>
            <pc:sldMk cId="3366533767" sldId="593"/>
            <ac:spMk id="29" creationId="{18AC2D7E-F467-E756-3E8B-3E537995B62A}"/>
          </ac:spMkLst>
        </pc:spChg>
        <pc:spChg chg="mod">
          <ac:chgData name="Daniel Paiva" userId="8a33842c199de2dd" providerId="LiveId" clId="{03B7172A-24DE-4F15-9EEA-ACEE23D13517}" dt="2026-09-01T18:44:05.249" v="239" actId="13926"/>
          <ac:spMkLst>
            <pc:docMk/>
            <pc:sldMk cId="3366533767" sldId="593"/>
            <ac:spMk id="32" creationId="{4EC32E19-D213-FA23-54A5-98E55508751B}"/>
          </ac:spMkLst>
        </pc:spChg>
      </pc:sldChg>
      <pc:sldChg chg="modSp mod">
        <pc:chgData name="Daniel Paiva" userId="8a33842c199de2dd" providerId="LiveId" clId="{03B7172A-24DE-4F15-9EEA-ACEE23D13517}" dt="2026-09-01T18:45:57.053" v="245" actId="13926"/>
        <pc:sldMkLst>
          <pc:docMk/>
          <pc:sldMk cId="3564415047" sldId="594"/>
        </pc:sldMkLst>
        <pc:spChg chg="mod">
          <ac:chgData name="Daniel Paiva" userId="8a33842c199de2dd" providerId="LiveId" clId="{03B7172A-24DE-4F15-9EEA-ACEE23D13517}" dt="2026-09-01T18:45:57.053" v="245" actId="13926"/>
          <ac:spMkLst>
            <pc:docMk/>
            <pc:sldMk cId="3564415047" sldId="594"/>
            <ac:spMk id="3766" creationId="{E9A057F3-A237-6DB3-00A2-7CA0D7EB6850}"/>
          </ac:spMkLst>
        </pc:spChg>
        <pc:spChg chg="mod">
          <ac:chgData name="Daniel Paiva" userId="8a33842c199de2dd" providerId="LiveId" clId="{03B7172A-24DE-4F15-9EEA-ACEE23D13517}" dt="2026-09-01T18:45:41.493" v="243" actId="13926"/>
          <ac:spMkLst>
            <pc:docMk/>
            <pc:sldMk cId="3564415047" sldId="594"/>
            <ac:spMk id="3768" creationId="{F72E41E9-1D0C-0FFD-03FF-5E3CB0AB91C2}"/>
          </ac:spMkLst>
        </pc:spChg>
      </pc:sldChg>
      <pc:sldChg chg="modSp mod">
        <pc:chgData name="Daniel Paiva" userId="8a33842c199de2dd" providerId="LiveId" clId="{03B7172A-24DE-4F15-9EEA-ACEE23D13517}" dt="2026-09-02T11:42:06.726" v="1228" actId="14100"/>
        <pc:sldMkLst>
          <pc:docMk/>
          <pc:sldMk cId="0" sldId="597"/>
        </pc:sldMkLst>
        <pc:spChg chg="mod">
          <ac:chgData name="Daniel Paiva" userId="8a33842c199de2dd" providerId="LiveId" clId="{03B7172A-24DE-4F15-9EEA-ACEE23D13517}" dt="2026-09-01T18:54:20.650" v="263" actId="13926"/>
          <ac:spMkLst>
            <pc:docMk/>
            <pc:sldMk cId="0" sldId="597"/>
            <ac:spMk id="4" creationId="{0133D691-AA8F-884B-2DF5-F713AF420BF6}"/>
          </ac:spMkLst>
        </pc:spChg>
        <pc:spChg chg="mod">
          <ac:chgData name="Daniel Paiva" userId="8a33842c199de2dd" providerId="LiveId" clId="{03B7172A-24DE-4F15-9EEA-ACEE23D13517}" dt="2026-09-02T11:42:06.726" v="1228" actId="14100"/>
          <ac:spMkLst>
            <pc:docMk/>
            <pc:sldMk cId="0" sldId="597"/>
            <ac:spMk id="6" creationId="{3D92F862-C156-BDF1-1A02-774497A40944}"/>
          </ac:spMkLst>
        </pc:spChg>
      </pc:sldChg>
      <pc:sldChg chg="modSp mod">
        <pc:chgData name="Daniel Paiva" userId="8a33842c199de2dd" providerId="LiveId" clId="{03B7172A-24DE-4F15-9EEA-ACEE23D13517}" dt="2026-09-02T10:54:12.784" v="610" actId="6549"/>
        <pc:sldMkLst>
          <pc:docMk/>
          <pc:sldMk cId="3826706446" sldId="598"/>
        </pc:sldMkLst>
        <pc:spChg chg="mod">
          <ac:chgData name="Daniel Paiva" userId="8a33842c199de2dd" providerId="LiveId" clId="{03B7172A-24DE-4F15-9EEA-ACEE23D13517}" dt="2026-09-02T10:54:12.784" v="610" actId="6549"/>
          <ac:spMkLst>
            <pc:docMk/>
            <pc:sldMk cId="3826706446" sldId="598"/>
            <ac:spMk id="46" creationId="{6A106ABF-D4A2-5049-2A71-D8BE2827270D}"/>
          </ac:spMkLst>
        </pc:spChg>
        <pc:spChg chg="mod">
          <ac:chgData name="Daniel Paiva" userId="8a33842c199de2dd" providerId="LiveId" clId="{03B7172A-24DE-4F15-9EEA-ACEE23D13517}" dt="2026-09-02T10:53:38.090" v="606" actId="13926"/>
          <ac:spMkLst>
            <pc:docMk/>
            <pc:sldMk cId="3826706446" sldId="598"/>
            <ac:spMk id="4277" creationId="{1C704428-482C-F657-CEF8-427340898085}"/>
          </ac:spMkLst>
        </pc:spChg>
      </pc:sldChg>
      <pc:sldChg chg="modSp mod modNotesTx">
        <pc:chgData name="Daniel Paiva" userId="8a33842c199de2dd" providerId="LiveId" clId="{03B7172A-24DE-4F15-9EEA-ACEE23D13517}" dt="2026-09-01T19:17:53.776" v="568" actId="6549"/>
        <pc:sldMkLst>
          <pc:docMk/>
          <pc:sldMk cId="0" sldId="626"/>
        </pc:sldMkLst>
        <pc:spChg chg="mod">
          <ac:chgData name="Daniel Paiva" userId="8a33842c199de2dd" providerId="LiveId" clId="{03B7172A-24DE-4F15-9EEA-ACEE23D13517}" dt="2026-09-01T19:17:53.776" v="568" actId="6549"/>
          <ac:spMkLst>
            <pc:docMk/>
            <pc:sldMk cId="0" sldId="626"/>
            <ac:spMk id="17" creationId="{A98B4930-1249-FA4C-31DB-16D940173436}"/>
          </ac:spMkLst>
        </pc:spChg>
      </pc:sldChg>
      <pc:sldChg chg="modSp mod modNotesTx">
        <pc:chgData name="Daniel Paiva" userId="8a33842c199de2dd" providerId="LiveId" clId="{03B7172A-24DE-4F15-9EEA-ACEE23D13517}" dt="2026-09-02T11:10:26.228" v="854" actId="13926"/>
        <pc:sldMkLst>
          <pc:docMk/>
          <pc:sldMk cId="785036831" sldId="627"/>
        </pc:sldMkLst>
        <pc:spChg chg="mod">
          <ac:chgData name="Daniel Paiva" userId="8a33842c199de2dd" providerId="LiveId" clId="{03B7172A-24DE-4F15-9EEA-ACEE23D13517}" dt="2026-09-02T11:10:26.228" v="854" actId="13926"/>
          <ac:spMkLst>
            <pc:docMk/>
            <pc:sldMk cId="785036831" sldId="627"/>
            <ac:spMk id="17" creationId="{473EFC5B-00C7-5806-4FDD-DF111AF56C7F}"/>
          </ac:spMkLst>
        </pc:spChg>
      </pc:sldChg>
      <pc:sldChg chg="modSp mod modNotesTx">
        <pc:chgData name="Daniel Paiva" userId="8a33842c199de2dd" providerId="LiveId" clId="{03B7172A-24DE-4F15-9EEA-ACEE23D13517}" dt="2026-09-02T11:23:17.085" v="1064" actId="20577"/>
        <pc:sldMkLst>
          <pc:docMk/>
          <pc:sldMk cId="142255791" sldId="628"/>
        </pc:sldMkLst>
        <pc:spChg chg="mod">
          <ac:chgData name="Daniel Paiva" userId="8a33842c199de2dd" providerId="LiveId" clId="{03B7172A-24DE-4F15-9EEA-ACEE23D13517}" dt="2026-09-02T11:23:17.085" v="1064" actId="20577"/>
          <ac:spMkLst>
            <pc:docMk/>
            <pc:sldMk cId="142255791" sldId="628"/>
            <ac:spMk id="17" creationId="{B94138A0-C1C7-9D43-810A-FBC61735E3BA}"/>
          </ac:spMkLst>
        </pc:spChg>
      </pc:sldChg>
      <pc:sldChg chg="modSp mod modNotesTx">
        <pc:chgData name="Daniel Paiva" userId="8a33842c199de2dd" providerId="LiveId" clId="{03B7172A-24DE-4F15-9EEA-ACEE23D13517}" dt="2026-09-02T11:32:42.818" v="1221" actId="20577"/>
        <pc:sldMkLst>
          <pc:docMk/>
          <pc:sldMk cId="1823796871" sldId="629"/>
        </pc:sldMkLst>
        <pc:spChg chg="mod">
          <ac:chgData name="Daniel Paiva" userId="8a33842c199de2dd" providerId="LiveId" clId="{03B7172A-24DE-4F15-9EEA-ACEE23D13517}" dt="2026-09-02T11:32:42.818" v="1221" actId="20577"/>
          <ac:spMkLst>
            <pc:docMk/>
            <pc:sldMk cId="1823796871" sldId="629"/>
            <ac:spMk id="17" creationId="{8E2F80D2-1D59-13BA-3B4A-F34042BA632E}"/>
          </ac:spMkLst>
        </pc:spChg>
      </pc:sldChg>
      <pc:sldMasterChg chg="modSldLayout sldLayoutOrd">
        <pc:chgData name="Daniel Paiva" userId="8a33842c199de2dd" providerId="LiveId" clId="{03B7172A-24DE-4F15-9EEA-ACEE23D13517}" dt="2026-09-01T18:53:50.140" v="261" actId="13926"/>
        <pc:sldMasterMkLst>
          <pc:docMk/>
          <pc:sldMasterMk cId="0" sldId="2147483990"/>
        </pc:sldMasterMkLst>
        <pc:sldLayoutChg chg="modSp mod">
          <pc:chgData name="Daniel Paiva" userId="8a33842c199de2dd" providerId="LiveId" clId="{03B7172A-24DE-4F15-9EEA-ACEE23D13517}" dt="2026-09-01T18:40:33.245" v="192" actId="13926"/>
          <pc:sldLayoutMkLst>
            <pc:docMk/>
            <pc:sldMasterMk cId="0" sldId="2147483990"/>
            <pc:sldLayoutMk cId="0" sldId="2147483658"/>
          </pc:sldLayoutMkLst>
          <pc:spChg chg="mod">
            <ac:chgData name="Daniel Paiva" userId="8a33842c199de2dd" providerId="LiveId" clId="{03B7172A-24DE-4F15-9EEA-ACEE23D13517}" dt="2026-09-01T18:40:33.245" v="192" actId="13926"/>
            <ac:spMkLst>
              <pc:docMk/>
              <pc:sldMasterMk cId="0" sldId="2147483990"/>
              <pc:sldLayoutMk cId="0" sldId="2147483658"/>
              <ac:spMk id="135" creationId="{00000000-0000-0000-0000-000000000000}"/>
            </ac:spMkLst>
          </pc:spChg>
        </pc:sldLayoutChg>
        <pc:sldLayoutChg chg="modSp mod">
          <pc:chgData name="Daniel Paiva" userId="8a33842c199de2dd" providerId="LiveId" clId="{03B7172A-24DE-4F15-9EEA-ACEE23D13517}" dt="2026-09-01T18:40:45.252" v="194" actId="13926"/>
          <pc:sldLayoutMkLst>
            <pc:docMk/>
            <pc:sldMasterMk cId="0" sldId="2147483990"/>
            <pc:sldLayoutMk cId="0" sldId="2147483662"/>
          </pc:sldLayoutMkLst>
          <pc:spChg chg="mod">
            <ac:chgData name="Daniel Paiva" userId="8a33842c199de2dd" providerId="LiveId" clId="{03B7172A-24DE-4F15-9EEA-ACEE23D13517}" dt="2026-09-01T18:40:45.252" v="194" actId="13926"/>
            <ac:spMkLst>
              <pc:docMk/>
              <pc:sldMasterMk cId="0" sldId="2147483990"/>
              <pc:sldLayoutMk cId="0" sldId="2147483662"/>
              <ac:spMk id="185" creationId="{00000000-0000-0000-0000-000000000000}"/>
            </ac:spMkLst>
          </pc:spChg>
        </pc:sldLayoutChg>
        <pc:sldLayoutChg chg="modSp mod">
          <pc:chgData name="Daniel Paiva" userId="8a33842c199de2dd" providerId="LiveId" clId="{03B7172A-24DE-4F15-9EEA-ACEE23D13517}" dt="2026-09-01T18:41:04.180" v="196" actId="13926"/>
          <pc:sldLayoutMkLst>
            <pc:docMk/>
            <pc:sldMasterMk cId="0" sldId="2147483990"/>
            <pc:sldLayoutMk cId="0" sldId="2147483679"/>
          </pc:sldLayoutMkLst>
          <pc:spChg chg="mod">
            <ac:chgData name="Daniel Paiva" userId="8a33842c199de2dd" providerId="LiveId" clId="{03B7172A-24DE-4F15-9EEA-ACEE23D13517}" dt="2026-09-01T18:41:04.180" v="196" actId="13926"/>
            <ac:spMkLst>
              <pc:docMk/>
              <pc:sldMasterMk cId="0" sldId="2147483990"/>
              <pc:sldLayoutMk cId="0" sldId="2147483679"/>
              <ac:spMk id="334" creationId="{00000000-0000-0000-0000-000000000000}"/>
            </ac:spMkLst>
          </pc:spChg>
        </pc:sldLayoutChg>
        <pc:sldLayoutChg chg="modSp mod">
          <pc:chgData name="Daniel Paiva" userId="8a33842c199de2dd" providerId="LiveId" clId="{03B7172A-24DE-4F15-9EEA-ACEE23D13517}" dt="2026-09-01T18:41:19.677" v="198" actId="13926"/>
          <pc:sldLayoutMkLst>
            <pc:docMk/>
            <pc:sldMasterMk cId="0" sldId="2147483990"/>
            <pc:sldLayoutMk cId="0" sldId="2147483692"/>
          </pc:sldLayoutMkLst>
          <pc:spChg chg="mod">
            <ac:chgData name="Daniel Paiva" userId="8a33842c199de2dd" providerId="LiveId" clId="{03B7172A-24DE-4F15-9EEA-ACEE23D13517}" dt="2026-09-01T18:41:19.677" v="198" actId="13926"/>
            <ac:spMkLst>
              <pc:docMk/>
              <pc:sldMasterMk cId="0" sldId="2147483990"/>
              <pc:sldLayoutMk cId="0" sldId="2147483692"/>
              <ac:spMk id="496" creationId="{00000000-0000-0000-0000-000000000000}"/>
            </ac:spMkLst>
          </pc:spChg>
        </pc:sldLayoutChg>
        <pc:sldLayoutChg chg="modSp mod">
          <pc:chgData name="Daniel Paiva" userId="8a33842c199de2dd" providerId="LiveId" clId="{03B7172A-24DE-4F15-9EEA-ACEE23D13517}" dt="2026-09-01T18:41:29.201" v="200" actId="13926"/>
          <pc:sldLayoutMkLst>
            <pc:docMk/>
            <pc:sldMasterMk cId="0" sldId="2147483990"/>
            <pc:sldLayoutMk cId="0" sldId="2147483694"/>
          </pc:sldLayoutMkLst>
          <pc:spChg chg="mod">
            <ac:chgData name="Daniel Paiva" userId="8a33842c199de2dd" providerId="LiveId" clId="{03B7172A-24DE-4F15-9EEA-ACEE23D13517}" dt="2026-09-01T18:41:29.201" v="200" actId="13926"/>
            <ac:spMkLst>
              <pc:docMk/>
              <pc:sldMasterMk cId="0" sldId="2147483990"/>
              <pc:sldLayoutMk cId="0" sldId="2147483694"/>
              <ac:spMk id="509" creationId="{00000000-0000-0000-0000-000000000000}"/>
            </ac:spMkLst>
          </pc:spChg>
        </pc:sldLayoutChg>
        <pc:sldLayoutChg chg="modSp mod">
          <pc:chgData name="Daniel Paiva" userId="8a33842c199de2dd" providerId="LiveId" clId="{03B7172A-24DE-4F15-9EEA-ACEE23D13517}" dt="2026-09-01T18:41:38.150" v="202" actId="13926"/>
          <pc:sldLayoutMkLst>
            <pc:docMk/>
            <pc:sldMasterMk cId="0" sldId="2147483990"/>
            <pc:sldLayoutMk cId="0" sldId="2147483697"/>
          </pc:sldLayoutMkLst>
          <pc:spChg chg="mod">
            <ac:chgData name="Daniel Paiva" userId="8a33842c199de2dd" providerId="LiveId" clId="{03B7172A-24DE-4F15-9EEA-ACEE23D13517}" dt="2026-09-01T18:41:38.150" v="202" actId="13926"/>
            <ac:spMkLst>
              <pc:docMk/>
              <pc:sldMasterMk cId="0" sldId="2147483990"/>
              <pc:sldLayoutMk cId="0" sldId="2147483697"/>
              <ac:spMk id="533" creationId="{00000000-0000-0000-0000-000000000000}"/>
            </ac:spMkLst>
          </pc:spChg>
        </pc:sldLayoutChg>
        <pc:sldLayoutChg chg="modSp mod">
          <pc:chgData name="Daniel Paiva" userId="8a33842c199de2dd" providerId="LiveId" clId="{03B7172A-24DE-4F15-9EEA-ACEE23D13517}" dt="2026-09-01T18:41:48.951" v="204" actId="13926"/>
          <pc:sldLayoutMkLst>
            <pc:docMk/>
            <pc:sldMasterMk cId="0" sldId="2147483990"/>
            <pc:sldLayoutMk cId="0" sldId="2147483699"/>
          </pc:sldLayoutMkLst>
          <pc:spChg chg="mod">
            <ac:chgData name="Daniel Paiva" userId="8a33842c199de2dd" providerId="LiveId" clId="{03B7172A-24DE-4F15-9EEA-ACEE23D13517}" dt="2026-09-01T18:41:48.951" v="204" actId="13926"/>
            <ac:spMkLst>
              <pc:docMk/>
              <pc:sldMasterMk cId="0" sldId="2147483990"/>
              <pc:sldLayoutMk cId="0" sldId="2147483699"/>
              <ac:spMk id="554" creationId="{00000000-0000-0000-0000-000000000000}"/>
            </ac:spMkLst>
          </pc:spChg>
        </pc:sldLayoutChg>
        <pc:sldLayoutChg chg="modSp mod">
          <pc:chgData name="Daniel Paiva" userId="8a33842c199de2dd" providerId="LiveId" clId="{03B7172A-24DE-4F15-9EEA-ACEE23D13517}" dt="2026-09-01T18:40:12.274" v="190" actId="13926"/>
          <pc:sldLayoutMkLst>
            <pc:docMk/>
            <pc:sldMasterMk cId="0" sldId="2147483990"/>
            <pc:sldLayoutMk cId="0" sldId="2147483701"/>
          </pc:sldLayoutMkLst>
          <pc:spChg chg="mod">
            <ac:chgData name="Daniel Paiva" userId="8a33842c199de2dd" providerId="LiveId" clId="{03B7172A-24DE-4F15-9EEA-ACEE23D13517}" dt="2026-09-01T18:40:12.274" v="190" actId="13926"/>
            <ac:spMkLst>
              <pc:docMk/>
              <pc:sldMasterMk cId="0" sldId="2147483990"/>
              <pc:sldLayoutMk cId="0" sldId="2147483701"/>
              <ac:spMk id="578" creationId="{00000000-0000-0000-0000-000000000000}"/>
            </ac:spMkLst>
          </pc:spChg>
        </pc:sldLayoutChg>
        <pc:sldLayoutChg chg="modSp mod">
          <pc:chgData name="Daniel Paiva" userId="8a33842c199de2dd" providerId="LiveId" clId="{03B7172A-24DE-4F15-9EEA-ACEE23D13517}" dt="2026-09-01T18:40:01.929" v="188" actId="13926"/>
          <pc:sldLayoutMkLst>
            <pc:docMk/>
            <pc:sldMasterMk cId="0" sldId="2147483990"/>
            <pc:sldLayoutMk cId="0" sldId="2147483703"/>
          </pc:sldLayoutMkLst>
          <pc:spChg chg="mod">
            <ac:chgData name="Daniel Paiva" userId="8a33842c199de2dd" providerId="LiveId" clId="{03B7172A-24DE-4F15-9EEA-ACEE23D13517}" dt="2026-09-01T18:40:01.929" v="188" actId="13926"/>
            <ac:spMkLst>
              <pc:docMk/>
              <pc:sldMasterMk cId="0" sldId="2147483990"/>
              <pc:sldLayoutMk cId="0" sldId="2147483703"/>
              <ac:spMk id="596"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89"/>
          </pc:sldLayoutMkLst>
          <pc:spChg chg="mod">
            <ac:chgData name="Daniel Paiva" userId="8a33842c199de2dd" providerId="LiveId" clId="{03B7172A-24DE-4F15-9EEA-ACEE23D13517}" dt="2026-09-01T18:19:07.343" v="2"/>
            <ac:spMkLst>
              <pc:docMk/>
              <pc:sldMasterMk cId="0" sldId="2147483990"/>
              <pc:sldLayoutMk cId="0" sldId="2147483789"/>
              <ac:spMk id="151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0"/>
          </pc:sldLayoutMkLst>
          <pc:spChg chg="mod">
            <ac:chgData name="Daniel Paiva" userId="8a33842c199de2dd" providerId="LiveId" clId="{03B7172A-24DE-4F15-9EEA-ACEE23D13517}" dt="2026-09-01T18:19:07.343" v="2"/>
            <ac:spMkLst>
              <pc:docMk/>
              <pc:sldMasterMk cId="0" sldId="2147483990"/>
              <pc:sldLayoutMk cId="0" sldId="2147483790"/>
              <ac:spMk id="151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2"/>
          </pc:sldLayoutMkLst>
          <pc:spChg chg="mod">
            <ac:chgData name="Daniel Paiva" userId="8a33842c199de2dd" providerId="LiveId" clId="{03B7172A-24DE-4F15-9EEA-ACEE23D13517}" dt="2026-09-01T18:19:07.343" v="2"/>
            <ac:spMkLst>
              <pc:docMk/>
              <pc:sldMasterMk cId="0" sldId="2147483990"/>
              <pc:sldLayoutMk cId="0" sldId="2147483792"/>
              <ac:spMk id="153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3"/>
          </pc:sldLayoutMkLst>
          <pc:spChg chg="mod">
            <ac:chgData name="Daniel Paiva" userId="8a33842c199de2dd" providerId="LiveId" clId="{03B7172A-24DE-4F15-9EEA-ACEE23D13517}" dt="2026-09-01T18:19:07.343" v="2"/>
            <ac:spMkLst>
              <pc:docMk/>
              <pc:sldMasterMk cId="0" sldId="2147483990"/>
              <pc:sldLayoutMk cId="0" sldId="2147483793"/>
              <ac:spMk id="153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4"/>
          </pc:sldLayoutMkLst>
          <pc:spChg chg="mod">
            <ac:chgData name="Daniel Paiva" userId="8a33842c199de2dd" providerId="LiveId" clId="{03B7172A-24DE-4F15-9EEA-ACEE23D13517}" dt="2026-09-01T18:19:07.343" v="2"/>
            <ac:spMkLst>
              <pc:docMk/>
              <pc:sldMasterMk cId="0" sldId="2147483990"/>
              <pc:sldLayoutMk cId="0" sldId="2147483794"/>
              <ac:spMk id="1542" creationId="{00000000-0000-0000-0000-000000000000}"/>
            </ac:spMkLst>
          </pc:spChg>
        </pc:sldLayoutChg>
        <pc:sldLayoutChg chg="modSp mod ord">
          <pc:chgData name="Daniel Paiva" userId="8a33842c199de2dd" providerId="LiveId" clId="{03B7172A-24DE-4F15-9EEA-ACEE23D13517}" dt="2026-09-01T18:39:38.597" v="186" actId="13926"/>
          <pc:sldLayoutMkLst>
            <pc:docMk/>
            <pc:sldMasterMk cId="0" sldId="2147483990"/>
            <pc:sldLayoutMk cId="0" sldId="2147483795"/>
          </pc:sldLayoutMkLst>
          <pc:spChg chg="mod">
            <ac:chgData name="Daniel Paiva" userId="8a33842c199de2dd" providerId="LiveId" clId="{03B7172A-24DE-4F15-9EEA-ACEE23D13517}" dt="2026-09-01T18:39:38.597" v="186" actId="13926"/>
            <ac:spMkLst>
              <pc:docMk/>
              <pc:sldMasterMk cId="0" sldId="2147483990"/>
              <pc:sldLayoutMk cId="0" sldId="2147483795"/>
              <ac:spMk id="1551"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796"/>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797"/>
          </pc:sldLayoutMkLst>
          <pc:spChg chg="mod">
            <ac:chgData name="Daniel Paiva" userId="8a33842c199de2dd" providerId="LiveId" clId="{03B7172A-24DE-4F15-9EEA-ACEE23D13517}" dt="2026-09-01T18:19:07.343" v="2"/>
            <ac:spMkLst>
              <pc:docMk/>
              <pc:sldMasterMk cId="0" sldId="2147483990"/>
              <pc:sldLayoutMk cId="0" sldId="2147483797"/>
              <ac:spMk id="155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7"/>
              <ac:spMk id="156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798"/>
          </pc:sldLayoutMkLst>
          <pc:spChg chg="mod">
            <ac:chgData name="Daniel Paiva" userId="8a33842c199de2dd" providerId="LiveId" clId="{03B7172A-24DE-4F15-9EEA-ACEE23D13517}" dt="2026-09-01T18:19:07.343" v="2"/>
            <ac:spMkLst>
              <pc:docMk/>
              <pc:sldMasterMk cId="0" sldId="2147483990"/>
              <pc:sldLayoutMk cId="0" sldId="2147483798"/>
              <ac:spMk id="156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8"/>
              <ac:spMk id="156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8"/>
              <ac:spMk id="157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798"/>
              <ac:spMk id="1571"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799"/>
          </pc:sldLayoutMkLst>
        </pc:sldLayoutChg>
        <pc:sldLayoutChg chg="mod ord">
          <pc:chgData name="Daniel Paiva" userId="8a33842c199de2dd" providerId="LiveId" clId="{03B7172A-24DE-4F15-9EEA-ACEE23D13517}" dt="2026-09-01T18:19:07.343" v="2"/>
          <pc:sldLayoutMkLst>
            <pc:docMk/>
            <pc:sldMasterMk cId="0" sldId="2147483990"/>
            <pc:sldLayoutMk cId="0" sldId="2147483800"/>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801"/>
          </pc:sldLayoutMkLst>
          <pc:spChg chg="mod">
            <ac:chgData name="Daniel Paiva" userId="8a33842c199de2dd" providerId="LiveId" clId="{03B7172A-24DE-4F15-9EEA-ACEE23D13517}" dt="2026-09-01T18:19:07.343" v="2"/>
            <ac:spMkLst>
              <pc:docMk/>
              <pc:sldMasterMk cId="0" sldId="2147483990"/>
              <pc:sldLayoutMk cId="0" sldId="2147483801"/>
              <ac:spMk id="160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1"/>
              <ac:spMk id="1604"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02"/>
          </pc:sldLayoutMkLst>
          <pc:spChg chg="mod">
            <ac:chgData name="Daniel Paiva" userId="8a33842c199de2dd" providerId="LiveId" clId="{03B7172A-24DE-4F15-9EEA-ACEE23D13517}" dt="2026-09-01T18:19:07.343" v="2"/>
            <ac:spMkLst>
              <pc:docMk/>
              <pc:sldMasterMk cId="0" sldId="2147483990"/>
              <pc:sldLayoutMk cId="0" sldId="2147483802"/>
              <ac:spMk id="161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2"/>
              <ac:spMk id="161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2"/>
              <ac:spMk id="161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2"/>
              <ac:spMk id="161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03"/>
          </pc:sldLayoutMkLst>
          <pc:spChg chg="mod">
            <ac:chgData name="Daniel Paiva" userId="8a33842c199de2dd" providerId="LiveId" clId="{03B7172A-24DE-4F15-9EEA-ACEE23D13517}" dt="2026-09-01T18:19:07.343" v="2"/>
            <ac:spMkLst>
              <pc:docMk/>
              <pc:sldMasterMk cId="0" sldId="2147483990"/>
              <pc:sldLayoutMk cId="0" sldId="2147483803"/>
              <ac:spMk id="165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3"/>
              <ac:spMk id="165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03"/>
              <ac:spMk id="1660"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804"/>
          </pc:sldLayoutMkLst>
        </pc:sldLayoutChg>
        <pc:sldLayoutChg chg="modSp mod ord">
          <pc:chgData name="Daniel Paiva" userId="8a33842c199de2dd" providerId="LiveId" clId="{03B7172A-24DE-4F15-9EEA-ACEE23D13517}" dt="2026-09-01T18:45:19.911" v="241" actId="13926"/>
          <pc:sldLayoutMkLst>
            <pc:docMk/>
            <pc:sldMasterMk cId="0" sldId="2147483990"/>
            <pc:sldLayoutMk cId="0" sldId="2147483836"/>
          </pc:sldLayoutMkLst>
          <pc:spChg chg="mod">
            <ac:chgData name="Daniel Paiva" userId="8a33842c199de2dd" providerId="LiveId" clId="{03B7172A-24DE-4F15-9EEA-ACEE23D13517}" dt="2026-09-01T18:19:07.343" v="2"/>
            <ac:spMkLst>
              <pc:docMk/>
              <pc:sldMasterMk cId="0" sldId="2147483990"/>
              <pc:sldLayoutMk cId="0" sldId="2147483836"/>
              <ac:spMk id="200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6"/>
              <ac:spMk id="201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6"/>
              <ac:spMk id="2011" creationId="{00000000-0000-0000-0000-000000000000}"/>
            </ac:spMkLst>
          </pc:spChg>
          <pc:spChg chg="mod">
            <ac:chgData name="Daniel Paiva" userId="8a33842c199de2dd" providerId="LiveId" clId="{03B7172A-24DE-4F15-9EEA-ACEE23D13517}" dt="2026-09-01T18:45:19.911" v="241" actId="13926"/>
            <ac:spMkLst>
              <pc:docMk/>
              <pc:sldMasterMk cId="0" sldId="2147483990"/>
              <pc:sldLayoutMk cId="0" sldId="2147483836"/>
              <ac:spMk id="2013" creationId="{00000000-0000-0000-0000-000000000000}"/>
            </ac:spMkLst>
          </pc:spChg>
        </pc:sldLayoutChg>
        <pc:sldLayoutChg chg="modSp mod ord">
          <pc:chgData name="Daniel Paiva" userId="8a33842c199de2dd" providerId="LiveId" clId="{03B7172A-24DE-4F15-9EEA-ACEE23D13517}" dt="2026-09-01T18:42:57.657" v="218" actId="13926"/>
          <pc:sldLayoutMkLst>
            <pc:docMk/>
            <pc:sldMasterMk cId="0" sldId="2147483990"/>
            <pc:sldLayoutMk cId="0" sldId="2147483839"/>
          </pc:sldLayoutMkLst>
          <pc:spChg chg="mod">
            <ac:chgData name="Daniel Paiva" userId="8a33842c199de2dd" providerId="LiveId" clId="{03B7172A-24DE-4F15-9EEA-ACEE23D13517}" dt="2026-09-01T18:19:07.343" v="2"/>
            <ac:spMkLst>
              <pc:docMk/>
              <pc:sldMasterMk cId="0" sldId="2147483990"/>
              <pc:sldLayoutMk cId="0" sldId="2147483839"/>
              <ac:spMk id="203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9"/>
              <ac:spMk id="203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39"/>
              <ac:spMk id="2035" creationId="{00000000-0000-0000-0000-000000000000}"/>
            </ac:spMkLst>
          </pc:spChg>
          <pc:spChg chg="mod">
            <ac:chgData name="Daniel Paiva" userId="8a33842c199de2dd" providerId="LiveId" clId="{03B7172A-24DE-4F15-9EEA-ACEE23D13517}" dt="2026-09-01T18:42:57.657" v="218" actId="13926"/>
            <ac:spMkLst>
              <pc:docMk/>
              <pc:sldMasterMk cId="0" sldId="2147483990"/>
              <pc:sldLayoutMk cId="0" sldId="2147483839"/>
              <ac:spMk id="203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48"/>
          </pc:sldLayoutMkLst>
          <pc:spChg chg="mod">
            <ac:chgData name="Daniel Paiva" userId="8a33842c199de2dd" providerId="LiveId" clId="{03B7172A-24DE-4F15-9EEA-ACEE23D13517}" dt="2026-09-01T18:19:07.343" v="2"/>
            <ac:spMkLst>
              <pc:docMk/>
              <pc:sldMasterMk cId="0" sldId="2147483990"/>
              <pc:sldLayoutMk cId="0" sldId="2147483848"/>
              <ac:spMk id="211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8"/>
              <ac:spMk id="211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8"/>
              <ac:spMk id="2113"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49"/>
          </pc:sldLayoutMkLst>
          <pc:spChg chg="mod">
            <ac:chgData name="Daniel Paiva" userId="8a33842c199de2dd" providerId="LiveId" clId="{03B7172A-24DE-4F15-9EEA-ACEE23D13517}" dt="2026-09-01T18:19:07.343" v="2"/>
            <ac:spMkLst>
              <pc:docMk/>
              <pc:sldMasterMk cId="0" sldId="2147483990"/>
              <pc:sldLayoutMk cId="0" sldId="2147483849"/>
              <ac:spMk id="211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9"/>
              <ac:spMk id="212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49"/>
              <ac:spMk id="212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0"/>
          </pc:sldLayoutMkLst>
          <pc:spChg chg="mod">
            <ac:chgData name="Daniel Paiva" userId="8a33842c199de2dd" providerId="LiveId" clId="{03B7172A-24DE-4F15-9EEA-ACEE23D13517}" dt="2026-09-01T18:19:07.343" v="2"/>
            <ac:spMkLst>
              <pc:docMk/>
              <pc:sldMasterMk cId="0" sldId="2147483990"/>
              <pc:sldLayoutMk cId="0" sldId="2147483850"/>
              <ac:spMk id="212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0"/>
              <ac:spMk id="213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0"/>
              <ac:spMk id="213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0"/>
              <ac:spMk id="2132"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851"/>
          </pc:sldLayoutMkLst>
        </pc:sldLayoutChg>
        <pc:sldLayoutChg chg="mod ord">
          <pc:chgData name="Daniel Paiva" userId="8a33842c199de2dd" providerId="LiveId" clId="{03B7172A-24DE-4F15-9EEA-ACEE23D13517}" dt="2026-09-01T18:19:07.343" v="2"/>
          <pc:sldLayoutMkLst>
            <pc:docMk/>
            <pc:sldMasterMk cId="0" sldId="2147483990"/>
            <pc:sldLayoutMk cId="0" sldId="2147483852"/>
          </pc:sldLayoutMkLst>
        </pc:sldLayoutChg>
        <pc:sldLayoutChg chg="mod ord">
          <pc:chgData name="Daniel Paiva" userId="8a33842c199de2dd" providerId="LiveId" clId="{03B7172A-24DE-4F15-9EEA-ACEE23D13517}" dt="2026-09-01T18:19:07.343" v="2"/>
          <pc:sldLayoutMkLst>
            <pc:docMk/>
            <pc:sldMasterMk cId="0" sldId="2147483990"/>
            <pc:sldLayoutMk cId="0" sldId="2147483853"/>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854"/>
          </pc:sldLayoutMkLst>
          <pc:spChg chg="mod">
            <ac:chgData name="Daniel Paiva" userId="8a33842c199de2dd" providerId="LiveId" clId="{03B7172A-24DE-4F15-9EEA-ACEE23D13517}" dt="2026-09-01T18:19:07.343" v="2"/>
            <ac:spMkLst>
              <pc:docMk/>
              <pc:sldMasterMk cId="0" sldId="2147483990"/>
              <pc:sldLayoutMk cId="0" sldId="2147483854"/>
              <ac:spMk id="217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7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7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4"/>
              <ac:spMk id="218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5"/>
          </pc:sldLayoutMkLst>
          <pc:spChg chg="mod">
            <ac:chgData name="Daniel Paiva" userId="8a33842c199de2dd" providerId="LiveId" clId="{03B7172A-24DE-4F15-9EEA-ACEE23D13517}" dt="2026-09-01T18:19:07.343" v="2"/>
            <ac:spMkLst>
              <pc:docMk/>
              <pc:sldMasterMk cId="0" sldId="2147483990"/>
              <pc:sldLayoutMk cId="0" sldId="2147483855"/>
              <ac:spMk id="219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19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1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19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5"/>
              <ac:spMk id="2205"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6"/>
          </pc:sldLayoutMkLst>
          <pc:spChg chg="mod">
            <ac:chgData name="Daniel Paiva" userId="8a33842c199de2dd" providerId="LiveId" clId="{03B7172A-24DE-4F15-9EEA-ACEE23D13517}" dt="2026-09-01T18:19:07.343" v="2"/>
            <ac:spMkLst>
              <pc:docMk/>
              <pc:sldMasterMk cId="0" sldId="2147483990"/>
              <pc:sldLayoutMk cId="0" sldId="2147483856"/>
              <ac:spMk id="221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6"/>
              <ac:spMk id="221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6"/>
              <ac:spMk id="221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6"/>
              <ac:spMk id="222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7"/>
          </pc:sldLayoutMkLst>
          <pc:spChg chg="mod">
            <ac:chgData name="Daniel Paiva" userId="8a33842c199de2dd" providerId="LiveId" clId="{03B7172A-24DE-4F15-9EEA-ACEE23D13517}" dt="2026-09-01T18:19:07.343" v="2"/>
            <ac:spMkLst>
              <pc:docMk/>
              <pc:sldMasterMk cId="0" sldId="2147483990"/>
              <pc:sldLayoutMk cId="0" sldId="2147483857"/>
              <ac:spMk id="225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5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6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6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7"/>
              <ac:spMk id="2262"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8"/>
          </pc:sldLayoutMkLst>
          <pc:spChg chg="mod">
            <ac:chgData name="Daniel Paiva" userId="8a33842c199de2dd" providerId="LiveId" clId="{03B7172A-24DE-4F15-9EEA-ACEE23D13517}" dt="2026-09-01T18:19:07.343" v="2"/>
            <ac:spMkLst>
              <pc:docMk/>
              <pc:sldMasterMk cId="0" sldId="2147483990"/>
              <pc:sldLayoutMk cId="0" sldId="2147483858"/>
              <ac:spMk id="227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59"/>
          </pc:sldLayoutMkLst>
          <pc:spChg chg="mod">
            <ac:chgData name="Daniel Paiva" userId="8a33842c199de2dd" providerId="LiveId" clId="{03B7172A-24DE-4F15-9EEA-ACEE23D13517}" dt="2026-09-01T18:19:07.343" v="2"/>
            <ac:spMkLst>
              <pc:docMk/>
              <pc:sldMasterMk cId="0" sldId="2147483990"/>
              <pc:sldLayoutMk cId="0" sldId="2147483859"/>
              <ac:spMk id="227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59"/>
              <ac:spMk id="2279"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60"/>
          </pc:sldLayoutMkLst>
          <pc:spChg chg="mod">
            <ac:chgData name="Daniel Paiva" userId="8a33842c199de2dd" providerId="LiveId" clId="{03B7172A-24DE-4F15-9EEA-ACEE23D13517}" dt="2026-09-01T18:19:07.343" v="2"/>
            <ac:spMkLst>
              <pc:docMk/>
              <pc:sldMasterMk cId="0" sldId="2147483990"/>
              <pc:sldLayoutMk cId="0" sldId="2147483860"/>
              <ac:spMk id="228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0"/>
              <ac:spMk id="228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0"/>
              <ac:spMk id="228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0"/>
              <ac:spMk id="229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61"/>
          </pc:sldLayoutMkLst>
          <pc:spChg chg="mod">
            <ac:chgData name="Daniel Paiva" userId="8a33842c199de2dd" providerId="LiveId" clId="{03B7172A-24DE-4F15-9EEA-ACEE23D13517}" dt="2026-09-01T18:19:07.343" v="2"/>
            <ac:spMkLst>
              <pc:docMk/>
              <pc:sldMasterMk cId="0" sldId="2147483990"/>
              <pc:sldLayoutMk cId="0" sldId="2147483861"/>
              <ac:spMk id="22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1"/>
              <ac:spMk id="229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1"/>
              <ac:spMk id="2301"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862"/>
          </pc:sldLayoutMkLst>
          <pc:spChg chg="mod">
            <ac:chgData name="Daniel Paiva" userId="8a33842c199de2dd" providerId="LiveId" clId="{03B7172A-24DE-4F15-9EEA-ACEE23D13517}" dt="2026-09-01T18:19:07.343" v="2"/>
            <ac:spMkLst>
              <pc:docMk/>
              <pc:sldMasterMk cId="0" sldId="2147483990"/>
              <pc:sldLayoutMk cId="0" sldId="2147483862"/>
              <ac:spMk id="230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2"/>
              <ac:spMk id="231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862"/>
              <ac:spMk id="2311" creationId="{00000000-0000-0000-0000-000000000000}"/>
            </ac:spMkLst>
          </pc:spChg>
        </pc:sldLayoutChg>
        <pc:sldLayoutChg chg="mod ord">
          <pc:chgData name="Daniel Paiva" userId="8a33842c199de2dd" providerId="LiveId" clId="{03B7172A-24DE-4F15-9EEA-ACEE23D13517}" dt="2026-09-01T18:19:07.343" v="2"/>
          <pc:sldLayoutMkLst>
            <pc:docMk/>
            <pc:sldMasterMk cId="0" sldId="2147483990"/>
            <pc:sldLayoutMk cId="0" sldId="2147483907"/>
          </pc:sldLayoutMkLst>
        </pc:sldLayoutChg>
        <pc:sldLayoutChg chg="mod ord">
          <pc:chgData name="Daniel Paiva" userId="8a33842c199de2dd" providerId="LiveId" clId="{03B7172A-24DE-4F15-9EEA-ACEE23D13517}" dt="2026-09-01T18:19:07.343" v="2"/>
          <pc:sldLayoutMkLst>
            <pc:docMk/>
            <pc:sldMasterMk cId="0" sldId="2147483990"/>
            <pc:sldLayoutMk cId="0" sldId="2147483908"/>
          </pc:sldLayoutMkLst>
        </pc:sldLayoutChg>
        <pc:sldLayoutChg chg="mod ord">
          <pc:chgData name="Daniel Paiva" userId="8a33842c199de2dd" providerId="LiveId" clId="{03B7172A-24DE-4F15-9EEA-ACEE23D13517}" dt="2026-09-01T18:19:07.343" v="2"/>
          <pc:sldLayoutMkLst>
            <pc:docMk/>
            <pc:sldMasterMk cId="0" sldId="2147483990"/>
            <pc:sldLayoutMk cId="0" sldId="2147483909"/>
          </pc:sldLayoutMkLst>
        </pc:sldLayoutChg>
        <pc:sldLayoutChg chg="modSp mod ord">
          <pc:chgData name="Daniel Paiva" userId="8a33842c199de2dd" providerId="LiveId" clId="{03B7172A-24DE-4F15-9EEA-ACEE23D13517}" dt="2026-09-01T18:19:07.343" v="2"/>
          <pc:sldLayoutMkLst>
            <pc:docMk/>
            <pc:sldMasterMk cId="0" sldId="2147483990"/>
            <pc:sldLayoutMk cId="0" sldId="2147483910"/>
          </pc:sldLayoutMkLst>
          <pc:spChg chg="mod">
            <ac:chgData name="Daniel Paiva" userId="8a33842c199de2dd" providerId="LiveId" clId="{03B7172A-24DE-4F15-9EEA-ACEE23D13517}" dt="2026-09-01T18:19:07.343" v="2"/>
            <ac:spMkLst>
              <pc:docMk/>
              <pc:sldMasterMk cId="0" sldId="2147483990"/>
              <pc:sldLayoutMk cId="0" sldId="2147483910"/>
              <ac:spMk id="278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0"/>
              <ac:spMk id="2786"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1"/>
          </pc:sldLayoutMkLst>
          <pc:spChg chg="mod">
            <ac:chgData name="Daniel Paiva" userId="8a33842c199de2dd" providerId="LiveId" clId="{03B7172A-24DE-4F15-9EEA-ACEE23D13517}" dt="2026-09-01T18:19:07.343" v="2"/>
            <ac:spMkLst>
              <pc:docMk/>
              <pc:sldMasterMk cId="0" sldId="2147483990"/>
              <pc:sldLayoutMk cId="0" sldId="2147483911"/>
              <ac:spMk id="279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1"/>
              <ac:spMk id="279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1"/>
              <ac:spMk id="27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1"/>
              <ac:spMk id="2799"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2"/>
          </pc:sldLayoutMkLst>
          <pc:spChg chg="mod">
            <ac:chgData name="Daniel Paiva" userId="8a33842c199de2dd" providerId="LiveId" clId="{03B7172A-24DE-4F15-9EEA-ACEE23D13517}" dt="2026-09-01T18:19:07.343" v="2"/>
            <ac:spMkLst>
              <pc:docMk/>
              <pc:sldMasterMk cId="0" sldId="2147483990"/>
              <pc:sldLayoutMk cId="0" sldId="2147483912"/>
              <ac:spMk id="284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2"/>
              <ac:spMk id="2842"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3"/>
          </pc:sldLayoutMkLst>
          <pc:spChg chg="mod">
            <ac:chgData name="Daniel Paiva" userId="8a33842c199de2dd" providerId="LiveId" clId="{03B7172A-24DE-4F15-9EEA-ACEE23D13517}" dt="2026-09-01T18:19:07.343" v="2"/>
            <ac:spMkLst>
              <pc:docMk/>
              <pc:sldMasterMk cId="0" sldId="2147483990"/>
              <pc:sldLayoutMk cId="0" sldId="2147483913"/>
              <ac:spMk id="2850"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4"/>
          </pc:sldLayoutMkLst>
          <pc:spChg chg="mod">
            <ac:chgData name="Daniel Paiva" userId="8a33842c199de2dd" providerId="LiveId" clId="{03B7172A-24DE-4F15-9EEA-ACEE23D13517}" dt="2026-09-01T18:19:07.343" v="2"/>
            <ac:spMkLst>
              <pc:docMk/>
              <pc:sldMasterMk cId="0" sldId="2147483990"/>
              <pc:sldLayoutMk cId="0" sldId="2147483914"/>
              <ac:spMk id="2854"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4"/>
              <ac:spMk id="285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5"/>
          </pc:sldLayoutMkLst>
          <pc:spChg chg="mod">
            <ac:chgData name="Daniel Paiva" userId="8a33842c199de2dd" providerId="LiveId" clId="{03B7172A-24DE-4F15-9EEA-ACEE23D13517}" dt="2026-09-01T18:19:07.343" v="2"/>
            <ac:spMkLst>
              <pc:docMk/>
              <pc:sldMasterMk cId="0" sldId="2147483990"/>
              <pc:sldLayoutMk cId="0" sldId="2147483915"/>
              <ac:spMk id="286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5"/>
              <ac:spMk id="286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6"/>
          </pc:sldLayoutMkLst>
          <pc:spChg chg="mod">
            <ac:chgData name="Daniel Paiva" userId="8a33842c199de2dd" providerId="LiveId" clId="{03B7172A-24DE-4F15-9EEA-ACEE23D13517}" dt="2026-09-01T18:19:07.343" v="2"/>
            <ac:spMkLst>
              <pc:docMk/>
              <pc:sldMasterMk cId="0" sldId="2147483990"/>
              <pc:sldLayoutMk cId="0" sldId="2147483916"/>
              <ac:spMk id="287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6"/>
              <ac:spMk id="287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6"/>
              <ac:spMk id="287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7"/>
          </pc:sldLayoutMkLst>
          <pc:spChg chg="mod">
            <ac:chgData name="Daniel Paiva" userId="8a33842c199de2dd" providerId="LiveId" clId="{03B7172A-24DE-4F15-9EEA-ACEE23D13517}" dt="2026-09-01T18:19:07.343" v="2"/>
            <ac:spMkLst>
              <pc:docMk/>
              <pc:sldMasterMk cId="0" sldId="2147483990"/>
              <pc:sldLayoutMk cId="0" sldId="2147483917"/>
              <ac:spMk id="288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7"/>
              <ac:spMk id="288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7"/>
              <ac:spMk id="288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8"/>
          </pc:sldLayoutMkLst>
          <pc:spChg chg="mod">
            <ac:chgData name="Daniel Paiva" userId="8a33842c199de2dd" providerId="LiveId" clId="{03B7172A-24DE-4F15-9EEA-ACEE23D13517}" dt="2026-09-01T18:19:07.343" v="2"/>
            <ac:spMkLst>
              <pc:docMk/>
              <pc:sldMasterMk cId="0" sldId="2147483990"/>
              <pc:sldLayoutMk cId="0" sldId="2147483918"/>
              <ac:spMk id="289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8"/>
              <ac:spMk id="289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8"/>
              <ac:spMk id="289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8"/>
              <ac:spMk id="2899"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19"/>
          </pc:sldLayoutMkLst>
          <pc:spChg chg="mod">
            <ac:chgData name="Daniel Paiva" userId="8a33842c199de2dd" providerId="LiveId" clId="{03B7172A-24DE-4F15-9EEA-ACEE23D13517}" dt="2026-09-01T18:19:07.343" v="2"/>
            <ac:spMkLst>
              <pc:docMk/>
              <pc:sldMasterMk cId="0" sldId="2147483990"/>
              <pc:sldLayoutMk cId="0" sldId="2147483919"/>
              <ac:spMk id="290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19"/>
              <ac:spMk id="290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20"/>
          </pc:sldLayoutMkLst>
          <pc:spChg chg="mod">
            <ac:chgData name="Daniel Paiva" userId="8a33842c199de2dd" providerId="LiveId" clId="{03B7172A-24DE-4F15-9EEA-ACEE23D13517}" dt="2026-09-01T18:19:07.343" v="2"/>
            <ac:spMkLst>
              <pc:docMk/>
              <pc:sldMasterMk cId="0" sldId="2147483990"/>
              <pc:sldLayoutMk cId="0" sldId="2147483920"/>
              <ac:spMk id="2915"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1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18"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19"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0"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1"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2"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3"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6"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20"/>
              <ac:spMk id="2927"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0" sldId="2147483921"/>
          </pc:sldLayoutMkLst>
          <pc:spChg chg="mod">
            <ac:chgData name="Daniel Paiva" userId="8a33842c199de2dd" providerId="LiveId" clId="{03B7172A-24DE-4F15-9EEA-ACEE23D13517}" dt="2026-09-01T18:19:07.343" v="2"/>
            <ac:spMkLst>
              <pc:docMk/>
              <pc:sldMasterMk cId="0" sldId="2147483990"/>
              <pc:sldLayoutMk cId="0" sldId="2147483921"/>
              <ac:spMk id="2933" creationId="{00000000-0000-0000-0000-000000000000}"/>
            </ac:spMkLst>
          </pc:spChg>
        </pc:sldLayoutChg>
        <pc:sldLayoutChg chg="modSp mod ord">
          <pc:chgData name="Daniel Paiva" userId="8a33842c199de2dd" providerId="LiveId" clId="{03B7172A-24DE-4F15-9EEA-ACEE23D13517}" dt="2026-09-01T18:53:50.140" v="261" actId="13926"/>
          <pc:sldLayoutMkLst>
            <pc:docMk/>
            <pc:sldMasterMk cId="0" sldId="2147483990"/>
            <pc:sldLayoutMk cId="0" sldId="2147483976"/>
          </pc:sldLayoutMkLst>
          <pc:spChg chg="mod">
            <ac:chgData name="Daniel Paiva" userId="8a33842c199de2dd" providerId="LiveId" clId="{03B7172A-24DE-4F15-9EEA-ACEE23D13517}" dt="2026-09-01T18:53:50.140" v="261" actId="13926"/>
            <ac:spMkLst>
              <pc:docMk/>
              <pc:sldMasterMk cId="0" sldId="2147483990"/>
              <pc:sldLayoutMk cId="0" sldId="2147483976"/>
              <ac:spMk id="2" creationId="{32CEA87F-0953-193E-3090-710A8DFBFC24}"/>
            </ac:spMkLst>
          </pc:spChg>
          <pc:spChg chg="mod">
            <ac:chgData name="Daniel Paiva" userId="8a33842c199de2dd" providerId="LiveId" clId="{03B7172A-24DE-4F15-9EEA-ACEE23D13517}" dt="2026-09-01T18:19:07.343" v="2"/>
            <ac:spMkLst>
              <pc:docMk/>
              <pc:sldMasterMk cId="0" sldId="2147483990"/>
              <pc:sldLayoutMk cId="0" sldId="2147483976"/>
              <ac:spMk id="3457" creationId="{00000000-0000-0000-0000-000000000000}"/>
            </ac:spMkLst>
          </pc:spChg>
          <pc:spChg chg="mod">
            <ac:chgData name="Daniel Paiva" userId="8a33842c199de2dd" providerId="LiveId" clId="{03B7172A-24DE-4F15-9EEA-ACEE23D13517}" dt="2026-09-01T18:19:07.343" v="2"/>
            <ac:spMkLst>
              <pc:docMk/>
              <pc:sldMasterMk cId="0" sldId="2147483990"/>
              <pc:sldLayoutMk cId="0" sldId="2147483976"/>
              <ac:spMk id="3458" creationId="{00000000-0000-0000-0000-000000000000}"/>
            </ac:spMkLst>
          </pc:spChg>
        </pc:sldLayoutChg>
        <pc:sldLayoutChg chg="modSp mod ord">
          <pc:chgData name="Daniel Paiva" userId="8a33842c199de2dd" providerId="LiveId" clId="{03B7172A-24DE-4F15-9EEA-ACEE23D13517}" dt="2026-09-01T18:19:07.343" v="2"/>
          <pc:sldLayoutMkLst>
            <pc:docMk/>
            <pc:sldMasterMk cId="0" sldId="2147483990"/>
            <pc:sldLayoutMk cId="1696351566" sldId="2147483995"/>
          </pc:sldLayoutMkLst>
          <pc:spChg chg="mod">
            <ac:chgData name="Daniel Paiva" userId="8a33842c199de2dd" providerId="LiveId" clId="{03B7172A-24DE-4F15-9EEA-ACEE23D13517}" dt="2026-09-01T18:19:07.343" v="2"/>
            <ac:spMkLst>
              <pc:docMk/>
              <pc:sldMasterMk cId="0" sldId="2147483990"/>
              <pc:sldLayoutMk cId="1696351566" sldId="2147483995"/>
              <ac:spMk id="11" creationId="{195C8DE1-D92C-0520-6827-BF4E2122A3E1}"/>
            </ac:spMkLst>
          </pc:spChg>
          <pc:spChg chg="mod">
            <ac:chgData name="Daniel Paiva" userId="8a33842c199de2dd" providerId="LiveId" clId="{03B7172A-24DE-4F15-9EEA-ACEE23D13517}" dt="2026-09-01T18:19:07.343" v="2"/>
            <ac:spMkLst>
              <pc:docMk/>
              <pc:sldMasterMk cId="0" sldId="2147483990"/>
              <pc:sldLayoutMk cId="1696351566" sldId="2147483995"/>
              <ac:spMk id="12" creationId="{D96DF696-0CE9-222F-9539-CCDCDE3B62F4}"/>
            </ac:spMkLst>
          </pc:spChg>
        </pc:sldLayoutChg>
      </pc:sldMasterChg>
      <pc:sldMasterChg chg="del sldLayoutOrd">
        <pc:chgData name="Daniel Paiva" userId="8a33842c199de2dd" providerId="LiveId" clId="{03B7172A-24DE-4F15-9EEA-ACEE23D13517}" dt="2026-09-01T18:19:07.438" v="3"/>
        <pc:sldMasterMkLst>
          <pc:docMk/>
          <pc:sldMasterMk cId="0" sldId="2147483992"/>
        </pc:sldMasterMkLst>
      </pc:sldMasterChg>
      <pc:sldMasterChg chg="del sldLayoutOrd">
        <pc:chgData name="Daniel Paiva" userId="8a33842c199de2dd" providerId="LiveId" clId="{03B7172A-24DE-4F15-9EEA-ACEE23D13517}" dt="2026-09-01T18:19:07.438" v="3"/>
        <pc:sldMasterMkLst>
          <pc:docMk/>
          <pc:sldMasterMk cId="0" sldId="2147483993"/>
        </pc:sldMasterMkLst>
      </pc:sldMasterChg>
      <pc:sldMasterChg chg="del sldLayoutOrd">
        <pc:chgData name="Daniel Paiva" userId="8a33842c199de2dd" providerId="LiveId" clId="{03B7172A-24DE-4F15-9EEA-ACEE23D13517}" dt="2026-09-01T18:19:07.438" v="3"/>
        <pc:sldMasterMkLst>
          <pc:docMk/>
          <pc:sldMasterMk cId="0" sldId="214748399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5"/>
        <p:cNvGrpSpPr/>
        <p:nvPr/>
      </p:nvGrpSpPr>
      <p:grpSpPr>
        <a:xfrm>
          <a:off x="0" y="0"/>
          <a:ext cx="0" cy="0"/>
          <a:chOff x="0" y="0"/>
          <a:chExt cx="0" cy="0"/>
        </a:xfrm>
      </p:grpSpPr>
      <p:sp>
        <p:nvSpPr>
          <p:cNvPr id="4046" name="Google Shape;404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047" name="Google Shape;404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048" name="Google Shape;4048;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0"/>
        <p:cNvGrpSpPr/>
        <p:nvPr/>
      </p:nvGrpSpPr>
      <p:grpSpPr>
        <a:xfrm>
          <a:off x="0" y="0"/>
          <a:ext cx="0" cy="0"/>
          <a:chOff x="0" y="0"/>
          <a:chExt cx="0" cy="0"/>
        </a:xfrm>
      </p:grpSpPr>
      <p:sp>
        <p:nvSpPr>
          <p:cNvPr id="4051" name="Google Shape;4051;g3f6f2a67c17_0_9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052" name="Google Shape;4052;g3f6f2a67c17_0_9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9"/>
        <p:cNvGrpSpPr/>
        <p:nvPr/>
      </p:nvGrpSpPr>
      <p:grpSpPr>
        <a:xfrm>
          <a:off x="0" y="0"/>
          <a:ext cx="0" cy="0"/>
          <a:chOff x="0" y="0"/>
          <a:chExt cx="0" cy="0"/>
        </a:xfrm>
      </p:grpSpPr>
      <p:sp>
        <p:nvSpPr>
          <p:cNvPr id="4060" name="Google Shape;4060;g3f6f2a67c17_0_9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061" name="Google Shape;4061;g3f6f2a67c17_0_9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062" name="Google Shape;4062;g3f6f2a67c17_0_9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3</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6"/>
        <p:cNvGrpSpPr/>
        <p:nvPr/>
      </p:nvGrpSpPr>
      <p:grpSpPr>
        <a:xfrm>
          <a:off x="0" y="0"/>
          <a:ext cx="0" cy="0"/>
          <a:chOff x="0" y="0"/>
          <a:chExt cx="0" cy="0"/>
        </a:xfrm>
      </p:grpSpPr>
      <p:sp>
        <p:nvSpPr>
          <p:cNvPr id="4107" name="Google Shape;4107;g3f6f2a67c17_0_10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08" name="Google Shape;4108;g3f6f2a67c17_0_10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5"/>
        <p:cNvGrpSpPr/>
        <p:nvPr/>
      </p:nvGrpSpPr>
      <p:grpSpPr>
        <a:xfrm>
          <a:off x="0" y="0"/>
          <a:ext cx="0" cy="0"/>
          <a:chOff x="0" y="0"/>
          <a:chExt cx="0" cy="0"/>
        </a:xfrm>
      </p:grpSpPr>
      <p:sp>
        <p:nvSpPr>
          <p:cNvPr id="4126" name="Google Shape;4126;g3f6f2a67c17_0_10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27" name="Google Shape;4127;g3f6f2a67c17_0_10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4"/>
        <p:cNvGrpSpPr/>
        <p:nvPr/>
      </p:nvGrpSpPr>
      <p:grpSpPr>
        <a:xfrm>
          <a:off x="0" y="0"/>
          <a:ext cx="0" cy="0"/>
          <a:chOff x="0" y="0"/>
          <a:chExt cx="0" cy="0"/>
        </a:xfrm>
      </p:grpSpPr>
      <p:sp>
        <p:nvSpPr>
          <p:cNvPr id="4135" name="Google Shape;4135;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36" name="Google Shape;4136;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8"/>
        <p:cNvGrpSpPr/>
        <p:nvPr/>
      </p:nvGrpSpPr>
      <p:grpSpPr>
        <a:xfrm>
          <a:off x="0" y="0"/>
          <a:ext cx="0" cy="0"/>
          <a:chOff x="0" y="0"/>
          <a:chExt cx="0" cy="0"/>
        </a:xfrm>
      </p:grpSpPr>
      <p:sp>
        <p:nvSpPr>
          <p:cNvPr id="4159" name="Google Shape;4159;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160" name="Google Shape;416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0"/>
        <p:cNvGrpSpPr/>
        <p:nvPr/>
      </p:nvGrpSpPr>
      <p:grpSpPr>
        <a:xfrm>
          <a:off x="0" y="0"/>
          <a:ext cx="0" cy="0"/>
          <a:chOff x="0" y="0"/>
          <a:chExt cx="0" cy="0"/>
        </a:xfrm>
      </p:grpSpPr>
      <p:sp>
        <p:nvSpPr>
          <p:cNvPr id="4171" name="Google Shape;417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72" name="Google Shape;4172;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dirty="0"/>
          </a:p>
        </p:txBody>
      </p:sp>
      <p:sp>
        <p:nvSpPr>
          <p:cNvPr id="4173" name="Google Shape;4173;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8</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4"/>
        <p:cNvGrpSpPr/>
        <p:nvPr/>
      </p:nvGrpSpPr>
      <p:grpSpPr>
        <a:xfrm>
          <a:off x="0" y="0"/>
          <a:ext cx="0" cy="0"/>
          <a:chOff x="0" y="0"/>
          <a:chExt cx="0" cy="0"/>
        </a:xfrm>
      </p:grpSpPr>
      <p:sp>
        <p:nvSpPr>
          <p:cNvPr id="4185" name="Google Shape;418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186" name="Google Shape;4186;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dirty="0"/>
          </a:p>
        </p:txBody>
      </p:sp>
      <p:sp>
        <p:nvSpPr>
          <p:cNvPr id="4187" name="Google Shape;4187;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9</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3"/>
        <p:cNvGrpSpPr/>
        <p:nvPr/>
      </p:nvGrpSpPr>
      <p:grpSpPr>
        <a:xfrm>
          <a:off x="0" y="0"/>
          <a:ext cx="0" cy="0"/>
          <a:chOff x="0" y="0"/>
          <a:chExt cx="0" cy="0"/>
        </a:xfrm>
      </p:grpSpPr>
      <p:sp>
        <p:nvSpPr>
          <p:cNvPr id="4204" name="Google Shape;420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205" name="Google Shape;4205;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dirty="0"/>
          </a:p>
        </p:txBody>
      </p:sp>
      <p:sp>
        <p:nvSpPr>
          <p:cNvPr id="4206" name="Google Shape;4206;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10</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2"/>
        <p:cNvGrpSpPr/>
        <p:nvPr/>
      </p:nvGrpSpPr>
      <p:grpSpPr>
        <a:xfrm>
          <a:off x="0" y="0"/>
          <a:ext cx="0" cy="0"/>
          <a:chOff x="0" y="0"/>
          <a:chExt cx="0" cy="0"/>
        </a:xfrm>
      </p:grpSpPr>
      <p:sp>
        <p:nvSpPr>
          <p:cNvPr id="4213" name="Google Shape;421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214" name="Google Shape;4214;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dirty="0"/>
          </a:p>
        </p:txBody>
      </p:sp>
      <p:sp>
        <p:nvSpPr>
          <p:cNvPr id="4215" name="Google Shape;4215;p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11</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4180205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405F867-9C53-4E49-5B2B-B0A79E4AC128}"/>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A595D597-F6BD-BA9B-3FC7-F6780D18A4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9E5E6B18-543E-3155-228F-5DD21A8CE3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134394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1"/>
        <p:cNvGrpSpPr/>
        <p:nvPr/>
      </p:nvGrpSpPr>
      <p:grpSpPr>
        <a:xfrm>
          <a:off x="0" y="0"/>
          <a:ext cx="0" cy="0"/>
          <a:chOff x="0" y="0"/>
          <a:chExt cx="0" cy="0"/>
        </a:xfrm>
      </p:grpSpPr>
      <p:sp>
        <p:nvSpPr>
          <p:cNvPr id="4262" name="Google Shape;4262;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63" name="Google Shape;426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1">
          <a:extLst>
            <a:ext uri="{FF2B5EF4-FFF2-40B4-BE49-F238E27FC236}">
              <a16:creationId xmlns:a16="http://schemas.microsoft.com/office/drawing/2014/main" id="{E0686FF2-7FF0-22A3-9305-915D4AA6B032}"/>
            </a:ext>
          </a:extLst>
        </p:cNvPr>
        <p:cNvGrpSpPr/>
        <p:nvPr/>
      </p:nvGrpSpPr>
      <p:grpSpPr>
        <a:xfrm>
          <a:off x="0" y="0"/>
          <a:ext cx="0" cy="0"/>
          <a:chOff x="0" y="0"/>
          <a:chExt cx="0" cy="0"/>
        </a:xfrm>
      </p:grpSpPr>
      <p:sp>
        <p:nvSpPr>
          <p:cNvPr id="4262" name="Google Shape;4262;p46:notes">
            <a:extLst>
              <a:ext uri="{FF2B5EF4-FFF2-40B4-BE49-F238E27FC236}">
                <a16:creationId xmlns:a16="http://schemas.microsoft.com/office/drawing/2014/main" id="{6C0DF85D-8879-CE44-FF16-BBACE34E5EC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63" name="Google Shape;4263;p46:notes">
            <a:extLst>
              <a:ext uri="{FF2B5EF4-FFF2-40B4-BE49-F238E27FC236}">
                <a16:creationId xmlns:a16="http://schemas.microsoft.com/office/drawing/2014/main" id="{B06842C5-DC1F-003A-CD3E-75177671AD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extLst>
      <p:ext uri="{BB962C8B-B14F-4D97-AF65-F5344CB8AC3E}">
        <p14:creationId xmlns:p14="http://schemas.microsoft.com/office/powerpoint/2010/main" val="2078334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1"/>
        <p:cNvGrpSpPr/>
        <p:nvPr/>
      </p:nvGrpSpPr>
      <p:grpSpPr>
        <a:xfrm>
          <a:off x="0" y="0"/>
          <a:ext cx="0" cy="0"/>
          <a:chOff x="0" y="0"/>
          <a:chExt cx="0" cy="0"/>
        </a:xfrm>
      </p:grpSpPr>
      <p:sp>
        <p:nvSpPr>
          <p:cNvPr id="4292" name="Google Shape;4292;p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293" name="Google Shape;429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7"/>
        <p:cNvGrpSpPr/>
        <p:nvPr/>
      </p:nvGrpSpPr>
      <p:grpSpPr>
        <a:xfrm>
          <a:off x="0" y="0"/>
          <a:ext cx="0" cy="0"/>
          <a:chOff x="0" y="0"/>
          <a:chExt cx="0" cy="0"/>
        </a:xfrm>
      </p:grpSpPr>
      <p:sp>
        <p:nvSpPr>
          <p:cNvPr id="4298" name="Google Shape;4298;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lvl="0" indent="-228600" algn="l" rtl="0">
              <a:lnSpc>
                <a:spcPct val="107000"/>
              </a:lnSpc>
              <a:spcBef>
                <a:spcPts val="0"/>
              </a:spcBef>
              <a:spcAft>
                <a:spcPts val="800"/>
              </a:spcAft>
              <a:buSzPts val="1400"/>
              <a:buNone/>
            </a:pPr>
            <a:endParaRPr dirty="0"/>
          </a:p>
        </p:txBody>
      </p:sp>
      <p:sp>
        <p:nvSpPr>
          <p:cNvPr id="4299" name="Google Shape;429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3"/>
        <p:cNvGrpSpPr/>
        <p:nvPr/>
      </p:nvGrpSpPr>
      <p:grpSpPr>
        <a:xfrm>
          <a:off x="0" y="0"/>
          <a:ext cx="0" cy="0"/>
          <a:chOff x="0" y="0"/>
          <a:chExt cx="0" cy="0"/>
        </a:xfrm>
      </p:grpSpPr>
      <p:sp>
        <p:nvSpPr>
          <p:cNvPr id="4304" name="Google Shape;4304;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305" name="Google Shape;4305;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9"/>
        <p:cNvGrpSpPr/>
        <p:nvPr/>
      </p:nvGrpSpPr>
      <p:grpSpPr>
        <a:xfrm>
          <a:off x="0" y="0"/>
          <a:ext cx="0" cy="0"/>
          <a:chOff x="0" y="0"/>
          <a:chExt cx="0" cy="0"/>
        </a:xfrm>
      </p:grpSpPr>
      <p:sp>
        <p:nvSpPr>
          <p:cNvPr id="4310" name="Google Shape;4310;p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311" name="Google Shape;431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5"/>
        <p:cNvGrpSpPr/>
        <p:nvPr/>
      </p:nvGrpSpPr>
      <p:grpSpPr>
        <a:xfrm>
          <a:off x="0" y="0"/>
          <a:ext cx="0" cy="0"/>
          <a:chOff x="0" y="0"/>
          <a:chExt cx="0" cy="0"/>
        </a:xfrm>
      </p:grpSpPr>
      <p:sp>
        <p:nvSpPr>
          <p:cNvPr id="4316" name="Google Shape;431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17" name="Google Shape;4317;p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318" name="Google Shape;4318;p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20</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0"/>
        <p:cNvGrpSpPr/>
        <p:nvPr/>
      </p:nvGrpSpPr>
      <p:grpSpPr>
        <a:xfrm>
          <a:off x="0" y="0"/>
          <a:ext cx="0" cy="0"/>
          <a:chOff x="0" y="0"/>
          <a:chExt cx="0" cy="0"/>
        </a:xfrm>
      </p:grpSpPr>
      <p:sp>
        <p:nvSpPr>
          <p:cNvPr id="4321" name="Google Shape;4321;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22" name="Google Shape;4322;p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323" name="Google Shape;4323;p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21</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1"/>
        <p:cNvGrpSpPr/>
        <p:nvPr/>
      </p:nvGrpSpPr>
      <p:grpSpPr>
        <a:xfrm>
          <a:off x="0" y="0"/>
          <a:ext cx="0" cy="0"/>
          <a:chOff x="0" y="0"/>
          <a:chExt cx="0" cy="0"/>
        </a:xfrm>
      </p:grpSpPr>
      <p:sp>
        <p:nvSpPr>
          <p:cNvPr id="4342" name="Google Shape;434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43" name="Google Shape;4343;p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344" name="Google Shape;4344;p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22</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2"/>
        <p:cNvGrpSpPr/>
        <p:nvPr/>
      </p:nvGrpSpPr>
      <p:grpSpPr>
        <a:xfrm>
          <a:off x="0" y="0"/>
          <a:ext cx="0" cy="0"/>
          <a:chOff x="0" y="0"/>
          <a:chExt cx="0" cy="0"/>
        </a:xfrm>
      </p:grpSpPr>
      <p:sp>
        <p:nvSpPr>
          <p:cNvPr id="4363" name="Google Shape;436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64" name="Google Shape;4364;p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365" name="Google Shape;4365;p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23</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8"/>
        <p:cNvGrpSpPr/>
        <p:nvPr/>
      </p:nvGrpSpPr>
      <p:grpSpPr>
        <a:xfrm>
          <a:off x="0" y="0"/>
          <a:ext cx="0" cy="0"/>
          <a:chOff x="0" y="0"/>
          <a:chExt cx="0" cy="0"/>
        </a:xfrm>
      </p:grpSpPr>
      <p:sp>
        <p:nvSpPr>
          <p:cNvPr id="4379" name="Google Shape;4379;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380" name="Google Shape;4380;p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381" name="Google Shape;4381;p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24</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0">
          <a:extLst>
            <a:ext uri="{FF2B5EF4-FFF2-40B4-BE49-F238E27FC236}">
              <a16:creationId xmlns:a16="http://schemas.microsoft.com/office/drawing/2014/main" id="{AD76DE7E-9F8D-CBBA-41EC-63C9E9C2C30A}"/>
            </a:ext>
          </a:extLst>
        </p:cNvPr>
        <p:cNvGrpSpPr/>
        <p:nvPr/>
      </p:nvGrpSpPr>
      <p:grpSpPr>
        <a:xfrm>
          <a:off x="0" y="0"/>
          <a:ext cx="0" cy="0"/>
          <a:chOff x="0" y="0"/>
          <a:chExt cx="0" cy="0"/>
        </a:xfrm>
      </p:grpSpPr>
      <p:sp>
        <p:nvSpPr>
          <p:cNvPr id="3051" name="Google Shape;3051;g3ee235a11d4_0_4569:notes">
            <a:extLst>
              <a:ext uri="{FF2B5EF4-FFF2-40B4-BE49-F238E27FC236}">
                <a16:creationId xmlns:a16="http://schemas.microsoft.com/office/drawing/2014/main" id="{A9091CE3-2907-BD50-2510-71CB710463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052" name="Google Shape;3052;g3ee235a11d4_0_4569:notes">
            <a:extLst>
              <a:ext uri="{FF2B5EF4-FFF2-40B4-BE49-F238E27FC236}">
                <a16:creationId xmlns:a16="http://schemas.microsoft.com/office/drawing/2014/main" id="{86F7A06D-3274-E398-9725-A008A97668F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053" name="Google Shape;3053;g3ee235a11d4_0_4569:notes">
            <a:extLst>
              <a:ext uri="{FF2B5EF4-FFF2-40B4-BE49-F238E27FC236}">
                <a16:creationId xmlns:a16="http://schemas.microsoft.com/office/drawing/2014/main" id="{7E42081B-771F-F8BA-6034-E65FAD18965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25</a:t>
            </a:fld>
            <a:endParaRPr sz="1200" b="0"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45001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4"/>
        <p:cNvGrpSpPr/>
        <p:nvPr/>
      </p:nvGrpSpPr>
      <p:grpSpPr>
        <a:xfrm>
          <a:off x="0" y="0"/>
          <a:ext cx="0" cy="0"/>
          <a:chOff x="0" y="0"/>
          <a:chExt cx="0" cy="0"/>
        </a:xfrm>
      </p:grpSpPr>
      <p:sp>
        <p:nvSpPr>
          <p:cNvPr id="4435" name="Google Shape;443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4436" name="Google Shape;4436;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4437" name="Google Shape;4437;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26</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0"/>
        <p:cNvGrpSpPr/>
        <p:nvPr/>
      </p:nvGrpSpPr>
      <p:grpSpPr>
        <a:xfrm>
          <a:off x="0" y="0"/>
          <a:ext cx="0" cy="0"/>
          <a:chOff x="0" y="0"/>
          <a:chExt cx="0" cy="0"/>
        </a:xfrm>
      </p:grpSpPr>
      <p:sp>
        <p:nvSpPr>
          <p:cNvPr id="11" name="Google Shape;11;p2"/>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2" name="Google Shape;12;p2"/>
          <p:cNvSpPr/>
          <p:nvPr/>
        </p:nvSpPr>
        <p:spPr>
          <a:xfrm>
            <a:off x="5802699" y="1543035"/>
            <a:ext cx="4205858" cy="3044205"/>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 name="Google Shape;13;p2"/>
          <p:cNvSpPr txBox="1"/>
          <p:nvPr/>
        </p:nvSpPr>
        <p:spPr>
          <a:xfrm>
            <a:off x="2149362" y="2398780"/>
            <a:ext cx="3401671" cy="1574726"/>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4" name="Google Shape;14;p2"/>
          <p:cNvSpPr txBox="1"/>
          <p:nvPr/>
        </p:nvSpPr>
        <p:spPr>
          <a:xfrm>
            <a:off x="6069602" y="2317274"/>
            <a:ext cx="3578455" cy="570669"/>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 name="Google Shape;15;p2"/>
          <p:cNvSpPr txBox="1"/>
          <p:nvPr/>
        </p:nvSpPr>
        <p:spPr>
          <a:xfrm>
            <a:off x="6116400" y="2896479"/>
            <a:ext cx="3673776" cy="9642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6" name="Google Shape;16;p2" descr="Logotipo&#10;&#10;O conteúdo gerado por IA pode estar incorreto."/>
          <p:cNvPicPr preferRelativeResize="0"/>
          <p:nvPr/>
        </p:nvPicPr>
        <p:blipFill rotWithShape="1">
          <a:blip r:embed="rId2">
            <a:alphaModFix/>
          </a:blip>
          <a:srcRect l="12566" t="26436" r="13369" b="26176"/>
          <a:stretch/>
        </p:blipFill>
        <p:spPr>
          <a:xfrm>
            <a:off x="4828111" y="5385674"/>
            <a:ext cx="2535779" cy="114745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t="13678" b="6264"/>
          <a:stretch/>
        </p:blipFill>
        <p:spPr>
          <a:xfrm>
            <a:off x="0" y="0"/>
            <a:ext cx="8566485" cy="6858000"/>
          </a:xfrm>
          <a:prstGeom prst="rect">
            <a:avLst/>
          </a:prstGeom>
          <a:noFill/>
          <a:ln>
            <a:noFill/>
          </a:ln>
        </p:spPr>
      </p:pic>
      <p:grpSp>
        <p:nvGrpSpPr>
          <p:cNvPr id="19" name="Google Shape;19;p3"/>
          <p:cNvGrpSpPr/>
          <p:nvPr/>
        </p:nvGrpSpPr>
        <p:grpSpPr>
          <a:xfrm>
            <a:off x="9766737" y="6378809"/>
            <a:ext cx="2435595" cy="499855"/>
            <a:chOff x="14634602" y="9537218"/>
            <a:chExt cx="3653392" cy="749782"/>
          </a:xfrm>
        </p:grpSpPr>
        <p:pic>
          <p:nvPicPr>
            <p:cNvPr id="20" name="Google Shape;20;p3"/>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21" name="Google Shape;21;p3" descr="Logotipo"/>
            <p:cNvPicPr preferRelativeResize="0"/>
            <p:nvPr/>
          </p:nvPicPr>
          <p:blipFill rotWithShape="1">
            <a:blip r:embed="rId4">
              <a:alphaModFix/>
            </a:blip>
            <a:srcRect l="6765" t="26294" b="17973"/>
            <a:stretch/>
          </p:blipFill>
          <p:spPr>
            <a:xfrm>
              <a:off x="15016163" y="9710738"/>
              <a:ext cx="3271831" cy="487362"/>
            </a:xfrm>
            <a:prstGeom prst="rect">
              <a:avLst/>
            </a:prstGeom>
            <a:noFill/>
            <a:ln>
              <a:noFill/>
            </a:ln>
          </p:spPr>
        </p:pic>
      </p:grpSp>
      <p:sp>
        <p:nvSpPr>
          <p:cNvPr id="22" name="Google Shape;22;p3"/>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3" name="Google Shape;23;p3"/>
          <p:cNvPicPr preferRelativeResize="0"/>
          <p:nvPr/>
        </p:nvPicPr>
        <p:blipFill rotWithShape="1">
          <a:blip r:embed="rId5">
            <a:alphaModFix/>
          </a:blip>
          <a:srcRect/>
          <a:stretch/>
        </p:blipFill>
        <p:spPr>
          <a:xfrm>
            <a:off x="0" y="0"/>
            <a:ext cx="12192000" cy="6859200"/>
          </a:xfrm>
          <a:prstGeom prst="rect">
            <a:avLst/>
          </a:prstGeom>
          <a:noFill/>
          <a:ln>
            <a:noFill/>
          </a:ln>
        </p:spPr>
      </p:pic>
      <p:grpSp>
        <p:nvGrpSpPr>
          <p:cNvPr id="24" name="Google Shape;24;p3"/>
          <p:cNvGrpSpPr/>
          <p:nvPr/>
        </p:nvGrpSpPr>
        <p:grpSpPr>
          <a:xfrm>
            <a:off x="10400796" y="6090630"/>
            <a:ext cx="1791203" cy="767370"/>
            <a:chOff x="10400796" y="6090630"/>
            <a:chExt cx="1791203" cy="767370"/>
          </a:xfrm>
        </p:grpSpPr>
        <p:sp>
          <p:nvSpPr>
            <p:cNvPr id="25" name="Google Shape;25;p3"/>
            <p:cNvSpPr/>
            <p:nvPr/>
          </p:nvSpPr>
          <p:spPr>
            <a:xfrm>
              <a:off x="10400796" y="6090630"/>
              <a:ext cx="1791203" cy="76737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 name="Google Shape;26;p3"/>
            <p:cNvSpPr/>
            <p:nvPr/>
          </p:nvSpPr>
          <p:spPr>
            <a:xfrm>
              <a:off x="11842890" y="6090630"/>
              <a:ext cx="349109" cy="306142"/>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 name="Google Shape;27;p3" descr="Logotipo&#10;&#10;O conteúdo gerado por IA pode estar incorreto."/>
          <p:cNvPicPr preferRelativeResize="0"/>
          <p:nvPr/>
        </p:nvPicPr>
        <p:blipFill rotWithShape="1">
          <a:blip r:embed="rId6">
            <a:alphaModFix/>
          </a:blip>
          <a:srcRect l="12566" t="26436" r="13369" b="26176"/>
          <a:stretch/>
        </p:blipFill>
        <p:spPr>
          <a:xfrm>
            <a:off x="10534930" y="6126882"/>
            <a:ext cx="1539046" cy="696429"/>
          </a:xfrm>
          <a:prstGeom prst="rect">
            <a:avLst/>
          </a:prstGeom>
          <a:noFill/>
          <a:ln>
            <a:noFill/>
          </a:ln>
        </p:spPr>
      </p:pic>
      <p:grpSp>
        <p:nvGrpSpPr>
          <p:cNvPr id="28" name="Google Shape;28;p3"/>
          <p:cNvGrpSpPr/>
          <p:nvPr/>
        </p:nvGrpSpPr>
        <p:grpSpPr>
          <a:xfrm>
            <a:off x="0" y="1"/>
            <a:ext cx="8566485" cy="5380264"/>
            <a:chOff x="0" y="0"/>
            <a:chExt cx="8566485" cy="5808133"/>
          </a:xfrm>
        </p:grpSpPr>
        <p:sp>
          <p:nvSpPr>
            <p:cNvPr id="29" name="Google Shape;29;p3"/>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 name="Google Shape;30;p3"/>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 name="Google Shape;31;p3"/>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32"/>
        <p:cNvGrpSpPr/>
        <p:nvPr/>
      </p:nvGrpSpPr>
      <p:grpSpPr>
        <a:xfrm>
          <a:off x="0" y="0"/>
          <a:ext cx="0" cy="0"/>
          <a:chOff x="0" y="0"/>
          <a:chExt cx="0" cy="0"/>
        </a:xfrm>
      </p:grpSpPr>
      <p:sp>
        <p:nvSpPr>
          <p:cNvPr id="33" name="Google Shape;33;p4"/>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34" name="Google Shape;34;p4"/>
          <p:cNvSpPr>
            <a:spLocks noGrp="1"/>
          </p:cNvSpPr>
          <p:nvPr>
            <p:ph type="media" idx="3"/>
          </p:nvPr>
        </p:nvSpPr>
        <p:spPr>
          <a:xfrm>
            <a:off x="862542" y="887942"/>
            <a:ext cx="4092575" cy="360574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35"/>
        <p:cNvGrpSpPr/>
        <p:nvPr/>
      </p:nvGrpSpPr>
      <p:grpSpPr>
        <a:xfrm>
          <a:off x="0" y="0"/>
          <a:ext cx="0" cy="0"/>
          <a:chOff x="0" y="0"/>
          <a:chExt cx="0" cy="0"/>
        </a:xfrm>
      </p:grpSpPr>
      <p:cxnSp>
        <p:nvCxnSpPr>
          <p:cNvPr id="36" name="Google Shape;36;p5"/>
          <p:cNvCxnSpPr/>
          <p:nvPr/>
        </p:nvCxnSpPr>
        <p:spPr>
          <a:xfrm>
            <a:off x="6090044" y="840916"/>
            <a:ext cx="0" cy="5101049"/>
          </a:xfrm>
          <a:prstGeom prst="straightConnector1">
            <a:avLst/>
          </a:prstGeom>
          <a:noFill/>
          <a:ln w="38100" cap="flat" cmpd="sng">
            <a:solidFill>
              <a:srgbClr val="BFBFBF"/>
            </a:solidFill>
            <a:prstDash val="solid"/>
            <a:round/>
            <a:headEnd type="none" w="sm" len="sm"/>
            <a:tailEnd type="none" w="sm" len="sm"/>
          </a:ln>
        </p:spPr>
      </p:cxnSp>
      <p:sp>
        <p:nvSpPr>
          <p:cNvPr id="37" name="Google Shape;37;p5"/>
          <p:cNvSpPr txBox="1"/>
          <p:nvPr/>
        </p:nvSpPr>
        <p:spPr>
          <a:xfrm>
            <a:off x="1467545" y="885957"/>
            <a:ext cx="4045354"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38" name="Google Shape;38;p5"/>
          <p:cNvSpPr txBox="1"/>
          <p:nvPr/>
        </p:nvSpPr>
        <p:spPr>
          <a:xfrm>
            <a:off x="7467011" y="885654"/>
            <a:ext cx="4301563"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39" name="Google Shape;39;p5"/>
          <p:cNvSpPr txBox="1"/>
          <p:nvPr/>
        </p:nvSpPr>
        <p:spPr>
          <a:xfrm>
            <a:off x="1433188" y="2910758"/>
            <a:ext cx="3369028"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40" name="Google Shape;40;p5"/>
          <p:cNvSpPr txBox="1"/>
          <p:nvPr/>
        </p:nvSpPr>
        <p:spPr>
          <a:xfrm>
            <a:off x="1445466" y="4649652"/>
            <a:ext cx="3267249"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41" name="Google Shape;41;p5"/>
          <p:cNvSpPr txBox="1"/>
          <p:nvPr/>
        </p:nvSpPr>
        <p:spPr>
          <a:xfrm>
            <a:off x="7467011" y="3115942"/>
            <a:ext cx="4381080"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42" name="Google Shape;42;p5"/>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3" name="Google Shape;43;p5"/>
          <p:cNvSpPr txBox="1"/>
          <p:nvPr/>
        </p:nvSpPr>
        <p:spPr>
          <a:xfrm>
            <a:off x="1395562" y="5079496"/>
            <a:ext cx="1723806" cy="292361"/>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44" name="Google Shape;44;p5"/>
          <p:cNvSpPr txBox="1">
            <a:spLocks noGrp="1"/>
          </p:cNvSpPr>
          <p:nvPr>
            <p:ph type="body" idx="1"/>
          </p:nvPr>
        </p:nvSpPr>
        <p:spPr>
          <a:xfrm>
            <a:off x="1467909" y="1390650"/>
            <a:ext cx="4044985" cy="1397696"/>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 name="Google Shape;45;p5"/>
          <p:cNvSpPr txBox="1">
            <a:spLocks noGrp="1"/>
          </p:cNvSpPr>
          <p:nvPr>
            <p:ph type="body" idx="2"/>
          </p:nvPr>
        </p:nvSpPr>
        <p:spPr>
          <a:xfrm>
            <a:off x="7467375" y="1355465"/>
            <a:ext cx="4044985" cy="1555292"/>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7467375" y="3649330"/>
            <a:ext cx="4044985" cy="1590171"/>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7" name="Google Shape;47;p5"/>
          <p:cNvSpPr txBox="1">
            <a:spLocks noGrp="1"/>
          </p:cNvSpPr>
          <p:nvPr>
            <p:ph type="body" idx="4"/>
          </p:nvPr>
        </p:nvSpPr>
        <p:spPr>
          <a:xfrm>
            <a:off x="1443515" y="3489566"/>
            <a:ext cx="4044985" cy="1045573"/>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48" name="Google Shape;48;p5"/>
          <p:cNvGrpSpPr/>
          <p:nvPr/>
        </p:nvGrpSpPr>
        <p:grpSpPr>
          <a:xfrm>
            <a:off x="9756405" y="6381592"/>
            <a:ext cx="2435595" cy="499855"/>
            <a:chOff x="14634602" y="9537218"/>
            <a:chExt cx="3653392" cy="749782"/>
          </a:xfrm>
        </p:grpSpPr>
        <p:pic>
          <p:nvPicPr>
            <p:cNvPr id="49" name="Google Shape;49;p5"/>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50" name="Google Shape;50;p5" descr="Logotipo"/>
            <p:cNvPicPr preferRelativeResize="0"/>
            <p:nvPr/>
          </p:nvPicPr>
          <p:blipFill rotWithShape="1">
            <a:blip r:embed="rId3">
              <a:alphaModFix/>
            </a:blip>
            <a:srcRect l="6765" t="26294" b="17973"/>
            <a:stretch/>
          </p:blipFill>
          <p:spPr>
            <a:xfrm>
              <a:off x="15016163" y="9710738"/>
              <a:ext cx="3271831" cy="487362"/>
            </a:xfrm>
            <a:prstGeom prst="rect">
              <a:avLst/>
            </a:prstGeom>
            <a:noFill/>
            <a:ln>
              <a:noFill/>
            </a:ln>
          </p:spPr>
        </p:pic>
      </p:grpSp>
      <p:sp>
        <p:nvSpPr>
          <p:cNvPr id="51" name="Google Shape;51;p5"/>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52" name="Google Shape;52;p5"/>
          <p:cNvPicPr preferRelativeResize="0"/>
          <p:nvPr/>
        </p:nvPicPr>
        <p:blipFill rotWithShape="1">
          <a:blip r:embed="rId4">
            <a:alphaModFix/>
          </a:blip>
          <a:srcRect/>
          <a:stretch/>
        </p:blipFill>
        <p:spPr>
          <a:xfrm>
            <a:off x="0" y="6281734"/>
            <a:ext cx="12192000" cy="595317"/>
          </a:xfrm>
          <a:prstGeom prst="rect">
            <a:avLst/>
          </a:prstGeom>
          <a:noFill/>
          <a:ln>
            <a:noFill/>
          </a:ln>
        </p:spPr>
      </p:pic>
      <p:pic>
        <p:nvPicPr>
          <p:cNvPr id="53" name="Google Shape;53;p5"/>
          <p:cNvPicPr preferRelativeResize="0"/>
          <p:nvPr/>
        </p:nvPicPr>
        <p:blipFill rotWithShape="1">
          <a:blip r:embed="rId5">
            <a:alphaModFix/>
          </a:blip>
          <a:srcRect/>
          <a:stretch/>
        </p:blipFill>
        <p:spPr>
          <a:xfrm>
            <a:off x="0" y="9526"/>
            <a:ext cx="12192000" cy="568301"/>
          </a:xfrm>
          <a:prstGeom prst="rect">
            <a:avLst/>
          </a:prstGeom>
          <a:noFill/>
          <a:ln>
            <a:noFill/>
          </a:ln>
        </p:spPr>
      </p:pic>
      <p:sp>
        <p:nvSpPr>
          <p:cNvPr id="54" name="Google Shape;54;p5"/>
          <p:cNvSpPr/>
          <p:nvPr/>
        </p:nvSpPr>
        <p:spPr>
          <a:xfrm>
            <a:off x="538284" y="96008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55" name="Google Shape;55;p5"/>
          <p:cNvSpPr/>
          <p:nvPr/>
        </p:nvSpPr>
        <p:spPr>
          <a:xfrm>
            <a:off x="514540" y="296583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56" name="Google Shape;56;p5"/>
          <p:cNvGrpSpPr/>
          <p:nvPr/>
        </p:nvGrpSpPr>
        <p:grpSpPr>
          <a:xfrm>
            <a:off x="632680" y="3096505"/>
            <a:ext cx="486839" cy="481169"/>
            <a:chOff x="8278989" y="8660410"/>
            <a:chExt cx="569755" cy="563121"/>
          </a:xfrm>
        </p:grpSpPr>
        <p:grpSp>
          <p:nvGrpSpPr>
            <p:cNvPr id="57" name="Google Shape;57;p5"/>
            <p:cNvGrpSpPr/>
            <p:nvPr/>
          </p:nvGrpSpPr>
          <p:grpSpPr>
            <a:xfrm>
              <a:off x="8278989" y="8852628"/>
              <a:ext cx="265651" cy="370903"/>
              <a:chOff x="8278989" y="8852628"/>
              <a:chExt cx="265651" cy="370903"/>
            </a:xfrm>
          </p:grpSpPr>
          <p:sp>
            <p:nvSpPr>
              <p:cNvPr id="58" name="Google Shape;58;p5"/>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59" name="Google Shape;59;p5"/>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0" name="Google Shape;60;p5"/>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2" name="Google Shape;62;p5"/>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3" name="Google Shape;63;p5"/>
          <p:cNvSpPr/>
          <p:nvPr/>
        </p:nvSpPr>
        <p:spPr>
          <a:xfrm>
            <a:off x="516205" y="4700100"/>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64" name="Google Shape;64;p5"/>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65" name="Google Shape;65;p5"/>
          <p:cNvSpPr/>
          <p:nvPr/>
        </p:nvSpPr>
        <p:spPr>
          <a:xfrm>
            <a:off x="6537750" y="974816"/>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6" name="Google Shape;66;p5"/>
          <p:cNvGrpSpPr/>
          <p:nvPr/>
        </p:nvGrpSpPr>
        <p:grpSpPr>
          <a:xfrm>
            <a:off x="6643328" y="1077215"/>
            <a:ext cx="472784" cy="435244"/>
            <a:chOff x="8560697" y="2808577"/>
            <a:chExt cx="496370" cy="456957"/>
          </a:xfrm>
        </p:grpSpPr>
        <p:sp>
          <p:nvSpPr>
            <p:cNvPr id="67" name="Google Shape;67;p5"/>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8" name="Google Shape;68;p5"/>
            <p:cNvGrpSpPr/>
            <p:nvPr/>
          </p:nvGrpSpPr>
          <p:grpSpPr>
            <a:xfrm>
              <a:off x="8560697" y="2875026"/>
              <a:ext cx="496370" cy="324059"/>
              <a:chOff x="8560697" y="2875026"/>
              <a:chExt cx="496370" cy="324059"/>
            </a:xfrm>
          </p:grpSpPr>
          <p:sp>
            <p:nvSpPr>
              <p:cNvPr id="69" name="Google Shape;69;p5"/>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0" name="Google Shape;70;p5"/>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1" name="Google Shape;71;p5"/>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 name="Google Shape;72;p5"/>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73;p5"/>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74;p5"/>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5" name="Google Shape;75;p5"/>
          <p:cNvSpPr/>
          <p:nvPr/>
        </p:nvSpPr>
        <p:spPr>
          <a:xfrm>
            <a:off x="6537750" y="314469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6" name="Google Shape;76;p5"/>
          <p:cNvSpPr/>
          <p:nvPr/>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7" name="Google Shape;77;p5"/>
          <p:cNvGrpSpPr/>
          <p:nvPr/>
        </p:nvGrpSpPr>
        <p:grpSpPr>
          <a:xfrm>
            <a:off x="664474" y="1066003"/>
            <a:ext cx="428502" cy="428501"/>
            <a:chOff x="9358184" y="2764785"/>
            <a:chExt cx="495514" cy="495513"/>
          </a:xfrm>
        </p:grpSpPr>
        <p:grpSp>
          <p:nvGrpSpPr>
            <p:cNvPr id="78" name="Google Shape;78;p5"/>
            <p:cNvGrpSpPr/>
            <p:nvPr/>
          </p:nvGrpSpPr>
          <p:grpSpPr>
            <a:xfrm>
              <a:off x="9358184" y="2802389"/>
              <a:ext cx="457909" cy="457909"/>
              <a:chOff x="9358184" y="2802389"/>
              <a:chExt cx="457909" cy="457909"/>
            </a:xfrm>
          </p:grpSpPr>
          <p:sp>
            <p:nvSpPr>
              <p:cNvPr id="79" name="Google Shape;79;p5"/>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0" name="Google Shape;80;p5"/>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1" name="Google Shape;81;p5"/>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82" name="Google Shape;82;p5"/>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3" name="Google Shape;83;p5"/>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84"/>
        <p:cNvGrpSpPr/>
        <p:nvPr/>
      </p:nvGrpSpPr>
      <p:grpSpPr>
        <a:xfrm>
          <a:off x="0" y="0"/>
          <a:ext cx="0" cy="0"/>
          <a:chOff x="0" y="0"/>
          <a:chExt cx="0" cy="0"/>
        </a:xfrm>
      </p:grpSpPr>
      <p:pic>
        <p:nvPicPr>
          <p:cNvPr id="85" name="Google Shape;85;p6"/>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86" name="Google Shape;86;p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7" name="Google Shape;87;p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 name="Google Shape;88;p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9" name="Google Shape;89;p6"/>
          <p:cNvSpPr txBox="1">
            <a:spLocks noGrp="1"/>
          </p:cNvSpPr>
          <p:nvPr>
            <p:ph type="body" idx="1"/>
          </p:nvPr>
        </p:nvSpPr>
        <p:spPr>
          <a:xfrm>
            <a:off x="3598334" y="2009776"/>
            <a:ext cx="8080375" cy="3739091"/>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 name="Google Shape;90;p6"/>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1" name="Google Shape;91;p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92"/>
        <p:cNvGrpSpPr/>
        <p:nvPr/>
      </p:nvGrpSpPr>
      <p:grpSpPr>
        <a:xfrm>
          <a:off x="0" y="0"/>
          <a:ext cx="0" cy="0"/>
          <a:chOff x="0" y="0"/>
          <a:chExt cx="0" cy="0"/>
        </a:xfrm>
      </p:grpSpPr>
      <p:pic>
        <p:nvPicPr>
          <p:cNvPr id="93" name="Google Shape;93;p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94" name="Google Shape;94;p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95" name="Google Shape;95;p7"/>
          <p:cNvSpPr txBox="1">
            <a:spLocks noGrp="1"/>
          </p:cNvSpPr>
          <p:nvPr>
            <p:ph type="body" idx="1"/>
          </p:nvPr>
        </p:nvSpPr>
        <p:spPr>
          <a:xfrm>
            <a:off x="3178176" y="1031875"/>
            <a:ext cx="4616450" cy="536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 name="Google Shape;96;p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 name="Google Shape;97;p7"/>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98"/>
        <p:cNvGrpSpPr/>
        <p:nvPr/>
      </p:nvGrpSpPr>
      <p:grpSpPr>
        <a:xfrm>
          <a:off x="0" y="0"/>
          <a:ext cx="0" cy="0"/>
          <a:chOff x="0" y="0"/>
          <a:chExt cx="0" cy="0"/>
        </a:xfrm>
      </p:grpSpPr>
      <p:pic>
        <p:nvPicPr>
          <p:cNvPr id="99" name="Google Shape;99;p8"/>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00" name="Google Shape;100;p8"/>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1" name="Google Shape;101;p8"/>
          <p:cNvSpPr txBox="1">
            <a:spLocks noGrp="1"/>
          </p:cNvSpPr>
          <p:nvPr>
            <p:ph type="body" idx="1"/>
          </p:nvPr>
        </p:nvSpPr>
        <p:spPr>
          <a:xfrm>
            <a:off x="3026388" y="1395942"/>
            <a:ext cx="7107154" cy="515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2" name="Google Shape;102;p8"/>
          <p:cNvSpPr txBox="1">
            <a:spLocks noGrp="1"/>
          </p:cNvSpPr>
          <p:nvPr>
            <p:ph type="body" idx="2"/>
          </p:nvPr>
        </p:nvSpPr>
        <p:spPr>
          <a:xfrm>
            <a:off x="3026389" y="2075496"/>
            <a:ext cx="7107153" cy="73258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 name="Google Shape;103;p8"/>
          <p:cNvSpPr/>
          <p:nvPr/>
        </p:nvSpPr>
        <p:spPr>
          <a:xfrm>
            <a:off x="200184" y="44804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 name="Google Shape;104;p8"/>
          <p:cNvSpPr txBox="1"/>
          <p:nvPr/>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05"/>
        <p:cNvGrpSpPr/>
        <p:nvPr/>
      </p:nvGrpSpPr>
      <p:grpSpPr>
        <a:xfrm>
          <a:off x="0" y="0"/>
          <a:ext cx="0" cy="0"/>
          <a:chOff x="0" y="0"/>
          <a:chExt cx="0" cy="0"/>
        </a:xfrm>
      </p:grpSpPr>
      <p:pic>
        <p:nvPicPr>
          <p:cNvPr id="106" name="Google Shape;106;p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07" name="Google Shape;107;p9"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108" name="Google Shape;108;p9"/>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09" name="Google Shape;109;p9"/>
          <p:cNvSpPr txBox="1">
            <a:spLocks noGrp="1"/>
          </p:cNvSpPr>
          <p:nvPr>
            <p:ph type="body" idx="1"/>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0" name="Google Shape;110;p9"/>
          <p:cNvSpPr txBox="1">
            <a:spLocks noGrp="1"/>
          </p:cNvSpPr>
          <p:nvPr>
            <p:ph type="body" idx="2"/>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1" name="Google Shape;111;p9"/>
          <p:cNvSpPr txBox="1">
            <a:spLocks noGrp="1"/>
          </p:cNvSpPr>
          <p:nvPr>
            <p:ph type="body" idx="3"/>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2" name="Google Shape;112;p9"/>
          <p:cNvSpPr txBox="1"/>
          <p:nvPr/>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13" name="Google Shape;113;p9"/>
          <p:cNvSpPr txBox="1"/>
          <p:nvPr/>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14" name="Google Shape;114;p9"/>
          <p:cNvSpPr txBox="1"/>
          <p:nvPr/>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15" name="Google Shape;115;p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6" name="Google Shape;116;p9"/>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 name="Google Shape;117;p9"/>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18"/>
        <p:cNvGrpSpPr/>
        <p:nvPr/>
      </p:nvGrpSpPr>
      <p:grpSpPr>
        <a:xfrm>
          <a:off x="0" y="0"/>
          <a:ext cx="0" cy="0"/>
          <a:chOff x="0" y="0"/>
          <a:chExt cx="0" cy="0"/>
        </a:xfrm>
      </p:grpSpPr>
      <p:pic>
        <p:nvPicPr>
          <p:cNvPr id="119" name="Google Shape;119;p10"/>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20" name="Google Shape;120;p10"/>
          <p:cNvSpPr/>
          <p:nvPr/>
        </p:nvSpPr>
        <p:spPr>
          <a:xfrm>
            <a:off x="5260792" y="304269"/>
            <a:ext cx="6553729" cy="5568211"/>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 name="Google Shape;121;p10"/>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 name="Google Shape;122;p10"/>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3"/>
        <p:cNvGrpSpPr/>
        <p:nvPr/>
      </p:nvGrpSpPr>
      <p:grpSpPr>
        <a:xfrm>
          <a:off x="0" y="0"/>
          <a:ext cx="0" cy="0"/>
          <a:chOff x="0" y="0"/>
          <a:chExt cx="0" cy="0"/>
        </a:xfrm>
      </p:grpSpPr>
      <p:pic>
        <p:nvPicPr>
          <p:cNvPr id="124" name="Google Shape;124;p1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25" name="Google Shape;125;p1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26" name="Google Shape;126;p11"/>
          <p:cNvSpPr txBox="1">
            <a:spLocks noGrp="1"/>
          </p:cNvSpPr>
          <p:nvPr>
            <p:ph type="body" idx="1"/>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 name="Google Shape;127;p11"/>
          <p:cNvSpPr txBox="1"/>
          <p:nvPr/>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8"/>
        <p:cNvGrpSpPr/>
        <p:nvPr/>
      </p:nvGrpSpPr>
      <p:grpSpPr>
        <a:xfrm>
          <a:off x="0" y="0"/>
          <a:ext cx="0" cy="0"/>
          <a:chOff x="0" y="0"/>
          <a:chExt cx="0" cy="0"/>
        </a:xfrm>
      </p:grpSpPr>
      <p:pic>
        <p:nvPicPr>
          <p:cNvPr id="129" name="Google Shape;129;p12"/>
          <p:cNvPicPr preferRelativeResize="0"/>
          <p:nvPr/>
        </p:nvPicPr>
        <p:blipFill rotWithShape="1">
          <a:blip r:embed="rId2">
            <a:alphaModFix/>
          </a:blip>
          <a:srcRect/>
          <a:stretch/>
        </p:blipFill>
        <p:spPr>
          <a:xfrm>
            <a:off x="0" y="0"/>
            <a:ext cx="12192000" cy="6859200"/>
          </a:xfrm>
          <a:prstGeom prst="rect">
            <a:avLst/>
          </a:prstGeom>
          <a:noFill/>
          <a:ln>
            <a:noFill/>
          </a:ln>
        </p:spPr>
      </p:pic>
      <p:grpSp>
        <p:nvGrpSpPr>
          <p:cNvPr id="130" name="Google Shape;130;p12"/>
          <p:cNvGrpSpPr/>
          <p:nvPr/>
        </p:nvGrpSpPr>
        <p:grpSpPr>
          <a:xfrm>
            <a:off x="0" y="1"/>
            <a:ext cx="8566485" cy="5380264"/>
            <a:chOff x="0" y="0"/>
            <a:chExt cx="8566485" cy="5808133"/>
          </a:xfrm>
        </p:grpSpPr>
        <p:sp>
          <p:nvSpPr>
            <p:cNvPr id="131" name="Google Shape;131;p12"/>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 name="Google Shape;132;p12"/>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3" name="Google Shape;133;p12"/>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34" name="Google Shape;134;p12"/>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 name="Google Shape;135;p12"/>
          <p:cNvSpPr txBox="1"/>
          <p:nvPr/>
        </p:nvSpPr>
        <p:spPr>
          <a:xfrm>
            <a:off x="625132" y="2553290"/>
            <a:ext cx="6814747"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a:t>
            </a:r>
            <a:r>
              <a:rPr lang="pt-BR" sz="3000" b="1" i="0" u="none" strike="noStrike" cap="none" dirty="0">
                <a:solidFill>
                  <a:srgbClr val="FF161F"/>
                </a:solidFill>
                <a:highlight>
                  <a:srgbClr val="00FFFF"/>
                </a:highlight>
                <a:latin typeface="Poppins"/>
                <a:ea typeface="Poppins"/>
                <a:cs typeface="Poppins"/>
                <a:sym typeface="Poppins"/>
              </a:rPr>
              <a:t>professor</a:t>
            </a:r>
            <a:endParaRPr sz="1400" b="0" i="0" u="none" strike="noStrike" cap="none" dirty="0">
              <a:solidFill>
                <a:srgbClr val="000000"/>
              </a:solidFill>
              <a:highlight>
                <a:srgbClr val="00FFFF"/>
              </a:highlight>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36"/>
        <p:cNvGrpSpPr/>
        <p:nvPr/>
      </p:nvGrpSpPr>
      <p:grpSpPr>
        <a:xfrm>
          <a:off x="0" y="0"/>
          <a:ext cx="0" cy="0"/>
          <a:chOff x="0" y="0"/>
          <a:chExt cx="0" cy="0"/>
        </a:xfrm>
      </p:grpSpPr>
      <p:pic>
        <p:nvPicPr>
          <p:cNvPr id="137" name="Google Shape;137;p1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38" name="Google Shape;138;p1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39" name="Google Shape;139;p13"/>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 name="Google Shape;140;p13"/>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1" name="Google Shape;141;p13"/>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 name="Google Shape;142;p13"/>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 name="Google Shape;143;p13"/>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4" name="Google Shape;144;p13"/>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 name="Google Shape;145;p1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6" name="Google Shape;146;p13"/>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47"/>
        <p:cNvGrpSpPr/>
        <p:nvPr/>
      </p:nvGrpSpPr>
      <p:grpSpPr>
        <a:xfrm>
          <a:off x="0" y="0"/>
          <a:ext cx="0" cy="0"/>
          <a:chOff x="0" y="0"/>
          <a:chExt cx="0" cy="0"/>
        </a:xfrm>
      </p:grpSpPr>
      <p:sp>
        <p:nvSpPr>
          <p:cNvPr id="148" name="Google Shape;148;p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49"/>
        <p:cNvGrpSpPr/>
        <p:nvPr/>
      </p:nvGrpSpPr>
      <p:grpSpPr>
        <a:xfrm>
          <a:off x="0" y="0"/>
          <a:ext cx="0" cy="0"/>
          <a:chOff x="0" y="0"/>
          <a:chExt cx="0" cy="0"/>
        </a:xfrm>
      </p:grpSpPr>
      <p:pic>
        <p:nvPicPr>
          <p:cNvPr id="150" name="Google Shape;150;p1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51" name="Google Shape;151;p15"/>
          <p:cNvSpPr/>
          <p:nvPr/>
        </p:nvSpPr>
        <p:spPr>
          <a:xfrm>
            <a:off x="3426936" y="0"/>
            <a:ext cx="8781698" cy="68860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2" name="Google Shape;152;p1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3" name="Google Shape;153;p15"/>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4" name="Google Shape;154;p15"/>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5" name="Google Shape;155;p1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56" name="Google Shape;156;p15"/>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57" name="Google Shape;157;p15"/>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58" name="Google Shape;158;p15"/>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9" name="Google Shape;159;p15"/>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0" name="Google Shape;160;p15"/>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 name="Google Shape;161;p15"/>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2" name="Google Shape;162;p15"/>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3" name="Google Shape;163;p15"/>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4" name="Google Shape;164;p15"/>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5" name="Google Shape;165;p15"/>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66" name="Google Shape;166;p1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 name="Google Shape;167;p1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8"/>
        <p:cNvGrpSpPr/>
        <p:nvPr/>
      </p:nvGrpSpPr>
      <p:grpSpPr>
        <a:xfrm>
          <a:off x="0" y="0"/>
          <a:ext cx="0" cy="0"/>
          <a:chOff x="0" y="0"/>
          <a:chExt cx="0" cy="0"/>
        </a:xfrm>
      </p:grpSpPr>
      <p:pic>
        <p:nvPicPr>
          <p:cNvPr id="169" name="Google Shape;169;p16"/>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70" name="Google Shape;170;p1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 name="Google Shape;171;p16"/>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 name="Google Shape;172;p16"/>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 name="Google Shape;173;p16"/>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74" name="Google Shape;174;p16"/>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75" name="Google Shape;175;p16"/>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76" name="Google Shape;176;p16"/>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77" name="Google Shape;177;p16"/>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 name="Google Shape;178;p16"/>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 name="Google Shape;179;p16"/>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 name="Google Shape;180;p16"/>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 name="Google Shape;181;p16"/>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 name="Google Shape;182;p16"/>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 name="Google Shape;183;p16"/>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 name="Google Shape;184;p16"/>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85" name="Google Shape;185;p1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86"/>
        <p:cNvGrpSpPr/>
        <p:nvPr/>
      </p:nvGrpSpPr>
      <p:grpSpPr>
        <a:xfrm>
          <a:off x="0" y="0"/>
          <a:ext cx="0" cy="0"/>
          <a:chOff x="0" y="0"/>
          <a:chExt cx="0" cy="0"/>
        </a:xfrm>
      </p:grpSpPr>
      <p:sp>
        <p:nvSpPr>
          <p:cNvPr id="187" name="Google Shape;187;p17"/>
          <p:cNvSpPr txBox="1">
            <a:spLocks noGrp="1"/>
          </p:cNvSpPr>
          <p:nvPr>
            <p:ph type="body" idx="1"/>
          </p:nvPr>
        </p:nvSpPr>
        <p:spPr>
          <a:xfrm>
            <a:off x="3751838" y="21702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3751838" y="31227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 name="Google Shape;189;p17"/>
          <p:cNvSpPr txBox="1">
            <a:spLocks noGrp="1"/>
          </p:cNvSpPr>
          <p:nvPr>
            <p:ph type="body" idx="3"/>
          </p:nvPr>
        </p:nvSpPr>
        <p:spPr>
          <a:xfrm>
            <a:off x="3751838" y="40498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 name="Google Shape;190;p17"/>
          <p:cNvSpPr txBox="1">
            <a:spLocks noGrp="1"/>
          </p:cNvSpPr>
          <p:nvPr>
            <p:ph type="body" idx="4"/>
          </p:nvPr>
        </p:nvSpPr>
        <p:spPr>
          <a:xfrm>
            <a:off x="3751838" y="49896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 name="Google Shape;191;p17"/>
          <p:cNvSpPr txBox="1">
            <a:spLocks noGrp="1"/>
          </p:cNvSpPr>
          <p:nvPr>
            <p:ph type="body" idx="5"/>
          </p:nvPr>
        </p:nvSpPr>
        <p:spPr>
          <a:xfrm>
            <a:off x="3514725" y="559205"/>
            <a:ext cx="7208308" cy="12606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2" name="Google Shape;192;p17"/>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 name="Google Shape;193;p17"/>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nteudo">
  <p:cSld name="2_3. Conteudo">
    <p:spTree>
      <p:nvGrpSpPr>
        <p:cNvPr id="1" name="Shape 194"/>
        <p:cNvGrpSpPr/>
        <p:nvPr/>
      </p:nvGrpSpPr>
      <p:grpSpPr>
        <a:xfrm>
          <a:off x="0" y="0"/>
          <a:ext cx="0" cy="0"/>
          <a:chOff x="0" y="0"/>
          <a:chExt cx="0" cy="0"/>
        </a:xfrm>
      </p:grpSpPr>
      <p:pic>
        <p:nvPicPr>
          <p:cNvPr id="195" name="Google Shape;195;p18"/>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196" name="Google Shape;196;p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 name="Google Shape;197;p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 name="Google Shape;198;p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 name="Google Shape;199;p18"/>
          <p:cNvSpPr txBox="1">
            <a:spLocks noGrp="1"/>
          </p:cNvSpPr>
          <p:nvPr>
            <p:ph type="body" idx="1"/>
          </p:nvPr>
        </p:nvSpPr>
        <p:spPr>
          <a:xfrm>
            <a:off x="3707268" y="641350"/>
            <a:ext cx="7366062" cy="173249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0" name="Google Shape;200;p18"/>
          <p:cNvSpPr txBox="1">
            <a:spLocks noGrp="1"/>
          </p:cNvSpPr>
          <p:nvPr>
            <p:ph type="body" idx="2"/>
          </p:nvPr>
        </p:nvSpPr>
        <p:spPr>
          <a:xfrm>
            <a:off x="4428690" y="2540104"/>
            <a:ext cx="6644640" cy="348648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 name="Google Shape;201;p18"/>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 name="Google Shape;202;p18"/>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03"/>
        <p:cNvGrpSpPr/>
        <p:nvPr/>
      </p:nvGrpSpPr>
      <p:grpSpPr>
        <a:xfrm>
          <a:off x="0" y="0"/>
          <a:ext cx="0" cy="0"/>
          <a:chOff x="0" y="0"/>
          <a:chExt cx="0" cy="0"/>
        </a:xfrm>
      </p:grpSpPr>
      <p:pic>
        <p:nvPicPr>
          <p:cNvPr id="204" name="Google Shape;204;p19"/>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05" name="Google Shape;205;p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 name="Google Shape;206;p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 name="Google Shape;207;p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8" name="Google Shape;208;p19"/>
          <p:cNvSpPr txBox="1">
            <a:spLocks noGrp="1"/>
          </p:cNvSpPr>
          <p:nvPr>
            <p:ph type="body" idx="1"/>
          </p:nvPr>
        </p:nvSpPr>
        <p:spPr>
          <a:xfrm>
            <a:off x="3598410" y="633942"/>
            <a:ext cx="8052782"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 name="Google Shape;209;p19"/>
          <p:cNvSpPr txBox="1">
            <a:spLocks noGrp="1"/>
          </p:cNvSpPr>
          <p:nvPr>
            <p:ph type="body" idx="2"/>
          </p:nvPr>
        </p:nvSpPr>
        <p:spPr>
          <a:xfrm>
            <a:off x="6374268" y="2372801"/>
            <a:ext cx="5276924" cy="35724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0" name="Google Shape;210;p19"/>
          <p:cNvSpPr txBox="1">
            <a:spLocks noGrp="1"/>
          </p:cNvSpPr>
          <p:nvPr>
            <p:ph type="body" idx="3"/>
          </p:nvPr>
        </p:nvSpPr>
        <p:spPr>
          <a:xfrm>
            <a:off x="3596090" y="5702430"/>
            <a:ext cx="2497589" cy="242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 name="Google Shape;211;p19"/>
          <p:cNvSpPr>
            <a:spLocks noGrp="1"/>
          </p:cNvSpPr>
          <p:nvPr>
            <p:ph type="pic" idx="4"/>
          </p:nvPr>
        </p:nvSpPr>
        <p:spPr>
          <a:xfrm>
            <a:off x="3596091" y="2364317"/>
            <a:ext cx="2497793" cy="3216275"/>
          </a:xfrm>
          <a:prstGeom prst="rect">
            <a:avLst/>
          </a:prstGeom>
          <a:solidFill>
            <a:srgbClr val="D9D9D9"/>
          </a:solidFill>
          <a:ln>
            <a:noFill/>
          </a:ln>
        </p:spPr>
        <p:txBody>
          <a:bodyPr/>
          <a:lstStyle/>
          <a:p>
            <a:endParaRPr lang="pt-BR" dirty="0"/>
          </a:p>
        </p:txBody>
      </p:sp>
      <p:sp>
        <p:nvSpPr>
          <p:cNvPr id="212" name="Google Shape;212;p19"/>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3" name="Google Shape;213;p19"/>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14"/>
        <p:cNvGrpSpPr/>
        <p:nvPr/>
      </p:nvGrpSpPr>
      <p:grpSpPr>
        <a:xfrm>
          <a:off x="0" y="0"/>
          <a:ext cx="0" cy="0"/>
          <a:chOff x="0" y="0"/>
          <a:chExt cx="0" cy="0"/>
        </a:xfrm>
      </p:grpSpPr>
      <p:pic>
        <p:nvPicPr>
          <p:cNvPr id="215" name="Google Shape;215;p20"/>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16" name="Google Shape;216;p2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 name="Google Shape;217;p2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8" name="Google Shape;218;p2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 name="Google Shape;219;p20"/>
          <p:cNvSpPr txBox="1">
            <a:spLocks noGrp="1"/>
          </p:cNvSpPr>
          <p:nvPr>
            <p:ph type="body" idx="1"/>
          </p:nvPr>
        </p:nvSpPr>
        <p:spPr>
          <a:xfrm>
            <a:off x="3598409" y="619125"/>
            <a:ext cx="8052783" cy="11895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 name="Google Shape;220;p20"/>
          <p:cNvSpPr txBox="1">
            <a:spLocks noGrp="1"/>
          </p:cNvSpPr>
          <p:nvPr>
            <p:ph type="body" idx="2"/>
          </p:nvPr>
        </p:nvSpPr>
        <p:spPr>
          <a:xfrm>
            <a:off x="3598409" y="5860191"/>
            <a:ext cx="8052716" cy="295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 name="Google Shape;221;p20"/>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2" name="Google Shape;222;p20"/>
          <p:cNvSpPr txBox="1">
            <a:spLocks noGrp="1"/>
          </p:cNvSpPr>
          <p:nvPr>
            <p:ph type="body" idx="3"/>
          </p:nvPr>
        </p:nvSpPr>
        <p:spPr>
          <a:xfrm>
            <a:off x="3598409" y="2012716"/>
            <a:ext cx="8052716" cy="37361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3" name="Google Shape;223;p20"/>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4" name="Google Shape;224;p20"/>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27" name="Google Shape;227;p2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 name="Google Shape;228;p2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 name="Google Shape;229;p2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 name="Google Shape;230;p21"/>
          <p:cNvSpPr>
            <a:spLocks noGrp="1"/>
          </p:cNvSpPr>
          <p:nvPr>
            <p:ph type="pic" idx="2"/>
          </p:nvPr>
        </p:nvSpPr>
        <p:spPr>
          <a:xfrm>
            <a:off x="3598408" y="2027345"/>
            <a:ext cx="8052717" cy="3699799"/>
          </a:xfrm>
          <a:prstGeom prst="rect">
            <a:avLst/>
          </a:prstGeom>
          <a:solidFill>
            <a:srgbClr val="D8D8D8"/>
          </a:solidFill>
          <a:ln>
            <a:noFill/>
          </a:ln>
        </p:spPr>
        <p:txBody>
          <a:bodyPr/>
          <a:lstStyle/>
          <a:p>
            <a:endParaRPr lang="pt-BR" dirty="0"/>
          </a:p>
        </p:txBody>
      </p:sp>
      <p:sp>
        <p:nvSpPr>
          <p:cNvPr id="231" name="Google Shape;231;p21"/>
          <p:cNvSpPr txBox="1">
            <a:spLocks noGrp="1"/>
          </p:cNvSpPr>
          <p:nvPr>
            <p:ph type="body" idx="1"/>
          </p:nvPr>
        </p:nvSpPr>
        <p:spPr>
          <a:xfrm>
            <a:off x="3598407" y="633942"/>
            <a:ext cx="8052785"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 name="Google Shape;232;p21"/>
          <p:cNvSpPr txBox="1">
            <a:spLocks noGrp="1"/>
          </p:cNvSpPr>
          <p:nvPr>
            <p:ph type="body" idx="3"/>
          </p:nvPr>
        </p:nvSpPr>
        <p:spPr>
          <a:xfrm>
            <a:off x="3598407" y="5842824"/>
            <a:ext cx="8052785" cy="3103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3" name="Google Shape;233;p21"/>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4" name="Google Shape;234;p21"/>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35"/>
        <p:cNvGrpSpPr/>
        <p:nvPr/>
      </p:nvGrpSpPr>
      <p:grpSpPr>
        <a:xfrm>
          <a:off x="0" y="0"/>
          <a:ext cx="0" cy="0"/>
          <a:chOff x="0" y="0"/>
          <a:chExt cx="0" cy="0"/>
        </a:xfrm>
      </p:grpSpPr>
      <p:pic>
        <p:nvPicPr>
          <p:cNvPr id="236" name="Google Shape;236;p22"/>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37" name="Google Shape;237;p2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8" name="Google Shape;238;p2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9" name="Google Shape;239;p2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0" name="Google Shape;240;p22"/>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 name="Google Shape;241;p22"/>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 name="Google Shape;242;p22"/>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3" name="Google Shape;243;p22"/>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44"/>
        <p:cNvGrpSpPr/>
        <p:nvPr/>
      </p:nvGrpSpPr>
      <p:grpSpPr>
        <a:xfrm>
          <a:off x="0" y="0"/>
          <a:ext cx="0" cy="0"/>
          <a:chOff x="0" y="0"/>
          <a:chExt cx="0" cy="0"/>
        </a:xfrm>
      </p:grpSpPr>
      <p:pic>
        <p:nvPicPr>
          <p:cNvPr id="245" name="Google Shape;245;p23"/>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46" name="Google Shape;246;p2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7" name="Google Shape;247;p2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8" name="Google Shape;248;p2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9" name="Google Shape;249;p23"/>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0" name="Google Shape;250;p23"/>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1" name="Google Shape;251;p23"/>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2" name="Google Shape;252;p23"/>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253"/>
        <p:cNvGrpSpPr/>
        <p:nvPr/>
      </p:nvGrpSpPr>
      <p:grpSpPr>
        <a:xfrm>
          <a:off x="0" y="0"/>
          <a:ext cx="0" cy="0"/>
          <a:chOff x="0" y="0"/>
          <a:chExt cx="0" cy="0"/>
        </a:xfrm>
      </p:grpSpPr>
      <p:cxnSp>
        <p:nvCxnSpPr>
          <p:cNvPr id="254" name="Google Shape;254;p24"/>
          <p:cNvCxnSpPr/>
          <p:nvPr/>
        </p:nvCxnSpPr>
        <p:spPr>
          <a:xfrm rot="10800000">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255" name="Google Shape;255;p24"/>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256" name="Google Shape;256;p24"/>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257" name="Google Shape;257;p24"/>
          <p:cNvCxnSpPr/>
          <p:nvPr/>
        </p:nvCxnSpPr>
        <p:spPr>
          <a:xfrm rot="10800000">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258" name="Google Shape;258;p24"/>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259" name="Google Shape;259;p24"/>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0" name="Google Shape;260;p24"/>
          <p:cNvSpPr txBox="1">
            <a:spLocks noGrp="1"/>
          </p:cNvSpPr>
          <p:nvPr>
            <p:ph type="body" idx="5"/>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 name="Google Shape;261;p24"/>
          <p:cNvSpPr txBox="1">
            <a:spLocks noGrp="1"/>
          </p:cNvSpPr>
          <p:nvPr>
            <p:ph type="body" idx="6"/>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262"/>
        <p:cNvGrpSpPr/>
        <p:nvPr/>
      </p:nvGrpSpPr>
      <p:grpSpPr>
        <a:xfrm>
          <a:off x="0" y="0"/>
          <a:ext cx="0" cy="0"/>
          <a:chOff x="0" y="0"/>
          <a:chExt cx="0" cy="0"/>
        </a:xfrm>
      </p:grpSpPr>
      <p:pic>
        <p:nvPicPr>
          <p:cNvPr id="263" name="Google Shape;263;p2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64" name="Google Shape;264;p2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65" name="Google Shape;265;p25"/>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6" name="Google Shape;266;p25"/>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7" name="Google Shape;267;p25"/>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8" name="Google Shape;268;p25"/>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9" name="Google Shape;269;p25"/>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0" name="Google Shape;270;p25"/>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1" name="Google Shape;271;p2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2" name="Google Shape;272;p2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273"/>
        <p:cNvGrpSpPr/>
        <p:nvPr/>
      </p:nvGrpSpPr>
      <p:grpSpPr>
        <a:xfrm>
          <a:off x="0" y="0"/>
          <a:ext cx="0" cy="0"/>
          <a:chOff x="0" y="0"/>
          <a:chExt cx="0" cy="0"/>
        </a:xfrm>
      </p:grpSpPr>
      <p:pic>
        <p:nvPicPr>
          <p:cNvPr id="274" name="Google Shape;274;p26"/>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75" name="Google Shape;275;p26"/>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76" name="Google Shape;276;p26"/>
          <p:cNvSpPr txBox="1">
            <a:spLocks noGrp="1"/>
          </p:cNvSpPr>
          <p:nvPr>
            <p:ph type="body" idx="1"/>
          </p:nvPr>
        </p:nvSpPr>
        <p:spPr>
          <a:xfrm>
            <a:off x="3562371" y="2421299"/>
            <a:ext cx="307590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7" name="Google Shape;277;p26"/>
          <p:cNvSpPr txBox="1">
            <a:spLocks noGrp="1"/>
          </p:cNvSpPr>
          <p:nvPr>
            <p:ph type="body" idx="2"/>
          </p:nvPr>
        </p:nvSpPr>
        <p:spPr>
          <a:xfrm>
            <a:off x="3562371" y="3864517"/>
            <a:ext cx="309478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8" name="Google Shape;278;p26"/>
          <p:cNvSpPr txBox="1">
            <a:spLocks noGrp="1"/>
          </p:cNvSpPr>
          <p:nvPr>
            <p:ph type="body" idx="3"/>
          </p:nvPr>
        </p:nvSpPr>
        <p:spPr>
          <a:xfrm>
            <a:off x="3562371" y="5222027"/>
            <a:ext cx="3120376"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 name="Google Shape;279;p26"/>
          <p:cNvSpPr txBox="1">
            <a:spLocks noGrp="1"/>
          </p:cNvSpPr>
          <p:nvPr>
            <p:ph type="body" idx="4"/>
          </p:nvPr>
        </p:nvSpPr>
        <p:spPr>
          <a:xfrm>
            <a:off x="8011122" y="2421299"/>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0" name="Google Shape;280;p26"/>
          <p:cNvSpPr txBox="1">
            <a:spLocks noGrp="1"/>
          </p:cNvSpPr>
          <p:nvPr>
            <p:ph type="body" idx="5"/>
          </p:nvPr>
        </p:nvSpPr>
        <p:spPr>
          <a:xfrm>
            <a:off x="8021910" y="3864492"/>
            <a:ext cx="304686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1" name="Google Shape;281;p26"/>
          <p:cNvSpPr txBox="1">
            <a:spLocks noGrp="1"/>
          </p:cNvSpPr>
          <p:nvPr>
            <p:ph type="body" idx="6"/>
          </p:nvPr>
        </p:nvSpPr>
        <p:spPr>
          <a:xfrm>
            <a:off x="8011122" y="5229761"/>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2" name="Google Shape;282;p26"/>
          <p:cNvSpPr txBox="1">
            <a:spLocks noGrp="1"/>
          </p:cNvSpPr>
          <p:nvPr>
            <p:ph type="body" idx="7"/>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3" name="Google Shape;283;p2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 name="Google Shape;284;p2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285"/>
        <p:cNvGrpSpPr/>
        <p:nvPr/>
      </p:nvGrpSpPr>
      <p:grpSpPr>
        <a:xfrm>
          <a:off x="0" y="0"/>
          <a:ext cx="0" cy="0"/>
          <a:chOff x="0" y="0"/>
          <a:chExt cx="0" cy="0"/>
        </a:xfrm>
      </p:grpSpPr>
      <p:pic>
        <p:nvPicPr>
          <p:cNvPr id="286" name="Google Shape;286;p2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87" name="Google Shape;287;p2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88" name="Google Shape;288;p27"/>
          <p:cNvSpPr txBox="1">
            <a:spLocks noGrp="1"/>
          </p:cNvSpPr>
          <p:nvPr>
            <p:ph type="body" idx="1"/>
          </p:nvPr>
        </p:nvSpPr>
        <p:spPr>
          <a:xfrm>
            <a:off x="3557090" y="3556357"/>
            <a:ext cx="2160687" cy="23823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 name="Google Shape;289;p27"/>
          <p:cNvSpPr txBox="1">
            <a:spLocks noGrp="1"/>
          </p:cNvSpPr>
          <p:nvPr>
            <p:ph type="body" idx="2"/>
          </p:nvPr>
        </p:nvSpPr>
        <p:spPr>
          <a:xfrm>
            <a:off x="6054957" y="3555846"/>
            <a:ext cx="2399155" cy="78507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 name="Google Shape;290;p27"/>
          <p:cNvSpPr txBox="1">
            <a:spLocks noGrp="1"/>
          </p:cNvSpPr>
          <p:nvPr>
            <p:ph type="body" idx="3"/>
          </p:nvPr>
        </p:nvSpPr>
        <p:spPr>
          <a:xfrm>
            <a:off x="8983149" y="3555846"/>
            <a:ext cx="2492083" cy="187975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 name="Google Shape;291;p27"/>
          <p:cNvSpPr txBox="1">
            <a:spLocks noGrp="1"/>
          </p:cNvSpPr>
          <p:nvPr>
            <p:ph type="body" idx="4"/>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 name="Google Shape;292;p27"/>
          <p:cNvSpPr txBox="1">
            <a:spLocks noGrp="1"/>
          </p:cNvSpPr>
          <p:nvPr>
            <p:ph type="body" idx="5"/>
          </p:nvPr>
        </p:nvSpPr>
        <p:spPr>
          <a:xfrm>
            <a:off x="3548026" y="2796830"/>
            <a:ext cx="1892055"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 name="Google Shape;293;p27"/>
          <p:cNvSpPr txBox="1">
            <a:spLocks noGrp="1"/>
          </p:cNvSpPr>
          <p:nvPr>
            <p:ph type="body" idx="6"/>
          </p:nvPr>
        </p:nvSpPr>
        <p:spPr>
          <a:xfrm>
            <a:off x="6042197" y="2807800"/>
            <a:ext cx="1901246"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 name="Google Shape;294;p27"/>
          <p:cNvSpPr txBox="1">
            <a:spLocks noGrp="1"/>
          </p:cNvSpPr>
          <p:nvPr>
            <p:ph type="body" idx="7"/>
          </p:nvPr>
        </p:nvSpPr>
        <p:spPr>
          <a:xfrm>
            <a:off x="8983148" y="2807800"/>
            <a:ext cx="1989537"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 name="Google Shape;295;p2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6" name="Google Shape;296;p2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297"/>
        <p:cNvGrpSpPr/>
        <p:nvPr/>
      </p:nvGrpSpPr>
      <p:grpSpPr>
        <a:xfrm>
          <a:off x="0" y="0"/>
          <a:ext cx="0" cy="0"/>
          <a:chOff x="0" y="0"/>
          <a:chExt cx="0" cy="0"/>
        </a:xfrm>
      </p:grpSpPr>
      <p:pic>
        <p:nvPicPr>
          <p:cNvPr id="298" name="Google Shape;298;p2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99" name="Google Shape;299;p2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300" name="Google Shape;300;p28"/>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 name="Google Shape;301;p28"/>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2" name="Google Shape;302;p28"/>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 name="Google Shape;303;p28"/>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 name="Google Shape;304;p28"/>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 name="Google Shape;305;p28"/>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 name="Google Shape;306;p2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 name="Google Shape;307;p28"/>
          <p:cNvSpPr txBox="1"/>
          <p:nvPr/>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08"/>
        <p:cNvGrpSpPr/>
        <p:nvPr/>
      </p:nvGrpSpPr>
      <p:grpSpPr>
        <a:xfrm>
          <a:off x="0" y="0"/>
          <a:ext cx="0" cy="0"/>
          <a:chOff x="0" y="0"/>
          <a:chExt cx="0" cy="0"/>
        </a:xfrm>
      </p:grpSpPr>
      <p:sp>
        <p:nvSpPr>
          <p:cNvPr id="309" name="Google Shape;309;p2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310"/>
        <p:cNvGrpSpPr/>
        <p:nvPr/>
      </p:nvGrpSpPr>
      <p:grpSpPr>
        <a:xfrm>
          <a:off x="0" y="0"/>
          <a:ext cx="0" cy="0"/>
          <a:chOff x="0" y="0"/>
          <a:chExt cx="0" cy="0"/>
        </a:xfrm>
      </p:grpSpPr>
      <p:pic>
        <p:nvPicPr>
          <p:cNvPr id="311" name="Google Shape;311;p30"/>
          <p:cNvPicPr preferRelativeResize="0"/>
          <p:nvPr/>
        </p:nvPicPr>
        <p:blipFill rotWithShape="1">
          <a:blip r:embed="rId2">
            <a:alphaModFix/>
          </a:blip>
          <a:srcRect/>
          <a:stretch/>
        </p:blipFill>
        <p:spPr>
          <a:xfrm>
            <a:off x="4" y="0"/>
            <a:ext cx="12192000" cy="6857989"/>
          </a:xfrm>
          <a:prstGeom prst="rect">
            <a:avLst/>
          </a:prstGeom>
          <a:noFill/>
          <a:ln>
            <a:noFill/>
          </a:ln>
        </p:spPr>
      </p:pic>
      <p:grpSp>
        <p:nvGrpSpPr>
          <p:cNvPr id="312" name="Google Shape;312;p30"/>
          <p:cNvGrpSpPr/>
          <p:nvPr/>
        </p:nvGrpSpPr>
        <p:grpSpPr>
          <a:xfrm>
            <a:off x="0" y="0"/>
            <a:ext cx="8566485" cy="5808133"/>
            <a:chOff x="0" y="0"/>
            <a:chExt cx="8566485" cy="5808133"/>
          </a:xfrm>
        </p:grpSpPr>
        <p:sp>
          <p:nvSpPr>
            <p:cNvPr id="313" name="Google Shape;313;p30"/>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4" name="Google Shape;314;p30"/>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 name="Google Shape;315;p30"/>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16" name="Google Shape;316;p30"/>
          <p:cNvSpPr txBox="1">
            <a:spLocks noGrp="1"/>
          </p:cNvSpPr>
          <p:nvPr>
            <p:ph type="body" idx="1"/>
          </p:nvPr>
        </p:nvSpPr>
        <p:spPr>
          <a:xfrm>
            <a:off x="1472540" y="999139"/>
            <a:ext cx="5135423" cy="3128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 name="Google Shape;317;p30"/>
          <p:cNvSpPr txBox="1">
            <a:spLocks noGrp="1"/>
          </p:cNvSpPr>
          <p:nvPr>
            <p:ph type="body" idx="2"/>
          </p:nvPr>
        </p:nvSpPr>
        <p:spPr>
          <a:xfrm>
            <a:off x="1472540" y="4248213"/>
            <a:ext cx="3345391" cy="4042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318"/>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319"/>
        <p:cNvGrpSpPr/>
        <p:nvPr/>
      </p:nvGrpSpPr>
      <p:grpSpPr>
        <a:xfrm>
          <a:off x="0" y="0"/>
          <a:ext cx="0" cy="0"/>
          <a:chOff x="0" y="0"/>
          <a:chExt cx="0" cy="0"/>
        </a:xfrm>
      </p:grpSpPr>
      <p:sp>
        <p:nvSpPr>
          <p:cNvPr id="320" name="Google Shape;320;p32"/>
          <p:cNvSpPr txBox="1">
            <a:spLocks noGrp="1"/>
          </p:cNvSpPr>
          <p:nvPr>
            <p:ph type="body" idx="1"/>
          </p:nvPr>
        </p:nvSpPr>
        <p:spPr>
          <a:xfrm>
            <a:off x="2633811" y="1324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 name="Google Shape;321;p32"/>
          <p:cNvSpPr txBox="1">
            <a:spLocks noGrp="1"/>
          </p:cNvSpPr>
          <p:nvPr>
            <p:ph type="body" idx="2"/>
          </p:nvPr>
        </p:nvSpPr>
        <p:spPr>
          <a:xfrm>
            <a:off x="2633811" y="2340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 name="Google Shape;322;p32"/>
          <p:cNvSpPr txBox="1">
            <a:spLocks noGrp="1"/>
          </p:cNvSpPr>
          <p:nvPr>
            <p:ph type="body" idx="3"/>
          </p:nvPr>
        </p:nvSpPr>
        <p:spPr>
          <a:xfrm>
            <a:off x="2633811" y="3365077"/>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 name="Google Shape;323;p32"/>
          <p:cNvSpPr txBox="1">
            <a:spLocks noGrp="1"/>
          </p:cNvSpPr>
          <p:nvPr>
            <p:ph type="body" idx="4"/>
          </p:nvPr>
        </p:nvSpPr>
        <p:spPr>
          <a:xfrm>
            <a:off x="2633811" y="4486741"/>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2">
            <a:alphaModFix/>
          </a:blip>
          <a:srcRect/>
          <a:stretch/>
        </p:blipFill>
        <p:spPr>
          <a:xfrm>
            <a:off x="0" y="9526"/>
            <a:ext cx="12192000" cy="568301"/>
          </a:xfrm>
          <a:prstGeom prst="rect">
            <a:avLst/>
          </a:prstGeom>
          <a:noFill/>
          <a:ln>
            <a:noFill/>
          </a:ln>
        </p:spPr>
      </p:pic>
      <p:sp>
        <p:nvSpPr>
          <p:cNvPr id="326" name="Google Shape;326;p3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27" name="Google Shape;327;p33"/>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28" name="Google Shape;328;p33"/>
          <p:cNvSpPr txBox="1">
            <a:spLocks noGrp="1"/>
          </p:cNvSpPr>
          <p:nvPr>
            <p:ph type="body" idx="1"/>
          </p:nvPr>
        </p:nvSpPr>
        <p:spPr>
          <a:xfrm>
            <a:off x="3136759"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 name="Google Shape;329;p33"/>
          <p:cNvSpPr txBox="1">
            <a:spLocks noGrp="1"/>
          </p:cNvSpPr>
          <p:nvPr>
            <p:ph type="body" idx="2"/>
          </p:nvPr>
        </p:nvSpPr>
        <p:spPr>
          <a:xfrm>
            <a:off x="3136759"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0" name="Google Shape;330;p33"/>
          <p:cNvSpPr txBox="1">
            <a:spLocks noGrp="1"/>
          </p:cNvSpPr>
          <p:nvPr>
            <p:ph type="body" idx="3"/>
          </p:nvPr>
        </p:nvSpPr>
        <p:spPr>
          <a:xfrm>
            <a:off x="3136759"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1" name="Google Shape;331;p33"/>
          <p:cNvSpPr txBox="1">
            <a:spLocks noGrp="1"/>
          </p:cNvSpPr>
          <p:nvPr>
            <p:ph type="body" idx="4"/>
          </p:nvPr>
        </p:nvSpPr>
        <p:spPr>
          <a:xfrm>
            <a:off x="6501751"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 name="Google Shape;332;p33"/>
          <p:cNvSpPr txBox="1">
            <a:spLocks noGrp="1"/>
          </p:cNvSpPr>
          <p:nvPr>
            <p:ph type="body" idx="5"/>
          </p:nvPr>
        </p:nvSpPr>
        <p:spPr>
          <a:xfrm>
            <a:off x="6501751"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 name="Google Shape;333;p33"/>
          <p:cNvSpPr txBox="1">
            <a:spLocks noGrp="1"/>
          </p:cNvSpPr>
          <p:nvPr>
            <p:ph type="body" idx="6"/>
          </p:nvPr>
        </p:nvSpPr>
        <p:spPr>
          <a:xfrm>
            <a:off x="6501751"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4" name="Google Shape;334;p33"/>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5"/>
        <p:cNvGrpSpPr/>
        <p:nvPr/>
      </p:nvGrpSpPr>
      <p:grpSpPr>
        <a:xfrm>
          <a:off x="0" y="0"/>
          <a:ext cx="0" cy="0"/>
          <a:chOff x="0" y="0"/>
          <a:chExt cx="0" cy="0"/>
        </a:xfrm>
      </p:grpSpPr>
      <p:sp>
        <p:nvSpPr>
          <p:cNvPr id="336" name="Google Shape;336;p34"/>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 name="Google Shape;337;p34"/>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8" name="Google Shape;338;p34"/>
          <p:cNvSpPr txBox="1">
            <a:spLocks noGrp="1"/>
          </p:cNvSpPr>
          <p:nvPr>
            <p:ph type="body" idx="1"/>
          </p:nvPr>
        </p:nvSpPr>
        <p:spPr>
          <a:xfrm>
            <a:off x="878472" y="4705246"/>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9" name="Google Shape;339;p34"/>
          <p:cNvSpPr txBox="1">
            <a:spLocks noGrp="1"/>
          </p:cNvSpPr>
          <p:nvPr>
            <p:ph type="body" idx="2"/>
          </p:nvPr>
        </p:nvSpPr>
        <p:spPr>
          <a:xfrm>
            <a:off x="878472" y="5194925"/>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 name="Google Shape;340;p34"/>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1" name="Google Shape;341;p34"/>
          <p:cNvSpPr txBox="1"/>
          <p:nvPr/>
        </p:nvSpPr>
        <p:spPr>
          <a:xfrm>
            <a:off x="4535254" y="1129596"/>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42" name="Google Shape;342;p34"/>
          <p:cNvCxnSpPr/>
          <p:nvPr/>
        </p:nvCxnSpPr>
        <p:spPr>
          <a:xfrm>
            <a:off x="4535253" y="1685408"/>
            <a:ext cx="6858888" cy="0"/>
          </a:xfrm>
          <a:prstGeom prst="straightConnector1">
            <a:avLst/>
          </a:prstGeom>
          <a:noFill/>
          <a:ln w="19050" cap="flat" cmpd="sng">
            <a:solidFill>
              <a:srgbClr val="A5A5A5"/>
            </a:solidFill>
            <a:prstDash val="solid"/>
            <a:round/>
            <a:headEnd type="oval" w="med" len="med"/>
            <a:tailEnd type="oval" w="med" len="med"/>
          </a:ln>
        </p:spPr>
      </p:cxnSp>
      <p:sp>
        <p:nvSpPr>
          <p:cNvPr id="343" name="Google Shape;343;p34"/>
          <p:cNvSpPr txBox="1"/>
          <p:nvPr/>
        </p:nvSpPr>
        <p:spPr>
          <a:xfrm>
            <a:off x="4535254" y="2594775"/>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44" name="Google Shape;344;p34"/>
          <p:cNvCxnSpPr/>
          <p:nvPr/>
        </p:nvCxnSpPr>
        <p:spPr>
          <a:xfrm>
            <a:off x="4535253" y="3150587"/>
            <a:ext cx="6858888" cy="0"/>
          </a:xfrm>
          <a:prstGeom prst="straightConnector1">
            <a:avLst/>
          </a:prstGeom>
          <a:noFill/>
          <a:ln w="19050" cap="flat" cmpd="sng">
            <a:solidFill>
              <a:srgbClr val="A5A5A5"/>
            </a:solidFill>
            <a:prstDash val="solid"/>
            <a:round/>
            <a:headEnd type="oval" w="med" len="med"/>
            <a:tailEnd type="oval" w="med" len="med"/>
          </a:ln>
        </p:spPr>
      </p:cxnSp>
      <p:sp>
        <p:nvSpPr>
          <p:cNvPr id="345" name="Google Shape;345;p34"/>
          <p:cNvSpPr txBox="1"/>
          <p:nvPr/>
        </p:nvSpPr>
        <p:spPr>
          <a:xfrm>
            <a:off x="4535254" y="4059954"/>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46" name="Google Shape;346;p34"/>
          <p:cNvCxnSpPr/>
          <p:nvPr/>
        </p:nvCxnSpPr>
        <p:spPr>
          <a:xfrm>
            <a:off x="4535253" y="4615765"/>
            <a:ext cx="6858888" cy="0"/>
          </a:xfrm>
          <a:prstGeom prst="straightConnector1">
            <a:avLst/>
          </a:prstGeom>
          <a:noFill/>
          <a:ln w="19050" cap="flat" cmpd="sng">
            <a:solidFill>
              <a:srgbClr val="A5A5A5"/>
            </a:solidFill>
            <a:prstDash val="solid"/>
            <a:round/>
            <a:headEnd type="oval" w="med" len="med"/>
            <a:tailEnd type="oval" w="med" len="med"/>
          </a:ln>
        </p:spPr>
      </p:cxnSp>
      <p:sp>
        <p:nvSpPr>
          <p:cNvPr id="347" name="Google Shape;347;p34"/>
          <p:cNvSpPr txBox="1"/>
          <p:nvPr/>
        </p:nvSpPr>
        <p:spPr>
          <a:xfrm>
            <a:off x="4535254" y="5525133"/>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48" name="Google Shape;348;p34"/>
          <p:cNvCxnSpPr/>
          <p:nvPr/>
        </p:nvCxnSpPr>
        <p:spPr>
          <a:xfrm>
            <a:off x="4535253" y="6080945"/>
            <a:ext cx="6858888" cy="0"/>
          </a:xfrm>
          <a:prstGeom prst="straightConnector1">
            <a:avLst/>
          </a:prstGeom>
          <a:noFill/>
          <a:ln w="19050" cap="flat" cmpd="sng">
            <a:solidFill>
              <a:srgbClr val="A5A5A5"/>
            </a:solidFill>
            <a:prstDash val="solid"/>
            <a:round/>
            <a:headEnd type="oval" w="med" len="med"/>
            <a:tailEnd type="oval" w="med" len="med"/>
          </a:ln>
        </p:spPr>
      </p:cxnSp>
      <p:sp>
        <p:nvSpPr>
          <p:cNvPr id="349" name="Google Shape;349;p34"/>
          <p:cNvSpPr txBox="1">
            <a:spLocks noGrp="1"/>
          </p:cNvSpPr>
          <p:nvPr>
            <p:ph type="body" idx="3"/>
          </p:nvPr>
        </p:nvSpPr>
        <p:spPr>
          <a:xfrm>
            <a:off x="5207001" y="609602"/>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0" name="Google Shape;350;p34"/>
          <p:cNvSpPr txBox="1">
            <a:spLocks noGrp="1"/>
          </p:cNvSpPr>
          <p:nvPr>
            <p:ph type="body" idx="4"/>
          </p:nvPr>
        </p:nvSpPr>
        <p:spPr>
          <a:xfrm>
            <a:off x="5207001" y="2078638"/>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 name="Google Shape;351;p34"/>
          <p:cNvSpPr txBox="1">
            <a:spLocks noGrp="1"/>
          </p:cNvSpPr>
          <p:nvPr>
            <p:ph type="body" idx="5"/>
          </p:nvPr>
        </p:nvSpPr>
        <p:spPr>
          <a:xfrm>
            <a:off x="5207001" y="3537680"/>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 name="Google Shape;352;p34"/>
          <p:cNvSpPr txBox="1">
            <a:spLocks noGrp="1"/>
          </p:cNvSpPr>
          <p:nvPr>
            <p:ph type="body" idx="6"/>
          </p:nvPr>
        </p:nvSpPr>
        <p:spPr>
          <a:xfrm>
            <a:off x="5207001" y="5006716"/>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3" name="Google Shape;353;p3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 name="Google Shape;354;p3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55"/>
        <p:cNvGrpSpPr/>
        <p:nvPr/>
      </p:nvGrpSpPr>
      <p:grpSpPr>
        <a:xfrm>
          <a:off x="0" y="0"/>
          <a:ext cx="0" cy="0"/>
          <a:chOff x="0" y="0"/>
          <a:chExt cx="0" cy="0"/>
        </a:xfrm>
      </p:grpSpPr>
      <p:pic>
        <p:nvPicPr>
          <p:cNvPr id="356" name="Google Shape;356;p35"/>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57" name="Google Shape;357;p35"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358" name="Google Shape;358;p35"/>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59" name="Google Shape;359;p35"/>
          <p:cNvSpPr>
            <a:spLocks noGrp="1"/>
          </p:cNvSpPr>
          <p:nvPr>
            <p:ph type="pic" idx="2"/>
          </p:nvPr>
        </p:nvSpPr>
        <p:spPr>
          <a:xfrm>
            <a:off x="4868334" y="1691217"/>
            <a:ext cx="6354233" cy="4068233"/>
          </a:xfrm>
          <a:prstGeom prst="rect">
            <a:avLst/>
          </a:prstGeom>
          <a:solidFill>
            <a:srgbClr val="D8D8D8"/>
          </a:solidFill>
          <a:ln>
            <a:noFill/>
          </a:ln>
        </p:spPr>
        <p:txBody>
          <a:bodyPr/>
          <a:lstStyle/>
          <a:p>
            <a:endParaRPr lang="pt-BR" dirty="0"/>
          </a:p>
        </p:txBody>
      </p:sp>
      <p:sp>
        <p:nvSpPr>
          <p:cNvPr id="360" name="Google Shape;360;p35"/>
          <p:cNvSpPr txBox="1"/>
          <p:nvPr/>
        </p:nvSpPr>
        <p:spPr>
          <a:xfrm>
            <a:off x="4676921" y="734022"/>
            <a:ext cx="5440600" cy="718283"/>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61" name="Google Shape;361;p35"/>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2" name="Google Shape;362;p35"/>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363"/>
        <p:cNvGrpSpPr/>
        <p:nvPr/>
      </p:nvGrpSpPr>
      <p:grpSpPr>
        <a:xfrm>
          <a:off x="0" y="0"/>
          <a:ext cx="0" cy="0"/>
          <a:chOff x="0" y="0"/>
          <a:chExt cx="0" cy="0"/>
        </a:xfrm>
      </p:grpSpPr>
      <p:pic>
        <p:nvPicPr>
          <p:cNvPr id="364" name="Google Shape;364;p36"/>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65" name="Google Shape;365;p36"/>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66" name="Google Shape;366;p36"/>
          <p:cNvSpPr txBox="1">
            <a:spLocks noGrp="1"/>
          </p:cNvSpPr>
          <p:nvPr>
            <p:ph type="body" idx="1"/>
          </p:nvPr>
        </p:nvSpPr>
        <p:spPr>
          <a:xfrm>
            <a:off x="2832629" y="929217"/>
            <a:ext cx="8512278" cy="40990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7" name="Google Shape;367;p36"/>
          <p:cNvSpPr txBox="1">
            <a:spLocks noGrp="1"/>
          </p:cNvSpPr>
          <p:nvPr>
            <p:ph type="body" idx="2"/>
          </p:nvPr>
        </p:nvSpPr>
        <p:spPr>
          <a:xfrm>
            <a:off x="3117954" y="1598778"/>
            <a:ext cx="8226953" cy="26127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8" name="Google Shape;368;p36"/>
          <p:cNvSpPr txBox="1">
            <a:spLocks noGrp="1"/>
          </p:cNvSpPr>
          <p:nvPr>
            <p:ph type="body" idx="3"/>
          </p:nvPr>
        </p:nvSpPr>
        <p:spPr>
          <a:xfrm>
            <a:off x="4282082" y="4997173"/>
            <a:ext cx="6770665"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9" name="Google Shape;369;p3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0" name="Google Shape;370;p3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71"/>
        <p:cNvGrpSpPr/>
        <p:nvPr/>
      </p:nvGrpSpPr>
      <p:grpSpPr>
        <a:xfrm>
          <a:off x="0" y="0"/>
          <a:ext cx="0" cy="0"/>
          <a:chOff x="0" y="0"/>
          <a:chExt cx="0" cy="0"/>
        </a:xfrm>
      </p:grpSpPr>
      <p:pic>
        <p:nvPicPr>
          <p:cNvPr id="372" name="Google Shape;372;p37"/>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73" name="Google Shape;373;p37"/>
          <p:cNvPicPr preferRelativeResize="0"/>
          <p:nvPr/>
        </p:nvPicPr>
        <p:blipFill rotWithShape="1">
          <a:blip r:embed="rId3">
            <a:alphaModFix/>
          </a:blip>
          <a:srcRect/>
          <a:stretch/>
        </p:blipFill>
        <p:spPr>
          <a:xfrm>
            <a:off x="0" y="6281734"/>
            <a:ext cx="12192000" cy="595317"/>
          </a:xfrm>
          <a:prstGeom prst="rect">
            <a:avLst/>
          </a:prstGeom>
          <a:noFill/>
          <a:ln>
            <a:noFill/>
          </a:ln>
        </p:spPr>
      </p:pic>
      <p:cxnSp>
        <p:nvCxnSpPr>
          <p:cNvPr id="374" name="Google Shape;374;p37"/>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375" name="Google Shape;375;p37"/>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6" name="Google Shape;376;p37"/>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7" name="Google Shape;377;p3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8" name="Google Shape;378;p3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9" name="Google Shape;379;p3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80"/>
        <p:cNvGrpSpPr/>
        <p:nvPr/>
      </p:nvGrpSpPr>
      <p:grpSpPr>
        <a:xfrm>
          <a:off x="0" y="0"/>
          <a:ext cx="0" cy="0"/>
          <a:chOff x="0" y="0"/>
          <a:chExt cx="0" cy="0"/>
        </a:xfrm>
      </p:grpSpPr>
      <p:pic>
        <p:nvPicPr>
          <p:cNvPr id="381" name="Google Shape;381;p3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82" name="Google Shape;382;p38"/>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83" name="Google Shape;383;p38"/>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84" name="Google Shape;384;p38"/>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5" name="Google Shape;385;p38"/>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6" name="Google Shape;386;p38"/>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387" name="Google Shape;387;p38"/>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388" name="Google Shape;388;p38"/>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389" name="Google Shape;389;p38"/>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390" name="Google Shape;390;p38"/>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391" name="Google Shape;391;p38"/>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392" name="Google Shape;392;p38"/>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93" name="Google Shape;393;p3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94" name="Google Shape;394;p38"/>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95"/>
        <p:cNvGrpSpPr/>
        <p:nvPr/>
      </p:nvGrpSpPr>
      <p:grpSpPr>
        <a:xfrm>
          <a:off x="0" y="0"/>
          <a:ext cx="0" cy="0"/>
          <a:chOff x="0" y="0"/>
          <a:chExt cx="0" cy="0"/>
        </a:xfrm>
      </p:grpSpPr>
      <p:pic>
        <p:nvPicPr>
          <p:cNvPr id="396" name="Google Shape;396;p3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97" name="Google Shape;397;p39"/>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98" name="Google Shape;398;p39"/>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99" name="Google Shape;399;p39"/>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0" name="Google Shape;400;p39"/>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1" name="Google Shape;401;p39"/>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02" name="Google Shape;402;p39"/>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03" name="Google Shape;403;p39"/>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404" name="Google Shape;404;p39"/>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405" name="Google Shape;405;p39"/>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406" name="Google Shape;406;p39"/>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07" name="Google Shape;407;p39"/>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08" name="Google Shape;408;p3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 name="Google Shape;409;p3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410"/>
        <p:cNvGrpSpPr/>
        <p:nvPr/>
      </p:nvGrpSpPr>
      <p:grpSpPr>
        <a:xfrm>
          <a:off x="0" y="0"/>
          <a:ext cx="0" cy="0"/>
          <a:chOff x="0" y="0"/>
          <a:chExt cx="0" cy="0"/>
        </a:xfrm>
      </p:grpSpPr>
      <p:pic>
        <p:nvPicPr>
          <p:cNvPr id="411" name="Google Shape;411;p4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12" name="Google Shape;412;p40"/>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13" name="Google Shape;413;p40"/>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14" name="Google Shape;414;p40"/>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5" name="Google Shape;415;p40"/>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6" name="Google Shape;416;p40"/>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17" name="Google Shape;417;p40"/>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18" name="Google Shape;418;p40"/>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19" name="Google Shape;419;p40"/>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20" name="Google Shape;420;p40"/>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21" name="Google Shape;421;p40"/>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22" name="Google Shape;422;p40"/>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23" name="Google Shape;423;p40"/>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24" name="Google Shape;424;p40"/>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25" name="Google Shape;425;p40"/>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26" name="Google Shape;426;p40"/>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427"/>
        <p:cNvGrpSpPr/>
        <p:nvPr/>
      </p:nvGrpSpPr>
      <p:grpSpPr>
        <a:xfrm>
          <a:off x="0" y="0"/>
          <a:ext cx="0" cy="0"/>
          <a:chOff x="0" y="0"/>
          <a:chExt cx="0" cy="0"/>
        </a:xfrm>
      </p:grpSpPr>
      <p:pic>
        <p:nvPicPr>
          <p:cNvPr id="428" name="Google Shape;428;p4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29" name="Google Shape;429;p41"/>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30" name="Google Shape;430;p41"/>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31" name="Google Shape;431;p41"/>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2" name="Google Shape;432;p41"/>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3" name="Google Shape;433;p41"/>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34" name="Google Shape;434;p41"/>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35" name="Google Shape;435;p41"/>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36" name="Google Shape;436;p41"/>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37" name="Google Shape;437;p41"/>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38" name="Google Shape;438;p41"/>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39" name="Google Shape;439;p41"/>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40" name="Google Shape;440;p41"/>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41" name="Google Shape;441;p41"/>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42" name="Google Shape;442;p41"/>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3" name="Google Shape;443;p41"/>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444"/>
        <p:cNvGrpSpPr/>
        <p:nvPr/>
      </p:nvGrpSpPr>
      <p:grpSpPr>
        <a:xfrm>
          <a:off x="0" y="0"/>
          <a:ext cx="0" cy="0"/>
          <a:chOff x="0" y="0"/>
          <a:chExt cx="0" cy="0"/>
        </a:xfrm>
      </p:grpSpPr>
      <p:pic>
        <p:nvPicPr>
          <p:cNvPr id="445" name="Google Shape;445;p4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46" name="Google Shape;446;p42"/>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47" name="Google Shape;447;p42"/>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48" name="Google Shape;448;p42"/>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49" name="Google Shape;449;p42"/>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50" name="Google Shape;450;p42"/>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51" name="Google Shape;451;p42"/>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52" name="Google Shape;452;p42"/>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53" name="Google Shape;453;p42"/>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54" name="Google Shape;454;p42"/>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55" name="Google Shape;455;p42"/>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56" name="Google Shape;456;p42"/>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7" name="Google Shape;457;p42"/>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58" name="Google Shape;458;p42"/>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59" name="Google Shape;459;p4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60" name="Google Shape;460;p4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461"/>
        <p:cNvGrpSpPr/>
        <p:nvPr/>
      </p:nvGrpSpPr>
      <p:grpSpPr>
        <a:xfrm>
          <a:off x="0" y="0"/>
          <a:ext cx="0" cy="0"/>
          <a:chOff x="0" y="0"/>
          <a:chExt cx="0" cy="0"/>
        </a:xfrm>
      </p:grpSpPr>
      <p:pic>
        <p:nvPicPr>
          <p:cNvPr id="462" name="Google Shape;462;p4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63" name="Google Shape;463;p4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64" name="Google Shape;464;p43"/>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465" name="Google Shape;465;p43"/>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466" name="Google Shape;466;p43"/>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467" name="Google Shape;467;p43"/>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468" name="Google Shape;468;p43"/>
          <p:cNvGrpSpPr/>
          <p:nvPr/>
        </p:nvGrpSpPr>
        <p:grpSpPr>
          <a:xfrm>
            <a:off x="9756405" y="6381592"/>
            <a:ext cx="2435595" cy="499855"/>
            <a:chOff x="14634602" y="9537218"/>
            <a:chExt cx="3653392" cy="749782"/>
          </a:xfrm>
        </p:grpSpPr>
        <p:pic>
          <p:nvPicPr>
            <p:cNvPr id="469" name="Google Shape;469;p43"/>
            <p:cNvPicPr preferRelativeResize="0"/>
            <p:nvPr/>
          </p:nvPicPr>
          <p:blipFill rotWithShape="1">
            <a:blip r:embed="rId4">
              <a:alphaModFix/>
            </a:blip>
            <a:srcRect/>
            <a:stretch/>
          </p:blipFill>
          <p:spPr>
            <a:xfrm>
              <a:off x="14634602" y="9537218"/>
              <a:ext cx="3653392" cy="749782"/>
            </a:xfrm>
            <a:prstGeom prst="rect">
              <a:avLst/>
            </a:prstGeom>
            <a:noFill/>
            <a:ln>
              <a:noFill/>
            </a:ln>
          </p:spPr>
        </p:pic>
        <p:pic>
          <p:nvPicPr>
            <p:cNvPr id="470" name="Google Shape;470;p43" descr="Logotipo"/>
            <p:cNvPicPr preferRelativeResize="0"/>
            <p:nvPr/>
          </p:nvPicPr>
          <p:blipFill rotWithShape="1">
            <a:blip r:embed="rId5">
              <a:alphaModFix/>
            </a:blip>
            <a:srcRect l="6765" t="26294" b="17973"/>
            <a:stretch/>
          </p:blipFill>
          <p:spPr>
            <a:xfrm>
              <a:off x="15016163" y="9710738"/>
              <a:ext cx="3271831" cy="487362"/>
            </a:xfrm>
            <a:prstGeom prst="rect">
              <a:avLst/>
            </a:prstGeom>
            <a:noFill/>
            <a:ln>
              <a:noFill/>
            </a:ln>
          </p:spPr>
        </p:pic>
      </p:grpSp>
      <p:sp>
        <p:nvSpPr>
          <p:cNvPr id="471" name="Google Shape;471;p43"/>
          <p:cNvSpPr>
            <a:spLocks noGrp="1"/>
          </p:cNvSpPr>
          <p:nvPr>
            <p:ph type="pic" idx="6"/>
          </p:nvPr>
        </p:nvSpPr>
        <p:spPr>
          <a:xfrm>
            <a:off x="5943669" y="2636294"/>
            <a:ext cx="2481584" cy="1744787"/>
          </a:xfrm>
          <a:prstGeom prst="rect">
            <a:avLst/>
          </a:prstGeom>
          <a:solidFill>
            <a:srgbClr val="D8D8D8"/>
          </a:solidFill>
          <a:ln>
            <a:noFill/>
          </a:ln>
        </p:spPr>
        <p:txBody>
          <a:bodyPr/>
          <a:lstStyle/>
          <a:p>
            <a:endParaRPr lang="pt-BR" dirty="0"/>
          </a:p>
        </p:txBody>
      </p:sp>
      <p:sp>
        <p:nvSpPr>
          <p:cNvPr id="472" name="Google Shape;472;p43"/>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3" name="Google Shape;473;p43"/>
          <p:cNvSpPr txBox="1">
            <a:spLocks noGrp="1"/>
          </p:cNvSpPr>
          <p:nvPr>
            <p:ph type="body" idx="7"/>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4" name="Google Shape;474;p43"/>
          <p:cNvSpPr txBox="1">
            <a:spLocks noGrp="1"/>
          </p:cNvSpPr>
          <p:nvPr>
            <p:ph type="body" idx="8"/>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5" name="Google Shape;475;p43"/>
          <p:cNvSpPr txBox="1">
            <a:spLocks noGrp="1"/>
          </p:cNvSpPr>
          <p:nvPr>
            <p:ph type="body" idx="9"/>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6" name="Google Shape;476;p43"/>
          <p:cNvSpPr txBox="1">
            <a:spLocks noGrp="1"/>
          </p:cNvSpPr>
          <p:nvPr>
            <p:ph type="body" idx="13"/>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7" name="Google Shape;477;p43"/>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78" name="Google Shape;478;p43"/>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479"/>
        <p:cNvGrpSpPr/>
        <p:nvPr/>
      </p:nvGrpSpPr>
      <p:grpSpPr>
        <a:xfrm>
          <a:off x="0" y="0"/>
          <a:ext cx="0" cy="0"/>
          <a:chOff x="0" y="0"/>
          <a:chExt cx="0" cy="0"/>
        </a:xfrm>
      </p:grpSpPr>
      <p:pic>
        <p:nvPicPr>
          <p:cNvPr id="480" name="Google Shape;480;p44"/>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1" name="Google Shape;481;p44"/>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2" name="Google Shape;482;p4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83" name="Google Shape;483;p44"/>
          <p:cNvSpPr txBox="1">
            <a:spLocks noGrp="1"/>
          </p:cNvSpPr>
          <p:nvPr>
            <p:ph type="body" idx="1"/>
          </p:nvPr>
        </p:nvSpPr>
        <p:spPr>
          <a:xfrm>
            <a:off x="3005293"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84" name="Google Shape;484;p4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85" name="Google Shape;485;p4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486"/>
        <p:cNvGrpSpPr/>
        <p:nvPr/>
      </p:nvGrpSpPr>
      <p:grpSpPr>
        <a:xfrm>
          <a:off x="0" y="0"/>
          <a:ext cx="0" cy="0"/>
          <a:chOff x="0" y="0"/>
          <a:chExt cx="0" cy="0"/>
        </a:xfrm>
      </p:grpSpPr>
      <p:pic>
        <p:nvPicPr>
          <p:cNvPr id="487" name="Google Shape;487;p4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8" name="Google Shape;488;p4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9" name="Google Shape;489;p4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90" name="Google Shape;490;p45"/>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1" name="Google Shape;491;p45"/>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492"/>
        <p:cNvGrpSpPr/>
        <p:nvPr/>
      </p:nvGrpSpPr>
      <p:grpSpPr>
        <a:xfrm>
          <a:off x="0" y="0"/>
          <a:ext cx="0" cy="0"/>
          <a:chOff x="0" y="0"/>
          <a:chExt cx="0" cy="0"/>
        </a:xfrm>
      </p:grpSpPr>
      <p:pic>
        <p:nvPicPr>
          <p:cNvPr id="493" name="Google Shape;493;p46"/>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4" name="Google Shape;494;p4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5" name="Google Shape;495;p46"/>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496" name="Google Shape;496;p46"/>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497"/>
        <p:cNvGrpSpPr/>
        <p:nvPr/>
      </p:nvGrpSpPr>
      <p:grpSpPr>
        <a:xfrm>
          <a:off x="0" y="0"/>
          <a:ext cx="0" cy="0"/>
          <a:chOff x="0" y="0"/>
          <a:chExt cx="0" cy="0"/>
        </a:xfrm>
      </p:grpSpPr>
      <p:pic>
        <p:nvPicPr>
          <p:cNvPr id="498" name="Google Shape;498;p47"/>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9" name="Google Shape;499;p4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500" name="Google Shape;500;p4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1" name="Google Shape;501;p4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502"/>
        <p:cNvGrpSpPr/>
        <p:nvPr/>
      </p:nvGrpSpPr>
      <p:grpSpPr>
        <a:xfrm>
          <a:off x="0" y="0"/>
          <a:ext cx="0" cy="0"/>
          <a:chOff x="0" y="0"/>
          <a:chExt cx="0" cy="0"/>
        </a:xfrm>
      </p:grpSpPr>
      <p:pic>
        <p:nvPicPr>
          <p:cNvPr id="503" name="Google Shape;503;p4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04" name="Google Shape;504;p4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05" name="Google Shape;505;p48"/>
          <p:cNvSpPr txBox="1">
            <a:spLocks noGrp="1"/>
          </p:cNvSpPr>
          <p:nvPr>
            <p:ph type="body" idx="1"/>
          </p:nvPr>
        </p:nvSpPr>
        <p:spPr>
          <a:xfrm>
            <a:off x="3163359" y="1023409"/>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6" name="Google Shape;506;p48"/>
          <p:cNvSpPr txBox="1">
            <a:spLocks noGrp="1"/>
          </p:cNvSpPr>
          <p:nvPr>
            <p:ph type="body" idx="2"/>
          </p:nvPr>
        </p:nvSpPr>
        <p:spPr>
          <a:xfrm>
            <a:off x="3163359" y="2334624"/>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7" name="Google Shape;507;p48"/>
          <p:cNvSpPr>
            <a:spLocks noGrp="1"/>
          </p:cNvSpPr>
          <p:nvPr>
            <p:ph type="pic" idx="3"/>
          </p:nvPr>
        </p:nvSpPr>
        <p:spPr>
          <a:xfrm>
            <a:off x="3163359" y="3645959"/>
            <a:ext cx="4888441" cy="1667933"/>
          </a:xfrm>
          <a:prstGeom prst="rect">
            <a:avLst/>
          </a:prstGeom>
          <a:noFill/>
          <a:ln>
            <a:noFill/>
          </a:ln>
        </p:spPr>
        <p:txBody>
          <a:bodyPr/>
          <a:lstStyle/>
          <a:p>
            <a:endParaRPr lang="pt-BR" dirty="0"/>
          </a:p>
        </p:txBody>
      </p:sp>
      <p:sp>
        <p:nvSpPr>
          <p:cNvPr id="508" name="Google Shape;508;p48"/>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9" name="Google Shape;509;p48"/>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510"/>
        <p:cNvGrpSpPr/>
        <p:nvPr/>
      </p:nvGrpSpPr>
      <p:grpSpPr>
        <a:xfrm>
          <a:off x="0" y="0"/>
          <a:ext cx="0" cy="0"/>
          <a:chOff x="0" y="0"/>
          <a:chExt cx="0" cy="0"/>
        </a:xfrm>
      </p:grpSpPr>
      <p:pic>
        <p:nvPicPr>
          <p:cNvPr id="511" name="Google Shape;511;p4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12" name="Google Shape;512;p49"/>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13" name="Google Shape;513;p49"/>
          <p:cNvSpPr>
            <a:spLocks noGrp="1"/>
          </p:cNvSpPr>
          <p:nvPr>
            <p:ph type="pic" idx="2"/>
          </p:nvPr>
        </p:nvSpPr>
        <p:spPr>
          <a:xfrm>
            <a:off x="2805141" y="2431243"/>
            <a:ext cx="9004568" cy="3295901"/>
          </a:xfrm>
          <a:prstGeom prst="rect">
            <a:avLst/>
          </a:prstGeom>
          <a:solidFill>
            <a:srgbClr val="D8D8D8"/>
          </a:solidFill>
          <a:ln>
            <a:noFill/>
          </a:ln>
        </p:spPr>
        <p:txBody>
          <a:bodyPr/>
          <a:lstStyle/>
          <a:p>
            <a:endParaRPr lang="pt-BR" dirty="0"/>
          </a:p>
        </p:txBody>
      </p:sp>
      <p:sp>
        <p:nvSpPr>
          <p:cNvPr id="514" name="Google Shape;514;p49"/>
          <p:cNvSpPr txBox="1">
            <a:spLocks noGrp="1"/>
          </p:cNvSpPr>
          <p:nvPr>
            <p:ph type="body" idx="1"/>
          </p:nvPr>
        </p:nvSpPr>
        <p:spPr>
          <a:xfrm>
            <a:off x="2805142" y="5860191"/>
            <a:ext cx="9004801" cy="2793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5" name="Google Shape;515;p49"/>
          <p:cNvSpPr txBox="1">
            <a:spLocks noGrp="1"/>
          </p:cNvSpPr>
          <p:nvPr>
            <p:ph type="body" idx="3"/>
          </p:nvPr>
        </p:nvSpPr>
        <p:spPr>
          <a:xfrm>
            <a:off x="2805142" y="823383"/>
            <a:ext cx="9004801" cy="13631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6" name="Google Shape;516;p4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17" name="Google Shape;517;p4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518"/>
        <p:cNvGrpSpPr/>
        <p:nvPr/>
      </p:nvGrpSpPr>
      <p:grpSpPr>
        <a:xfrm>
          <a:off x="0" y="0"/>
          <a:ext cx="0" cy="0"/>
          <a:chOff x="0" y="0"/>
          <a:chExt cx="0" cy="0"/>
        </a:xfrm>
      </p:grpSpPr>
      <p:pic>
        <p:nvPicPr>
          <p:cNvPr id="519" name="Google Shape;519;p5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0" name="Google Shape;520;p50"/>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1" name="Google Shape;521;p50"/>
          <p:cNvSpPr txBox="1">
            <a:spLocks noGrp="1"/>
          </p:cNvSpPr>
          <p:nvPr>
            <p:ph type="body" idx="1"/>
          </p:nvPr>
        </p:nvSpPr>
        <p:spPr>
          <a:xfrm>
            <a:off x="2967826" y="931395"/>
            <a:ext cx="8540120" cy="5206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2" name="Google Shape;522;p50"/>
          <p:cNvSpPr txBox="1">
            <a:spLocks noGrp="1"/>
          </p:cNvSpPr>
          <p:nvPr>
            <p:ph type="body" idx="2"/>
          </p:nvPr>
        </p:nvSpPr>
        <p:spPr>
          <a:xfrm>
            <a:off x="2967826" y="2012830"/>
            <a:ext cx="3829789" cy="37611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3" name="Google Shape;523;p50"/>
          <p:cNvSpPr>
            <a:spLocks noGrp="1"/>
          </p:cNvSpPr>
          <p:nvPr>
            <p:ph type="pic" idx="3"/>
          </p:nvPr>
        </p:nvSpPr>
        <p:spPr>
          <a:xfrm>
            <a:off x="7131171" y="2012830"/>
            <a:ext cx="4376775" cy="3761117"/>
          </a:xfrm>
          <a:prstGeom prst="rect">
            <a:avLst/>
          </a:prstGeom>
          <a:solidFill>
            <a:srgbClr val="D8D8D8"/>
          </a:solidFill>
          <a:ln>
            <a:noFill/>
          </a:ln>
        </p:spPr>
        <p:txBody>
          <a:bodyPr/>
          <a:lstStyle/>
          <a:p>
            <a:endParaRPr lang="pt-BR" dirty="0"/>
          </a:p>
        </p:txBody>
      </p:sp>
      <p:sp>
        <p:nvSpPr>
          <p:cNvPr id="524" name="Google Shape;524;p50"/>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25" name="Google Shape;525;p50"/>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526"/>
        <p:cNvGrpSpPr/>
        <p:nvPr/>
      </p:nvGrpSpPr>
      <p:grpSpPr>
        <a:xfrm>
          <a:off x="0" y="0"/>
          <a:ext cx="0" cy="0"/>
          <a:chOff x="0" y="0"/>
          <a:chExt cx="0" cy="0"/>
        </a:xfrm>
      </p:grpSpPr>
      <p:pic>
        <p:nvPicPr>
          <p:cNvPr id="527" name="Google Shape;527;p5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8" name="Google Shape;528;p5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9" name="Google Shape;529;p51"/>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0" name="Google Shape;530;p51"/>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1" name="Google Shape;531;p51"/>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2" name="Google Shape;532;p51"/>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33" name="Google Shape;533;p51"/>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534"/>
        <p:cNvGrpSpPr/>
        <p:nvPr/>
      </p:nvGrpSpPr>
      <p:grpSpPr>
        <a:xfrm>
          <a:off x="0" y="0"/>
          <a:ext cx="0" cy="0"/>
          <a:chOff x="0" y="0"/>
          <a:chExt cx="0" cy="0"/>
        </a:xfrm>
      </p:grpSpPr>
      <p:pic>
        <p:nvPicPr>
          <p:cNvPr id="535" name="Google Shape;535;p5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36" name="Google Shape;536;p52"/>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37" name="Google Shape;537;p52"/>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8" name="Google Shape;538;p52"/>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9" name="Google Shape;539;p52"/>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40" name="Google Shape;540;p5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1" name="Google Shape;541;p5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542"/>
        <p:cNvGrpSpPr/>
        <p:nvPr/>
      </p:nvGrpSpPr>
      <p:grpSpPr>
        <a:xfrm>
          <a:off x="0" y="0"/>
          <a:ext cx="0" cy="0"/>
          <a:chOff x="0" y="0"/>
          <a:chExt cx="0" cy="0"/>
        </a:xfrm>
      </p:grpSpPr>
      <p:pic>
        <p:nvPicPr>
          <p:cNvPr id="543" name="Google Shape;543;p53"/>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44" name="Google Shape;544;p53"/>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45" name="Google Shape;545;p53"/>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6" name="Google Shape;546;p53"/>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47" name="Google Shape;547;p53"/>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8" name="Google Shape;548;p53"/>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9" name="Google Shape;549;p53"/>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0" name="Google Shape;550;p53"/>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1" name="Google Shape;551;p53"/>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52" name="Google Shape;552;p53"/>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53" name="Google Shape;553;p53"/>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4" name="Google Shape;554;p53"/>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555"/>
        <p:cNvGrpSpPr/>
        <p:nvPr/>
      </p:nvGrpSpPr>
      <p:grpSpPr>
        <a:xfrm>
          <a:off x="0" y="0"/>
          <a:ext cx="0" cy="0"/>
          <a:chOff x="0" y="0"/>
          <a:chExt cx="0" cy="0"/>
        </a:xfrm>
      </p:grpSpPr>
      <p:pic>
        <p:nvPicPr>
          <p:cNvPr id="556" name="Google Shape;556;p54"/>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57" name="Google Shape;557;p54"/>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l="-24972" r="-24972"/>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58" name="Google Shape;558;p54"/>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59" name="Google Shape;559;p54"/>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0" name="Google Shape;560;p54"/>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1" name="Google Shape;561;p54"/>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2" name="Google Shape;562;p54"/>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3" name="Google Shape;563;p54"/>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64" name="Google Shape;564;p54"/>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65" name="Google Shape;565;p54"/>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6" name="Google Shape;566;p54"/>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7" name="Google Shape;567;p54"/>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68" name="Google Shape;568;p54"/>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569"/>
        <p:cNvGrpSpPr/>
        <p:nvPr/>
      </p:nvGrpSpPr>
      <p:grpSpPr>
        <a:xfrm>
          <a:off x="0" y="0"/>
          <a:ext cx="0" cy="0"/>
          <a:chOff x="0" y="0"/>
          <a:chExt cx="0" cy="0"/>
        </a:xfrm>
      </p:grpSpPr>
      <p:pic>
        <p:nvPicPr>
          <p:cNvPr id="570" name="Google Shape;570;p55"/>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571" name="Google Shape;571;p55" descr="Câmera fotográfica preta&#10;&#10;Descrição gerada automaticamente"/>
          <p:cNvPicPr preferRelativeResize="0"/>
          <p:nvPr/>
        </p:nvPicPr>
        <p:blipFill rotWithShape="1">
          <a:blip r:embed="rId3">
            <a:alphaModFix/>
          </a:blip>
          <a:srcRect t="-268"/>
          <a:stretch/>
        </p:blipFill>
        <p:spPr>
          <a:xfrm>
            <a:off x="428798" y="386760"/>
            <a:ext cx="3243277" cy="3243277"/>
          </a:xfrm>
          <a:prstGeom prst="ellipse">
            <a:avLst/>
          </a:prstGeom>
          <a:noFill/>
          <a:ln>
            <a:noFill/>
          </a:ln>
        </p:spPr>
      </p:pic>
      <p:sp>
        <p:nvSpPr>
          <p:cNvPr id="572" name="Google Shape;572;p55"/>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73" name="Google Shape;573;p55"/>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4" name="Google Shape;574;p55"/>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5" name="Google Shape;575;p55"/>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76" name="Google Shape;576;p55"/>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77" name="Google Shape;577;p55"/>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78" name="Google Shape;578;p55"/>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579"/>
        <p:cNvGrpSpPr/>
        <p:nvPr/>
      </p:nvGrpSpPr>
      <p:grpSpPr>
        <a:xfrm>
          <a:off x="0" y="0"/>
          <a:ext cx="0" cy="0"/>
          <a:chOff x="0" y="0"/>
          <a:chExt cx="0" cy="0"/>
        </a:xfrm>
      </p:grpSpPr>
      <p:pic>
        <p:nvPicPr>
          <p:cNvPr id="580" name="Google Shape;580;p5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81" name="Google Shape;581;p56" descr="Câmera fotográfica preta&#10;&#10;Descrição gerada automaticamente"/>
          <p:cNvSpPr/>
          <p:nvPr/>
        </p:nvSpPr>
        <p:spPr>
          <a:xfrm>
            <a:off x="428798" y="386760"/>
            <a:ext cx="3243277" cy="3243277"/>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2" name="Google Shape;582;p56"/>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83" name="Google Shape;583;p56"/>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4" name="Google Shape;584;p56"/>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5" name="Google Shape;585;p56"/>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86" name="Google Shape;586;p56"/>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87" name="Google Shape;587;p56"/>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88" name="Google Shape;588;p56"/>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589"/>
        <p:cNvGrpSpPr/>
        <p:nvPr/>
      </p:nvGrpSpPr>
      <p:grpSpPr>
        <a:xfrm>
          <a:off x="0" y="0"/>
          <a:ext cx="0" cy="0"/>
          <a:chOff x="0" y="0"/>
          <a:chExt cx="0" cy="0"/>
        </a:xfrm>
      </p:grpSpPr>
      <p:pic>
        <p:nvPicPr>
          <p:cNvPr id="590" name="Google Shape;590;p57"/>
          <p:cNvPicPr preferRelativeResize="0"/>
          <p:nvPr/>
        </p:nvPicPr>
        <p:blipFill rotWithShape="1">
          <a:blip r:embed="rId2">
            <a:alphaModFix/>
          </a:blip>
          <a:srcRect/>
          <a:stretch/>
        </p:blipFill>
        <p:spPr>
          <a:xfrm>
            <a:off x="-3" y="0"/>
            <a:ext cx="3218118" cy="6857983"/>
          </a:xfrm>
          <a:prstGeom prst="rect">
            <a:avLst/>
          </a:prstGeom>
          <a:noFill/>
          <a:ln>
            <a:noFill/>
          </a:ln>
        </p:spPr>
      </p:pic>
      <p:sp>
        <p:nvSpPr>
          <p:cNvPr id="591" name="Google Shape;591;p57"/>
          <p:cNvSpPr txBox="1">
            <a:spLocks noGrp="1"/>
          </p:cNvSpPr>
          <p:nvPr>
            <p:ph type="body" idx="1"/>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92" name="Google Shape;592;p5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93" name="Google Shape;593;p57"/>
          <p:cNvSpPr>
            <a:spLocks noGrp="1"/>
          </p:cNvSpPr>
          <p:nvPr>
            <p:ph type="pic" idx="2"/>
          </p:nvPr>
        </p:nvSpPr>
        <p:spPr>
          <a:xfrm>
            <a:off x="3979525" y="1953131"/>
            <a:ext cx="7268633" cy="3781425"/>
          </a:xfrm>
          <a:prstGeom prst="rect">
            <a:avLst/>
          </a:prstGeom>
          <a:noFill/>
          <a:ln>
            <a:noFill/>
          </a:ln>
        </p:spPr>
        <p:txBody>
          <a:bodyPr/>
          <a:lstStyle/>
          <a:p>
            <a:endParaRPr lang="pt-BR" dirty="0"/>
          </a:p>
        </p:txBody>
      </p:sp>
      <p:sp>
        <p:nvSpPr>
          <p:cNvPr id="594" name="Google Shape;594;p57"/>
          <p:cNvSpPr txBox="1">
            <a:spLocks noGrp="1"/>
          </p:cNvSpPr>
          <p:nvPr>
            <p:ph type="body" idx="3"/>
          </p:nvPr>
        </p:nvSpPr>
        <p:spPr>
          <a:xfrm>
            <a:off x="3969778" y="5831202"/>
            <a:ext cx="72686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95" name="Google Shape;595;p5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96" name="Google Shape;596;p57"/>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highlight>
                  <a:srgbClr val="00FFFF"/>
                </a:highlight>
                <a:latin typeface="Poppins"/>
                <a:ea typeface="Poppins"/>
                <a:cs typeface="Poppins"/>
                <a:sym typeface="Poppins"/>
              </a:rPr>
              <a:t>guiada</a:t>
            </a:r>
            <a:endParaRPr sz="2333" b="0" i="0" u="none" strike="noStrike" cap="none" dirty="0">
              <a:solidFill>
                <a:schemeClr val="lt1"/>
              </a:solidFill>
              <a:highlight>
                <a:srgbClr val="00FFFF"/>
              </a:highlight>
              <a:latin typeface="Poppins Light"/>
              <a:ea typeface="Poppins Light"/>
              <a:cs typeface="Poppins Light"/>
              <a:sym typeface="Poppins Light"/>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597"/>
        <p:cNvGrpSpPr/>
        <p:nvPr/>
      </p:nvGrpSpPr>
      <p:grpSpPr>
        <a:xfrm>
          <a:off x="0" y="0"/>
          <a:ext cx="0" cy="0"/>
          <a:chOff x="0" y="0"/>
          <a:chExt cx="0" cy="0"/>
        </a:xfrm>
      </p:grpSpPr>
      <p:sp>
        <p:nvSpPr>
          <p:cNvPr id="598" name="Google Shape;598;p5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599" name="Google Shape;599;p58"/>
          <p:cNvCxnSpPr/>
          <p:nvPr/>
        </p:nvCxnSpPr>
        <p:spPr>
          <a:xfrm>
            <a:off x="343022" y="609127"/>
            <a:ext cx="7496113" cy="0"/>
          </a:xfrm>
          <a:prstGeom prst="straightConnector1">
            <a:avLst/>
          </a:prstGeom>
          <a:noFill/>
          <a:ln w="12700" cap="flat" cmpd="sng">
            <a:solidFill>
              <a:schemeClr val="dk1"/>
            </a:solidFill>
            <a:prstDash val="solid"/>
            <a:round/>
            <a:headEnd type="none" w="sm" len="sm"/>
            <a:tailEnd type="none" w="sm" len="sm"/>
          </a:ln>
        </p:spPr>
      </p:cxnSp>
      <p:sp>
        <p:nvSpPr>
          <p:cNvPr id="600" name="Google Shape;600;p58"/>
          <p:cNvSpPr txBox="1"/>
          <p:nvPr/>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601"/>
        <p:cNvGrpSpPr/>
        <p:nvPr/>
      </p:nvGrpSpPr>
      <p:grpSpPr>
        <a:xfrm>
          <a:off x="0" y="0"/>
          <a:ext cx="0" cy="0"/>
          <a:chOff x="0" y="0"/>
          <a:chExt cx="0" cy="0"/>
        </a:xfrm>
      </p:grpSpPr>
      <p:sp>
        <p:nvSpPr>
          <p:cNvPr id="602" name="Google Shape;602;p59"/>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ítulo e Conteúdo">
  <p:cSld name="3_Título e Conteúdo">
    <p:spTree>
      <p:nvGrpSpPr>
        <p:cNvPr id="1" name="Shape 1514"/>
        <p:cNvGrpSpPr/>
        <p:nvPr/>
      </p:nvGrpSpPr>
      <p:grpSpPr>
        <a:xfrm>
          <a:off x="0" y="0"/>
          <a:ext cx="0" cy="0"/>
          <a:chOff x="0" y="0"/>
          <a:chExt cx="0" cy="0"/>
        </a:xfrm>
      </p:grpSpPr>
      <p:pic>
        <p:nvPicPr>
          <p:cNvPr id="1515" name="Google Shape;1515;p14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16" name="Google Shape;1516;p14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517" name="Google Shape;1517;p146"/>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18" name="Google Shape;1518;p14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19" name="Google Shape;1519;p14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5_OqueAprendemos">
  <p:cSld name="8_OqueAprendemos">
    <p:spTree>
      <p:nvGrpSpPr>
        <p:cNvPr id="1" name="Shape 1527"/>
        <p:cNvGrpSpPr/>
        <p:nvPr/>
      </p:nvGrpSpPr>
      <p:grpSpPr>
        <a:xfrm>
          <a:off x="0" y="0"/>
          <a:ext cx="0" cy="0"/>
          <a:chOff x="0" y="0"/>
          <a:chExt cx="0" cy="0"/>
        </a:xfrm>
      </p:grpSpPr>
      <p:pic>
        <p:nvPicPr>
          <p:cNvPr id="1528" name="Google Shape;1528;p14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529" name="Google Shape;1529;p148"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200" cy="3899400"/>
          </a:xfrm>
          <a:prstGeom prst="ellipse">
            <a:avLst/>
          </a:prstGeom>
          <a:noFill/>
          <a:ln>
            <a:noFill/>
          </a:ln>
        </p:spPr>
      </p:pic>
      <p:sp>
        <p:nvSpPr>
          <p:cNvPr id="1530" name="Google Shape;1530;p14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531" name="Google Shape;1531;p148"/>
          <p:cNvSpPr>
            <a:spLocks noGrp="1"/>
          </p:cNvSpPr>
          <p:nvPr>
            <p:ph type="pic" idx="2"/>
          </p:nvPr>
        </p:nvSpPr>
        <p:spPr>
          <a:xfrm>
            <a:off x="4868334" y="1691217"/>
            <a:ext cx="6354300" cy="4068300"/>
          </a:xfrm>
          <a:prstGeom prst="rect">
            <a:avLst/>
          </a:prstGeom>
          <a:solidFill>
            <a:srgbClr val="D8D8D8"/>
          </a:solidFill>
          <a:ln>
            <a:noFill/>
          </a:ln>
        </p:spPr>
        <p:txBody>
          <a:bodyPr/>
          <a:lstStyle/>
          <a:p>
            <a:endParaRPr lang="pt-BR" dirty="0"/>
          </a:p>
        </p:txBody>
      </p:sp>
      <p:sp>
        <p:nvSpPr>
          <p:cNvPr id="1532" name="Google Shape;1532;p14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3" name="Google Shape;1533;p14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1_4. Exposição">
  <p:cSld name="4_4. Exposição">
    <p:spTree>
      <p:nvGrpSpPr>
        <p:cNvPr id="1" name="Shape 1534"/>
        <p:cNvGrpSpPr/>
        <p:nvPr/>
      </p:nvGrpSpPr>
      <p:grpSpPr>
        <a:xfrm>
          <a:off x="0" y="0"/>
          <a:ext cx="0" cy="0"/>
          <a:chOff x="0" y="0"/>
          <a:chExt cx="0" cy="0"/>
        </a:xfrm>
      </p:grpSpPr>
      <p:pic>
        <p:nvPicPr>
          <p:cNvPr id="1535" name="Google Shape;1535;p14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1536" name="Google Shape;1536;p14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37" name="Google Shape;1537;p14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38" name="Google Shape;1538;p14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3_Atividade_Seminario">
  <p:cSld name="5_Atividade_Seminario">
    <p:spTree>
      <p:nvGrpSpPr>
        <p:cNvPr id="1" name="Shape 1539"/>
        <p:cNvGrpSpPr/>
        <p:nvPr/>
      </p:nvGrpSpPr>
      <p:grpSpPr>
        <a:xfrm>
          <a:off x="0" y="0"/>
          <a:ext cx="0" cy="0"/>
          <a:chOff x="0" y="0"/>
          <a:chExt cx="0" cy="0"/>
        </a:xfrm>
      </p:grpSpPr>
      <p:pic>
        <p:nvPicPr>
          <p:cNvPr id="1540" name="Google Shape;1540;p15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541" name="Google Shape;1541;p15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542" name="Google Shape;1542;p15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543" name="Google Shape;1543;p15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Layout Personalizado">
  <p:cSld name="6_Layout Personalizado">
    <p:spTree>
      <p:nvGrpSpPr>
        <p:cNvPr id="1" name="Shape 1544"/>
        <p:cNvGrpSpPr/>
        <p:nvPr/>
      </p:nvGrpSpPr>
      <p:grpSpPr>
        <a:xfrm>
          <a:off x="0" y="0"/>
          <a:ext cx="0" cy="0"/>
          <a:chOff x="0" y="0"/>
          <a:chExt cx="0" cy="0"/>
        </a:xfrm>
      </p:grpSpPr>
      <p:pic>
        <p:nvPicPr>
          <p:cNvPr id="1545" name="Google Shape;1545;p15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546" name="Google Shape;1546;p151"/>
          <p:cNvGrpSpPr/>
          <p:nvPr/>
        </p:nvGrpSpPr>
        <p:grpSpPr>
          <a:xfrm>
            <a:off x="0" y="1"/>
            <a:ext cx="8566500" cy="5379981"/>
            <a:chOff x="0" y="0"/>
            <a:chExt cx="8566500" cy="5808033"/>
          </a:xfrm>
        </p:grpSpPr>
        <p:sp>
          <p:nvSpPr>
            <p:cNvPr id="1547" name="Google Shape;1547;p15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8" name="Google Shape;1548;p15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49" name="Google Shape;1549;p15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550" name="Google Shape;1550;p151"/>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1" name="Google Shape;1551;p15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4. Exposição">
  <p:cSld name="3_4. Exposição">
    <p:spTree>
      <p:nvGrpSpPr>
        <p:cNvPr id="1" name="Shape 1552"/>
        <p:cNvGrpSpPr/>
        <p:nvPr/>
      </p:nvGrpSpPr>
      <p:grpSpPr>
        <a:xfrm>
          <a:off x="0" y="0"/>
          <a:ext cx="0" cy="0"/>
          <a:chOff x="0" y="0"/>
          <a:chExt cx="0" cy="0"/>
        </a:xfrm>
      </p:grpSpPr>
      <p:sp>
        <p:nvSpPr>
          <p:cNvPr id="1553" name="Google Shape;1553;p15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3. Conteudo">
  <p:cSld name="3_3. Conteudo">
    <p:spTree>
      <p:nvGrpSpPr>
        <p:cNvPr id="1" name="Shape 1554"/>
        <p:cNvGrpSpPr/>
        <p:nvPr/>
      </p:nvGrpSpPr>
      <p:grpSpPr>
        <a:xfrm>
          <a:off x="0" y="0"/>
          <a:ext cx="0" cy="0"/>
          <a:chOff x="0" y="0"/>
          <a:chExt cx="0" cy="0"/>
        </a:xfrm>
      </p:grpSpPr>
      <p:pic>
        <p:nvPicPr>
          <p:cNvPr id="1555" name="Google Shape;1555;p15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556" name="Google Shape;1556;p15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7" name="Google Shape;1557;p15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8" name="Google Shape;1558;p15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59" name="Google Shape;1559;p153"/>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0" name="Google Shape;1560;p153"/>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61" name="Google Shape;1561;p15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62" name="Google Shape;1562;p15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3_Layout Personalizado">
  <p:cSld name="5_Layout Personalizado">
    <p:spTree>
      <p:nvGrpSpPr>
        <p:cNvPr id="1" name="Shape 1580"/>
        <p:cNvGrpSpPr/>
        <p:nvPr/>
      </p:nvGrpSpPr>
      <p:grpSpPr>
        <a:xfrm>
          <a:off x="0" y="0"/>
          <a:ext cx="0" cy="0"/>
          <a:chOff x="0" y="0"/>
          <a:chExt cx="0" cy="0"/>
        </a:xfrm>
      </p:grpSpPr>
      <p:sp>
        <p:nvSpPr>
          <p:cNvPr id="1581" name="Google Shape;1581;p15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82" name="Google Shape;1582;p15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83" name="Google Shape;1583;p15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584" name="Google Shape;1584;p15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85" name="Google Shape;1585;p15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586" name="Google Shape;1586;p155" descr="Logotipo&#10;&#10;O conteúdo gerado por IA pode estar incorreto."/>
          <p:cNvPicPr preferRelativeResize="0"/>
          <p:nvPr/>
        </p:nvPicPr>
        <p:blipFill rotWithShape="1">
          <a:blip r:embed="rId2">
            <a:alphaModFix/>
          </a:blip>
          <a:srcRect l="12569" t="26438" r="13368" b="26173"/>
          <a:stretch/>
        </p:blipFill>
        <p:spPr>
          <a:xfrm>
            <a:off x="4828111" y="5385674"/>
            <a:ext cx="2535775" cy="1147457"/>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Layout Personalizado">
  <p:cSld name="4_Layout Personalizado">
    <p:spTree>
      <p:nvGrpSpPr>
        <p:cNvPr id="1" name="Shape 1587"/>
        <p:cNvGrpSpPr/>
        <p:nvPr/>
      </p:nvGrpSpPr>
      <p:grpSpPr>
        <a:xfrm>
          <a:off x="0" y="0"/>
          <a:ext cx="0" cy="0"/>
          <a:chOff x="0" y="0"/>
          <a:chExt cx="0" cy="0"/>
        </a:xfrm>
      </p:grpSpPr>
      <p:pic>
        <p:nvPicPr>
          <p:cNvPr id="1588" name="Google Shape;1588;p156"/>
          <p:cNvPicPr preferRelativeResize="0"/>
          <p:nvPr/>
        </p:nvPicPr>
        <p:blipFill rotWithShape="1">
          <a:blip r:embed="rId2">
            <a:alphaModFix/>
          </a:blip>
          <a:srcRect t="13682" b="6261"/>
          <a:stretch/>
        </p:blipFill>
        <p:spPr>
          <a:xfrm>
            <a:off x="0" y="0"/>
            <a:ext cx="8566486" cy="6857999"/>
          </a:xfrm>
          <a:prstGeom prst="rect">
            <a:avLst/>
          </a:prstGeom>
          <a:noFill/>
          <a:ln>
            <a:noFill/>
          </a:ln>
        </p:spPr>
      </p:pic>
      <p:grpSp>
        <p:nvGrpSpPr>
          <p:cNvPr id="1589" name="Google Shape;1589;p156"/>
          <p:cNvGrpSpPr/>
          <p:nvPr/>
        </p:nvGrpSpPr>
        <p:grpSpPr>
          <a:xfrm>
            <a:off x="9767223" y="6379123"/>
            <a:ext cx="2435717" cy="499880"/>
            <a:chOff x="14634602" y="9537218"/>
            <a:chExt cx="3653392" cy="749782"/>
          </a:xfrm>
        </p:grpSpPr>
        <p:pic>
          <p:nvPicPr>
            <p:cNvPr id="1590" name="Google Shape;1590;p156"/>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1591" name="Google Shape;1591;p156" descr="Logotipo"/>
            <p:cNvPicPr preferRelativeResize="0"/>
            <p:nvPr/>
          </p:nvPicPr>
          <p:blipFill rotWithShape="1">
            <a:blip r:embed="rId4">
              <a:alphaModFix/>
            </a:blip>
            <a:srcRect l="6769" t="26294" b="17974"/>
            <a:stretch/>
          </p:blipFill>
          <p:spPr>
            <a:xfrm>
              <a:off x="15016163" y="9710738"/>
              <a:ext cx="3271831" cy="487362"/>
            </a:xfrm>
            <a:prstGeom prst="rect">
              <a:avLst/>
            </a:prstGeom>
            <a:noFill/>
            <a:ln>
              <a:noFill/>
            </a:ln>
          </p:spPr>
        </p:pic>
      </p:grpSp>
      <p:sp>
        <p:nvSpPr>
          <p:cNvPr id="1592" name="Google Shape;1592;p156"/>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593" name="Google Shape;1593;p156"/>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1594" name="Google Shape;1594;p156"/>
          <p:cNvGrpSpPr/>
          <p:nvPr/>
        </p:nvGrpSpPr>
        <p:grpSpPr>
          <a:xfrm>
            <a:off x="10400796" y="6090630"/>
            <a:ext cx="1791300" cy="767400"/>
            <a:chOff x="10400796" y="6090630"/>
            <a:chExt cx="1791300" cy="767400"/>
          </a:xfrm>
        </p:grpSpPr>
        <p:sp>
          <p:nvSpPr>
            <p:cNvPr id="1595" name="Google Shape;1595;p156"/>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596" name="Google Shape;1596;p156"/>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1597" name="Google Shape;1597;p156" descr="Logotipo&#10;&#10;O conteúdo gerado por IA pode estar incorreto."/>
          <p:cNvPicPr preferRelativeResize="0"/>
          <p:nvPr/>
        </p:nvPicPr>
        <p:blipFill rotWithShape="1">
          <a:blip r:embed="rId6">
            <a:alphaModFix/>
          </a:blip>
          <a:srcRect l="12569" t="26438" r="13368" b="26173"/>
          <a:stretch/>
        </p:blipFill>
        <p:spPr>
          <a:xfrm>
            <a:off x="10534930" y="6126882"/>
            <a:ext cx="1539045" cy="696428"/>
          </a:xfrm>
          <a:prstGeom prst="rect">
            <a:avLst/>
          </a:prstGeom>
          <a:noFill/>
          <a:ln>
            <a:noFill/>
          </a:ln>
        </p:spPr>
      </p:pic>
      <p:grpSp>
        <p:nvGrpSpPr>
          <p:cNvPr id="1598" name="Google Shape;1598;p156"/>
          <p:cNvGrpSpPr/>
          <p:nvPr/>
        </p:nvGrpSpPr>
        <p:grpSpPr>
          <a:xfrm>
            <a:off x="0" y="1"/>
            <a:ext cx="8566500" cy="5379981"/>
            <a:chOff x="0" y="0"/>
            <a:chExt cx="8566500" cy="5808033"/>
          </a:xfrm>
        </p:grpSpPr>
        <p:sp>
          <p:nvSpPr>
            <p:cNvPr id="1599" name="Google Shape;1599;p156"/>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0" name="Google Shape;1600;p156"/>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01" name="Google Shape;1601;p156"/>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Atividade_embranco">
  <p:cSld name="3_Atividade_embranco">
    <p:spTree>
      <p:nvGrpSpPr>
        <p:cNvPr id="1" name="Shape 1602"/>
        <p:cNvGrpSpPr/>
        <p:nvPr/>
      </p:nvGrpSpPr>
      <p:grpSpPr>
        <a:xfrm>
          <a:off x="0" y="0"/>
          <a:ext cx="0" cy="0"/>
          <a:chOff x="0" y="0"/>
          <a:chExt cx="0" cy="0"/>
        </a:xfrm>
      </p:grpSpPr>
      <p:sp>
        <p:nvSpPr>
          <p:cNvPr id="1603" name="Google Shape;1603;p157"/>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1604" name="Google Shape;1604;p157"/>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1_1. Conteudo">
  <p:cSld name="4_1. Conteudo">
    <p:spTree>
      <p:nvGrpSpPr>
        <p:cNvPr id="1" name="Shape 1605"/>
        <p:cNvGrpSpPr/>
        <p:nvPr/>
      </p:nvGrpSpPr>
      <p:grpSpPr>
        <a:xfrm>
          <a:off x="0" y="0"/>
          <a:ext cx="0" cy="0"/>
          <a:chOff x="0" y="0"/>
          <a:chExt cx="0" cy="0"/>
        </a:xfrm>
      </p:grpSpPr>
      <p:cxnSp>
        <p:nvCxnSpPr>
          <p:cNvPr id="1606" name="Google Shape;1606;p158"/>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1607" name="Google Shape;1607;p158"/>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1608" name="Google Shape;1608;p158"/>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1609" name="Google Shape;1609;p158"/>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1610" name="Google Shape;1610;p158"/>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1611" name="Google Shape;1611;p158"/>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1612" name="Google Shape;1612;p158"/>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13" name="Google Shape;1613;p158"/>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1614" name="Google Shape;1614;p158"/>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5" name="Google Shape;1615;p158"/>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6" name="Google Shape;1616;p158"/>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7" name="Google Shape;1617;p158"/>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1618" name="Google Shape;1618;p158"/>
          <p:cNvGrpSpPr/>
          <p:nvPr/>
        </p:nvGrpSpPr>
        <p:grpSpPr>
          <a:xfrm>
            <a:off x="9756891" y="6381906"/>
            <a:ext cx="2435717" cy="499880"/>
            <a:chOff x="14634602" y="9537218"/>
            <a:chExt cx="3653392" cy="749782"/>
          </a:xfrm>
        </p:grpSpPr>
        <p:pic>
          <p:nvPicPr>
            <p:cNvPr id="1619" name="Google Shape;1619;p158"/>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1620" name="Google Shape;1620;p158" descr="Logotipo"/>
            <p:cNvPicPr preferRelativeResize="0"/>
            <p:nvPr/>
          </p:nvPicPr>
          <p:blipFill rotWithShape="1">
            <a:blip r:embed="rId3">
              <a:alphaModFix/>
            </a:blip>
            <a:srcRect l="6769" t="26294" b="17974"/>
            <a:stretch/>
          </p:blipFill>
          <p:spPr>
            <a:xfrm>
              <a:off x="15016163" y="9710738"/>
              <a:ext cx="3271831" cy="487362"/>
            </a:xfrm>
            <a:prstGeom prst="rect">
              <a:avLst/>
            </a:prstGeom>
            <a:noFill/>
            <a:ln>
              <a:noFill/>
            </a:ln>
          </p:spPr>
        </p:pic>
      </p:grpSp>
      <p:sp>
        <p:nvSpPr>
          <p:cNvPr id="1621" name="Google Shape;1621;p158"/>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622" name="Google Shape;1622;p158"/>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1623" name="Google Shape;1623;p158"/>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1624" name="Google Shape;1624;p158"/>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25" name="Google Shape;1625;p158"/>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26" name="Google Shape;1626;p158"/>
          <p:cNvGrpSpPr/>
          <p:nvPr/>
        </p:nvGrpSpPr>
        <p:grpSpPr>
          <a:xfrm>
            <a:off x="632922" y="3096780"/>
            <a:ext cx="486856" cy="481187"/>
            <a:chOff x="8278989" y="8660410"/>
            <a:chExt cx="569755" cy="563121"/>
          </a:xfrm>
        </p:grpSpPr>
        <p:grpSp>
          <p:nvGrpSpPr>
            <p:cNvPr id="1627" name="Google Shape;1627;p158"/>
            <p:cNvGrpSpPr/>
            <p:nvPr/>
          </p:nvGrpSpPr>
          <p:grpSpPr>
            <a:xfrm>
              <a:off x="8278989" y="8852628"/>
              <a:ext cx="265651" cy="370903"/>
              <a:chOff x="8278989" y="8852628"/>
              <a:chExt cx="265651" cy="370903"/>
            </a:xfrm>
          </p:grpSpPr>
          <p:sp>
            <p:nvSpPr>
              <p:cNvPr id="1628" name="Google Shape;1628;p158"/>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29" name="Google Shape;1629;p158"/>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0" name="Google Shape;1630;p158"/>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1" name="Google Shape;1631;p158"/>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32" name="Google Shape;1632;p158"/>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33" name="Google Shape;1633;p158"/>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1634" name="Google Shape;1634;p158"/>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1635" name="Google Shape;1635;p158"/>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636" name="Google Shape;1636;p158"/>
          <p:cNvGrpSpPr/>
          <p:nvPr/>
        </p:nvGrpSpPr>
        <p:grpSpPr>
          <a:xfrm>
            <a:off x="6643473" y="1077261"/>
            <a:ext cx="472792" cy="435252"/>
            <a:chOff x="8560697" y="2808577"/>
            <a:chExt cx="496370" cy="456957"/>
          </a:xfrm>
        </p:grpSpPr>
        <p:sp>
          <p:nvSpPr>
            <p:cNvPr id="1637" name="Google Shape;1637;p158"/>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38" name="Google Shape;1638;p158"/>
            <p:cNvGrpSpPr/>
            <p:nvPr/>
          </p:nvGrpSpPr>
          <p:grpSpPr>
            <a:xfrm>
              <a:off x="8560697" y="2875026"/>
              <a:ext cx="496370" cy="324059"/>
              <a:chOff x="8560697" y="2875026"/>
              <a:chExt cx="496370" cy="324059"/>
            </a:xfrm>
          </p:grpSpPr>
          <p:sp>
            <p:nvSpPr>
              <p:cNvPr id="1639" name="Google Shape;1639;p158"/>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0" name="Google Shape;1640;p158"/>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1" name="Google Shape;1641;p158"/>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2" name="Google Shape;1642;p158"/>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3" name="Google Shape;1643;p158"/>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44" name="Google Shape;1644;p158"/>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1645" name="Google Shape;1645;p158"/>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646" name="Google Shape;1646;p158"/>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647" name="Google Shape;1647;p158"/>
          <p:cNvGrpSpPr/>
          <p:nvPr/>
        </p:nvGrpSpPr>
        <p:grpSpPr>
          <a:xfrm>
            <a:off x="664824" y="1066107"/>
            <a:ext cx="428521" cy="428520"/>
            <a:chOff x="9358184" y="2764785"/>
            <a:chExt cx="495514" cy="495513"/>
          </a:xfrm>
        </p:grpSpPr>
        <p:grpSp>
          <p:nvGrpSpPr>
            <p:cNvPr id="1648" name="Google Shape;1648;p158"/>
            <p:cNvGrpSpPr/>
            <p:nvPr/>
          </p:nvGrpSpPr>
          <p:grpSpPr>
            <a:xfrm>
              <a:off x="9358184" y="2802389"/>
              <a:ext cx="457909" cy="457909"/>
              <a:chOff x="9358184" y="2802389"/>
              <a:chExt cx="457909" cy="457909"/>
            </a:xfrm>
          </p:grpSpPr>
          <p:sp>
            <p:nvSpPr>
              <p:cNvPr id="1649" name="Google Shape;1649;p158"/>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0" name="Google Shape;1650;p158"/>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1" name="Google Shape;1651;p158"/>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652" name="Google Shape;1652;p158"/>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653" name="Google Shape;1653;p158"/>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5_OqueAprendemos">
  <p:cSld name="7_OqueAprendemos">
    <p:spTree>
      <p:nvGrpSpPr>
        <p:cNvPr id="1" name="Shape 1654"/>
        <p:cNvGrpSpPr/>
        <p:nvPr/>
      </p:nvGrpSpPr>
      <p:grpSpPr>
        <a:xfrm>
          <a:off x="0" y="0"/>
          <a:ext cx="0" cy="0"/>
          <a:chOff x="0" y="0"/>
          <a:chExt cx="0" cy="0"/>
        </a:xfrm>
      </p:grpSpPr>
      <p:pic>
        <p:nvPicPr>
          <p:cNvPr id="1655" name="Google Shape;1655;p15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656" name="Google Shape;1656;p159"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200" cy="3899400"/>
          </a:xfrm>
          <a:prstGeom prst="ellipse">
            <a:avLst/>
          </a:prstGeom>
          <a:noFill/>
          <a:ln>
            <a:noFill/>
          </a:ln>
        </p:spPr>
      </p:pic>
      <p:sp>
        <p:nvSpPr>
          <p:cNvPr id="1657" name="Google Shape;1657;p159"/>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658" name="Google Shape;1658;p159"/>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59" name="Google Shape;1659;p159"/>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0" name="Google Shape;1660;p159"/>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661" name="Google Shape;1661;p159"/>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662" name="Google Shape;1662;p159"/>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663" name="Google Shape;1663;p159"/>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664" name="Google Shape;1664;p15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65" name="Google Shape;1665;p159"/>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66" name="Google Shape;1666;p159"/>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3_1. Desenvolvimento">
  <p:cSld name="5_1. Desenvolvimento">
    <p:spTree>
      <p:nvGrpSpPr>
        <p:cNvPr id="1" name="Shape 1667"/>
        <p:cNvGrpSpPr/>
        <p:nvPr/>
      </p:nvGrpSpPr>
      <p:grpSpPr>
        <a:xfrm>
          <a:off x="0" y="0"/>
          <a:ext cx="0" cy="0"/>
          <a:chOff x="0" y="0"/>
          <a:chExt cx="0" cy="0"/>
        </a:xfrm>
      </p:grpSpPr>
      <p:pic>
        <p:nvPicPr>
          <p:cNvPr id="1668" name="Google Shape;1668;p16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669" name="Google Shape;1669;p160"/>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670" name="Google Shape;1670;p160"/>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671" name="Google Shape;1671;p160"/>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2" name="Google Shape;1672;p160"/>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Atividade" userDrawn="1">
  <p:cSld name="2_Atividade">
    <p:spTree>
      <p:nvGrpSpPr>
        <p:cNvPr id="1" name="Shape 227"/>
        <p:cNvGrpSpPr/>
        <p:nvPr/>
      </p:nvGrpSpPr>
      <p:grpSpPr>
        <a:xfrm>
          <a:off x="0" y="0"/>
          <a:ext cx="0" cy="0"/>
          <a:chOff x="0" y="0"/>
          <a:chExt cx="0" cy="0"/>
        </a:xfrm>
      </p:grpSpPr>
      <p:pic>
        <p:nvPicPr>
          <p:cNvPr id="3" name="Google Shape;190;p17">
            <a:extLst>
              <a:ext uri="{FF2B5EF4-FFF2-40B4-BE49-F238E27FC236}">
                <a16:creationId xmlns:a16="http://schemas.microsoft.com/office/drawing/2014/main" id="{33A45ED2-2403-7F26-C307-EF53421A29A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13" name="Retângulo: Cantos Arredondados 5">
            <a:extLst>
              <a:ext uri="{FF2B5EF4-FFF2-40B4-BE49-F238E27FC236}">
                <a16:creationId xmlns:a16="http://schemas.microsoft.com/office/drawing/2014/main" id="{64B8A15D-9C5D-FBA3-9832-9E5322593956}"/>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Google Shape;231;p21">
            <a:extLst>
              <a:ext uri="{FF2B5EF4-FFF2-40B4-BE49-F238E27FC236}">
                <a16:creationId xmlns:a16="http://schemas.microsoft.com/office/drawing/2014/main" id="{013A9C15-802B-99F9-ACE3-2B6FC097D2C1}"/>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9635156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ítulo e Conteúdo">
  <p:cSld name="5_Título e Conteúdo">
    <p:spTree>
      <p:nvGrpSpPr>
        <p:cNvPr id="1" name="Shape 2108"/>
        <p:cNvGrpSpPr/>
        <p:nvPr/>
      </p:nvGrpSpPr>
      <p:grpSpPr>
        <a:xfrm>
          <a:off x="0" y="0"/>
          <a:ext cx="0" cy="0"/>
          <a:chOff x="0" y="0"/>
          <a:chExt cx="0" cy="0"/>
        </a:xfrm>
      </p:grpSpPr>
      <p:pic>
        <p:nvPicPr>
          <p:cNvPr id="2109" name="Google Shape;2109;p205"/>
          <p:cNvPicPr preferRelativeResize="0"/>
          <p:nvPr/>
        </p:nvPicPr>
        <p:blipFill rotWithShape="1">
          <a:blip r:embed="rId2">
            <a:alphaModFix/>
          </a:blip>
          <a:srcRect/>
          <a:stretch/>
        </p:blipFill>
        <p:spPr>
          <a:xfrm>
            <a:off x="0" y="9526"/>
            <a:ext cx="12191999" cy="568301"/>
          </a:xfrm>
          <a:prstGeom prst="rect">
            <a:avLst/>
          </a:prstGeom>
          <a:noFill/>
          <a:ln>
            <a:noFill/>
          </a:ln>
        </p:spPr>
      </p:pic>
      <p:pic>
        <p:nvPicPr>
          <p:cNvPr id="2110" name="Google Shape;2110;p205"/>
          <p:cNvPicPr preferRelativeResize="0"/>
          <p:nvPr/>
        </p:nvPicPr>
        <p:blipFill rotWithShape="1">
          <a:blip r:embed="rId3">
            <a:alphaModFix/>
          </a:blip>
          <a:srcRect/>
          <a:stretch/>
        </p:blipFill>
        <p:spPr>
          <a:xfrm>
            <a:off x="0" y="6281734"/>
            <a:ext cx="12191999" cy="595317"/>
          </a:xfrm>
          <a:prstGeom prst="rect">
            <a:avLst/>
          </a:prstGeom>
          <a:noFill/>
          <a:ln>
            <a:noFill/>
          </a:ln>
        </p:spPr>
      </p:pic>
      <p:sp>
        <p:nvSpPr>
          <p:cNvPr id="2111" name="Google Shape;2111;p205"/>
          <p:cNvSpPr txBox="1">
            <a:spLocks noGrp="1"/>
          </p:cNvSpPr>
          <p:nvPr>
            <p:ph type="body" idx="1"/>
          </p:nvPr>
        </p:nvSpPr>
        <p:spPr>
          <a:xfrm>
            <a:off x="2832629" y="929217"/>
            <a:ext cx="8512200" cy="409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2" name="Google Shape;2112;p205"/>
          <p:cNvSpPr txBox="1">
            <a:spLocks noGrp="1"/>
          </p:cNvSpPr>
          <p:nvPr>
            <p:ph type="body" idx="2"/>
          </p:nvPr>
        </p:nvSpPr>
        <p:spPr>
          <a:xfrm>
            <a:off x="3117954" y="1598778"/>
            <a:ext cx="8226900" cy="261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3" name="Google Shape;2113;p205"/>
          <p:cNvSpPr txBox="1">
            <a:spLocks noGrp="1"/>
          </p:cNvSpPr>
          <p:nvPr>
            <p:ph type="body" idx="3"/>
          </p:nvPr>
        </p:nvSpPr>
        <p:spPr>
          <a:xfrm>
            <a:off x="4282082" y="4997173"/>
            <a:ext cx="6770700"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4" name="Google Shape;2114;p205"/>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15" name="Google Shape;2115;p205"/>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ítulo e Conteúdo">
  <p:cSld name="4_Título e Conteúdo">
    <p:spTree>
      <p:nvGrpSpPr>
        <p:cNvPr id="1" name="Shape 2116"/>
        <p:cNvGrpSpPr/>
        <p:nvPr/>
      </p:nvGrpSpPr>
      <p:grpSpPr>
        <a:xfrm>
          <a:off x="0" y="0"/>
          <a:ext cx="0" cy="0"/>
          <a:chOff x="0" y="0"/>
          <a:chExt cx="0" cy="0"/>
        </a:xfrm>
      </p:grpSpPr>
      <p:pic>
        <p:nvPicPr>
          <p:cNvPr id="2117" name="Google Shape;2117;p206"/>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118" name="Google Shape;2118;p206"/>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119" name="Google Shape;2119;p206"/>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20" name="Google Shape;2120;p206"/>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21" name="Google Shape;2121;p206"/>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2122" name="Google Shape;2122;p20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23" name="Google Shape;2123;p206"/>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2_Atividade_Resposta">
  <p:cSld name="6_Atividade_Resposta">
    <p:spTree>
      <p:nvGrpSpPr>
        <p:cNvPr id="1" name="Shape 2124"/>
        <p:cNvGrpSpPr/>
        <p:nvPr/>
      </p:nvGrpSpPr>
      <p:grpSpPr>
        <a:xfrm>
          <a:off x="0" y="0"/>
          <a:ext cx="0" cy="0"/>
          <a:chOff x="0" y="0"/>
          <a:chExt cx="0" cy="0"/>
        </a:xfrm>
      </p:grpSpPr>
      <p:sp>
        <p:nvSpPr>
          <p:cNvPr id="2125" name="Google Shape;2125;p207"/>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26" name="Google Shape;2126;p207"/>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27" name="Google Shape;2127;p207"/>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2128" name="Google Shape;2128;p207"/>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2129" name="Google Shape;2129;p207"/>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0" name="Google Shape;2130;p207"/>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1" name="Google Shape;2131;p207"/>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2" name="Google Shape;2132;p207"/>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33" name="Google Shape;2133;p207"/>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2134" name="Google Shape;2134;p207"/>
          <p:cNvPicPr preferRelativeResize="0"/>
          <p:nvPr/>
        </p:nvPicPr>
        <p:blipFill rotWithShape="1">
          <a:blip r:embed="rId2">
            <a:alphaModFix/>
          </a:blip>
          <a:srcRect/>
          <a:stretch/>
        </p:blipFill>
        <p:spPr>
          <a:xfrm>
            <a:off x="2902047" y="5795955"/>
            <a:ext cx="363560" cy="436271"/>
          </a:xfrm>
          <a:prstGeom prst="rect">
            <a:avLst/>
          </a:prstGeom>
          <a:noFill/>
          <a:ln>
            <a:noFill/>
          </a:ln>
        </p:spPr>
      </p:pic>
      <p:sp>
        <p:nvSpPr>
          <p:cNvPr id="2135" name="Google Shape;2135;p207"/>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2136" name="Google Shape;2136;p207"/>
          <p:cNvSpPr/>
          <p:nvPr/>
        </p:nvSpPr>
        <p:spPr>
          <a:xfrm>
            <a:off x="4625052" y="1652486"/>
            <a:ext cx="613200" cy="417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7" name="Google Shape;2137;p207"/>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2138" name="Google Shape;2138;p207"/>
          <p:cNvSpPr/>
          <p:nvPr/>
        </p:nvSpPr>
        <p:spPr>
          <a:xfrm>
            <a:off x="9045782" y="1632977"/>
            <a:ext cx="450600" cy="441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9" name="Google Shape;2139;p207"/>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40" name="Google Shape;2140;p207"/>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3_Layout Personalizado">
  <p:cSld name="9_Layout Personalizado">
    <p:spTree>
      <p:nvGrpSpPr>
        <p:cNvPr id="1" name="Shape 2141"/>
        <p:cNvGrpSpPr/>
        <p:nvPr/>
      </p:nvGrpSpPr>
      <p:grpSpPr>
        <a:xfrm>
          <a:off x="0" y="0"/>
          <a:ext cx="0" cy="0"/>
          <a:chOff x="0" y="0"/>
          <a:chExt cx="0" cy="0"/>
        </a:xfrm>
      </p:grpSpPr>
      <p:sp>
        <p:nvSpPr>
          <p:cNvPr id="2142" name="Google Shape;2142;p208"/>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143" name="Google Shape;2143;p208"/>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44" name="Google Shape;2144;p208"/>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145" name="Google Shape;2145;p208"/>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146" name="Google Shape;2146;p208"/>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147" name="Google Shape;2147;p208" descr="Logotipo&#10;&#10;O conteúdo gerado por IA pode estar incorreto."/>
          <p:cNvPicPr preferRelativeResize="0"/>
          <p:nvPr/>
        </p:nvPicPr>
        <p:blipFill rotWithShape="1">
          <a:blip r:embed="rId2">
            <a:alphaModFix/>
          </a:blip>
          <a:srcRect l="12569" t="26438" r="13368" b="26173"/>
          <a:stretch/>
        </p:blipFill>
        <p:spPr>
          <a:xfrm>
            <a:off x="4828111" y="5385674"/>
            <a:ext cx="2535775" cy="1147457"/>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Layout Personalizado">
  <p:cSld name="8_Layout Personalizado">
    <p:spTree>
      <p:nvGrpSpPr>
        <p:cNvPr id="1" name="Shape 2148"/>
        <p:cNvGrpSpPr/>
        <p:nvPr/>
      </p:nvGrpSpPr>
      <p:grpSpPr>
        <a:xfrm>
          <a:off x="0" y="0"/>
          <a:ext cx="0" cy="0"/>
          <a:chOff x="0" y="0"/>
          <a:chExt cx="0" cy="0"/>
        </a:xfrm>
      </p:grpSpPr>
      <p:pic>
        <p:nvPicPr>
          <p:cNvPr id="2149" name="Google Shape;2149;p209"/>
          <p:cNvPicPr preferRelativeResize="0"/>
          <p:nvPr/>
        </p:nvPicPr>
        <p:blipFill rotWithShape="1">
          <a:blip r:embed="rId2">
            <a:alphaModFix/>
          </a:blip>
          <a:srcRect t="13682" b="6261"/>
          <a:stretch/>
        </p:blipFill>
        <p:spPr>
          <a:xfrm>
            <a:off x="0" y="0"/>
            <a:ext cx="8566486" cy="6857999"/>
          </a:xfrm>
          <a:prstGeom prst="rect">
            <a:avLst/>
          </a:prstGeom>
          <a:noFill/>
          <a:ln>
            <a:noFill/>
          </a:ln>
        </p:spPr>
      </p:pic>
      <p:grpSp>
        <p:nvGrpSpPr>
          <p:cNvPr id="2150" name="Google Shape;2150;p209"/>
          <p:cNvGrpSpPr/>
          <p:nvPr/>
        </p:nvGrpSpPr>
        <p:grpSpPr>
          <a:xfrm>
            <a:off x="9767223" y="6379123"/>
            <a:ext cx="2435717" cy="499880"/>
            <a:chOff x="14634602" y="9537218"/>
            <a:chExt cx="3653392" cy="749782"/>
          </a:xfrm>
        </p:grpSpPr>
        <p:pic>
          <p:nvPicPr>
            <p:cNvPr id="2151" name="Google Shape;2151;p209"/>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2152" name="Google Shape;2152;p209" descr="Logotipo"/>
            <p:cNvPicPr preferRelativeResize="0"/>
            <p:nvPr/>
          </p:nvPicPr>
          <p:blipFill rotWithShape="1">
            <a:blip r:embed="rId4">
              <a:alphaModFix/>
            </a:blip>
            <a:srcRect l="6769" t="26294" b="17974"/>
            <a:stretch/>
          </p:blipFill>
          <p:spPr>
            <a:xfrm>
              <a:off x="15016163" y="9710738"/>
              <a:ext cx="3271831" cy="487362"/>
            </a:xfrm>
            <a:prstGeom prst="rect">
              <a:avLst/>
            </a:prstGeom>
            <a:noFill/>
            <a:ln>
              <a:noFill/>
            </a:ln>
          </p:spPr>
        </p:pic>
      </p:grpSp>
      <p:sp>
        <p:nvSpPr>
          <p:cNvPr id="2153" name="Google Shape;2153;p209"/>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154" name="Google Shape;2154;p209"/>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155" name="Google Shape;2155;p209"/>
          <p:cNvGrpSpPr/>
          <p:nvPr/>
        </p:nvGrpSpPr>
        <p:grpSpPr>
          <a:xfrm>
            <a:off x="10400796" y="6090630"/>
            <a:ext cx="1791300" cy="767400"/>
            <a:chOff x="10400796" y="6090630"/>
            <a:chExt cx="1791300" cy="767400"/>
          </a:xfrm>
        </p:grpSpPr>
        <p:sp>
          <p:nvSpPr>
            <p:cNvPr id="2156" name="Google Shape;2156;p209"/>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57" name="Google Shape;2157;p209"/>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158" name="Google Shape;2158;p209" descr="Logotipo&#10;&#10;O conteúdo gerado por IA pode estar incorreto."/>
          <p:cNvPicPr preferRelativeResize="0"/>
          <p:nvPr/>
        </p:nvPicPr>
        <p:blipFill rotWithShape="1">
          <a:blip r:embed="rId6">
            <a:alphaModFix/>
          </a:blip>
          <a:srcRect l="12569" t="26438" r="13368" b="26173"/>
          <a:stretch/>
        </p:blipFill>
        <p:spPr>
          <a:xfrm>
            <a:off x="10534930" y="6126882"/>
            <a:ext cx="1539045" cy="696428"/>
          </a:xfrm>
          <a:prstGeom prst="rect">
            <a:avLst/>
          </a:prstGeom>
          <a:noFill/>
          <a:ln>
            <a:noFill/>
          </a:ln>
        </p:spPr>
      </p:pic>
      <p:grpSp>
        <p:nvGrpSpPr>
          <p:cNvPr id="2159" name="Google Shape;2159;p209"/>
          <p:cNvGrpSpPr/>
          <p:nvPr/>
        </p:nvGrpSpPr>
        <p:grpSpPr>
          <a:xfrm>
            <a:off x="0" y="1"/>
            <a:ext cx="8566500" cy="5379981"/>
            <a:chOff x="0" y="0"/>
            <a:chExt cx="8566500" cy="5808033"/>
          </a:xfrm>
        </p:grpSpPr>
        <p:sp>
          <p:nvSpPr>
            <p:cNvPr id="2160" name="Google Shape;2160;p209"/>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1" name="Google Shape;2161;p209"/>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2" name="Google Shape;2162;p209"/>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Layout Personalizado">
  <p:cSld name="7_Layout Personalizado">
    <p:spTree>
      <p:nvGrpSpPr>
        <p:cNvPr id="1" name="Shape 2163"/>
        <p:cNvGrpSpPr/>
        <p:nvPr/>
      </p:nvGrpSpPr>
      <p:grpSpPr>
        <a:xfrm>
          <a:off x="0" y="0"/>
          <a:ext cx="0" cy="0"/>
          <a:chOff x="0" y="0"/>
          <a:chExt cx="0" cy="0"/>
        </a:xfrm>
      </p:grpSpPr>
      <p:pic>
        <p:nvPicPr>
          <p:cNvPr id="2164" name="Google Shape;2164;p210"/>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2165" name="Google Shape;2165;p210"/>
          <p:cNvGrpSpPr/>
          <p:nvPr/>
        </p:nvGrpSpPr>
        <p:grpSpPr>
          <a:xfrm>
            <a:off x="0" y="1"/>
            <a:ext cx="8566500" cy="5379981"/>
            <a:chOff x="0" y="0"/>
            <a:chExt cx="8566500" cy="5808033"/>
          </a:xfrm>
        </p:grpSpPr>
        <p:sp>
          <p:nvSpPr>
            <p:cNvPr id="2166" name="Google Shape;2166;p210"/>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7" name="Google Shape;2167;p210"/>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68" name="Google Shape;2168;p210"/>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2169" name="Google Shape;2169;p210"/>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0" name="Google Shape;2170;p210"/>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Only">
  <p:cSld name="3_Title Only">
    <p:spTree>
      <p:nvGrpSpPr>
        <p:cNvPr id="1" name="Shape 2171"/>
        <p:cNvGrpSpPr/>
        <p:nvPr/>
      </p:nvGrpSpPr>
      <p:grpSpPr>
        <a:xfrm>
          <a:off x="0" y="0"/>
          <a:ext cx="0" cy="0"/>
          <a:chOff x="0" y="0"/>
          <a:chExt cx="0" cy="0"/>
        </a:xfrm>
      </p:grpSpPr>
      <p:pic>
        <p:nvPicPr>
          <p:cNvPr id="2172" name="Google Shape;2172;p211"/>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173" name="Google Shape;2173;p211"/>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174" name="Google Shape;2174;p211"/>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5" name="Google Shape;2175;p211"/>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76" name="Google Shape;2176;p211"/>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177" name="Google Shape;2177;p211"/>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178" name="Google Shape;2178;p211"/>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179" name="Google Shape;2179;p211"/>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180" name="Google Shape;2180;p211"/>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1" name="Google Shape;2181;p211"/>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2" name="Google Shape;2182;p211"/>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3" name="Google Shape;2183;p211"/>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4" name="Google Shape;2184;p211"/>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5" name="Google Shape;2185;p211"/>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6" name="Google Shape;2186;p211"/>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87" name="Google Shape;2187;p211"/>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188" name="Google Shape;2188;p21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89" name="Google Shape;2189;p211"/>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p:cSld name="2_Title Only">
    <p:spTree>
      <p:nvGrpSpPr>
        <p:cNvPr id="1" name="Shape 2190"/>
        <p:cNvGrpSpPr/>
        <p:nvPr/>
      </p:nvGrpSpPr>
      <p:grpSpPr>
        <a:xfrm>
          <a:off x="0" y="0"/>
          <a:ext cx="0" cy="0"/>
          <a:chOff x="0" y="0"/>
          <a:chExt cx="0" cy="0"/>
        </a:xfrm>
      </p:grpSpPr>
      <p:pic>
        <p:nvPicPr>
          <p:cNvPr id="2191" name="Google Shape;2191;p212"/>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192" name="Google Shape;2192;p212"/>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93" name="Google Shape;2193;p212"/>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4" name="Google Shape;2194;p212"/>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95" name="Google Shape;2195;p212"/>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196" name="Google Shape;2196;p212"/>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197" name="Google Shape;2197;p212"/>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198" name="Google Shape;2198;p212"/>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199" name="Google Shape;2199;p212"/>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0" name="Google Shape;2200;p212"/>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1" name="Google Shape;2201;p212"/>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2" name="Google Shape;2202;p212"/>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3" name="Google Shape;2203;p212"/>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4" name="Google Shape;2204;p212"/>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5" name="Google Shape;2205;p212"/>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6" name="Google Shape;2206;p212"/>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207" name="Google Shape;2207;p212"/>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1_1. Conteudo">
  <p:cSld name="6_1. Conteudo">
    <p:spTree>
      <p:nvGrpSpPr>
        <p:cNvPr id="1" name="Shape 2208"/>
        <p:cNvGrpSpPr/>
        <p:nvPr/>
      </p:nvGrpSpPr>
      <p:grpSpPr>
        <a:xfrm>
          <a:off x="0" y="0"/>
          <a:ext cx="0" cy="0"/>
          <a:chOff x="0" y="0"/>
          <a:chExt cx="0" cy="0"/>
        </a:xfrm>
      </p:grpSpPr>
      <p:cxnSp>
        <p:nvCxnSpPr>
          <p:cNvPr id="2209" name="Google Shape;2209;p213"/>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210" name="Google Shape;2210;p213"/>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211" name="Google Shape;2211;p213"/>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212" name="Google Shape;2212;p213"/>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213" name="Google Shape;2213;p213"/>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214" name="Google Shape;2214;p213"/>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215" name="Google Shape;2215;p213"/>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16" name="Google Shape;2216;p213"/>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217" name="Google Shape;2217;p213"/>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8" name="Google Shape;2218;p213"/>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9" name="Google Shape;2219;p213"/>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20" name="Google Shape;2220;p213"/>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221" name="Google Shape;2221;p213"/>
          <p:cNvGrpSpPr/>
          <p:nvPr/>
        </p:nvGrpSpPr>
        <p:grpSpPr>
          <a:xfrm>
            <a:off x="9756891" y="6381906"/>
            <a:ext cx="2435717" cy="499880"/>
            <a:chOff x="14634602" y="9537218"/>
            <a:chExt cx="3653392" cy="749782"/>
          </a:xfrm>
        </p:grpSpPr>
        <p:pic>
          <p:nvPicPr>
            <p:cNvPr id="2222" name="Google Shape;2222;p213"/>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2223" name="Google Shape;2223;p213" descr="Logotipo"/>
            <p:cNvPicPr preferRelativeResize="0"/>
            <p:nvPr/>
          </p:nvPicPr>
          <p:blipFill rotWithShape="1">
            <a:blip r:embed="rId3">
              <a:alphaModFix/>
            </a:blip>
            <a:srcRect l="6769" t="26294" b="17974"/>
            <a:stretch/>
          </p:blipFill>
          <p:spPr>
            <a:xfrm>
              <a:off x="15016163" y="9710738"/>
              <a:ext cx="3271831" cy="487362"/>
            </a:xfrm>
            <a:prstGeom prst="rect">
              <a:avLst/>
            </a:prstGeom>
            <a:noFill/>
            <a:ln>
              <a:noFill/>
            </a:ln>
          </p:spPr>
        </p:pic>
      </p:grpSp>
      <p:sp>
        <p:nvSpPr>
          <p:cNvPr id="2224" name="Google Shape;2224;p213"/>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225" name="Google Shape;2225;p213"/>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226" name="Google Shape;2226;p213"/>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227" name="Google Shape;2227;p213"/>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228" name="Google Shape;2228;p213"/>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229" name="Google Shape;2229;p213"/>
          <p:cNvGrpSpPr/>
          <p:nvPr/>
        </p:nvGrpSpPr>
        <p:grpSpPr>
          <a:xfrm>
            <a:off x="632922" y="3096780"/>
            <a:ext cx="486856" cy="481187"/>
            <a:chOff x="8278989" y="8660410"/>
            <a:chExt cx="569755" cy="563121"/>
          </a:xfrm>
        </p:grpSpPr>
        <p:grpSp>
          <p:nvGrpSpPr>
            <p:cNvPr id="2230" name="Google Shape;2230;p213"/>
            <p:cNvGrpSpPr/>
            <p:nvPr/>
          </p:nvGrpSpPr>
          <p:grpSpPr>
            <a:xfrm>
              <a:off x="8278989" y="8852628"/>
              <a:ext cx="265651" cy="370903"/>
              <a:chOff x="8278989" y="8852628"/>
              <a:chExt cx="265651" cy="370903"/>
            </a:xfrm>
          </p:grpSpPr>
          <p:sp>
            <p:nvSpPr>
              <p:cNvPr id="2231" name="Google Shape;2231;p213"/>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2" name="Google Shape;2232;p213"/>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33" name="Google Shape;2233;p213"/>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4" name="Google Shape;2234;p213"/>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35" name="Google Shape;2235;p213"/>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36" name="Google Shape;2236;p213"/>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237" name="Google Shape;2237;p213"/>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238" name="Google Shape;2238;p213"/>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239" name="Google Shape;2239;p213"/>
          <p:cNvGrpSpPr/>
          <p:nvPr/>
        </p:nvGrpSpPr>
        <p:grpSpPr>
          <a:xfrm>
            <a:off x="6643473" y="1077261"/>
            <a:ext cx="472792" cy="435252"/>
            <a:chOff x="8560697" y="2808577"/>
            <a:chExt cx="496370" cy="456957"/>
          </a:xfrm>
        </p:grpSpPr>
        <p:sp>
          <p:nvSpPr>
            <p:cNvPr id="2240" name="Google Shape;2240;p213"/>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241" name="Google Shape;2241;p213"/>
            <p:cNvGrpSpPr/>
            <p:nvPr/>
          </p:nvGrpSpPr>
          <p:grpSpPr>
            <a:xfrm>
              <a:off x="8560697" y="2875026"/>
              <a:ext cx="496370" cy="324059"/>
              <a:chOff x="8560697" y="2875026"/>
              <a:chExt cx="496370" cy="324059"/>
            </a:xfrm>
          </p:grpSpPr>
          <p:sp>
            <p:nvSpPr>
              <p:cNvPr id="2242" name="Google Shape;2242;p213"/>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3" name="Google Shape;2243;p213"/>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4" name="Google Shape;2244;p213"/>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5" name="Google Shape;2245;p213"/>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6" name="Google Shape;2246;p213"/>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47" name="Google Shape;2247;p213"/>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248" name="Google Shape;2248;p213"/>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249" name="Google Shape;2249;p213"/>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250" name="Google Shape;2250;p213"/>
          <p:cNvGrpSpPr/>
          <p:nvPr/>
        </p:nvGrpSpPr>
        <p:grpSpPr>
          <a:xfrm>
            <a:off x="664824" y="1066107"/>
            <a:ext cx="428521" cy="428520"/>
            <a:chOff x="9358184" y="2764785"/>
            <a:chExt cx="495514" cy="495513"/>
          </a:xfrm>
        </p:grpSpPr>
        <p:grpSp>
          <p:nvGrpSpPr>
            <p:cNvPr id="2251" name="Google Shape;2251;p213"/>
            <p:cNvGrpSpPr/>
            <p:nvPr/>
          </p:nvGrpSpPr>
          <p:grpSpPr>
            <a:xfrm>
              <a:off x="9358184" y="2802389"/>
              <a:ext cx="457909" cy="457909"/>
              <a:chOff x="9358184" y="2802389"/>
              <a:chExt cx="457909" cy="457909"/>
            </a:xfrm>
          </p:grpSpPr>
          <p:sp>
            <p:nvSpPr>
              <p:cNvPr id="2252" name="Google Shape;2252;p213"/>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3" name="Google Shape;2253;p213"/>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4" name="Google Shape;2254;p213"/>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255" name="Google Shape;2255;p213"/>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256" name="Google Shape;2256;p213"/>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 Conteudo">
  <p:cSld name="5_1. Conteudo">
    <p:spTree>
      <p:nvGrpSpPr>
        <p:cNvPr id="1" name="Shape 2257"/>
        <p:cNvGrpSpPr/>
        <p:nvPr/>
      </p:nvGrpSpPr>
      <p:grpSpPr>
        <a:xfrm>
          <a:off x="0" y="0"/>
          <a:ext cx="0" cy="0"/>
          <a:chOff x="0" y="0"/>
          <a:chExt cx="0" cy="0"/>
        </a:xfrm>
      </p:grpSpPr>
      <p:sp>
        <p:nvSpPr>
          <p:cNvPr id="2258" name="Google Shape;2258;p214"/>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59" name="Google Shape;2259;p214"/>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0" name="Google Shape;2260;p214"/>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1" name="Google Shape;2261;p214"/>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2" name="Google Shape;2262;p214"/>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63" name="Google Shape;2263;p21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64" name="Google Shape;2264;p21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 Conteudo">
  <p:cSld name="9_3. Conteudo">
    <p:spTree>
      <p:nvGrpSpPr>
        <p:cNvPr id="1" name="Shape 2265"/>
        <p:cNvGrpSpPr/>
        <p:nvPr/>
      </p:nvGrpSpPr>
      <p:grpSpPr>
        <a:xfrm>
          <a:off x="0" y="0"/>
          <a:ext cx="0" cy="0"/>
          <a:chOff x="0" y="0"/>
          <a:chExt cx="0" cy="0"/>
        </a:xfrm>
      </p:grpSpPr>
      <p:pic>
        <p:nvPicPr>
          <p:cNvPr id="2266" name="Google Shape;2266;p21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67" name="Google Shape;2267;p21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68" name="Google Shape;2268;p21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69" name="Google Shape;2269;p21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0" name="Google Shape;2270;p215"/>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71" name="Google Shape;2271;p215"/>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72" name="Google Shape;2272;p21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3. Conteudo">
  <p:cSld name="8_3. Conteudo">
    <p:spTree>
      <p:nvGrpSpPr>
        <p:cNvPr id="1" name="Shape 2273"/>
        <p:cNvGrpSpPr/>
        <p:nvPr/>
      </p:nvGrpSpPr>
      <p:grpSpPr>
        <a:xfrm>
          <a:off x="0" y="0"/>
          <a:ext cx="0" cy="0"/>
          <a:chOff x="0" y="0"/>
          <a:chExt cx="0" cy="0"/>
        </a:xfrm>
      </p:grpSpPr>
      <p:pic>
        <p:nvPicPr>
          <p:cNvPr id="2274" name="Google Shape;2274;p21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75" name="Google Shape;2275;p21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6" name="Google Shape;2276;p21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7" name="Google Shape;2277;p21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78" name="Google Shape;2278;p216"/>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79" name="Google Shape;2279;p216"/>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0" name="Google Shape;2280;p21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81" name="Google Shape;2281;p21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3. Conteudo">
  <p:cSld name="7_3. Conteudo">
    <p:spTree>
      <p:nvGrpSpPr>
        <p:cNvPr id="1" name="Shape 2282"/>
        <p:cNvGrpSpPr/>
        <p:nvPr/>
      </p:nvGrpSpPr>
      <p:grpSpPr>
        <a:xfrm>
          <a:off x="0" y="0"/>
          <a:ext cx="0" cy="0"/>
          <a:chOff x="0" y="0"/>
          <a:chExt cx="0" cy="0"/>
        </a:xfrm>
      </p:grpSpPr>
      <p:pic>
        <p:nvPicPr>
          <p:cNvPr id="2283" name="Google Shape;2283;p21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84" name="Google Shape;2284;p21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5" name="Google Shape;2285;p21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6" name="Google Shape;2286;p21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7" name="Google Shape;2287;p217"/>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8" name="Google Shape;2288;p217"/>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89" name="Google Shape;2289;p217"/>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90" name="Google Shape;2290;p217"/>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291" name="Google Shape;2291;p21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92" name="Google Shape;2292;p21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3. Conteudo">
  <p:cSld name="6_3. Conteudo">
    <p:spTree>
      <p:nvGrpSpPr>
        <p:cNvPr id="1" name="Shape 2293"/>
        <p:cNvGrpSpPr/>
        <p:nvPr/>
      </p:nvGrpSpPr>
      <p:grpSpPr>
        <a:xfrm>
          <a:off x="0" y="0"/>
          <a:ext cx="0" cy="0"/>
          <a:chOff x="0" y="0"/>
          <a:chExt cx="0" cy="0"/>
        </a:xfrm>
      </p:grpSpPr>
      <p:pic>
        <p:nvPicPr>
          <p:cNvPr id="2294" name="Google Shape;2294;p218"/>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295" name="Google Shape;2295;p218"/>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6" name="Google Shape;2296;p218"/>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7" name="Google Shape;2297;p218"/>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8" name="Google Shape;2298;p218"/>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99" name="Google Shape;2299;p218"/>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00" name="Google Shape;2300;p218"/>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1" name="Google Shape;2301;p218"/>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02" name="Google Shape;2302;p218"/>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03" name="Google Shape;2303;p218"/>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3. Conteudo">
  <p:cSld name="5_3. Conteudo">
    <p:spTree>
      <p:nvGrpSpPr>
        <p:cNvPr id="1" name="Shape 2304"/>
        <p:cNvGrpSpPr/>
        <p:nvPr/>
      </p:nvGrpSpPr>
      <p:grpSpPr>
        <a:xfrm>
          <a:off x="0" y="0"/>
          <a:ext cx="0" cy="0"/>
          <a:chOff x="0" y="0"/>
          <a:chExt cx="0" cy="0"/>
        </a:xfrm>
      </p:grpSpPr>
      <p:pic>
        <p:nvPicPr>
          <p:cNvPr id="2305" name="Google Shape;2305;p219"/>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306" name="Google Shape;2306;p2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7" name="Google Shape;2307;p2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8" name="Google Shape;2308;p2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9" name="Google Shape;2309;p219"/>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310" name="Google Shape;2310;p219"/>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11" name="Google Shape;2311;p219"/>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12" name="Google Shape;2312;p21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13" name="Google Shape;2313;p21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3_Layout Personalizado">
  <p:cSld name="11_Layout Personalizado">
    <p:spTree>
      <p:nvGrpSpPr>
        <p:cNvPr id="1" name="Shape 2713"/>
        <p:cNvGrpSpPr/>
        <p:nvPr/>
      </p:nvGrpSpPr>
      <p:grpSpPr>
        <a:xfrm>
          <a:off x="0" y="0"/>
          <a:ext cx="0" cy="0"/>
          <a:chOff x="0" y="0"/>
          <a:chExt cx="0" cy="0"/>
        </a:xfrm>
      </p:grpSpPr>
      <p:sp>
        <p:nvSpPr>
          <p:cNvPr id="2714" name="Google Shape;2714;p265"/>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715" name="Google Shape;2715;p265"/>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16" name="Google Shape;2716;p265"/>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2717" name="Google Shape;2717;p265"/>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2718" name="Google Shape;2718;p265"/>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2719" name="Google Shape;2719;p265" descr="Logotipo&#10;&#10;O conteúdo gerado por IA pode estar incorreto."/>
          <p:cNvPicPr preferRelativeResize="0"/>
          <p:nvPr/>
        </p:nvPicPr>
        <p:blipFill rotWithShape="1">
          <a:blip r:embed="rId2">
            <a:alphaModFix/>
          </a:blip>
          <a:srcRect l="12569" t="26434" r="13362" b="26178"/>
          <a:stretch/>
        </p:blipFill>
        <p:spPr>
          <a:xfrm>
            <a:off x="4828111" y="5385674"/>
            <a:ext cx="2535781" cy="1147459"/>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michoca">
  <p:cSld name="michoca">
    <p:spTree>
      <p:nvGrpSpPr>
        <p:cNvPr id="1" name="Shape 2720"/>
        <p:cNvGrpSpPr/>
        <p:nvPr/>
      </p:nvGrpSpPr>
      <p:grpSpPr>
        <a:xfrm>
          <a:off x="0" y="0"/>
          <a:ext cx="0" cy="0"/>
          <a:chOff x="0" y="0"/>
          <a:chExt cx="0" cy="0"/>
        </a:xfrm>
      </p:grpSpPr>
      <p:pic>
        <p:nvPicPr>
          <p:cNvPr id="2721" name="Google Shape;2721;p266"/>
          <p:cNvPicPr preferRelativeResize="0"/>
          <p:nvPr/>
        </p:nvPicPr>
        <p:blipFill rotWithShape="1">
          <a:blip r:embed="rId2">
            <a:alphaModFix/>
          </a:blip>
          <a:srcRect l="1999" r="951"/>
          <a:stretch/>
        </p:blipFill>
        <p:spPr>
          <a:xfrm>
            <a:off x="-5171" y="1336655"/>
            <a:ext cx="12197169" cy="4987270"/>
          </a:xfrm>
          <a:prstGeom prst="rect">
            <a:avLst/>
          </a:prstGeom>
          <a:noFill/>
          <a:ln>
            <a:noFill/>
          </a:ln>
        </p:spPr>
      </p:pic>
      <p:sp>
        <p:nvSpPr>
          <p:cNvPr id="2722" name="Google Shape;2722;p266"/>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3" name="Google Shape;2723;p266"/>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4" name="Google Shape;2724;p266"/>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5" name="Google Shape;2725;p266"/>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26" name="Google Shape;2726;p266"/>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2727" name="Google Shape;2727;p266"/>
          <p:cNvGrpSpPr/>
          <p:nvPr/>
        </p:nvGrpSpPr>
        <p:grpSpPr>
          <a:xfrm>
            <a:off x="587322" y="1618499"/>
            <a:ext cx="11456514" cy="4435193"/>
            <a:chOff x="880938" y="2427625"/>
            <a:chExt cx="17183911" cy="6652457"/>
          </a:xfrm>
        </p:grpSpPr>
        <p:sp>
          <p:nvSpPr>
            <p:cNvPr id="2728" name="Google Shape;2728;p266"/>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29" name="Google Shape;2729;p266"/>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0" name="Google Shape;2730;p266"/>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1" name="Google Shape;2731;p266"/>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2" name="Google Shape;2732;p266"/>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3" name="Google Shape;2733;p266"/>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4" name="Google Shape;2734;p266"/>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5" name="Google Shape;2735;p266"/>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6" name="Google Shape;2736;p266"/>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7" name="Google Shape;2737;p266"/>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8" name="Google Shape;2738;p266"/>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9" name="Google Shape;2739;p266"/>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0" name="Google Shape;2740;p266"/>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1" name="Google Shape;2741;p266"/>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2" name="Google Shape;2742;p266"/>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3" name="Google Shape;2743;p266"/>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2744" name="Google Shape;2744;p266"/>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2745" name="Google Shape;2745;p266"/>
          <p:cNvCxnSpPr>
            <a:stCxn id="2744"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2746" name="Google Shape;2746;p266"/>
          <p:cNvCxnSpPr>
            <a:endCxn id="2725" idx="1"/>
          </p:cNvCxnSpPr>
          <p:nvPr/>
        </p:nvCxnSpPr>
        <p:spPr>
          <a:xfrm rot="10800000" flipH="1">
            <a:off x="7013652" y="5998827"/>
            <a:ext cx="1116000" cy="15300"/>
          </a:xfrm>
          <a:prstGeom prst="straightConnector1">
            <a:avLst/>
          </a:prstGeom>
          <a:noFill/>
          <a:ln w="9525" cap="flat" cmpd="sng">
            <a:solidFill>
              <a:schemeClr val="dk1"/>
            </a:solidFill>
            <a:prstDash val="solid"/>
            <a:round/>
            <a:headEnd type="none" w="sm" len="sm"/>
            <a:tailEnd type="none" w="sm" len="sm"/>
          </a:ln>
        </p:spPr>
      </p:cxnSp>
      <p:sp>
        <p:nvSpPr>
          <p:cNvPr id="2747" name="Google Shape;2747;p266"/>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2748" name="Google Shape;2748;p266"/>
          <p:cNvCxnSpPr>
            <a:stCxn id="2747" idx="4"/>
            <a:endCxn id="2723"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2749" name="Google Shape;2749;p266"/>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2750" name="Google Shape;2750;p266"/>
          <p:cNvCxnSpPr>
            <a:stCxn id="2749" idx="3"/>
            <a:endCxn id="2724"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2751" name="Google Shape;2751;p266"/>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2752" name="Google Shape;2752;p266"/>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2753" name="Google Shape;2753;p266"/>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2754" name="Google Shape;2754;p266"/>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2755" name="Google Shape;2755;p266"/>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2756" name="Google Shape;2756;p266"/>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2757" name="Google Shape;2757;p266"/>
          <p:cNvCxnSpPr>
            <a:stCxn id="2756"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2758" name="Google Shape;2758;p266"/>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2759" name="Google Shape;2759;p266"/>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2760" name="Google Shape;2760;p266"/>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2761" name="Google Shape;2761;p266"/>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2762" name="Google Shape;2762;p266"/>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2763" name="Google Shape;2763;p266"/>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2764" name="Google Shape;2764;p266"/>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2765" name="Google Shape;2765;p266"/>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6" name="Google Shape;2766;p266"/>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2767" name="Google Shape;2767;p266"/>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8" name="Google Shape;2768;p266"/>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Layout Personalizado">
  <p:cSld name="10_Layout Personalizado">
    <p:spTree>
      <p:nvGrpSpPr>
        <p:cNvPr id="1" name="Shape 2769"/>
        <p:cNvGrpSpPr/>
        <p:nvPr/>
      </p:nvGrpSpPr>
      <p:grpSpPr>
        <a:xfrm>
          <a:off x="0" y="0"/>
          <a:ext cx="0" cy="0"/>
          <a:chOff x="0" y="0"/>
          <a:chExt cx="0" cy="0"/>
        </a:xfrm>
      </p:grpSpPr>
      <p:pic>
        <p:nvPicPr>
          <p:cNvPr id="2770" name="Google Shape;2770;p267"/>
          <p:cNvPicPr preferRelativeResize="0"/>
          <p:nvPr/>
        </p:nvPicPr>
        <p:blipFill rotWithShape="1">
          <a:blip r:embed="rId2">
            <a:alphaModFix/>
          </a:blip>
          <a:srcRect t="13682" b="6261"/>
          <a:stretch/>
        </p:blipFill>
        <p:spPr>
          <a:xfrm>
            <a:off x="0" y="0"/>
            <a:ext cx="8566486" cy="6857999"/>
          </a:xfrm>
          <a:prstGeom prst="rect">
            <a:avLst/>
          </a:prstGeom>
          <a:noFill/>
          <a:ln>
            <a:noFill/>
          </a:ln>
        </p:spPr>
      </p:pic>
      <p:grpSp>
        <p:nvGrpSpPr>
          <p:cNvPr id="2771" name="Google Shape;2771;p267"/>
          <p:cNvGrpSpPr/>
          <p:nvPr/>
        </p:nvGrpSpPr>
        <p:grpSpPr>
          <a:xfrm>
            <a:off x="9767223" y="6379123"/>
            <a:ext cx="2435717" cy="499880"/>
            <a:chOff x="14634602" y="9537218"/>
            <a:chExt cx="3653392" cy="749782"/>
          </a:xfrm>
        </p:grpSpPr>
        <p:pic>
          <p:nvPicPr>
            <p:cNvPr id="2772" name="Google Shape;2772;p267"/>
            <p:cNvPicPr preferRelativeResize="0"/>
            <p:nvPr/>
          </p:nvPicPr>
          <p:blipFill rotWithShape="1">
            <a:blip r:embed="rId3">
              <a:alphaModFix/>
            </a:blip>
            <a:srcRect/>
            <a:stretch/>
          </p:blipFill>
          <p:spPr>
            <a:xfrm>
              <a:off x="14634602" y="9537218"/>
              <a:ext cx="3653392" cy="749782"/>
            </a:xfrm>
            <a:prstGeom prst="rect">
              <a:avLst/>
            </a:prstGeom>
            <a:noFill/>
            <a:ln>
              <a:noFill/>
            </a:ln>
          </p:spPr>
        </p:pic>
        <p:pic>
          <p:nvPicPr>
            <p:cNvPr id="2773" name="Google Shape;2773;p267" descr="Logotipo"/>
            <p:cNvPicPr preferRelativeResize="0"/>
            <p:nvPr/>
          </p:nvPicPr>
          <p:blipFill rotWithShape="1">
            <a:blip r:embed="rId4">
              <a:alphaModFix/>
            </a:blip>
            <a:srcRect l="6769" t="26294" b="17974"/>
            <a:stretch/>
          </p:blipFill>
          <p:spPr>
            <a:xfrm>
              <a:off x="15016163" y="9710738"/>
              <a:ext cx="3271831" cy="487362"/>
            </a:xfrm>
            <a:prstGeom prst="rect">
              <a:avLst/>
            </a:prstGeom>
            <a:noFill/>
            <a:ln>
              <a:noFill/>
            </a:ln>
          </p:spPr>
        </p:pic>
      </p:grpSp>
      <p:sp>
        <p:nvSpPr>
          <p:cNvPr id="2774" name="Google Shape;2774;p267"/>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775" name="Google Shape;2775;p267"/>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2776" name="Google Shape;2776;p267"/>
          <p:cNvGrpSpPr/>
          <p:nvPr/>
        </p:nvGrpSpPr>
        <p:grpSpPr>
          <a:xfrm>
            <a:off x="10400796" y="6090630"/>
            <a:ext cx="1791300" cy="767400"/>
            <a:chOff x="10400796" y="6090630"/>
            <a:chExt cx="1791300" cy="767400"/>
          </a:xfrm>
        </p:grpSpPr>
        <p:sp>
          <p:nvSpPr>
            <p:cNvPr id="2777" name="Google Shape;2777;p267"/>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78" name="Google Shape;2778;p267"/>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79" name="Google Shape;2779;p267" descr="Logotipo&#10;&#10;O conteúdo gerado por IA pode estar incorreto."/>
          <p:cNvPicPr preferRelativeResize="0"/>
          <p:nvPr/>
        </p:nvPicPr>
        <p:blipFill rotWithShape="1">
          <a:blip r:embed="rId6">
            <a:alphaModFix/>
          </a:blip>
          <a:srcRect l="12569" t="26434" r="13362" b="26178"/>
          <a:stretch/>
        </p:blipFill>
        <p:spPr>
          <a:xfrm>
            <a:off x="10534930" y="6126882"/>
            <a:ext cx="1539044" cy="696428"/>
          </a:xfrm>
          <a:prstGeom prst="rect">
            <a:avLst/>
          </a:prstGeom>
          <a:noFill/>
          <a:ln>
            <a:noFill/>
          </a:ln>
        </p:spPr>
      </p:pic>
      <p:grpSp>
        <p:nvGrpSpPr>
          <p:cNvPr id="2780" name="Google Shape;2780;p267"/>
          <p:cNvGrpSpPr/>
          <p:nvPr/>
        </p:nvGrpSpPr>
        <p:grpSpPr>
          <a:xfrm>
            <a:off x="0" y="1"/>
            <a:ext cx="8566500" cy="5379981"/>
            <a:chOff x="0" y="0"/>
            <a:chExt cx="8566500" cy="5808033"/>
          </a:xfrm>
        </p:grpSpPr>
        <p:sp>
          <p:nvSpPr>
            <p:cNvPr id="2781" name="Google Shape;2781;p267"/>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2" name="Google Shape;2782;p267"/>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83" name="Google Shape;2783;p267"/>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1_Atividade_embranco">
  <p:cSld name="4_Atividade_embranco">
    <p:spTree>
      <p:nvGrpSpPr>
        <p:cNvPr id="1" name="Shape 2784"/>
        <p:cNvGrpSpPr/>
        <p:nvPr/>
      </p:nvGrpSpPr>
      <p:grpSpPr>
        <a:xfrm>
          <a:off x="0" y="0"/>
          <a:ext cx="0" cy="0"/>
          <a:chOff x="0" y="0"/>
          <a:chExt cx="0" cy="0"/>
        </a:xfrm>
      </p:grpSpPr>
      <p:sp>
        <p:nvSpPr>
          <p:cNvPr id="2785" name="Google Shape;2785;p268"/>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2786" name="Google Shape;2786;p268"/>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1_1. Conteudo">
  <p:cSld name="8_1. Conteudo">
    <p:spTree>
      <p:nvGrpSpPr>
        <p:cNvPr id="1" name="Shape 2787"/>
        <p:cNvGrpSpPr/>
        <p:nvPr/>
      </p:nvGrpSpPr>
      <p:grpSpPr>
        <a:xfrm>
          <a:off x="0" y="0"/>
          <a:ext cx="0" cy="0"/>
          <a:chOff x="0" y="0"/>
          <a:chExt cx="0" cy="0"/>
        </a:xfrm>
      </p:grpSpPr>
      <p:cxnSp>
        <p:nvCxnSpPr>
          <p:cNvPr id="2788" name="Google Shape;2788;p269"/>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2789" name="Google Shape;2789;p269"/>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2790" name="Google Shape;2790;p269"/>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2791" name="Google Shape;2791;p269"/>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2792" name="Google Shape;2792;p269"/>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2793" name="Google Shape;2793;p269"/>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2794" name="Google Shape;2794;p269"/>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795" name="Google Shape;2795;p269"/>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2796" name="Google Shape;2796;p269"/>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7" name="Google Shape;2797;p269"/>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8" name="Google Shape;2798;p269"/>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9" name="Google Shape;2799;p269"/>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2800" name="Google Shape;2800;p269"/>
          <p:cNvGrpSpPr/>
          <p:nvPr/>
        </p:nvGrpSpPr>
        <p:grpSpPr>
          <a:xfrm>
            <a:off x="9756891" y="6381906"/>
            <a:ext cx="2435717" cy="499880"/>
            <a:chOff x="14634602" y="9537218"/>
            <a:chExt cx="3653392" cy="749782"/>
          </a:xfrm>
        </p:grpSpPr>
        <p:pic>
          <p:nvPicPr>
            <p:cNvPr id="2801" name="Google Shape;2801;p269"/>
            <p:cNvPicPr preferRelativeResize="0"/>
            <p:nvPr/>
          </p:nvPicPr>
          <p:blipFill rotWithShape="1">
            <a:blip r:embed="rId2">
              <a:alphaModFix/>
            </a:blip>
            <a:srcRect/>
            <a:stretch/>
          </p:blipFill>
          <p:spPr>
            <a:xfrm>
              <a:off x="14634602" y="9537218"/>
              <a:ext cx="3653392" cy="749782"/>
            </a:xfrm>
            <a:prstGeom prst="rect">
              <a:avLst/>
            </a:prstGeom>
            <a:noFill/>
            <a:ln>
              <a:noFill/>
            </a:ln>
          </p:spPr>
        </p:pic>
        <p:pic>
          <p:nvPicPr>
            <p:cNvPr id="2802" name="Google Shape;2802;p269" descr="Logotipo"/>
            <p:cNvPicPr preferRelativeResize="0"/>
            <p:nvPr/>
          </p:nvPicPr>
          <p:blipFill rotWithShape="1">
            <a:blip r:embed="rId3">
              <a:alphaModFix/>
            </a:blip>
            <a:srcRect l="6769" t="26294" b="17974"/>
            <a:stretch/>
          </p:blipFill>
          <p:spPr>
            <a:xfrm>
              <a:off x="15016163" y="9710738"/>
              <a:ext cx="3271831" cy="487362"/>
            </a:xfrm>
            <a:prstGeom prst="rect">
              <a:avLst/>
            </a:prstGeom>
            <a:noFill/>
            <a:ln>
              <a:noFill/>
            </a:ln>
          </p:spPr>
        </p:pic>
      </p:grpSp>
      <p:sp>
        <p:nvSpPr>
          <p:cNvPr id="2803" name="Google Shape;2803;p269"/>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804" name="Google Shape;2804;p269"/>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2805" name="Google Shape;2805;p269"/>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2806" name="Google Shape;2806;p269"/>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07" name="Google Shape;2807;p269"/>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08" name="Google Shape;2808;p269"/>
          <p:cNvGrpSpPr/>
          <p:nvPr/>
        </p:nvGrpSpPr>
        <p:grpSpPr>
          <a:xfrm>
            <a:off x="632922" y="3096780"/>
            <a:ext cx="486856" cy="481187"/>
            <a:chOff x="8278989" y="8660410"/>
            <a:chExt cx="569755" cy="563121"/>
          </a:xfrm>
        </p:grpSpPr>
        <p:grpSp>
          <p:nvGrpSpPr>
            <p:cNvPr id="2809" name="Google Shape;2809;p269"/>
            <p:cNvGrpSpPr/>
            <p:nvPr/>
          </p:nvGrpSpPr>
          <p:grpSpPr>
            <a:xfrm>
              <a:off x="8278989" y="8852628"/>
              <a:ext cx="265651" cy="370903"/>
              <a:chOff x="8278989" y="8852628"/>
              <a:chExt cx="265651" cy="370903"/>
            </a:xfrm>
          </p:grpSpPr>
          <p:sp>
            <p:nvSpPr>
              <p:cNvPr id="2810" name="Google Shape;2810;p269"/>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1" name="Google Shape;2811;p269"/>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2" name="Google Shape;2812;p269"/>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3" name="Google Shape;2813;p269"/>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14" name="Google Shape;2814;p269"/>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15" name="Google Shape;2815;p269"/>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2816" name="Google Shape;2816;p269"/>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2817" name="Google Shape;2817;p269"/>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2818" name="Google Shape;2818;p269"/>
          <p:cNvGrpSpPr/>
          <p:nvPr/>
        </p:nvGrpSpPr>
        <p:grpSpPr>
          <a:xfrm>
            <a:off x="6643473" y="1077261"/>
            <a:ext cx="472792" cy="435252"/>
            <a:chOff x="8560697" y="2808577"/>
            <a:chExt cx="496370" cy="456957"/>
          </a:xfrm>
        </p:grpSpPr>
        <p:sp>
          <p:nvSpPr>
            <p:cNvPr id="2819" name="Google Shape;2819;p269"/>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0" name="Google Shape;2820;p269"/>
            <p:cNvGrpSpPr/>
            <p:nvPr/>
          </p:nvGrpSpPr>
          <p:grpSpPr>
            <a:xfrm>
              <a:off x="8560697" y="2875026"/>
              <a:ext cx="496370" cy="324059"/>
              <a:chOff x="8560697" y="2875026"/>
              <a:chExt cx="496370" cy="324059"/>
            </a:xfrm>
          </p:grpSpPr>
          <p:sp>
            <p:nvSpPr>
              <p:cNvPr id="2821" name="Google Shape;2821;p269"/>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2" name="Google Shape;2822;p269"/>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3" name="Google Shape;2823;p269"/>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4" name="Google Shape;2824;p269"/>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5" name="Google Shape;2825;p269"/>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26" name="Google Shape;2826;p269"/>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2827" name="Google Shape;2827;p269"/>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2828" name="Google Shape;2828;p269"/>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2829" name="Google Shape;2829;p269"/>
          <p:cNvGrpSpPr/>
          <p:nvPr/>
        </p:nvGrpSpPr>
        <p:grpSpPr>
          <a:xfrm>
            <a:off x="664824" y="1066107"/>
            <a:ext cx="428521" cy="428520"/>
            <a:chOff x="9358184" y="2764785"/>
            <a:chExt cx="495514" cy="495513"/>
          </a:xfrm>
        </p:grpSpPr>
        <p:grpSp>
          <p:nvGrpSpPr>
            <p:cNvPr id="2830" name="Google Shape;2830;p269"/>
            <p:cNvGrpSpPr/>
            <p:nvPr/>
          </p:nvGrpSpPr>
          <p:grpSpPr>
            <a:xfrm>
              <a:off x="9358184" y="2802389"/>
              <a:ext cx="457909" cy="457909"/>
              <a:chOff x="9358184" y="2802389"/>
              <a:chExt cx="457909" cy="457909"/>
            </a:xfrm>
          </p:grpSpPr>
          <p:sp>
            <p:nvSpPr>
              <p:cNvPr id="2831" name="Google Shape;2831;p269"/>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2" name="Google Shape;2832;p269"/>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3" name="Google Shape;2833;p269"/>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2834" name="Google Shape;2834;p269"/>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2835" name="Google Shape;2835;p269"/>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3. Conteudo">
  <p:cSld name="16_3. Conteudo">
    <p:spTree>
      <p:nvGrpSpPr>
        <p:cNvPr id="1" name="Shape 2836"/>
        <p:cNvGrpSpPr/>
        <p:nvPr/>
      </p:nvGrpSpPr>
      <p:grpSpPr>
        <a:xfrm>
          <a:off x="0" y="0"/>
          <a:ext cx="0" cy="0"/>
          <a:chOff x="0" y="0"/>
          <a:chExt cx="0" cy="0"/>
        </a:xfrm>
      </p:grpSpPr>
      <p:pic>
        <p:nvPicPr>
          <p:cNvPr id="2837" name="Google Shape;2837;p27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38" name="Google Shape;2838;p27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39" name="Google Shape;2839;p27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0" name="Google Shape;2840;p27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1" name="Google Shape;2841;p270"/>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2" name="Google Shape;2842;p270"/>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43" name="Google Shape;2843;p270"/>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4" name="Google Shape;2844;p270"/>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3. Conteudo">
  <p:cSld name="15_3. Conteudo">
    <p:spTree>
      <p:nvGrpSpPr>
        <p:cNvPr id="1" name="Shape 2845"/>
        <p:cNvGrpSpPr/>
        <p:nvPr/>
      </p:nvGrpSpPr>
      <p:grpSpPr>
        <a:xfrm>
          <a:off x="0" y="0"/>
          <a:ext cx="0" cy="0"/>
          <a:chOff x="0" y="0"/>
          <a:chExt cx="0" cy="0"/>
        </a:xfrm>
      </p:grpSpPr>
      <p:pic>
        <p:nvPicPr>
          <p:cNvPr id="2846" name="Google Shape;2846;p27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47" name="Google Shape;2847;p27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8" name="Google Shape;2848;p27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49" name="Google Shape;2849;p27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50" name="Google Shape;2850;p271"/>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1" name="Google Shape;2851;p271"/>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52" name="Google Shape;2852;p271"/>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 Conteudo">
  <p:cSld name="7_1. Conteudo">
    <p:spTree>
      <p:nvGrpSpPr>
        <p:cNvPr id="1" name="Shape 2853"/>
        <p:cNvGrpSpPr/>
        <p:nvPr/>
      </p:nvGrpSpPr>
      <p:grpSpPr>
        <a:xfrm>
          <a:off x="0" y="0"/>
          <a:ext cx="0" cy="0"/>
          <a:chOff x="0" y="0"/>
          <a:chExt cx="0" cy="0"/>
        </a:xfrm>
      </p:grpSpPr>
      <p:sp>
        <p:nvSpPr>
          <p:cNvPr id="2854" name="Google Shape;2854;p272"/>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5" name="Google Shape;2855;p272"/>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6" name="Google Shape;2856;p272"/>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7" name="Google Shape;2857;p272"/>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8" name="Google Shape;2858;p272"/>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59" name="Google Shape;2859;p27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0" name="Google Shape;2860;p27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3. Conteudo">
  <p:cSld name="14_3. Conteudo">
    <p:spTree>
      <p:nvGrpSpPr>
        <p:cNvPr id="1" name="Shape 2861"/>
        <p:cNvGrpSpPr/>
        <p:nvPr/>
      </p:nvGrpSpPr>
      <p:grpSpPr>
        <a:xfrm>
          <a:off x="0" y="0"/>
          <a:ext cx="0" cy="0"/>
          <a:chOff x="0" y="0"/>
          <a:chExt cx="0" cy="0"/>
        </a:xfrm>
      </p:grpSpPr>
      <p:pic>
        <p:nvPicPr>
          <p:cNvPr id="2862" name="Google Shape;2862;p27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63" name="Google Shape;2863;p27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4" name="Google Shape;2864;p27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5" name="Google Shape;2865;p27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66" name="Google Shape;2866;p273"/>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7" name="Google Shape;2867;p273"/>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68" name="Google Shape;2868;p27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69" name="Google Shape;2869;p27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3. Conteudo">
  <p:cSld name="13_3. Conteudo">
    <p:spTree>
      <p:nvGrpSpPr>
        <p:cNvPr id="1" name="Shape 2870"/>
        <p:cNvGrpSpPr/>
        <p:nvPr/>
      </p:nvGrpSpPr>
      <p:grpSpPr>
        <a:xfrm>
          <a:off x="0" y="0"/>
          <a:ext cx="0" cy="0"/>
          <a:chOff x="0" y="0"/>
          <a:chExt cx="0" cy="0"/>
        </a:xfrm>
      </p:grpSpPr>
      <p:pic>
        <p:nvPicPr>
          <p:cNvPr id="2871" name="Google Shape;2871;p27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72" name="Google Shape;2872;p27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3" name="Google Shape;2873;p27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4" name="Google Shape;2874;p27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75" name="Google Shape;2875;p274"/>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2876" name="Google Shape;2876;p274"/>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7" name="Google Shape;2877;p274"/>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78" name="Google Shape;2878;p27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79" name="Google Shape;2879;p27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3. Conteudo">
  <p:cSld name="12_3. Conteudo">
    <p:spTree>
      <p:nvGrpSpPr>
        <p:cNvPr id="1" name="Shape 2880"/>
        <p:cNvGrpSpPr/>
        <p:nvPr/>
      </p:nvGrpSpPr>
      <p:grpSpPr>
        <a:xfrm>
          <a:off x="0" y="0"/>
          <a:ext cx="0" cy="0"/>
          <a:chOff x="0" y="0"/>
          <a:chExt cx="0" cy="0"/>
        </a:xfrm>
      </p:grpSpPr>
      <p:pic>
        <p:nvPicPr>
          <p:cNvPr id="2881" name="Google Shape;2881;p27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82" name="Google Shape;2882;p27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3" name="Google Shape;2883;p27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4" name="Google Shape;2884;p27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5" name="Google Shape;2885;p275"/>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6" name="Google Shape;2886;p275"/>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7" name="Google Shape;2887;p275"/>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88" name="Google Shape;2888;p275"/>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89" name="Google Shape;2889;p275"/>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90" name="Google Shape;2890;p275"/>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3. Conteudo">
  <p:cSld name="11_3. Conteudo">
    <p:spTree>
      <p:nvGrpSpPr>
        <p:cNvPr id="1" name="Shape 2891"/>
        <p:cNvGrpSpPr/>
        <p:nvPr/>
      </p:nvGrpSpPr>
      <p:grpSpPr>
        <a:xfrm>
          <a:off x="0" y="0"/>
          <a:ext cx="0" cy="0"/>
          <a:chOff x="0" y="0"/>
          <a:chExt cx="0" cy="0"/>
        </a:xfrm>
      </p:grpSpPr>
      <p:pic>
        <p:nvPicPr>
          <p:cNvPr id="2892" name="Google Shape;2892;p27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893" name="Google Shape;2893;p27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4" name="Google Shape;2894;p27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5" name="Google Shape;2895;p27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896" name="Google Shape;2896;p276"/>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7" name="Google Shape;2897;p276"/>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8" name="Google Shape;2898;p276"/>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9" name="Google Shape;2899;p276"/>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2900" name="Google Shape;2900;p276"/>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01" name="Google Shape;2901;p276"/>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3. Conteudo">
  <p:cSld name="10_3. Conteudo">
    <p:spTree>
      <p:nvGrpSpPr>
        <p:cNvPr id="1" name="Shape 2902"/>
        <p:cNvGrpSpPr/>
        <p:nvPr/>
      </p:nvGrpSpPr>
      <p:grpSpPr>
        <a:xfrm>
          <a:off x="0" y="0"/>
          <a:ext cx="0" cy="0"/>
          <a:chOff x="0" y="0"/>
          <a:chExt cx="0" cy="0"/>
        </a:xfrm>
      </p:grpSpPr>
      <p:pic>
        <p:nvPicPr>
          <p:cNvPr id="2903" name="Google Shape;2903;p27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904" name="Google Shape;2904;p27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5" name="Google Shape;2905;p27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6" name="Google Shape;2906;p27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07" name="Google Shape;2907;p277"/>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8" name="Google Shape;2908;p277"/>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9" name="Google Shape;2909;p277"/>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10" name="Google Shape;2910;p277"/>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Only">
  <p:cSld name="4_Title Only">
    <p:spTree>
      <p:nvGrpSpPr>
        <p:cNvPr id="1" name="Shape 2911"/>
        <p:cNvGrpSpPr/>
        <p:nvPr/>
      </p:nvGrpSpPr>
      <p:grpSpPr>
        <a:xfrm>
          <a:off x="0" y="0"/>
          <a:ext cx="0" cy="0"/>
          <a:chOff x="0" y="0"/>
          <a:chExt cx="0" cy="0"/>
        </a:xfrm>
      </p:grpSpPr>
      <p:pic>
        <p:nvPicPr>
          <p:cNvPr id="2912" name="Google Shape;2912;p278"/>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913" name="Google Shape;2913;p278"/>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914" name="Google Shape;2914;p278"/>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915" name="Google Shape;2915;p278"/>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6" name="Google Shape;2916;p278"/>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917" name="Google Shape;2917;p278"/>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918" name="Google Shape;2918;p278"/>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919" name="Google Shape;2919;p278"/>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920" name="Google Shape;2920;p278"/>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1" name="Google Shape;2921;p278"/>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2" name="Google Shape;2922;p278"/>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3" name="Google Shape;2923;p278"/>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4" name="Google Shape;2924;p278"/>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5" name="Google Shape;2925;p278"/>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6" name="Google Shape;2926;p278"/>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7" name="Google Shape;2927;p278"/>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928" name="Google Shape;2928;p278"/>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29" name="Google Shape;2929;p278"/>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ítulo e Conteúdo">
  <p:cSld name="6_Título e Conteúdo">
    <p:spTree>
      <p:nvGrpSpPr>
        <p:cNvPr id="1" name="Shape 2930"/>
        <p:cNvGrpSpPr/>
        <p:nvPr/>
      </p:nvGrpSpPr>
      <p:grpSpPr>
        <a:xfrm>
          <a:off x="0" y="0"/>
          <a:ext cx="0" cy="0"/>
          <a:chOff x="0" y="0"/>
          <a:chExt cx="0" cy="0"/>
        </a:xfrm>
      </p:grpSpPr>
      <p:pic>
        <p:nvPicPr>
          <p:cNvPr id="2931" name="Google Shape;2931;p279"/>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932" name="Google Shape;2932;p279"/>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933" name="Google Shape;2933;p279"/>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4" name="Google Shape;2934;p279"/>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35" name="Google Shape;2935;p279"/>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90" r:id="rId59"/>
    <p:sldLayoutId id="2147483792" r:id="rId60"/>
    <p:sldLayoutId id="2147483793" r:id="rId61"/>
    <p:sldLayoutId id="2147483794" r:id="rId62"/>
    <p:sldLayoutId id="2147483795" r:id="rId63"/>
    <p:sldLayoutId id="2147483796" r:id="rId64"/>
    <p:sldLayoutId id="2147483797" r:id="rId65"/>
    <p:sldLayoutId id="2147483799" r:id="rId66"/>
    <p:sldLayoutId id="2147483800" r:id="rId67"/>
    <p:sldLayoutId id="2147483801" r:id="rId68"/>
    <p:sldLayoutId id="2147483802" r:id="rId69"/>
    <p:sldLayoutId id="2147483803" r:id="rId70"/>
    <p:sldLayoutId id="2147483804" r:id="rId71"/>
    <p:sldLayoutId id="2147483995" r:id="rId72"/>
    <p:sldLayoutId id="2147483848" r:id="rId73"/>
    <p:sldLayoutId id="2147483849" r:id="rId74"/>
    <p:sldLayoutId id="2147483850" r:id="rId75"/>
    <p:sldLayoutId id="2147483851" r:id="rId76"/>
    <p:sldLayoutId id="2147483852" r:id="rId77"/>
    <p:sldLayoutId id="2147483853" r:id="rId78"/>
    <p:sldLayoutId id="2147483854" r:id="rId79"/>
    <p:sldLayoutId id="2147483855" r:id="rId80"/>
    <p:sldLayoutId id="2147483856" r:id="rId81"/>
    <p:sldLayoutId id="2147483857" r:id="rId82"/>
    <p:sldLayoutId id="2147483858" r:id="rId83"/>
    <p:sldLayoutId id="2147483859" r:id="rId84"/>
    <p:sldLayoutId id="2147483860" r:id="rId85"/>
    <p:sldLayoutId id="2147483861" r:id="rId86"/>
    <p:sldLayoutId id="2147483862" r:id="rId87"/>
    <p:sldLayoutId id="2147483907" r:id="rId88"/>
    <p:sldLayoutId id="2147483908" r:id="rId89"/>
    <p:sldLayoutId id="2147483909" r:id="rId90"/>
    <p:sldLayoutId id="2147483910" r:id="rId91"/>
    <p:sldLayoutId id="2147483911" r:id="rId92"/>
    <p:sldLayoutId id="2147483912" r:id="rId93"/>
    <p:sldLayoutId id="2147483913" r:id="rId94"/>
    <p:sldLayoutId id="2147483914" r:id="rId95"/>
    <p:sldLayoutId id="2147483915" r:id="rId96"/>
    <p:sldLayoutId id="2147483916" r:id="rId97"/>
    <p:sldLayoutId id="2147483917" r:id="rId98"/>
    <p:sldLayoutId id="2147483918" r:id="rId99"/>
    <p:sldLayoutId id="2147483919" r:id="rId100"/>
    <p:sldLayoutId id="2147483920" r:id="rId101"/>
    <p:sldLayoutId id="2147483921" r:id="rId10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65.xml"/><Relationship Id="rId5" Type="http://schemas.openxmlformats.org/officeDocument/2006/relationships/image" Target="../media/image28.emf"/><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7.xml"/><Relationship Id="rId1" Type="http://schemas.openxmlformats.org/officeDocument/2006/relationships/slideLayout" Target="../slideLayouts/slideLayout65.xml"/><Relationship Id="rId4" Type="http://schemas.openxmlformats.org/officeDocument/2006/relationships/image" Target="../media/image30.emf"/></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59.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1.xml"/><Relationship Id="rId1" Type="http://schemas.openxmlformats.org/officeDocument/2006/relationships/slideLayout" Target="../slideLayouts/slideLayout59.xml"/><Relationship Id="rId4" Type="http://schemas.openxmlformats.org/officeDocument/2006/relationships/image" Target="../media/image35.emf"/></Relationships>
</file>

<file path=ppt/slides/_rels/slide1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2.xml"/><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3.xml"/><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4.xml"/><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60.xml"/></Relationships>
</file>

<file path=ppt/slides/_rels/slide18.xml.rels><?xml version="1.0" encoding="UTF-8" standalone="yes"?>
<Relationships xmlns="http://schemas.openxmlformats.org/package/2006/relationships"><Relationship Id="rId3" Type="http://schemas.openxmlformats.org/officeDocument/2006/relationships/hyperlink" Target="https://www.alura.com.br/artigos/funcoes-python" TargetMode="External"/><Relationship Id="rId2" Type="http://schemas.openxmlformats.org/officeDocument/2006/relationships/notesSlide" Target="../notesSlides/notesSlide18.xml"/><Relationship Id="rId1" Type="http://schemas.openxmlformats.org/officeDocument/2006/relationships/slideLayout" Target="../slideLayouts/slideLayout61.xml"/></Relationships>
</file>

<file path=ppt/slides/_rels/slide19.xml.rels><?xml version="1.0" encoding="UTF-8" standalone="yes"?>
<Relationships xmlns="http://schemas.openxmlformats.org/package/2006/relationships"><Relationship Id="rId3" Type="http://schemas.openxmlformats.org/officeDocument/2006/relationships/hyperlink" Target="https://www.alura.com.br/artigos/funcoes-python" TargetMode="External"/><Relationship Id="rId2" Type="http://schemas.openxmlformats.org/officeDocument/2006/relationships/notesSlide" Target="../notesSlides/notesSlide19.xml"/><Relationship Id="rId1" Type="http://schemas.openxmlformats.org/officeDocument/2006/relationships/slideLayout" Target="../slideLayouts/slideLayout62.xml"/><Relationship Id="rId4" Type="http://schemas.openxmlformats.org/officeDocument/2006/relationships/hyperlink" Target="https://docs.python.org/pt-br/3/tutorial/controlflow.html#defining-functions"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64.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64.xml"/><Relationship Id="rId5" Type="http://schemas.openxmlformats.org/officeDocument/2006/relationships/image" Target="../media/image41.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64.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64.xml"/><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64.xml"/><Relationship Id="rId6" Type="http://schemas.openxmlformats.org/officeDocument/2006/relationships/image" Target="../media/image38.png"/><Relationship Id="rId5" Type="http://schemas.openxmlformats.org/officeDocument/2006/relationships/image" Target="../media/image44.svg"/><Relationship Id="rId4" Type="http://schemas.openxmlformats.org/officeDocument/2006/relationships/image" Target="../media/image43.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49"/>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53"/>
        <p:cNvGrpSpPr/>
        <p:nvPr/>
      </p:nvGrpSpPr>
      <p:grpSpPr>
        <a:xfrm>
          <a:off x="0" y="0"/>
          <a:ext cx="0" cy="0"/>
          <a:chOff x="0" y="0"/>
          <a:chExt cx="0" cy="0"/>
        </a:xfrm>
      </p:grpSpPr>
      <p:sp>
        <p:nvSpPr>
          <p:cNvPr id="4054" name="Google Shape;4054;p378"/>
          <p:cNvSpPr txBox="1"/>
          <p:nvPr/>
        </p:nvSpPr>
        <p:spPr>
          <a:xfrm>
            <a:off x="613177" y="1745499"/>
            <a:ext cx="6814800" cy="4692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2800" b="1" i="0" u="none" strike="noStrike" cap="none" dirty="0">
                <a:solidFill>
                  <a:schemeClr val="dk1"/>
                </a:solidFill>
                <a:latin typeface="Poppins"/>
                <a:ea typeface="Poppins"/>
                <a:cs typeface="Poppins"/>
                <a:sym typeface="Poppins"/>
              </a:rPr>
              <a:t>Organizar e apresentar o projeto</a:t>
            </a:r>
            <a:endParaRPr sz="2800" b="1" i="0" u="none" strike="noStrike" cap="none" dirty="0">
              <a:solidFill>
                <a:schemeClr val="dk1"/>
              </a:solidFill>
              <a:latin typeface="Poppins"/>
              <a:ea typeface="Poppins"/>
              <a:cs typeface="Poppins"/>
              <a:sym typeface="Poppins"/>
            </a:endParaRPr>
          </a:p>
        </p:txBody>
      </p:sp>
      <p:sp>
        <p:nvSpPr>
          <p:cNvPr id="4055" name="Google Shape;4055;p378"/>
          <p:cNvSpPr txBox="1"/>
          <p:nvPr/>
        </p:nvSpPr>
        <p:spPr>
          <a:xfrm>
            <a:off x="613177" y="3469039"/>
            <a:ext cx="6814800" cy="6993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dirty="0">
                <a:solidFill>
                  <a:srgbClr val="000000"/>
                </a:solidFill>
                <a:latin typeface="Poppins"/>
                <a:ea typeface="Poppins"/>
                <a:cs typeface="Poppins"/>
                <a:sym typeface="Poppins"/>
              </a:rPr>
              <a:t>Código da aula: SISANO1C1B4S26A</a:t>
            </a:r>
            <a:r>
              <a:rPr lang="pt-BR" sz="2000" dirty="0">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sp>
        <p:nvSpPr>
          <p:cNvPr id="4056" name="Google Shape;4056;p378"/>
          <p:cNvSpPr txBox="1"/>
          <p:nvPr/>
        </p:nvSpPr>
        <p:spPr>
          <a:xfrm>
            <a:off x="613267" y="966836"/>
            <a:ext cx="681471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pt-BR" sz="3200" b="1" dirty="0">
                <a:solidFill>
                  <a:srgbClr val="FF161F"/>
                </a:solidFill>
                <a:latin typeface="Poppins"/>
                <a:ea typeface="Poppins"/>
                <a:cs typeface="Poppins"/>
                <a:sym typeface="Poppins"/>
              </a:rPr>
              <a:t>Vetores e matrizes</a:t>
            </a:r>
            <a:endParaRPr sz="3200" b="1" i="0" u="none" strike="noStrike" cap="none" dirty="0">
              <a:solidFill>
                <a:srgbClr val="FF161F"/>
              </a:solidFill>
              <a:latin typeface="Poppins"/>
              <a:ea typeface="Poppins"/>
              <a:cs typeface="Poppins"/>
              <a:sym typeface="Poppins"/>
            </a:endParaRPr>
          </a:p>
        </p:txBody>
      </p:sp>
      <p:sp>
        <p:nvSpPr>
          <p:cNvPr id="4057" name="Google Shape;4057;p378"/>
          <p:cNvSpPr txBox="1"/>
          <p:nvPr/>
        </p:nvSpPr>
        <p:spPr>
          <a:xfrm>
            <a:off x="613177" y="2494822"/>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2500"/>
              <a:buFont typeface="Arial"/>
              <a:buNone/>
            </a:pPr>
            <a:r>
              <a:rPr lang="pt-BR" sz="2200" dirty="0">
                <a:solidFill>
                  <a:srgbClr val="BFBFBF"/>
                </a:solidFill>
                <a:latin typeface="Poppins Medium"/>
                <a:ea typeface="Poppins Medium"/>
                <a:cs typeface="Poppins Medium"/>
                <a:sym typeface="Poppins Medium"/>
              </a:rPr>
              <a:t>Aula 2: Funções, repetição e organização </a:t>
            </a:r>
            <a:br>
              <a:rPr lang="pt-BR" sz="2200" dirty="0">
                <a:solidFill>
                  <a:srgbClr val="BFBFBF"/>
                </a:solidFill>
                <a:latin typeface="Poppins Medium"/>
                <a:ea typeface="Poppins Medium"/>
                <a:cs typeface="Poppins Medium"/>
                <a:sym typeface="Poppins Medium"/>
              </a:rPr>
            </a:br>
            <a:r>
              <a:rPr lang="pt-BR" sz="2200" dirty="0">
                <a:solidFill>
                  <a:srgbClr val="BFBFBF"/>
                </a:solidFill>
                <a:latin typeface="Poppins Medium"/>
                <a:ea typeface="Poppins Medium"/>
                <a:cs typeface="Poppins Medium"/>
                <a:sym typeface="Poppins Medium"/>
              </a:rPr>
              <a:t>do código</a:t>
            </a:r>
            <a:endParaRPr sz="2200" b="0" i="0" u="none" strike="noStrike" cap="none" dirty="0">
              <a:solidFill>
                <a:srgbClr val="BFBFBF"/>
              </a:solidFill>
              <a:latin typeface="Poppins Medium"/>
              <a:ea typeface="Poppins Medium"/>
              <a:cs typeface="Poppins Medium"/>
              <a:sym typeface="Poppins Medium"/>
            </a:endParaRPr>
          </a:p>
        </p:txBody>
      </p:sp>
      <p:sp>
        <p:nvSpPr>
          <p:cNvPr id="4058" name="Google Shape;4058;p378"/>
          <p:cNvSpPr txBox="1"/>
          <p:nvPr/>
        </p:nvSpPr>
        <p:spPr>
          <a:xfrm>
            <a:off x="3763926" y="171184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63"/>
        <p:cNvGrpSpPr/>
        <p:nvPr/>
      </p:nvGrpSpPr>
      <p:grpSpPr>
        <a:xfrm>
          <a:off x="0" y="0"/>
          <a:ext cx="0" cy="0"/>
          <a:chOff x="0" y="0"/>
          <a:chExt cx="0" cy="0"/>
        </a:xfrm>
      </p:grpSpPr>
      <p:pic>
        <p:nvPicPr>
          <p:cNvPr id="4064" name="Google Shape;4064;p379"/>
          <p:cNvPicPr preferRelativeResize="0"/>
          <p:nvPr/>
        </p:nvPicPr>
        <p:blipFill rotWithShape="1">
          <a:blip r:embed="rId3">
            <a:alphaModFix/>
          </a:blip>
          <a:srcRect l="1999" r="951"/>
          <a:stretch/>
        </p:blipFill>
        <p:spPr>
          <a:xfrm>
            <a:off x="-5171" y="1336655"/>
            <a:ext cx="12197171" cy="4987269"/>
          </a:xfrm>
          <a:prstGeom prst="rect">
            <a:avLst/>
          </a:prstGeom>
          <a:noFill/>
          <a:ln>
            <a:noFill/>
          </a:ln>
        </p:spPr>
      </p:pic>
      <p:sp>
        <p:nvSpPr>
          <p:cNvPr id="4065" name="Google Shape;4065;p379"/>
          <p:cNvSpPr/>
          <p:nvPr/>
        </p:nvSpPr>
        <p:spPr>
          <a:xfrm rot="-3439711">
            <a:off x="3101904" y="4687022"/>
            <a:ext cx="210625" cy="21062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066" name="Google Shape;4066;p379"/>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067" name="Google Shape;4067;p379"/>
          <p:cNvSpPr/>
          <p:nvPr/>
        </p:nvSpPr>
        <p:spPr>
          <a:xfrm rot="-4953060">
            <a:off x="7445868" y="2445423"/>
            <a:ext cx="210577" cy="21057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068" name="Google Shape;4068;p379"/>
          <p:cNvSpPr/>
          <p:nvPr/>
        </p:nvSpPr>
        <p:spPr>
          <a:xfrm rot="-2290533">
            <a:off x="8128906" y="5906016"/>
            <a:ext cx="210655" cy="21065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069" name="Google Shape;4069;p379"/>
          <p:cNvSpPr/>
          <p:nvPr/>
        </p:nvSpPr>
        <p:spPr>
          <a:xfrm rot="4159189">
            <a:off x="9504251" y="4023316"/>
            <a:ext cx="210675" cy="21067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4070" name="Google Shape;4070;p379"/>
          <p:cNvGrpSpPr/>
          <p:nvPr/>
        </p:nvGrpSpPr>
        <p:grpSpPr>
          <a:xfrm>
            <a:off x="587322" y="1618499"/>
            <a:ext cx="11456514" cy="4435193"/>
            <a:chOff x="880938" y="2427625"/>
            <a:chExt cx="17183911" cy="6652457"/>
          </a:xfrm>
        </p:grpSpPr>
        <p:sp>
          <p:nvSpPr>
            <p:cNvPr id="4071" name="Google Shape;4071;p379"/>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2" name="Google Shape;4072;p379"/>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3" name="Google Shape;4073;p379"/>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4" name="Google Shape;4074;p379"/>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5" name="Google Shape;4075;p379"/>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6" name="Google Shape;4076;p379"/>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7" name="Google Shape;4077;p379"/>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8" name="Google Shape;4078;p379"/>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79" name="Google Shape;4079;p379"/>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0" name="Google Shape;4080;p379"/>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1" name="Google Shape;4081;p379"/>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2" name="Google Shape;4082;p379"/>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3" name="Google Shape;4083;p379"/>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4" name="Google Shape;4084;p379"/>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5" name="Google Shape;4085;p379"/>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4086" name="Google Shape;4086;p379"/>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4087" name="Google Shape;4087;p379"/>
          <p:cNvSpPr/>
          <p:nvPr/>
        </p:nvSpPr>
        <p:spPr>
          <a:xfrm>
            <a:off x="2933526" y="2830191"/>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1900" b="1" dirty="0">
                <a:solidFill>
                  <a:srgbClr val="FFFFFF"/>
                </a:solidFill>
                <a:latin typeface="Poppins"/>
                <a:ea typeface="Poppins"/>
                <a:cs typeface="Poppins"/>
                <a:sym typeface="Poppins"/>
              </a:rPr>
              <a:t>20</a:t>
            </a:r>
            <a:endParaRPr sz="1900" b="0" i="0" u="none" strike="noStrike" cap="none" dirty="0">
              <a:solidFill>
                <a:srgbClr val="FFFFFF"/>
              </a:solidFill>
              <a:latin typeface="Calibri"/>
              <a:ea typeface="Calibri"/>
              <a:cs typeface="Calibri"/>
              <a:sym typeface="Calibri"/>
            </a:endParaRPr>
          </a:p>
        </p:txBody>
      </p:sp>
      <p:cxnSp>
        <p:nvCxnSpPr>
          <p:cNvPr id="4088" name="Google Shape;4088;p379"/>
          <p:cNvCxnSpPr>
            <a:stCxn id="4087" idx="4"/>
          </p:cNvCxnSpPr>
          <p:nvPr/>
        </p:nvCxnSpPr>
        <p:spPr>
          <a:xfrm>
            <a:off x="3201576" y="3366291"/>
            <a:ext cx="0" cy="1323300"/>
          </a:xfrm>
          <a:prstGeom prst="straightConnector1">
            <a:avLst/>
          </a:prstGeom>
          <a:noFill/>
          <a:ln w="9525" cap="flat" cmpd="sng">
            <a:solidFill>
              <a:schemeClr val="dk1"/>
            </a:solidFill>
            <a:prstDash val="solid"/>
            <a:round/>
            <a:headEnd type="none" w="sm" len="sm"/>
            <a:tailEnd type="none" w="sm" len="sm"/>
          </a:ln>
        </p:spPr>
      </p:cxnSp>
      <p:sp>
        <p:nvSpPr>
          <p:cNvPr id="4089" name="Google Shape;4089;p379"/>
          <p:cNvSpPr/>
          <p:nvPr/>
        </p:nvSpPr>
        <p:spPr>
          <a:xfrm>
            <a:off x="5860040" y="626852"/>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25</a:t>
            </a:r>
            <a:endParaRPr sz="2000" b="0" i="0" u="none" strike="noStrike" cap="none" dirty="0">
              <a:solidFill>
                <a:srgbClr val="FFFFFF"/>
              </a:solidFill>
              <a:latin typeface="Calibri"/>
              <a:ea typeface="Calibri"/>
              <a:cs typeface="Calibri"/>
              <a:sym typeface="Calibri"/>
            </a:endParaRPr>
          </a:p>
        </p:txBody>
      </p:sp>
      <p:cxnSp>
        <p:nvCxnSpPr>
          <p:cNvPr id="4090" name="Google Shape;4090;p379"/>
          <p:cNvCxnSpPr>
            <a:stCxn id="4089" idx="4"/>
            <a:endCxn id="4066" idx="7"/>
          </p:cNvCxnSpPr>
          <p:nvPr/>
        </p:nvCxnSpPr>
        <p:spPr>
          <a:xfrm flipH="1">
            <a:off x="6117440" y="1199252"/>
            <a:ext cx="28800" cy="507900"/>
          </a:xfrm>
          <a:prstGeom prst="straightConnector1">
            <a:avLst/>
          </a:prstGeom>
          <a:noFill/>
          <a:ln w="9525" cap="flat" cmpd="sng">
            <a:solidFill>
              <a:schemeClr val="dk1"/>
            </a:solidFill>
            <a:prstDash val="solid"/>
            <a:round/>
            <a:headEnd type="none" w="sm" len="sm"/>
            <a:tailEnd type="none" w="sm" len="sm"/>
          </a:ln>
        </p:spPr>
      </p:cxnSp>
      <p:sp>
        <p:nvSpPr>
          <p:cNvPr id="4091" name="Google Shape;4091;p379"/>
          <p:cNvSpPr txBox="1"/>
          <p:nvPr/>
        </p:nvSpPr>
        <p:spPr>
          <a:xfrm>
            <a:off x="8479754" y="119925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4092" name="Google Shape;4092;p379"/>
          <p:cNvPicPr preferRelativeResize="0"/>
          <p:nvPr/>
        </p:nvPicPr>
        <p:blipFill rotWithShape="1">
          <a:blip r:embed="rId4">
            <a:alphaModFix/>
          </a:blip>
          <a:srcRect/>
          <a:stretch/>
        </p:blipFill>
        <p:spPr>
          <a:xfrm rot="-2744266">
            <a:off x="7713734" y="1307863"/>
            <a:ext cx="595814" cy="351746"/>
          </a:xfrm>
          <a:prstGeom prst="rect">
            <a:avLst/>
          </a:prstGeom>
          <a:noFill/>
          <a:ln>
            <a:noFill/>
          </a:ln>
        </p:spPr>
      </p:pic>
      <p:pic>
        <p:nvPicPr>
          <p:cNvPr id="4093" name="Google Shape;4093;p379"/>
          <p:cNvPicPr preferRelativeResize="0"/>
          <p:nvPr/>
        </p:nvPicPr>
        <p:blipFill rotWithShape="1">
          <a:blip r:embed="rId5">
            <a:alphaModFix/>
          </a:blip>
          <a:srcRect/>
          <a:stretch/>
        </p:blipFill>
        <p:spPr>
          <a:xfrm rot="-2744266">
            <a:off x="2809258" y="2658683"/>
            <a:ext cx="595814" cy="351746"/>
          </a:xfrm>
          <a:prstGeom prst="rect">
            <a:avLst/>
          </a:prstGeom>
          <a:noFill/>
          <a:ln>
            <a:noFill/>
          </a:ln>
        </p:spPr>
      </p:pic>
      <p:sp>
        <p:nvSpPr>
          <p:cNvPr id="4094" name="Google Shape;4094;p379"/>
          <p:cNvSpPr txBox="1"/>
          <p:nvPr/>
        </p:nvSpPr>
        <p:spPr>
          <a:xfrm>
            <a:off x="587325" y="3087300"/>
            <a:ext cx="2247600" cy="8466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latin typeface="Poppins"/>
                <a:ea typeface="Poppins"/>
                <a:cs typeface="Poppins"/>
                <a:sym typeface="Poppins"/>
              </a:rPr>
              <a:t>Arquivos – Entrada e saída</a:t>
            </a:r>
            <a:endParaRPr sz="17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rgbClr val="000000"/>
              </a:solidFill>
              <a:latin typeface="Poppins"/>
              <a:ea typeface="Poppins"/>
              <a:cs typeface="Poppins"/>
              <a:sym typeface="Poppins"/>
            </a:endParaRPr>
          </a:p>
        </p:txBody>
      </p:sp>
      <p:sp>
        <p:nvSpPr>
          <p:cNvPr id="4095" name="Google Shape;4095;p379"/>
          <p:cNvSpPr txBox="1"/>
          <p:nvPr/>
        </p:nvSpPr>
        <p:spPr>
          <a:xfrm>
            <a:off x="6482155" y="723769"/>
            <a:ext cx="3724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Do menu ao sistema completo</a:t>
            </a:r>
            <a:endParaRPr sz="17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chemeClr val="dk1"/>
              </a:solidFill>
              <a:latin typeface="Poppins"/>
              <a:ea typeface="Poppins"/>
              <a:cs typeface="Poppins"/>
              <a:sym typeface="Poppins"/>
            </a:endParaRPr>
          </a:p>
        </p:txBody>
      </p:sp>
      <p:sp>
        <p:nvSpPr>
          <p:cNvPr id="4096" name="Google Shape;4096;p379"/>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7" name="Google Shape;4097;p379"/>
          <p:cNvSpPr txBox="1"/>
          <p:nvPr/>
        </p:nvSpPr>
        <p:spPr>
          <a:xfrm>
            <a:off x="135519" y="1439639"/>
            <a:ext cx="1865700" cy="2616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4098" name="Google Shape;4098;p379"/>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9" name="Google Shape;4099;p379"/>
          <p:cNvSpPr txBox="1"/>
          <p:nvPr/>
        </p:nvSpPr>
        <p:spPr>
          <a:xfrm>
            <a:off x="2160045" y="891153"/>
            <a:ext cx="2435700" cy="13545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chemeClr val="dk1"/>
              </a:buClr>
              <a:buSzPts val="2100"/>
              <a:buFont typeface="Arial"/>
              <a:buNone/>
            </a:pPr>
            <a:r>
              <a:rPr lang="pt-BR" sz="2100" b="1" i="0" u="none" strike="noStrike" cap="none" dirty="0">
                <a:solidFill>
                  <a:schemeClr val="lt1"/>
                </a:solidFill>
                <a:latin typeface="Poppins"/>
                <a:ea typeface="Poppins"/>
                <a:cs typeface="Poppins"/>
                <a:sym typeface="Poppins"/>
              </a:rPr>
              <a:t>Mapa da Unidade </a:t>
            </a:r>
            <a:r>
              <a:rPr lang="pt-BR" sz="2100" b="1" dirty="0">
                <a:solidFill>
                  <a:schemeClr val="lt1"/>
                </a:solidFill>
                <a:latin typeface="Poppins"/>
                <a:ea typeface="Poppins"/>
                <a:cs typeface="Poppins"/>
                <a:sym typeface="Poppins"/>
              </a:rPr>
              <a:t>6</a:t>
            </a:r>
            <a:r>
              <a:rPr lang="pt-BR" sz="2100" b="1" i="0" u="none" strike="noStrike" cap="none" dirty="0">
                <a:solidFill>
                  <a:schemeClr val="lt1"/>
                </a:solidFill>
                <a:latin typeface="Poppins"/>
                <a:ea typeface="Poppins"/>
                <a:cs typeface="Poppins"/>
                <a:sym typeface="Poppins"/>
              </a:rPr>
              <a:t>   Componente 1</a:t>
            </a:r>
            <a:endParaRPr sz="21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endParaRPr sz="2100" b="1" i="0" u="none" strike="noStrike" cap="none" dirty="0">
              <a:solidFill>
                <a:srgbClr val="FFFFFF"/>
              </a:solidFill>
              <a:latin typeface="Poppins"/>
              <a:ea typeface="Poppins"/>
              <a:cs typeface="Poppins"/>
              <a:sym typeface="Poppins"/>
            </a:endParaRPr>
          </a:p>
        </p:txBody>
      </p:sp>
      <p:sp>
        <p:nvSpPr>
          <p:cNvPr id="4100" name="Google Shape;4100;p379"/>
          <p:cNvSpPr/>
          <p:nvPr/>
        </p:nvSpPr>
        <p:spPr>
          <a:xfrm>
            <a:off x="7817898" y="1482704"/>
            <a:ext cx="572400" cy="5724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26</a:t>
            </a:r>
            <a:endParaRPr sz="2000" b="0" i="0" u="none" strike="noStrike" cap="none" dirty="0">
              <a:solidFill>
                <a:srgbClr val="FFFFFF"/>
              </a:solidFill>
              <a:latin typeface="Calibri"/>
              <a:ea typeface="Calibri"/>
              <a:cs typeface="Calibri"/>
              <a:sym typeface="Calibri"/>
            </a:endParaRPr>
          </a:p>
        </p:txBody>
      </p:sp>
      <p:sp>
        <p:nvSpPr>
          <p:cNvPr id="4101" name="Google Shape;4101;p379"/>
          <p:cNvSpPr txBox="1"/>
          <p:nvPr/>
        </p:nvSpPr>
        <p:spPr>
          <a:xfrm>
            <a:off x="8465913" y="1421801"/>
            <a:ext cx="3724500" cy="8466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Organizar e apresentar </a:t>
            </a:r>
            <a:endParaRPr sz="1700"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o projeto</a:t>
            </a:r>
            <a:endParaRPr sz="17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dirty="0">
              <a:solidFill>
                <a:schemeClr val="dk1"/>
              </a:solidFill>
              <a:latin typeface="Poppins"/>
              <a:ea typeface="Poppins"/>
              <a:cs typeface="Poppins"/>
              <a:sym typeface="Poppins"/>
            </a:endParaRPr>
          </a:p>
        </p:txBody>
      </p:sp>
      <p:cxnSp>
        <p:nvCxnSpPr>
          <p:cNvPr id="4102" name="Google Shape;4102;p379"/>
          <p:cNvCxnSpPr>
            <a:cxnSpLocks/>
            <a:stCxn id="4100" idx="2"/>
            <a:endCxn id="4077" idx="1"/>
          </p:cNvCxnSpPr>
          <p:nvPr/>
        </p:nvCxnSpPr>
        <p:spPr>
          <a:xfrm flipH="1">
            <a:off x="7220080" y="1768904"/>
            <a:ext cx="597818" cy="19713"/>
          </a:xfrm>
          <a:prstGeom prst="straightConnector1">
            <a:avLst/>
          </a:prstGeom>
          <a:noFill/>
          <a:ln w="9525" cap="flat" cmpd="sng">
            <a:solidFill>
              <a:srgbClr val="FA161E"/>
            </a:solidFill>
            <a:prstDash val="solid"/>
            <a:round/>
            <a:headEnd type="none" w="sm" len="sm"/>
            <a:tailEnd type="none" w="sm" len="sm"/>
          </a:ln>
        </p:spPr>
      </p:cxnSp>
      <p:pic>
        <p:nvPicPr>
          <p:cNvPr id="4104" name="Google Shape;4104;p379"/>
          <p:cNvPicPr preferRelativeResize="0"/>
          <p:nvPr/>
        </p:nvPicPr>
        <p:blipFill rotWithShape="1">
          <a:blip r:embed="rId5">
            <a:alphaModFix/>
          </a:blip>
          <a:srcRect/>
          <a:stretch/>
        </p:blipFill>
        <p:spPr>
          <a:xfrm rot="-2744266">
            <a:off x="5750994" y="460537"/>
            <a:ext cx="595814" cy="351746"/>
          </a:xfrm>
          <a:prstGeom prst="rect">
            <a:avLst/>
          </a:prstGeom>
          <a:noFill/>
          <a:ln>
            <a:noFill/>
          </a:ln>
        </p:spPr>
      </p:pic>
      <p:sp>
        <p:nvSpPr>
          <p:cNvPr id="4105" name="Google Shape;4105;p379"/>
          <p:cNvSpPr/>
          <p:nvPr/>
        </p:nvSpPr>
        <p:spPr>
          <a:xfrm rot="8953936">
            <a:off x="7011678" y="1657060"/>
            <a:ext cx="210533" cy="210533"/>
          </a:xfrm>
          <a:prstGeom prst="ellipse">
            <a:avLst/>
          </a:prstGeom>
          <a:solidFill>
            <a:srgbClr val="FF161F"/>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09"/>
        <p:cNvGrpSpPr/>
        <p:nvPr/>
      </p:nvGrpSpPr>
      <p:grpSpPr>
        <a:xfrm>
          <a:off x="0" y="0"/>
          <a:ext cx="0" cy="0"/>
          <a:chOff x="0" y="0"/>
          <a:chExt cx="0" cy="0"/>
        </a:xfrm>
      </p:grpSpPr>
      <p:pic>
        <p:nvPicPr>
          <p:cNvPr id="4110" name="Google Shape;4110;p380"/>
          <p:cNvPicPr preferRelativeResize="0"/>
          <p:nvPr/>
        </p:nvPicPr>
        <p:blipFill rotWithShape="1">
          <a:blip r:embed="rId3">
            <a:alphaModFix/>
          </a:blip>
          <a:srcRect l="-398" t="30200" r="53549" b="6021"/>
          <a:stretch/>
        </p:blipFill>
        <p:spPr>
          <a:xfrm rot="-573652">
            <a:off x="5678584" y="2638764"/>
            <a:ext cx="8603296" cy="4647676"/>
          </a:xfrm>
          <a:prstGeom prst="rect">
            <a:avLst/>
          </a:prstGeom>
          <a:noFill/>
          <a:ln>
            <a:noFill/>
          </a:ln>
        </p:spPr>
      </p:pic>
      <p:sp>
        <p:nvSpPr>
          <p:cNvPr id="4111" name="Google Shape;4111;p380"/>
          <p:cNvSpPr/>
          <p:nvPr/>
        </p:nvSpPr>
        <p:spPr>
          <a:xfrm rot="-3438164">
            <a:off x="10617304" y="5326466"/>
            <a:ext cx="408182" cy="408182"/>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112" name="Google Shape;4112;p380"/>
          <p:cNvSpPr/>
          <p:nvPr/>
        </p:nvSpPr>
        <p:spPr>
          <a:xfrm>
            <a:off x="9084502" y="3402930"/>
            <a:ext cx="1317300" cy="13173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4200"/>
              <a:buFont typeface="Arial"/>
              <a:buNone/>
            </a:pPr>
            <a:r>
              <a:rPr lang="pt-BR" sz="4200" b="1" i="0" u="none" strike="noStrike" cap="none" dirty="0">
                <a:solidFill>
                  <a:srgbClr val="FFFFFF"/>
                </a:solidFill>
                <a:latin typeface="Poppins"/>
                <a:ea typeface="Poppins"/>
                <a:cs typeface="Poppins"/>
                <a:sym typeface="Poppins"/>
              </a:rPr>
              <a:t>2</a:t>
            </a:r>
            <a:r>
              <a:rPr lang="pt-BR" sz="4200" b="1" dirty="0">
                <a:solidFill>
                  <a:srgbClr val="FFFFFF"/>
                </a:solidFill>
                <a:latin typeface="Poppins"/>
                <a:ea typeface="Poppins"/>
                <a:cs typeface="Poppins"/>
                <a:sym typeface="Poppins"/>
              </a:rPr>
              <a:t>6</a:t>
            </a:r>
            <a:endParaRPr sz="4200" b="0" i="0" u="none" strike="noStrike" cap="none" dirty="0">
              <a:solidFill>
                <a:srgbClr val="FFFFFF"/>
              </a:solidFill>
              <a:latin typeface="Calibri"/>
              <a:ea typeface="Calibri"/>
              <a:cs typeface="Calibri"/>
              <a:sym typeface="Calibri"/>
            </a:endParaRPr>
          </a:p>
        </p:txBody>
      </p:sp>
      <p:cxnSp>
        <p:nvCxnSpPr>
          <p:cNvPr id="4113" name="Google Shape;4113;p380"/>
          <p:cNvCxnSpPr/>
          <p:nvPr/>
        </p:nvCxnSpPr>
        <p:spPr>
          <a:xfrm>
            <a:off x="10016903" y="4528943"/>
            <a:ext cx="634200" cy="900300"/>
          </a:xfrm>
          <a:prstGeom prst="straightConnector1">
            <a:avLst/>
          </a:prstGeom>
          <a:noFill/>
          <a:ln w="9525" cap="flat" cmpd="sng">
            <a:solidFill>
              <a:srgbClr val="FA161E"/>
            </a:solidFill>
            <a:prstDash val="solid"/>
            <a:round/>
            <a:headEnd type="none" w="sm" len="sm"/>
            <a:tailEnd type="none" w="sm" len="sm"/>
          </a:ln>
        </p:spPr>
      </p:cxnSp>
      <p:sp>
        <p:nvSpPr>
          <p:cNvPr id="4114" name="Google Shape;4114;p380"/>
          <p:cNvSpPr txBox="1"/>
          <p:nvPr/>
        </p:nvSpPr>
        <p:spPr>
          <a:xfrm>
            <a:off x="3380131" y="4922697"/>
            <a:ext cx="4487700" cy="6993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Poppins"/>
                <a:ea typeface="Poppins"/>
                <a:cs typeface="Poppins"/>
                <a:sym typeface="Poppins"/>
              </a:rPr>
              <a:t>Código da aula: SISANO1C1B4S2</a:t>
            </a:r>
            <a:r>
              <a:rPr lang="pt-BR" sz="1800" dirty="0">
                <a:latin typeface="Poppins"/>
                <a:ea typeface="Poppins"/>
                <a:cs typeface="Poppins"/>
                <a:sym typeface="Poppins"/>
              </a:rPr>
              <a:t>6</a:t>
            </a:r>
            <a:r>
              <a:rPr lang="pt-BR" sz="1800" b="0" i="0" u="none" strike="noStrike" cap="none" dirty="0">
                <a:solidFill>
                  <a:srgbClr val="000000"/>
                </a:solidFill>
                <a:latin typeface="Poppins"/>
                <a:ea typeface="Poppins"/>
                <a:cs typeface="Poppins"/>
                <a:sym typeface="Poppins"/>
              </a:rPr>
              <a:t>A</a:t>
            </a:r>
            <a:r>
              <a:rPr lang="pt-BR" sz="1800" dirty="0">
                <a:latin typeface="Poppins"/>
                <a:ea typeface="Poppins"/>
                <a:cs typeface="Poppins"/>
                <a:sym typeface="Poppins"/>
              </a:rPr>
              <a:t>2</a:t>
            </a:r>
            <a:endParaRPr sz="1800" b="0" i="0" u="none" strike="noStrike" cap="none" dirty="0">
              <a:solidFill>
                <a:srgbClr val="000000"/>
              </a:solidFill>
              <a:latin typeface="Arial"/>
              <a:ea typeface="Arial"/>
              <a:cs typeface="Arial"/>
              <a:sym typeface="Arial"/>
            </a:endParaRPr>
          </a:p>
        </p:txBody>
      </p:sp>
      <p:sp>
        <p:nvSpPr>
          <p:cNvPr id="4115" name="Google Shape;4115;p380"/>
          <p:cNvSpPr txBox="1"/>
          <p:nvPr/>
        </p:nvSpPr>
        <p:spPr>
          <a:xfrm>
            <a:off x="365760" y="27432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116" name="Google Shape;4116;p380"/>
          <p:cNvSpPr txBox="1"/>
          <p:nvPr/>
        </p:nvSpPr>
        <p:spPr>
          <a:xfrm>
            <a:off x="154176" y="1212563"/>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4117" name="Google Shape;4117;p380"/>
          <p:cNvSpPr txBox="1"/>
          <p:nvPr/>
        </p:nvSpPr>
        <p:spPr>
          <a:xfrm>
            <a:off x="2113937" y="653818"/>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
        <p:nvSpPr>
          <p:cNvPr id="4118" name="Google Shape;4118;p380"/>
          <p:cNvSpPr txBox="1"/>
          <p:nvPr/>
        </p:nvSpPr>
        <p:spPr>
          <a:xfrm>
            <a:off x="3361975" y="3203825"/>
            <a:ext cx="6495600" cy="369300"/>
          </a:xfrm>
          <a:prstGeom prst="rect">
            <a:avLst/>
          </a:prstGeom>
          <a:noFill/>
          <a:ln>
            <a:noFill/>
          </a:ln>
        </p:spPr>
        <p:txBody>
          <a:bodyPr spcFirstLastPara="1" wrap="square" lIns="60950" tIns="30450" rIns="60950" bIns="30450" anchor="t" anchorCtr="0">
            <a:spAutoFit/>
          </a:bodyPr>
          <a:lstStyle/>
          <a:p>
            <a:pPr marL="0" lvl="0" indent="0" algn="l" rtl="0">
              <a:spcBef>
                <a:spcPts val="0"/>
              </a:spcBef>
              <a:spcAft>
                <a:spcPts val="0"/>
              </a:spcAft>
              <a:buClr>
                <a:schemeClr val="dk1"/>
              </a:buClr>
              <a:buSzPts val="1100"/>
              <a:buFont typeface="Arial"/>
              <a:buNone/>
            </a:pPr>
            <a:r>
              <a:rPr lang="pt-BR" sz="2000" dirty="0">
                <a:latin typeface="Poppins"/>
                <a:ea typeface="Poppins"/>
                <a:cs typeface="Poppins"/>
                <a:sym typeface="Poppins"/>
              </a:rPr>
              <a:t>Organizar e apresentar o projeto</a:t>
            </a:r>
            <a:endParaRPr sz="2000" dirty="0">
              <a:latin typeface="Poppins"/>
              <a:ea typeface="Poppins"/>
              <a:cs typeface="Poppins"/>
              <a:sym typeface="Poppins"/>
            </a:endParaRPr>
          </a:p>
        </p:txBody>
      </p:sp>
      <p:sp>
        <p:nvSpPr>
          <p:cNvPr id="4119" name="Google Shape;4119;p380"/>
          <p:cNvSpPr txBox="1"/>
          <p:nvPr/>
        </p:nvSpPr>
        <p:spPr>
          <a:xfrm>
            <a:off x="3331829" y="2792959"/>
            <a:ext cx="2583000" cy="4308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dirty="0">
                <a:solidFill>
                  <a:srgbClr val="FA161E"/>
                </a:solidFill>
                <a:latin typeface="Poppins"/>
                <a:ea typeface="Poppins"/>
                <a:cs typeface="Poppins"/>
                <a:sym typeface="Poppins"/>
              </a:rPr>
              <a:t>Você está aqui!</a:t>
            </a:r>
            <a:endParaRPr sz="2400" b="0" i="0" u="none" strike="noStrike" cap="none" dirty="0">
              <a:solidFill>
                <a:srgbClr val="000000"/>
              </a:solidFill>
              <a:latin typeface="Arial"/>
              <a:ea typeface="Arial"/>
              <a:cs typeface="Arial"/>
              <a:sym typeface="Arial"/>
            </a:endParaRPr>
          </a:p>
        </p:txBody>
      </p:sp>
      <p:sp>
        <p:nvSpPr>
          <p:cNvPr id="4120" name="Google Shape;4120;p380"/>
          <p:cNvSpPr txBox="1"/>
          <p:nvPr/>
        </p:nvSpPr>
        <p:spPr>
          <a:xfrm>
            <a:off x="3380126" y="3980163"/>
            <a:ext cx="5674500" cy="535500"/>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0"/>
              </a:spcAft>
              <a:buClr>
                <a:schemeClr val="dk1"/>
              </a:buClr>
              <a:buSzPts val="1100"/>
              <a:buFont typeface="Arial"/>
              <a:buNone/>
            </a:pPr>
            <a:r>
              <a:rPr lang="pt-BR" sz="2200" b="1" dirty="0">
                <a:solidFill>
                  <a:schemeClr val="dk1"/>
                </a:solidFill>
                <a:latin typeface="Poppins"/>
                <a:ea typeface="Poppins"/>
                <a:cs typeface="Poppins"/>
                <a:sym typeface="Poppins"/>
              </a:rPr>
              <a:t>Aula 2: Funções, repetição e organização do código</a:t>
            </a:r>
            <a:endParaRPr sz="2200" b="1" dirty="0">
              <a:solidFill>
                <a:schemeClr val="dk1"/>
              </a:solidFill>
              <a:latin typeface="Poppins"/>
              <a:ea typeface="Poppins"/>
              <a:cs typeface="Poppins"/>
              <a:sym typeface="Poppins"/>
            </a:endParaRPr>
          </a:p>
        </p:txBody>
      </p:sp>
      <p:sp>
        <p:nvSpPr>
          <p:cNvPr id="4121" name="Google Shape;4121;p380"/>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122" name="Google Shape;4122;p380"/>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123" name="Google Shape;4123;p380"/>
          <p:cNvSpPr txBox="1"/>
          <p:nvPr/>
        </p:nvSpPr>
        <p:spPr>
          <a:xfrm>
            <a:off x="135519" y="1439639"/>
            <a:ext cx="1865700" cy="261600"/>
          </a:xfrm>
          <a:prstGeom prst="rect">
            <a:avLst/>
          </a:prstGeom>
          <a:noFill/>
          <a:ln>
            <a:noFill/>
          </a:ln>
        </p:spPr>
        <p:txBody>
          <a:bodyPr spcFirstLastPara="1" wrap="square" lIns="60950" tIns="30450" rIns="60950" bIns="30450" anchor="t" anchorCtr="0">
            <a:spAutoFit/>
          </a:bodyPr>
          <a:lstStyle/>
          <a:p>
            <a:pPr marL="0" lvl="0" indent="0" algn="r" rtl="0">
              <a:spcBef>
                <a:spcPts val="0"/>
              </a:spcBef>
              <a:spcAft>
                <a:spcPts val="0"/>
              </a:spcAft>
              <a:buClr>
                <a:schemeClr val="dk1"/>
              </a:buClr>
              <a:buSzPts val="1300"/>
              <a:buFont typeface="Arial"/>
              <a:buNone/>
            </a:pPr>
            <a:r>
              <a:rPr lang="pt-BR" sz="1300" b="1" dirty="0">
                <a:solidFill>
                  <a:schemeClr val="lt1"/>
                </a:solidFill>
                <a:latin typeface="Poppins"/>
                <a:ea typeface="Poppins"/>
                <a:cs typeface="Poppins"/>
                <a:sym typeface="Poppins"/>
              </a:rPr>
              <a:t>Vetores e matrizes</a:t>
            </a:r>
            <a:endParaRPr sz="1300" b="1" i="0" u="none" strike="noStrike" cap="none" dirty="0">
              <a:solidFill>
                <a:srgbClr val="FFFFFF"/>
              </a:solidFill>
              <a:latin typeface="Poppins"/>
              <a:ea typeface="Poppins"/>
              <a:cs typeface="Poppins"/>
              <a:sym typeface="Poppins"/>
            </a:endParaRPr>
          </a:p>
        </p:txBody>
      </p:sp>
      <p:sp>
        <p:nvSpPr>
          <p:cNvPr id="4124" name="Google Shape;4124;p380"/>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a:t>
            </a:r>
            <a:r>
              <a:rPr lang="pt-BR" sz="2100" b="1" dirty="0">
                <a:solidFill>
                  <a:srgbClr val="FFFFFF"/>
                </a:solidFill>
                <a:latin typeface="Poppins"/>
                <a:ea typeface="Poppins"/>
                <a:cs typeface="Poppins"/>
                <a:sym typeface="Poppins"/>
              </a:rPr>
              <a:t>6</a:t>
            </a:r>
            <a:r>
              <a:rPr lang="pt-BR" sz="2100" b="1" i="0" u="none" strike="noStrike" cap="none" dirty="0">
                <a:solidFill>
                  <a:srgbClr val="FFFFFF"/>
                </a:solidFill>
                <a:latin typeface="Poppins"/>
                <a:ea typeface="Poppins"/>
                <a:cs typeface="Poppins"/>
                <a:sym typeface="Poppins"/>
              </a:rPr>
              <a:t>  Componente 1</a:t>
            </a:r>
            <a:endParaRPr sz="21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28"/>
        <p:cNvGrpSpPr/>
        <p:nvPr/>
      </p:nvGrpSpPr>
      <p:grpSpPr>
        <a:xfrm>
          <a:off x="0" y="0"/>
          <a:ext cx="0" cy="0"/>
          <a:chOff x="0" y="0"/>
          <a:chExt cx="0" cy="0"/>
        </a:xfrm>
      </p:grpSpPr>
      <p:sp>
        <p:nvSpPr>
          <p:cNvPr id="4129" name="Google Shape;4129;p381"/>
          <p:cNvSpPr txBox="1"/>
          <p:nvPr/>
        </p:nvSpPr>
        <p:spPr>
          <a:xfrm>
            <a:off x="6215922" y="319790"/>
            <a:ext cx="184800" cy="18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130" name="Google Shape;4130;p381"/>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Arial"/>
              <a:buChar char="•"/>
            </a:pPr>
            <a:r>
              <a:rPr lang="pt-BR" dirty="0"/>
              <a:t>Analisar quando extrair funções, renomear elementos e eliminar trechos repetidos para deixar o mesmo programa mais claro.</a:t>
            </a:r>
            <a:endParaRPr dirty="0"/>
          </a:p>
        </p:txBody>
      </p:sp>
      <p:sp>
        <p:nvSpPr>
          <p:cNvPr id="4131" name="Google Shape;4131;p381"/>
          <p:cNvSpPr txBox="1">
            <a:spLocks noGrp="1"/>
          </p:cNvSpPr>
          <p:nvPr>
            <p:ph type="body" idx="2"/>
          </p:nvPr>
        </p:nvSpPr>
        <p:spPr>
          <a:xfrm>
            <a:off x="7467375" y="1355465"/>
            <a:ext cx="4321212" cy="1555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Organizar e melhorar a legibilidade de um programa em terminal já funcional, usando nomes claros, funções e redução de trechos repetidos, sem alterar o comportamento esperado.</a:t>
            </a:r>
            <a:endParaRPr dirty="0"/>
          </a:p>
        </p:txBody>
      </p:sp>
      <p:sp>
        <p:nvSpPr>
          <p:cNvPr id="4132" name="Google Shape;4132;p381"/>
          <p:cNvSpPr txBox="1">
            <a:spLocks noGrp="1"/>
          </p:cNvSpPr>
          <p:nvPr>
            <p:ph type="body" idx="3"/>
          </p:nvPr>
        </p:nvSpPr>
        <p:spPr>
          <a:xfrm>
            <a:off x="7467374" y="3649329"/>
            <a:ext cx="4321213" cy="1590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pt-BR" dirty="0"/>
              <a:t>Exercer autonomia ao revisar o próprio código, melhorar a organização do projeto e apresentar a solução com clareza para a turma.</a:t>
            </a:r>
            <a:endParaRPr dirty="0"/>
          </a:p>
        </p:txBody>
      </p:sp>
      <p:sp>
        <p:nvSpPr>
          <p:cNvPr id="4133" name="Google Shape;4133;p381"/>
          <p:cNvSpPr txBox="1">
            <a:spLocks noGrp="1"/>
          </p:cNvSpPr>
          <p:nvPr>
            <p:ph type="body" idx="4"/>
          </p:nvPr>
        </p:nvSpPr>
        <p:spPr>
          <a:xfrm>
            <a:off x="1467909" y="3406588"/>
            <a:ext cx="4044900" cy="1045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60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Recurso audiovisual para exibição de vídeos e imagens.</a:t>
            </a:r>
            <a:endParaRPr dirty="0"/>
          </a:p>
          <a:p>
            <a:pPr marL="342900" marR="0" lvl="0" indent="-342900" algn="l" rtl="0">
              <a:lnSpc>
                <a:spcPct val="100000"/>
              </a:lnSpc>
              <a:spcBef>
                <a:spcPts val="0"/>
              </a:spcBef>
              <a:spcAft>
                <a:spcPts val="60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Caneta e caderno para anotações.</a:t>
            </a:r>
            <a:endParaRPr dirty="0"/>
          </a:p>
          <a:p>
            <a:pPr marL="342900" marR="0" lvl="0" indent="-342900" algn="l" rtl="0">
              <a:lnSpc>
                <a:spcPct val="100000"/>
              </a:lnSpc>
              <a:spcBef>
                <a:spcPts val="0"/>
              </a:spcBef>
              <a:spcAft>
                <a:spcPts val="60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Computador com internet.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37"/>
        <p:cNvGrpSpPr/>
        <p:nvPr/>
      </p:nvGrpSpPr>
      <p:grpSpPr>
        <a:xfrm>
          <a:off x="0" y="0"/>
          <a:ext cx="0" cy="0"/>
          <a:chOff x="0" y="0"/>
          <a:chExt cx="0" cy="0"/>
        </a:xfrm>
      </p:grpSpPr>
      <p:sp>
        <p:nvSpPr>
          <p:cNvPr id="4138" name="Google Shape;4138;p382"/>
          <p:cNvSpPr txBox="1">
            <a:spLocks noGrp="1"/>
          </p:cNvSpPr>
          <p:nvPr>
            <p:ph type="body" idx="1"/>
          </p:nvPr>
        </p:nvSpPr>
        <p:spPr>
          <a:xfrm>
            <a:off x="3548775" y="1039437"/>
            <a:ext cx="7752456" cy="3526800"/>
          </a:xfrm>
          <a:prstGeom prst="rect">
            <a:avLst/>
          </a:prstGeom>
          <a:noFill/>
          <a:ln>
            <a:noFill/>
          </a:ln>
        </p:spPr>
        <p:txBody>
          <a:bodyPr spcFirstLastPara="1" wrap="square" lIns="91425" tIns="45700" rIns="91425" bIns="45700" anchor="t" anchorCtr="0">
            <a:normAutofit/>
          </a:bodyPr>
          <a:lstStyle/>
          <a:p>
            <a:pPr marL="0" lvl="0" indent="0" algn="l" rtl="0">
              <a:spcAft>
                <a:spcPts val="600"/>
              </a:spcAft>
              <a:buSzPts val="1400"/>
              <a:buNone/>
            </a:pPr>
            <a:r>
              <a:rPr lang="pt-BR" sz="2000" dirty="0"/>
              <a:t>Durante as aulas anteriores, c</a:t>
            </a:r>
            <a:r>
              <a:rPr lang="pt-BR" sz="2000" dirty="0">
                <a:latin typeface="Poppins"/>
                <a:ea typeface="Poppins"/>
                <a:cs typeface="Poppins"/>
                <a:sym typeface="Poppins"/>
              </a:rPr>
              <a:t>onstruímos um programa que já consegue:</a:t>
            </a:r>
            <a:endParaRPr sz="2000" dirty="0">
              <a:latin typeface="Poppins"/>
              <a:ea typeface="Poppins"/>
              <a:cs typeface="Poppins"/>
              <a:sym typeface="Poppins"/>
            </a:endParaRPr>
          </a:p>
          <a:p>
            <a:pPr marL="457200" lvl="0" indent="-368300" algn="l" rtl="0">
              <a:spcAft>
                <a:spcPts val="600"/>
              </a:spcAft>
              <a:buSzPct val="100000"/>
              <a:buBlip>
                <a:blip r:embed="rId3"/>
              </a:buBlip>
            </a:pPr>
            <a:r>
              <a:rPr lang="pt-BR" sz="2000" dirty="0">
                <a:latin typeface="Poppins"/>
                <a:ea typeface="Poppins"/>
                <a:cs typeface="Poppins"/>
                <a:sym typeface="Poppins"/>
              </a:rPr>
              <a:t>cadastrar produtos com validação de preço;</a:t>
            </a:r>
            <a:endParaRPr sz="2000" dirty="0">
              <a:latin typeface="Poppins"/>
              <a:ea typeface="Poppins"/>
              <a:cs typeface="Poppins"/>
              <a:sym typeface="Poppins"/>
            </a:endParaRPr>
          </a:p>
          <a:p>
            <a:pPr marL="457200" lvl="0" indent="-368300" algn="l" rtl="0">
              <a:spcAft>
                <a:spcPts val="600"/>
              </a:spcAft>
              <a:buSzPct val="100000"/>
              <a:buBlip>
                <a:blip r:embed="rId3"/>
              </a:buBlip>
            </a:pPr>
            <a:r>
              <a:rPr lang="pt-BR" sz="2000" dirty="0">
                <a:latin typeface="Poppins"/>
                <a:ea typeface="Poppins"/>
                <a:cs typeface="Poppins"/>
                <a:sym typeface="Poppins"/>
              </a:rPr>
              <a:t>consultar produtos pelo nome;</a:t>
            </a:r>
            <a:endParaRPr sz="2000" dirty="0">
              <a:latin typeface="Poppins"/>
              <a:ea typeface="Poppins"/>
              <a:cs typeface="Poppins"/>
              <a:sym typeface="Poppins"/>
            </a:endParaRPr>
          </a:p>
          <a:p>
            <a:pPr marL="457200" lvl="0" indent="-368300" algn="l" rtl="0">
              <a:spcAft>
                <a:spcPts val="600"/>
              </a:spcAft>
              <a:buSzPct val="100000"/>
              <a:buBlip>
                <a:blip r:embed="rId3"/>
              </a:buBlip>
            </a:pPr>
            <a:r>
              <a:rPr lang="pt-BR" sz="2000" dirty="0">
                <a:latin typeface="Poppins"/>
                <a:ea typeface="Poppins"/>
                <a:cs typeface="Poppins"/>
                <a:sym typeface="Poppins"/>
              </a:rPr>
              <a:t>listar todos os produtos cadastrados;</a:t>
            </a:r>
            <a:endParaRPr sz="2000" dirty="0">
              <a:latin typeface="Poppins"/>
              <a:ea typeface="Poppins"/>
              <a:cs typeface="Poppins"/>
              <a:sym typeface="Poppins"/>
            </a:endParaRPr>
          </a:p>
          <a:p>
            <a:pPr marL="457200" lvl="0" indent="-368300" algn="l" rtl="0">
              <a:spcAft>
                <a:spcPts val="600"/>
              </a:spcAft>
              <a:buSzPct val="100000"/>
              <a:buBlip>
                <a:blip r:embed="rId3"/>
              </a:buBlip>
            </a:pPr>
            <a:r>
              <a:rPr lang="pt-BR" sz="2000" dirty="0">
                <a:latin typeface="Poppins"/>
                <a:ea typeface="Poppins"/>
                <a:cs typeface="Poppins"/>
                <a:sym typeface="Poppins"/>
              </a:rPr>
              <a:t>os nomes e as funções já estão claros.</a:t>
            </a:r>
            <a:endParaRPr sz="2000" dirty="0">
              <a:latin typeface="Poppins"/>
              <a:ea typeface="Poppins"/>
              <a:cs typeface="Poppins"/>
              <a:sym typeface="Poppins"/>
            </a:endParaRPr>
          </a:p>
        </p:txBody>
      </p:sp>
      <p:grpSp>
        <p:nvGrpSpPr>
          <p:cNvPr id="4139" name="Google Shape;4139;p382"/>
          <p:cNvGrpSpPr/>
          <p:nvPr/>
        </p:nvGrpSpPr>
        <p:grpSpPr>
          <a:xfrm>
            <a:off x="11470851" y="-15180"/>
            <a:ext cx="721836" cy="732801"/>
            <a:chOff x="17205424" y="-22770"/>
            <a:chExt cx="1082700" cy="1099146"/>
          </a:xfrm>
        </p:grpSpPr>
        <p:sp>
          <p:nvSpPr>
            <p:cNvPr id="4140" name="Google Shape;4140;p382"/>
            <p:cNvSpPr/>
            <p:nvPr/>
          </p:nvSpPr>
          <p:spPr>
            <a:xfrm flipH="1">
              <a:off x="17208525" y="0"/>
              <a:ext cx="1079474" cy="1076376"/>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grpSp>
          <p:nvGrpSpPr>
            <p:cNvPr id="4141" name="Google Shape;4141;p382"/>
            <p:cNvGrpSpPr/>
            <p:nvPr/>
          </p:nvGrpSpPr>
          <p:grpSpPr>
            <a:xfrm>
              <a:off x="17492825" y="308532"/>
              <a:ext cx="573896" cy="683969"/>
              <a:chOff x="16810081" y="921861"/>
              <a:chExt cx="743774" cy="886429"/>
            </a:xfrm>
          </p:grpSpPr>
          <p:grpSp>
            <p:nvGrpSpPr>
              <p:cNvPr id="4142" name="Google Shape;4142;p382"/>
              <p:cNvGrpSpPr/>
              <p:nvPr/>
            </p:nvGrpSpPr>
            <p:grpSpPr>
              <a:xfrm>
                <a:off x="16810084" y="1434434"/>
                <a:ext cx="691713" cy="373856"/>
                <a:chOff x="16866377" y="1492565"/>
                <a:chExt cx="691713" cy="373856"/>
              </a:xfrm>
            </p:grpSpPr>
            <p:sp>
              <p:nvSpPr>
                <p:cNvPr id="4143" name="Google Shape;4143;p382"/>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44" name="Google Shape;4144;p382"/>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45" name="Google Shape;4145;p382"/>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46" name="Google Shape;4146;p382"/>
                <p:cNvSpPr/>
                <p:nvPr/>
              </p:nvSpPr>
              <p:spPr>
                <a:xfrm>
                  <a:off x="16866377" y="1660872"/>
                  <a:ext cx="268605" cy="148399"/>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47" name="Google Shape;4147;p382"/>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48" name="Google Shape;4148;p382"/>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nvGrpSpPr>
              <p:cNvPr id="4149" name="Google Shape;4149;p382"/>
              <p:cNvGrpSpPr/>
              <p:nvPr/>
            </p:nvGrpSpPr>
            <p:grpSpPr>
              <a:xfrm>
                <a:off x="16810081" y="921861"/>
                <a:ext cx="743774" cy="512573"/>
                <a:chOff x="16933626" y="782036"/>
                <a:chExt cx="743774" cy="512573"/>
              </a:xfrm>
            </p:grpSpPr>
            <p:sp>
              <p:nvSpPr>
                <p:cNvPr id="4150" name="Google Shape;4150;p382"/>
                <p:cNvSpPr/>
                <p:nvPr/>
              </p:nvSpPr>
              <p:spPr>
                <a:xfrm>
                  <a:off x="16933626" y="782036"/>
                  <a:ext cx="476250"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4151" name="Google Shape;4151;p382"/>
                <p:cNvSpPr/>
                <p:nvPr/>
              </p:nvSpPr>
              <p:spPr>
                <a:xfrm>
                  <a:off x="17201150" y="865984"/>
                  <a:ext cx="476250"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grpSp>
        </p:grpSp>
        <p:sp>
          <p:nvSpPr>
            <p:cNvPr id="4152" name="Google Shape;4152;p382"/>
            <p:cNvSpPr txBox="1"/>
            <p:nvPr/>
          </p:nvSpPr>
          <p:spPr>
            <a:xfrm>
              <a:off x="17205424" y="-22770"/>
              <a:ext cx="1082700" cy="298200"/>
            </a:xfrm>
            <a:prstGeom prst="rect">
              <a:avLst/>
            </a:prstGeom>
            <a:noFill/>
            <a:ln>
              <a:noFill/>
            </a:ln>
          </p:spPr>
          <p:txBody>
            <a:bodyPr spcFirstLastPara="1" wrap="square" lIns="60950" tIns="30450" rIns="60950" bIns="3045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933" b="1" i="0" u="none" strike="noStrike" cap="none" dirty="0">
                  <a:solidFill>
                    <a:srgbClr val="FFFFFF"/>
                  </a:solidFill>
                  <a:latin typeface="Poppins"/>
                  <a:ea typeface="Poppins"/>
                  <a:cs typeface="Poppins"/>
                  <a:sym typeface="Poppins"/>
                </a:rPr>
                <a:t>Diálogo</a:t>
              </a:r>
              <a:endParaRPr sz="800" b="0" i="0" u="none" strike="noStrike" cap="none" dirty="0">
                <a:solidFill>
                  <a:srgbClr val="000000"/>
                </a:solidFill>
                <a:latin typeface="Poppins"/>
                <a:ea typeface="Poppins"/>
                <a:cs typeface="Poppins"/>
                <a:sym typeface="Poppins"/>
              </a:endParaRPr>
            </a:p>
            <a:p>
              <a:pPr marL="0" marR="0" lvl="0" indent="0" algn="r" rtl="0">
                <a:lnSpc>
                  <a:spcPct val="107000"/>
                </a:lnSpc>
                <a:spcBef>
                  <a:spcPts val="715"/>
                </a:spcBef>
                <a:spcAft>
                  <a:spcPts val="0"/>
                </a:spcAft>
                <a:buClr>
                  <a:srgbClr val="000000"/>
                </a:buClr>
                <a:buSzPts val="2700"/>
                <a:buFont typeface="Arial"/>
                <a:buNone/>
              </a:pPr>
              <a:endParaRPr sz="1333" b="0" i="0" u="none" strike="noStrike" cap="none" dirty="0">
                <a:solidFill>
                  <a:srgbClr val="FFFFFF"/>
                </a:solidFill>
                <a:latin typeface="Poppins"/>
                <a:ea typeface="Poppins"/>
                <a:cs typeface="Poppins"/>
                <a:sym typeface="Poppins"/>
              </a:endParaRPr>
            </a:p>
          </p:txBody>
        </p:sp>
      </p:grpSp>
      <p:sp>
        <p:nvSpPr>
          <p:cNvPr id="4153" name="Google Shape;4153;p382"/>
          <p:cNvSpPr/>
          <p:nvPr/>
        </p:nvSpPr>
        <p:spPr>
          <a:xfrm>
            <a:off x="7494767" y="3698137"/>
            <a:ext cx="1387" cy="11666"/>
          </a:xfrm>
          <a:custGeom>
            <a:avLst/>
            <a:gdLst/>
            <a:ahLst/>
            <a:cxnLst/>
            <a:rect l="l" t="t" r="r" b="b"/>
            <a:pathLst>
              <a:path w="2078" h="17477" extrusionOk="0">
                <a:moveTo>
                  <a:pt x="1044" y="0"/>
                </a:moveTo>
                <a:cubicBezTo>
                  <a:pt x="16" y="5826"/>
                  <a:pt x="-670" y="11651"/>
                  <a:pt x="1044" y="17477"/>
                </a:cubicBezTo>
                <a:cubicBezTo>
                  <a:pt x="2186" y="11651"/>
                  <a:pt x="2643" y="5826"/>
                  <a:pt x="1044" y="0"/>
                </a:cubicBezTo>
                <a:close/>
              </a:path>
            </a:pathLst>
          </a:custGeom>
          <a:solidFill>
            <a:srgbClr val="E7605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154" name="Google Shape;4154;p382"/>
          <p:cNvSpPr/>
          <p:nvPr/>
        </p:nvSpPr>
        <p:spPr>
          <a:xfrm>
            <a:off x="7310524" y="3706361"/>
            <a:ext cx="1491" cy="2287"/>
          </a:xfrm>
          <a:custGeom>
            <a:avLst/>
            <a:gdLst/>
            <a:ahLst/>
            <a:cxnLst/>
            <a:rect l="l" t="t" r="r" b="b"/>
            <a:pathLst>
              <a:path w="2233" h="3426" extrusionOk="0">
                <a:moveTo>
                  <a:pt x="1085" y="3427"/>
                </a:moveTo>
                <a:cubicBezTo>
                  <a:pt x="2799" y="2170"/>
                  <a:pt x="2456" y="1028"/>
                  <a:pt x="971" y="0"/>
                </a:cubicBezTo>
                <a:cubicBezTo>
                  <a:pt x="-286" y="1257"/>
                  <a:pt x="-400" y="2285"/>
                  <a:pt x="1085" y="3427"/>
                </a:cubicBezTo>
                <a:close/>
              </a:path>
            </a:pathLst>
          </a:custGeom>
          <a:solidFill>
            <a:srgbClr val="E7605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155" name="Google Shape;4155;p382"/>
          <p:cNvSpPr/>
          <p:nvPr/>
        </p:nvSpPr>
        <p:spPr>
          <a:xfrm>
            <a:off x="7493559" y="3717061"/>
            <a:ext cx="1328" cy="1249"/>
          </a:xfrm>
          <a:custGeom>
            <a:avLst/>
            <a:gdLst/>
            <a:ahLst/>
            <a:cxnLst/>
            <a:rect l="l" t="t" r="r" b="b"/>
            <a:pathLst>
              <a:path w="1990" h="1871" extrusionOk="0">
                <a:moveTo>
                  <a:pt x="1942" y="56"/>
                </a:moveTo>
                <a:cubicBezTo>
                  <a:pt x="685" y="-172"/>
                  <a:pt x="0" y="285"/>
                  <a:pt x="0" y="1655"/>
                </a:cubicBezTo>
                <a:cubicBezTo>
                  <a:pt x="1599" y="2226"/>
                  <a:pt x="2170" y="1655"/>
                  <a:pt x="1942" y="56"/>
                </a:cubicBezTo>
                <a:close/>
              </a:path>
            </a:pathLst>
          </a:custGeom>
          <a:solidFill>
            <a:srgbClr val="E7605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156" name="Google Shape;4156;p382"/>
          <p:cNvPicPr preferRelativeResize="0"/>
          <p:nvPr/>
        </p:nvPicPr>
        <p:blipFill>
          <a:blip r:embed="rId4">
            <a:alphaModFix/>
          </a:blip>
          <a:srcRect l="5357" r="5760"/>
          <a:stretch>
            <a:fillRect/>
          </a:stretch>
        </p:blipFill>
        <p:spPr>
          <a:xfrm>
            <a:off x="3286098" y="3571875"/>
            <a:ext cx="8592401" cy="2264376"/>
          </a:xfrm>
          <a:prstGeom prst="rect">
            <a:avLst/>
          </a:prstGeom>
          <a:noFill/>
          <a:ln>
            <a:noFill/>
          </a:ln>
        </p:spPr>
      </p:pic>
      <p:sp>
        <p:nvSpPr>
          <p:cNvPr id="4157" name="Google Shape;4157;p382"/>
          <p:cNvSpPr txBox="1"/>
          <p:nvPr/>
        </p:nvSpPr>
        <p:spPr>
          <a:xfrm>
            <a:off x="7514151" y="5836251"/>
            <a:ext cx="4217400" cy="3387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Produzido pela SEDUC-SP com apoio da ferramenta ChatGPT.</a:t>
            </a:r>
            <a:endParaRPr sz="1000" b="0" i="0" u="none" strike="noStrike" cap="none" dirty="0">
              <a:solidFill>
                <a:srgbClr val="000000"/>
              </a:solidFill>
              <a:latin typeface="Poppins"/>
              <a:ea typeface="Poppins"/>
              <a:cs typeface="Poppins"/>
              <a:sym typeface="Poppins"/>
            </a:endParaRPr>
          </a:p>
        </p:txBody>
      </p:sp>
      <p:pic>
        <p:nvPicPr>
          <p:cNvPr id="2" name="Imagem 1">
            <a:extLst>
              <a:ext uri="{FF2B5EF4-FFF2-40B4-BE49-F238E27FC236}">
                <a16:creationId xmlns:a16="http://schemas.microsoft.com/office/drawing/2014/main" id="{4FBB44B3-AEEA-5440-C9D5-93666065200E}"/>
              </a:ext>
            </a:extLst>
          </p:cNvPr>
          <p:cNvPicPr>
            <a:picLocks noChangeAspect="1"/>
          </p:cNvPicPr>
          <p:nvPr/>
        </p:nvPicPr>
        <p:blipFill>
          <a:blip r:embed="rId5"/>
          <a:stretch>
            <a:fillRect/>
          </a:stretch>
        </p:blipFill>
        <p:spPr>
          <a:xfrm>
            <a:off x="10396232" y="6384925"/>
            <a:ext cx="1744133" cy="406400"/>
          </a:xfrm>
          <a:prstGeom prst="rect">
            <a:avLst/>
          </a:prstGeom>
        </p:spPr>
      </p:pic>
      <p:grpSp>
        <p:nvGrpSpPr>
          <p:cNvPr id="3" name="Gráfico 85">
            <a:extLst>
              <a:ext uri="{FF2B5EF4-FFF2-40B4-BE49-F238E27FC236}">
                <a16:creationId xmlns:a16="http://schemas.microsoft.com/office/drawing/2014/main" id="{E7E15313-231A-7078-F129-CBA1889ABDF1}"/>
              </a:ext>
            </a:extLst>
          </p:cNvPr>
          <p:cNvGrpSpPr/>
          <p:nvPr/>
        </p:nvGrpSpPr>
        <p:grpSpPr>
          <a:xfrm>
            <a:off x="10629858" y="6469172"/>
            <a:ext cx="1172441" cy="199070"/>
            <a:chOff x="2316209" y="1866988"/>
            <a:chExt cx="1758662" cy="298605"/>
          </a:xfrm>
          <a:solidFill>
            <a:srgbClr val="FFFFFF"/>
          </a:solidFill>
        </p:grpSpPr>
        <p:sp>
          <p:nvSpPr>
            <p:cNvPr id="4" name="Forma Livre 150">
              <a:extLst>
                <a:ext uri="{FF2B5EF4-FFF2-40B4-BE49-F238E27FC236}">
                  <a16:creationId xmlns:a16="http://schemas.microsoft.com/office/drawing/2014/main" id="{B02E2539-AF4A-0958-E473-3AF57F931289}"/>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sz="622" dirty="0"/>
            </a:p>
          </p:txBody>
        </p:sp>
        <p:sp>
          <p:nvSpPr>
            <p:cNvPr id="5" name="Forma Livre 151">
              <a:extLst>
                <a:ext uri="{FF2B5EF4-FFF2-40B4-BE49-F238E27FC236}">
                  <a16:creationId xmlns:a16="http://schemas.microsoft.com/office/drawing/2014/main" id="{66601FD3-2940-16AB-66DC-DB9B0D337EAB}"/>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sz="622" dirty="0"/>
            </a:p>
          </p:txBody>
        </p:sp>
        <p:sp>
          <p:nvSpPr>
            <p:cNvPr id="6" name="Forma Livre 152">
              <a:extLst>
                <a:ext uri="{FF2B5EF4-FFF2-40B4-BE49-F238E27FC236}">
                  <a16:creationId xmlns:a16="http://schemas.microsoft.com/office/drawing/2014/main" id="{9948C070-E671-CDD4-E68A-3C942630A56D}"/>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sz="622" dirty="0"/>
            </a:p>
          </p:txBody>
        </p:sp>
        <p:sp>
          <p:nvSpPr>
            <p:cNvPr id="7" name="Forma Livre 153">
              <a:extLst>
                <a:ext uri="{FF2B5EF4-FFF2-40B4-BE49-F238E27FC236}">
                  <a16:creationId xmlns:a16="http://schemas.microsoft.com/office/drawing/2014/main" id="{99242368-A2BB-DAD5-3506-3276C3E3A15D}"/>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sz="622" dirty="0"/>
            </a:p>
          </p:txBody>
        </p:sp>
        <p:sp>
          <p:nvSpPr>
            <p:cNvPr id="8" name="Forma Livre 154">
              <a:extLst>
                <a:ext uri="{FF2B5EF4-FFF2-40B4-BE49-F238E27FC236}">
                  <a16:creationId xmlns:a16="http://schemas.microsoft.com/office/drawing/2014/main" id="{4A761703-4D1A-70EF-47BF-35869382F968}"/>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sz="622" dirty="0"/>
            </a:p>
          </p:txBody>
        </p:sp>
        <p:sp>
          <p:nvSpPr>
            <p:cNvPr id="9" name="Forma Livre 155">
              <a:extLst>
                <a:ext uri="{FF2B5EF4-FFF2-40B4-BE49-F238E27FC236}">
                  <a16:creationId xmlns:a16="http://schemas.microsoft.com/office/drawing/2014/main" id="{E25ADE55-C34F-6E0E-FC25-B90EDC709482}"/>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sz="622" dirty="0"/>
            </a:p>
          </p:txBody>
        </p:sp>
        <p:sp>
          <p:nvSpPr>
            <p:cNvPr id="10" name="Forma Livre 156">
              <a:extLst>
                <a:ext uri="{FF2B5EF4-FFF2-40B4-BE49-F238E27FC236}">
                  <a16:creationId xmlns:a16="http://schemas.microsoft.com/office/drawing/2014/main" id="{7722418D-B8D0-F33D-2D89-72A06D120A9C}"/>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sz="622" dirty="0"/>
            </a:p>
          </p:txBody>
        </p:sp>
        <p:sp>
          <p:nvSpPr>
            <p:cNvPr id="11" name="Forma Livre 157">
              <a:extLst>
                <a:ext uri="{FF2B5EF4-FFF2-40B4-BE49-F238E27FC236}">
                  <a16:creationId xmlns:a16="http://schemas.microsoft.com/office/drawing/2014/main" id="{9313C214-88AA-4666-866C-9AF2CDFF1BA1}"/>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sz="622"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61"/>
        <p:cNvGrpSpPr/>
        <p:nvPr/>
      </p:nvGrpSpPr>
      <p:grpSpPr>
        <a:xfrm>
          <a:off x="0" y="0"/>
          <a:ext cx="0" cy="0"/>
          <a:chOff x="0" y="0"/>
          <a:chExt cx="0" cy="0"/>
        </a:xfrm>
      </p:grpSpPr>
      <p:sp>
        <p:nvSpPr>
          <p:cNvPr id="4162" name="Google Shape;4162;p383"/>
          <p:cNvSpPr txBox="1">
            <a:spLocks noGrp="1"/>
          </p:cNvSpPr>
          <p:nvPr>
            <p:ph type="body" idx="1"/>
          </p:nvPr>
        </p:nvSpPr>
        <p:spPr>
          <a:xfrm>
            <a:off x="3605644" y="1033934"/>
            <a:ext cx="8015637" cy="1644000"/>
          </a:xfrm>
          <a:prstGeom prst="rect">
            <a:avLst/>
          </a:prstGeom>
          <a:noFill/>
          <a:ln>
            <a:noFill/>
          </a:ln>
        </p:spPr>
        <p:txBody>
          <a:bodyPr spcFirstLastPara="1" wrap="square" lIns="91425" tIns="45700" rIns="91425" bIns="45700" anchor="t" anchorCtr="0">
            <a:noAutofit/>
          </a:bodyPr>
          <a:lstStyle/>
          <a:p>
            <a:pPr marL="0" lvl="0" indent="0" algn="l" rtl="0">
              <a:spcAft>
                <a:spcPts val="600"/>
              </a:spcAft>
              <a:buSzPts val="1400"/>
              <a:buNone/>
            </a:pPr>
            <a:r>
              <a:rPr lang="pt-BR" sz="2200" dirty="0">
                <a:latin typeface="Poppins"/>
                <a:ea typeface="Poppins"/>
                <a:cs typeface="Poppins"/>
                <a:sym typeface="Poppins"/>
              </a:rPr>
              <a:t>À medida que um programa cresce, repetir a mesma lógica em mais de um lugar dificulta a manutenção: uma alteração precisa ser feita em vários pontos, e é fácil esquecer algum deles.</a:t>
            </a:r>
            <a:endParaRPr sz="2200" dirty="0">
              <a:latin typeface="Poppins"/>
              <a:ea typeface="Poppins"/>
              <a:cs typeface="Poppins"/>
              <a:sym typeface="Poppins"/>
            </a:endParaRPr>
          </a:p>
        </p:txBody>
      </p:sp>
      <p:sp>
        <p:nvSpPr>
          <p:cNvPr id="13" name="Google Shape;136;p4">
            <a:extLst>
              <a:ext uri="{FF2B5EF4-FFF2-40B4-BE49-F238E27FC236}">
                <a16:creationId xmlns:a16="http://schemas.microsoft.com/office/drawing/2014/main" id="{09857A64-616B-775A-3A58-E3E4D5C40CF4}"/>
              </a:ext>
            </a:extLst>
          </p:cNvPr>
          <p:cNvSpPr txBox="1"/>
          <p:nvPr/>
        </p:nvSpPr>
        <p:spPr>
          <a:xfrm>
            <a:off x="3873126" y="3342683"/>
            <a:ext cx="7480674" cy="1693498"/>
          </a:xfrm>
          <a:prstGeom prst="rect">
            <a:avLst/>
          </a:prstGeom>
          <a:solidFill>
            <a:srgbClr val="529AC2">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buSzPts val="1800"/>
            </a:pPr>
            <a:endParaRPr lang="pt-BR" sz="2200" dirty="0">
              <a:latin typeface="Arial" panose="020B0604020202020204" pitchFamily="34" charset="0"/>
              <a:ea typeface="Lato"/>
              <a:cs typeface="Arial" panose="020B0604020202020204" pitchFamily="34" charset="0"/>
              <a:sym typeface="Lato"/>
            </a:endParaRPr>
          </a:p>
          <a:p>
            <a:pPr>
              <a:buSzPts val="1800"/>
            </a:pPr>
            <a:r>
              <a:rPr lang="pt-BR" sz="2200" dirty="0">
                <a:latin typeface="Poppins" pitchFamily="2" charset="77"/>
                <a:ea typeface="Lato"/>
                <a:cs typeface="Poppins" pitchFamily="2" charset="77"/>
                <a:sym typeface="Lato"/>
              </a:rPr>
              <a:t>O que poderíamos fazer para exibir um produto da mesma forma em qualquer parte do programa, sem repetir o código?</a:t>
            </a:r>
          </a:p>
        </p:txBody>
      </p:sp>
      <p:pic>
        <p:nvPicPr>
          <p:cNvPr id="14" name="Imagem 13">
            <a:extLst>
              <a:ext uri="{FF2B5EF4-FFF2-40B4-BE49-F238E27FC236}">
                <a16:creationId xmlns:a16="http://schemas.microsoft.com/office/drawing/2014/main" id="{D46F4196-79A0-BE40-EF78-64F88FF0A7D6}"/>
              </a:ext>
            </a:extLst>
          </p:cNvPr>
          <p:cNvPicPr>
            <a:picLocks noChangeAspect="1"/>
          </p:cNvPicPr>
          <p:nvPr/>
        </p:nvPicPr>
        <p:blipFill>
          <a:blip r:embed="rId3"/>
          <a:stretch>
            <a:fillRect/>
          </a:stretch>
        </p:blipFill>
        <p:spPr>
          <a:xfrm>
            <a:off x="3694736" y="2978616"/>
            <a:ext cx="3496733" cy="728133"/>
          </a:xfrm>
          <a:prstGeom prst="rect">
            <a:avLst/>
          </a:prstGeom>
        </p:spPr>
      </p:pic>
      <p:pic>
        <p:nvPicPr>
          <p:cNvPr id="15" name="Imagem 14">
            <a:extLst>
              <a:ext uri="{FF2B5EF4-FFF2-40B4-BE49-F238E27FC236}">
                <a16:creationId xmlns:a16="http://schemas.microsoft.com/office/drawing/2014/main" id="{4C89E9DD-61C1-1AEA-35D8-F2CD61A7777E}"/>
              </a:ext>
            </a:extLst>
          </p:cNvPr>
          <p:cNvPicPr>
            <a:picLocks noChangeAspect="1"/>
          </p:cNvPicPr>
          <p:nvPr/>
        </p:nvPicPr>
        <p:blipFill>
          <a:blip r:embed="rId4"/>
          <a:stretch>
            <a:fillRect/>
          </a:stretch>
        </p:blipFill>
        <p:spPr>
          <a:xfrm>
            <a:off x="3815719" y="3046685"/>
            <a:ext cx="618067" cy="567267"/>
          </a:xfrm>
          <a:prstGeom prst="rect">
            <a:avLst/>
          </a:prstGeom>
        </p:spPr>
      </p:pic>
      <p:sp>
        <p:nvSpPr>
          <p:cNvPr id="16" name="CaixaDeTexto 15">
            <a:extLst>
              <a:ext uri="{FF2B5EF4-FFF2-40B4-BE49-F238E27FC236}">
                <a16:creationId xmlns:a16="http://schemas.microsoft.com/office/drawing/2014/main" id="{3A072189-99AE-48EE-31AF-EA33CA253CC6}"/>
              </a:ext>
            </a:extLst>
          </p:cNvPr>
          <p:cNvSpPr txBox="1"/>
          <p:nvPr/>
        </p:nvSpPr>
        <p:spPr>
          <a:xfrm>
            <a:off x="4794066" y="3192254"/>
            <a:ext cx="2384764" cy="213813"/>
          </a:xfrm>
          <a:prstGeom prst="rect">
            <a:avLst/>
          </a:prstGeom>
          <a:noFill/>
          <a:ln>
            <a:noFill/>
          </a:ln>
        </p:spPr>
        <p:txBody>
          <a:bodyPr spcFirstLastPara="1" wrap="square" lIns="60950" tIns="30467" rIns="60950" bIns="30467" rtlCol="0" anchor="t" anchorCtr="0">
            <a:noAutofit/>
          </a:bodyPr>
          <a:lstStyle/>
          <a:p>
            <a:pPr algn="l"/>
            <a:r>
              <a:rPr lang="pt-BR" sz="1600" b="1" dirty="0">
                <a:solidFill>
                  <a:schemeClr val="bg1"/>
                </a:solidFill>
                <a:latin typeface="Poppins" pitchFamily="2" charset="77"/>
                <a:cs typeface="Poppins" pitchFamily="2" charset="77"/>
              </a:rPr>
              <a:t>COM SUAS PALAVRAS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74"/>
        <p:cNvGrpSpPr/>
        <p:nvPr/>
      </p:nvGrpSpPr>
      <p:grpSpPr>
        <a:xfrm>
          <a:off x="0" y="0"/>
          <a:ext cx="0" cy="0"/>
          <a:chOff x="0" y="0"/>
          <a:chExt cx="0" cy="0"/>
        </a:xfrm>
      </p:grpSpPr>
      <p:sp>
        <p:nvSpPr>
          <p:cNvPr id="4175" name="Google Shape;4175;p384"/>
          <p:cNvSpPr txBox="1">
            <a:spLocks noGrp="1"/>
          </p:cNvSpPr>
          <p:nvPr>
            <p:ph type="body" idx="1"/>
          </p:nvPr>
        </p:nvSpPr>
        <p:spPr>
          <a:xfrm>
            <a:off x="2792425" y="703303"/>
            <a:ext cx="6294425" cy="4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Extraindo uma função para eliminar repetição</a:t>
            </a:r>
            <a:endParaRPr sz="3200" dirty="0"/>
          </a:p>
        </p:txBody>
      </p:sp>
      <p:sp>
        <p:nvSpPr>
          <p:cNvPr id="4176" name="Google Shape;4176;p384"/>
          <p:cNvSpPr txBox="1"/>
          <p:nvPr/>
        </p:nvSpPr>
        <p:spPr>
          <a:xfrm>
            <a:off x="2821000" y="2180744"/>
            <a:ext cx="4101823" cy="2115000"/>
          </a:xfrm>
          <a:prstGeom prst="rect">
            <a:avLst/>
          </a:prstGeom>
          <a:noFill/>
          <a:ln>
            <a:noFill/>
          </a:ln>
        </p:spPr>
        <p:txBody>
          <a:bodyPr spcFirstLastPara="1" wrap="square" lIns="91425" tIns="91425" rIns="91425" bIns="91425" anchor="t" anchorCtr="0">
            <a:normAutofit/>
          </a:bodyPr>
          <a:lstStyle/>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Quando um mesmo trecho de código aparece em mais de um lugar, podemos extraí-lo para uma função própria.</a:t>
            </a:r>
            <a:endParaRPr sz="2000" b="0" i="0" u="none" strike="noStrike" cap="none" dirty="0">
              <a:solidFill>
                <a:schemeClr val="dk1"/>
              </a:solidFill>
              <a:latin typeface="Poppins"/>
              <a:ea typeface="Poppins"/>
              <a:cs typeface="Poppins"/>
              <a:sym typeface="Poppins"/>
            </a:endParaRPr>
          </a:p>
        </p:txBody>
      </p:sp>
      <p:pic>
        <p:nvPicPr>
          <p:cNvPr id="4182" name="Google Shape;4182;p384"/>
          <p:cNvPicPr preferRelativeResize="0"/>
          <p:nvPr/>
        </p:nvPicPr>
        <p:blipFill>
          <a:blip r:embed="rId3">
            <a:alphaModFix/>
          </a:blip>
          <a:stretch>
            <a:fillRect/>
          </a:stretch>
        </p:blipFill>
        <p:spPr>
          <a:xfrm>
            <a:off x="7130150" y="1601375"/>
            <a:ext cx="4493373" cy="2892300"/>
          </a:xfrm>
          <a:prstGeom prst="rect">
            <a:avLst/>
          </a:prstGeom>
          <a:noFill/>
          <a:ln>
            <a:noFill/>
          </a:ln>
        </p:spPr>
      </p:pic>
      <p:sp>
        <p:nvSpPr>
          <p:cNvPr id="4183" name="Google Shape;4183;p384"/>
          <p:cNvSpPr txBox="1"/>
          <p:nvPr/>
        </p:nvSpPr>
        <p:spPr>
          <a:xfrm>
            <a:off x="7406123" y="4519188"/>
            <a:ext cx="42174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Produzido pela SEDUC-SP com apoio da ferramenta ChatGPT. </a:t>
            </a:r>
            <a:endParaRPr sz="1000" b="0" i="0" u="none" strike="noStrike" cap="none" dirty="0">
              <a:solidFill>
                <a:srgbClr val="000000"/>
              </a:solidFill>
              <a:latin typeface="Poppins"/>
              <a:ea typeface="Poppins"/>
              <a:cs typeface="Poppins"/>
              <a:sym typeface="Poppins"/>
            </a:endParaRPr>
          </a:p>
        </p:txBody>
      </p:sp>
      <p:sp>
        <p:nvSpPr>
          <p:cNvPr id="2" name="Google Shape;3877;p365">
            <a:extLst>
              <a:ext uri="{FF2B5EF4-FFF2-40B4-BE49-F238E27FC236}">
                <a16:creationId xmlns:a16="http://schemas.microsoft.com/office/drawing/2014/main" id="{2CFCBC45-B636-BC39-FF93-7473CCADB6C0}"/>
              </a:ext>
            </a:extLst>
          </p:cNvPr>
          <p:cNvSpPr/>
          <p:nvPr/>
        </p:nvSpPr>
        <p:spPr>
          <a:xfrm>
            <a:off x="3039454" y="4883401"/>
            <a:ext cx="7961923" cy="1234500"/>
          </a:xfrm>
          <a:prstGeom prst="rect">
            <a:avLst/>
          </a:prstGeom>
          <a:solidFill>
            <a:srgbClr val="263B4B"/>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rgbClr val="FFFFFF"/>
              </a:solidFill>
              <a:latin typeface="Arial"/>
              <a:ea typeface="Arial"/>
              <a:cs typeface="Arial"/>
              <a:sym typeface="Arial"/>
            </a:endParaRPr>
          </a:p>
        </p:txBody>
      </p:sp>
      <p:sp>
        <p:nvSpPr>
          <p:cNvPr id="3" name="Google Shape;3878;p365">
            <a:extLst>
              <a:ext uri="{FF2B5EF4-FFF2-40B4-BE49-F238E27FC236}">
                <a16:creationId xmlns:a16="http://schemas.microsoft.com/office/drawing/2014/main" id="{BB274DEA-3DA6-ACC5-0862-52413576FBA0}"/>
              </a:ext>
            </a:extLst>
          </p:cNvPr>
          <p:cNvSpPr/>
          <p:nvPr/>
        </p:nvSpPr>
        <p:spPr>
          <a:xfrm>
            <a:off x="3187944" y="4769503"/>
            <a:ext cx="868639" cy="90306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933"/>
              <a:buFont typeface="Arial"/>
              <a:buNone/>
            </a:pPr>
            <a:endParaRPr sz="933" b="0" i="0" u="none" strike="noStrike" cap="none" dirty="0">
              <a:solidFill>
                <a:srgbClr val="000000"/>
              </a:solidFill>
              <a:latin typeface="Arial"/>
              <a:ea typeface="Arial"/>
              <a:cs typeface="Arial"/>
              <a:sym typeface="Arial"/>
            </a:endParaRPr>
          </a:p>
        </p:txBody>
      </p:sp>
      <p:pic>
        <p:nvPicPr>
          <p:cNvPr id="4" name="Google Shape;3879;p365">
            <a:extLst>
              <a:ext uri="{FF2B5EF4-FFF2-40B4-BE49-F238E27FC236}">
                <a16:creationId xmlns:a16="http://schemas.microsoft.com/office/drawing/2014/main" id="{A883567F-5663-2D4B-F81D-20462B7490A4}"/>
              </a:ext>
            </a:extLst>
          </p:cNvPr>
          <p:cNvPicPr preferRelativeResize="0"/>
          <p:nvPr/>
        </p:nvPicPr>
        <p:blipFill rotWithShape="1">
          <a:blip r:embed="rId4">
            <a:alphaModFix/>
          </a:blip>
          <a:srcRect/>
          <a:stretch/>
        </p:blipFill>
        <p:spPr>
          <a:xfrm>
            <a:off x="3409237" y="4915298"/>
            <a:ext cx="548441" cy="526088"/>
          </a:xfrm>
          <a:prstGeom prst="rect">
            <a:avLst/>
          </a:prstGeom>
          <a:noFill/>
          <a:ln>
            <a:noFill/>
          </a:ln>
        </p:spPr>
      </p:pic>
      <p:sp>
        <p:nvSpPr>
          <p:cNvPr id="5" name="Google Shape;3880;p365">
            <a:extLst>
              <a:ext uri="{FF2B5EF4-FFF2-40B4-BE49-F238E27FC236}">
                <a16:creationId xmlns:a16="http://schemas.microsoft.com/office/drawing/2014/main" id="{353C1112-256B-E27C-0263-1A3D7BF8F3EF}"/>
              </a:ext>
            </a:extLst>
          </p:cNvPr>
          <p:cNvSpPr txBox="1"/>
          <p:nvPr/>
        </p:nvSpPr>
        <p:spPr>
          <a:xfrm>
            <a:off x="4277958" y="4989562"/>
            <a:ext cx="3594600" cy="328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pt-BR" sz="1800" b="1" i="0" u="none" strike="noStrike" cap="none" dirty="0">
                <a:solidFill>
                  <a:srgbClr val="FFFFFF"/>
                </a:solidFill>
                <a:latin typeface="Poppins"/>
                <a:ea typeface="Poppins"/>
                <a:cs typeface="Poppins"/>
                <a:sym typeface="Poppins"/>
              </a:rPr>
              <a:t>Tome nota</a:t>
            </a:r>
            <a:endParaRPr sz="1800" b="0" i="0" u="none" strike="noStrike" cap="none" dirty="0">
              <a:solidFill>
                <a:srgbClr val="000000"/>
              </a:solidFill>
              <a:latin typeface="Arial"/>
              <a:ea typeface="Arial"/>
              <a:cs typeface="Arial"/>
              <a:sym typeface="Arial"/>
            </a:endParaRPr>
          </a:p>
        </p:txBody>
      </p:sp>
      <p:sp>
        <p:nvSpPr>
          <p:cNvPr id="6" name="Google Shape;3881;p365">
            <a:extLst>
              <a:ext uri="{FF2B5EF4-FFF2-40B4-BE49-F238E27FC236}">
                <a16:creationId xmlns:a16="http://schemas.microsoft.com/office/drawing/2014/main" id="{05DDED7B-C498-5910-0FB0-EBC929B274B9}"/>
              </a:ext>
            </a:extLst>
          </p:cNvPr>
          <p:cNvSpPr txBox="1"/>
          <p:nvPr/>
        </p:nvSpPr>
        <p:spPr>
          <a:xfrm>
            <a:off x="4277955" y="5388126"/>
            <a:ext cx="6723422" cy="461700"/>
          </a:xfrm>
          <a:prstGeom prst="rect">
            <a:avLst/>
          </a:prstGeom>
          <a:noFill/>
          <a:ln>
            <a:noFill/>
          </a:ln>
        </p:spPr>
        <p:txBody>
          <a:bodyPr spcFirstLastPara="1" wrap="square" lIns="91425" tIns="45700" rIns="91425" bIns="45700" anchor="t" anchorCtr="0">
            <a:noAutofit/>
          </a:bodyPr>
          <a:lstStyle/>
          <a:p>
            <a:pPr lvl="0">
              <a:buSzPts val="1800"/>
            </a:pPr>
            <a:r>
              <a:rPr lang="pt-BR" sz="1600" dirty="0">
                <a:solidFill>
                  <a:srgbClr val="FFFFFF"/>
                </a:solidFill>
                <a:latin typeface="Poppins"/>
                <a:ea typeface="Poppins"/>
                <a:cs typeface="Poppins"/>
                <a:sym typeface="Poppins"/>
              </a:rPr>
              <a:t>Refatorar é melhorar a organização do código sem alterar o que o programa faz.</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88"/>
        <p:cNvGrpSpPr/>
        <p:nvPr/>
      </p:nvGrpSpPr>
      <p:grpSpPr>
        <a:xfrm>
          <a:off x="0" y="0"/>
          <a:ext cx="0" cy="0"/>
          <a:chOff x="0" y="0"/>
          <a:chExt cx="0" cy="0"/>
        </a:xfrm>
      </p:grpSpPr>
      <p:sp>
        <p:nvSpPr>
          <p:cNvPr id="4189" name="Google Shape;4189;p385"/>
          <p:cNvSpPr txBox="1">
            <a:spLocks noGrp="1"/>
          </p:cNvSpPr>
          <p:nvPr>
            <p:ph type="body" idx="1"/>
          </p:nvPr>
        </p:nvSpPr>
        <p:spPr>
          <a:xfrm>
            <a:off x="2832629" y="783335"/>
            <a:ext cx="8512200" cy="4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Uma função, uma responsabilidade</a:t>
            </a:r>
            <a:endParaRPr sz="3200" dirty="0"/>
          </a:p>
        </p:txBody>
      </p:sp>
      <p:sp>
        <p:nvSpPr>
          <p:cNvPr id="4190" name="Google Shape;4190;p385"/>
          <p:cNvSpPr txBox="1"/>
          <p:nvPr/>
        </p:nvSpPr>
        <p:spPr>
          <a:xfrm>
            <a:off x="2832629" y="1517261"/>
            <a:ext cx="8570100" cy="1461908"/>
          </a:xfrm>
          <a:prstGeom prst="rect">
            <a:avLst/>
          </a:prstGeom>
          <a:noFill/>
          <a:ln>
            <a:noFill/>
          </a:ln>
        </p:spPr>
        <p:txBody>
          <a:bodyPr spcFirstLastPara="1" wrap="square" lIns="91425" tIns="91425" rIns="91425" bIns="91425" anchor="t" anchorCtr="0">
            <a:spAutoFit/>
          </a:bodyPr>
          <a:lstStyle/>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Cada função deve ter uma única responsabilidade bem definida.</a:t>
            </a:r>
            <a:endParaRPr sz="2000" b="0" i="0" u="none" strike="noStrike" cap="none" dirty="0">
              <a:solidFill>
                <a:schemeClr val="dk1"/>
              </a:solidFill>
              <a:latin typeface="Poppins"/>
              <a:ea typeface="Poppins"/>
              <a:cs typeface="Poppins"/>
              <a:sym typeface="Poppins"/>
            </a:endParaRPr>
          </a:p>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Uma função formatar_produto(nome, preco), por exemplo, seria responsável apenas por montar o texto de exibição</a:t>
            </a:r>
            <a:r>
              <a:rPr lang="pt-BR" sz="2000" dirty="0">
                <a:solidFill>
                  <a:schemeClr val="dk1"/>
                </a:solidFill>
                <a:latin typeface="Poppins"/>
                <a:ea typeface="Poppins"/>
                <a:cs typeface="Poppins"/>
                <a:sym typeface="Poppins"/>
              </a:rPr>
              <a:t>.</a:t>
            </a:r>
            <a:endParaRPr sz="2000" b="0" i="0" u="none" strike="noStrike" cap="none" dirty="0">
              <a:solidFill>
                <a:schemeClr val="dk1"/>
              </a:solidFill>
              <a:latin typeface="Poppins"/>
              <a:ea typeface="Poppins"/>
              <a:cs typeface="Poppins"/>
              <a:sym typeface="Poppins"/>
            </a:endParaRPr>
          </a:p>
        </p:txBody>
      </p:sp>
      <p:pic>
        <p:nvPicPr>
          <p:cNvPr id="4191" name="Google Shape;4191;p385"/>
          <p:cNvPicPr preferRelativeResize="0"/>
          <p:nvPr/>
        </p:nvPicPr>
        <p:blipFill>
          <a:blip r:embed="rId3">
            <a:alphaModFix/>
          </a:blip>
          <a:stretch>
            <a:fillRect/>
          </a:stretch>
        </p:blipFill>
        <p:spPr>
          <a:xfrm>
            <a:off x="3356025" y="3156154"/>
            <a:ext cx="7084391" cy="2577781"/>
          </a:xfrm>
          <a:prstGeom prst="rect">
            <a:avLst/>
          </a:prstGeom>
          <a:noFill/>
          <a:ln>
            <a:noFill/>
          </a:ln>
        </p:spPr>
      </p:pic>
      <p:sp>
        <p:nvSpPr>
          <p:cNvPr id="4192" name="Google Shape;4192;p385"/>
          <p:cNvSpPr txBox="1"/>
          <p:nvPr/>
        </p:nvSpPr>
        <p:spPr>
          <a:xfrm>
            <a:off x="6369986" y="5812165"/>
            <a:ext cx="42174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Produzido pela SEDUC-SP com apoio da ferramenta ChatGPT.</a:t>
            </a:r>
            <a:endParaRPr sz="10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07"/>
        <p:cNvGrpSpPr/>
        <p:nvPr/>
      </p:nvGrpSpPr>
      <p:grpSpPr>
        <a:xfrm>
          <a:off x="0" y="0"/>
          <a:ext cx="0" cy="0"/>
          <a:chOff x="0" y="0"/>
          <a:chExt cx="0" cy="0"/>
        </a:xfrm>
      </p:grpSpPr>
      <p:sp>
        <p:nvSpPr>
          <p:cNvPr id="4208" name="Google Shape;4208;p387"/>
          <p:cNvSpPr txBox="1">
            <a:spLocks noGrp="1"/>
          </p:cNvSpPr>
          <p:nvPr>
            <p:ph type="body" idx="1"/>
          </p:nvPr>
        </p:nvSpPr>
        <p:spPr>
          <a:xfrm>
            <a:off x="2714311" y="737501"/>
            <a:ext cx="9083150" cy="940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Reaproveitando a mesma função em vários lugares</a:t>
            </a:r>
            <a:endParaRPr sz="3200" dirty="0"/>
          </a:p>
        </p:txBody>
      </p:sp>
      <p:sp>
        <p:nvSpPr>
          <p:cNvPr id="4209" name="Google Shape;4209;p387"/>
          <p:cNvSpPr txBox="1"/>
          <p:nvPr/>
        </p:nvSpPr>
        <p:spPr>
          <a:xfrm>
            <a:off x="2714311" y="1837348"/>
            <a:ext cx="8191669" cy="954077"/>
          </a:xfrm>
          <a:prstGeom prst="rect">
            <a:avLst/>
          </a:prstGeom>
          <a:noFill/>
          <a:ln>
            <a:noFill/>
          </a:ln>
        </p:spPr>
        <p:txBody>
          <a:bodyPr spcFirstLastPara="1" wrap="square" lIns="91425" tIns="91425" rIns="91425" bIns="91425" anchor="t" anchorCtr="0">
            <a:spAutoFit/>
          </a:bodyPr>
          <a:lstStyle/>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Depois de extrair uma função, qualquer parte do programa que precisar da mesma lógica pode chamá-la.</a:t>
            </a:r>
            <a:endParaRPr sz="2000" b="0" i="0" u="none" strike="noStrike" cap="none" dirty="0">
              <a:solidFill>
                <a:schemeClr val="dk1"/>
              </a:solidFill>
              <a:latin typeface="Poppins"/>
              <a:ea typeface="Poppins"/>
              <a:cs typeface="Poppins"/>
              <a:sym typeface="Poppins"/>
            </a:endParaRPr>
          </a:p>
        </p:txBody>
      </p:sp>
      <p:pic>
        <p:nvPicPr>
          <p:cNvPr id="4210" name="Google Shape;4210;p387"/>
          <p:cNvPicPr preferRelativeResize="0"/>
          <p:nvPr/>
        </p:nvPicPr>
        <p:blipFill>
          <a:blip r:embed="rId3">
            <a:alphaModFix/>
          </a:blip>
          <a:stretch>
            <a:fillRect/>
          </a:stretch>
        </p:blipFill>
        <p:spPr>
          <a:xfrm>
            <a:off x="3211638" y="2607022"/>
            <a:ext cx="7902437" cy="3220842"/>
          </a:xfrm>
          <a:prstGeom prst="rect">
            <a:avLst/>
          </a:prstGeom>
          <a:noFill/>
          <a:ln>
            <a:noFill/>
          </a:ln>
        </p:spPr>
      </p:pic>
      <p:sp>
        <p:nvSpPr>
          <p:cNvPr id="4211" name="Google Shape;4211;p387"/>
          <p:cNvSpPr txBox="1"/>
          <p:nvPr/>
        </p:nvSpPr>
        <p:spPr>
          <a:xfrm>
            <a:off x="7010457" y="5781799"/>
            <a:ext cx="42174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Produzido pela SEDUC-SP com apoio da ferramenta ChatGPT.</a:t>
            </a:r>
            <a:endParaRPr sz="10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16"/>
        <p:cNvGrpSpPr/>
        <p:nvPr/>
      </p:nvGrpSpPr>
      <p:grpSpPr>
        <a:xfrm>
          <a:off x="0" y="0"/>
          <a:ext cx="0" cy="0"/>
          <a:chOff x="0" y="0"/>
          <a:chExt cx="0" cy="0"/>
        </a:xfrm>
      </p:grpSpPr>
      <p:sp>
        <p:nvSpPr>
          <p:cNvPr id="4217" name="Google Shape;4217;p388"/>
          <p:cNvSpPr txBox="1">
            <a:spLocks noGrp="1"/>
          </p:cNvSpPr>
          <p:nvPr>
            <p:ph type="body" idx="1"/>
          </p:nvPr>
        </p:nvSpPr>
        <p:spPr>
          <a:xfrm>
            <a:off x="2832624" y="801750"/>
            <a:ext cx="8949799" cy="1033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pt-BR" sz="3200" b="1" dirty="0">
                <a:solidFill>
                  <a:srgbClr val="FF161F"/>
                </a:solidFill>
                <a:latin typeface="Poppins"/>
                <a:ea typeface="Poppins"/>
                <a:cs typeface="Poppins"/>
                <a:sym typeface="Poppins"/>
              </a:rPr>
              <a:t>Reorganizar não muda o comportamento do programa</a:t>
            </a:r>
            <a:endParaRPr sz="3200" dirty="0"/>
          </a:p>
        </p:txBody>
      </p:sp>
      <p:sp>
        <p:nvSpPr>
          <p:cNvPr id="4218" name="Google Shape;4218;p388"/>
          <p:cNvSpPr txBox="1"/>
          <p:nvPr/>
        </p:nvSpPr>
        <p:spPr>
          <a:xfrm>
            <a:off x="2832624" y="2025697"/>
            <a:ext cx="8949800" cy="2646900"/>
          </a:xfrm>
          <a:prstGeom prst="rect">
            <a:avLst/>
          </a:prstGeom>
          <a:noFill/>
          <a:ln>
            <a:noFill/>
          </a:ln>
        </p:spPr>
        <p:txBody>
          <a:bodyPr spcFirstLastPara="1" wrap="square" lIns="91425" tIns="91425" rIns="91425" bIns="91425" anchor="t" anchorCtr="0">
            <a:noAutofit/>
          </a:bodyPr>
          <a:lstStyle/>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Uma boa refatoração reorganiza o código internamente, mas mantém exatamente o mesmo comportamento externo.</a:t>
            </a:r>
            <a:endParaRPr sz="2000" b="0" i="0" u="none" strike="noStrike" cap="none" dirty="0">
              <a:solidFill>
                <a:schemeClr val="dk1"/>
              </a:solidFill>
              <a:latin typeface="Poppins"/>
              <a:ea typeface="Poppins"/>
              <a:cs typeface="Poppins"/>
              <a:sym typeface="Poppins"/>
            </a:endParaRPr>
          </a:p>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Por isso, depois de extrair uma função, é fundamental testar o programa novamente e confirmar que ele continua funcionando como antes.</a:t>
            </a:r>
            <a:endParaRPr sz="2000" b="0" i="0" u="none" strike="noStrike" cap="none" dirty="0">
              <a:solidFill>
                <a:schemeClr val="dk1"/>
              </a:solidFill>
              <a:latin typeface="Poppins"/>
              <a:ea typeface="Poppins"/>
              <a:cs typeface="Poppins"/>
              <a:sym typeface="Poppins"/>
            </a:endParaRPr>
          </a:p>
        </p:txBody>
      </p:sp>
      <p:sp>
        <p:nvSpPr>
          <p:cNvPr id="2" name="Google Shape;4198;p386">
            <a:extLst>
              <a:ext uri="{FF2B5EF4-FFF2-40B4-BE49-F238E27FC236}">
                <a16:creationId xmlns:a16="http://schemas.microsoft.com/office/drawing/2014/main" id="{A14AB52B-27F9-4F3B-C9AF-7910772CA685}"/>
              </a:ext>
            </a:extLst>
          </p:cNvPr>
          <p:cNvSpPr txBox="1"/>
          <p:nvPr/>
        </p:nvSpPr>
        <p:spPr>
          <a:xfrm>
            <a:off x="2966605" y="4424842"/>
            <a:ext cx="8291945" cy="1447277"/>
          </a:xfrm>
          <a:prstGeom prst="rect">
            <a:avLst/>
          </a:prstGeom>
          <a:solidFill>
            <a:srgbClr val="529AC2">
              <a:alpha val="49804"/>
            </a:srgbClr>
          </a:solidFill>
          <a:ln>
            <a:noFill/>
          </a:ln>
        </p:spPr>
        <p:txBody>
          <a:bodyPr spcFirstLastPara="1" wrap="square" lIns="168000" tIns="168000" rIns="96000" bIns="168000" anchor="t" anchorCtr="0">
            <a:spAutoFit/>
          </a:bodyPr>
          <a:lstStyle/>
          <a:p>
            <a:pPr marL="0" marR="0" lvl="0" indent="0" algn="l" rtl="0">
              <a:lnSpc>
                <a:spcPct val="100000"/>
              </a:lnSpc>
              <a:spcBef>
                <a:spcPts val="0"/>
              </a:spcBef>
              <a:spcAft>
                <a:spcPts val="0"/>
              </a:spcAft>
              <a:buClr>
                <a:srgbClr val="000000"/>
              </a:buClr>
              <a:buSzPts val="2200"/>
              <a:buFont typeface="Arial"/>
              <a:buNone/>
            </a:pPr>
            <a:endParaRPr sz="18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200"/>
              <a:buFont typeface="Arial"/>
              <a:buNone/>
            </a:pPr>
            <a:r>
              <a:rPr lang="pt-BR" sz="1800" b="1" dirty="0">
                <a:latin typeface="Poppins"/>
                <a:ea typeface="Poppins"/>
                <a:cs typeface="Poppins"/>
                <a:sym typeface="Poppins"/>
              </a:rPr>
              <a:t>Como podemos confirmar que uma refatoração deu certo? </a:t>
            </a:r>
            <a:br>
              <a:rPr lang="pt-BR" sz="1800" dirty="0">
                <a:latin typeface="Poppins"/>
                <a:ea typeface="Poppins"/>
                <a:cs typeface="Poppins"/>
                <a:sym typeface="Poppins"/>
              </a:rPr>
            </a:br>
            <a:r>
              <a:rPr lang="pt-BR" sz="1800" dirty="0">
                <a:latin typeface="Poppins"/>
                <a:ea typeface="Poppins"/>
                <a:cs typeface="Poppins"/>
                <a:sym typeface="Poppins"/>
              </a:rPr>
              <a:t>Escreva uma ou duas formas de verificar se o programa continua funcionando como antes depois da mudança.</a:t>
            </a:r>
            <a:endParaRPr sz="1800" i="0" u="none" strike="noStrike" cap="none" dirty="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45E524E5-8315-8EA8-D716-36CCD14A5819}"/>
              </a:ext>
            </a:extLst>
          </p:cNvPr>
          <p:cNvPicPr>
            <a:picLocks noChangeAspect="1"/>
          </p:cNvPicPr>
          <p:nvPr/>
        </p:nvPicPr>
        <p:blipFill>
          <a:blip r:embed="rId3"/>
          <a:stretch>
            <a:fillRect/>
          </a:stretch>
        </p:blipFill>
        <p:spPr>
          <a:xfrm>
            <a:off x="2848264" y="4060775"/>
            <a:ext cx="3496733" cy="728133"/>
          </a:xfrm>
          <a:prstGeom prst="rect">
            <a:avLst/>
          </a:prstGeom>
        </p:spPr>
      </p:pic>
      <p:pic>
        <p:nvPicPr>
          <p:cNvPr id="8" name="Imagem 7">
            <a:extLst>
              <a:ext uri="{FF2B5EF4-FFF2-40B4-BE49-F238E27FC236}">
                <a16:creationId xmlns:a16="http://schemas.microsoft.com/office/drawing/2014/main" id="{24E70853-ED58-4126-E596-B71D359A91D0}"/>
              </a:ext>
            </a:extLst>
          </p:cNvPr>
          <p:cNvPicPr>
            <a:picLocks noChangeAspect="1"/>
          </p:cNvPicPr>
          <p:nvPr/>
        </p:nvPicPr>
        <p:blipFill>
          <a:blip r:embed="rId4"/>
          <a:stretch>
            <a:fillRect/>
          </a:stretch>
        </p:blipFill>
        <p:spPr>
          <a:xfrm>
            <a:off x="2832625" y="4113797"/>
            <a:ext cx="558800" cy="558800"/>
          </a:xfrm>
          <a:prstGeom prst="rect">
            <a:avLst/>
          </a:prstGeom>
        </p:spPr>
      </p:pic>
      <p:sp>
        <p:nvSpPr>
          <p:cNvPr id="9" name="CaixaDeTexto 8">
            <a:extLst>
              <a:ext uri="{FF2B5EF4-FFF2-40B4-BE49-F238E27FC236}">
                <a16:creationId xmlns:a16="http://schemas.microsoft.com/office/drawing/2014/main" id="{BE388B68-AA24-4DCE-C9DA-CF429B864F3A}"/>
              </a:ext>
            </a:extLst>
          </p:cNvPr>
          <p:cNvSpPr txBox="1"/>
          <p:nvPr/>
        </p:nvSpPr>
        <p:spPr>
          <a:xfrm>
            <a:off x="3857509" y="4290576"/>
            <a:ext cx="2522013" cy="208713"/>
          </a:xfrm>
          <a:prstGeom prst="rect">
            <a:avLst/>
          </a:prstGeom>
          <a:noFill/>
          <a:ln>
            <a:noFill/>
          </a:ln>
        </p:spPr>
        <p:txBody>
          <a:bodyPr spcFirstLastPara="1" wrap="square" lIns="60950" tIns="30467" rIns="60950" bIns="30467" rtlCol="0" anchor="t" anchorCtr="0">
            <a:noAutofit/>
          </a:bodyPr>
          <a:lstStyle/>
          <a:p>
            <a:pPr algn="l"/>
            <a:r>
              <a:rPr lang="pt-BR" sz="1600" b="1" dirty="0">
                <a:solidFill>
                  <a:schemeClr val="bg1"/>
                </a:solidFill>
                <a:latin typeface="Poppins" pitchFamily="2" charset="77"/>
                <a:cs typeface="Poppins" pitchFamily="2" charset="77"/>
              </a:rPr>
              <a:t>TODO MUNDO ESCREVE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3026388" y="322110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3026388" y="4310399"/>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21" name="Espaço Reservado para Texto 10">
            <a:extLst>
              <a:ext uri="{FF2B5EF4-FFF2-40B4-BE49-F238E27FC236}">
                <a16:creationId xmlns:a16="http://schemas.microsoft.com/office/drawing/2014/main" id="{59750C3B-D405-B580-0654-E7F5DAEF69BC}"/>
              </a:ext>
            </a:extLst>
          </p:cNvPr>
          <p:cNvSpPr>
            <a:spLocks noGrp="1"/>
          </p:cNvSpPr>
          <p:nvPr>
            <p:ph type="body" sz="quarter" idx="10"/>
          </p:nvPr>
        </p:nvSpPr>
        <p:spPr>
          <a:xfrm>
            <a:off x="3267939" y="842869"/>
            <a:ext cx="6714261" cy="2231547"/>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2800" dirty="0">
                <a:solidFill>
                  <a:schemeClr val="lt1"/>
                </a:solidFill>
              </a:rPr>
              <a:t>As funções consultar_produto() e listar_produtos() exibem cada produto do mesmo jeito, repetindo código. Qual é a melhor solução?</a:t>
            </a:r>
          </a:p>
          <a:p>
            <a:pPr lvl="4"/>
            <a:endParaRPr lang="pt-BR" sz="2800" dirty="0"/>
          </a:p>
        </p:txBody>
      </p:sp>
      <p:sp>
        <p:nvSpPr>
          <p:cNvPr id="2" name="Google Shape;852;p64">
            <a:extLst>
              <a:ext uri="{FF2B5EF4-FFF2-40B4-BE49-F238E27FC236}">
                <a16:creationId xmlns:a16="http://schemas.microsoft.com/office/drawing/2014/main" id="{40D9303F-0657-E6D2-4352-6A83C83EF2A4}"/>
              </a:ext>
            </a:extLst>
          </p:cNvPr>
          <p:cNvSpPr txBox="1"/>
          <p:nvPr/>
        </p:nvSpPr>
        <p:spPr>
          <a:xfrm>
            <a:off x="3163167" y="4373153"/>
            <a:ext cx="3121519" cy="738664"/>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Copiar o trecho de exibição em cada função separadamente.</a:t>
            </a:r>
          </a:p>
        </p:txBody>
      </p:sp>
      <p:sp>
        <p:nvSpPr>
          <p:cNvPr id="5" name="Google Shape;854;p64">
            <a:extLst>
              <a:ext uri="{FF2B5EF4-FFF2-40B4-BE49-F238E27FC236}">
                <a16:creationId xmlns:a16="http://schemas.microsoft.com/office/drawing/2014/main" id="{3B30F271-3498-D5A4-79C6-693642042D8E}"/>
              </a:ext>
            </a:extLst>
          </p:cNvPr>
          <p:cNvSpPr txBox="1"/>
          <p:nvPr/>
        </p:nvSpPr>
        <p:spPr>
          <a:xfrm>
            <a:off x="7027723" y="4469630"/>
            <a:ext cx="2874158" cy="492443"/>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Deixar como está, já que o programa funciona.</a:t>
            </a:r>
          </a:p>
        </p:txBody>
      </p:sp>
      <p:sp>
        <p:nvSpPr>
          <p:cNvPr id="11" name="Google Shape;855;p64">
            <a:extLst>
              <a:ext uri="{FF2B5EF4-FFF2-40B4-BE49-F238E27FC236}">
                <a16:creationId xmlns:a16="http://schemas.microsoft.com/office/drawing/2014/main" id="{ABA620DC-69AF-7B74-22BE-7462CA958E3F}"/>
              </a:ext>
            </a:extLst>
          </p:cNvPr>
          <p:cNvSpPr txBox="1"/>
          <p:nvPr/>
        </p:nvSpPr>
        <p:spPr>
          <a:xfrm>
            <a:off x="3163167" y="3276227"/>
            <a:ext cx="3121519" cy="738664"/>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Criar uma função formatar_produto() e chamá-la nas duas.</a:t>
            </a:r>
            <a:endParaRPr lang="pt-BR" sz="1600" dirty="0"/>
          </a:p>
        </p:txBody>
      </p:sp>
      <p:sp>
        <p:nvSpPr>
          <p:cNvPr id="20" name="Google Shape;856;p64">
            <a:extLst>
              <a:ext uri="{FF2B5EF4-FFF2-40B4-BE49-F238E27FC236}">
                <a16:creationId xmlns:a16="http://schemas.microsoft.com/office/drawing/2014/main" id="{32B59E54-585A-5342-A0C6-7CEF0F74353A}"/>
              </a:ext>
            </a:extLst>
          </p:cNvPr>
          <p:cNvSpPr txBox="1"/>
          <p:nvPr/>
        </p:nvSpPr>
        <p:spPr>
          <a:xfrm>
            <a:off x="7035961" y="3374972"/>
            <a:ext cx="2874158" cy="492443"/>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Excluir uma das duas funções do programa.</a:t>
            </a:r>
            <a:endParaRPr lang="pt-BR" sz="1600" dirty="0"/>
          </a:p>
        </p:txBody>
      </p:sp>
    </p:spTree>
    <p:extLst>
      <p:ext uri="{BB962C8B-B14F-4D97-AF65-F5344CB8AC3E}">
        <p14:creationId xmlns:p14="http://schemas.microsoft.com/office/powerpoint/2010/main" val="2654924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1BB9F8B3-FB84-A0E7-F4AC-DDB9B9B1C9B8}"/>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660D06DC-4664-1457-608E-4E0B8C782672}"/>
              </a:ext>
            </a:extLst>
          </p:cNvPr>
          <p:cNvSpPr/>
          <p:nvPr/>
        </p:nvSpPr>
        <p:spPr>
          <a:xfrm>
            <a:off x="3026388" y="322110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7F4AAA01-71C0-A054-1899-11FBB5A5F822}"/>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F8A7EC84-9DBB-F408-A2A9-F6B7AB5A9B85}"/>
              </a:ext>
            </a:extLst>
          </p:cNvPr>
          <p:cNvSpPr/>
          <p:nvPr/>
        </p:nvSpPr>
        <p:spPr>
          <a:xfrm>
            <a:off x="3026388" y="4310399"/>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16" name="Google Shape;853;p64">
            <a:extLst>
              <a:ext uri="{FF2B5EF4-FFF2-40B4-BE49-F238E27FC236}">
                <a16:creationId xmlns:a16="http://schemas.microsoft.com/office/drawing/2014/main" id="{7DE6503E-31C8-BD18-065B-59DFF97C29F3}"/>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a:buSzPts val="1800"/>
            </a:pPr>
            <a:endParaRPr sz="1200" dirty="0">
              <a:latin typeface="Calibri"/>
              <a:ea typeface="Calibri"/>
              <a:cs typeface="Calibri"/>
              <a:sym typeface="Calibri"/>
            </a:endParaRPr>
          </a:p>
        </p:txBody>
      </p:sp>
      <p:sp>
        <p:nvSpPr>
          <p:cNvPr id="4" name="Google Shape;812;p61">
            <a:extLst>
              <a:ext uri="{FF2B5EF4-FFF2-40B4-BE49-F238E27FC236}">
                <a16:creationId xmlns:a16="http://schemas.microsoft.com/office/drawing/2014/main" id="{7C19E48B-FBC2-A80C-DDDD-62390915A5F2}"/>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6" name="Gráfico 5">
            <a:extLst>
              <a:ext uri="{FF2B5EF4-FFF2-40B4-BE49-F238E27FC236}">
                <a16:creationId xmlns:a16="http://schemas.microsoft.com/office/drawing/2014/main" id="{3F9310E6-A48B-6A40-E5AB-6058A24660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AB041A69-CDCA-A93C-868A-C9D06C8CD6A5}"/>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E4344AB9-B331-B255-D2B3-BF76782A0411}"/>
              </a:ext>
            </a:extLst>
          </p:cNvPr>
          <p:cNvSpPr/>
          <p:nvPr/>
        </p:nvSpPr>
        <p:spPr>
          <a:xfrm>
            <a:off x="2448429" y="4483118"/>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8" name="Google Shape;1435;p98">
            <a:extLst>
              <a:ext uri="{FF2B5EF4-FFF2-40B4-BE49-F238E27FC236}">
                <a16:creationId xmlns:a16="http://schemas.microsoft.com/office/drawing/2014/main" id="{56FC8DC2-DD42-6662-8B40-2157FA951E8C}"/>
              </a:ext>
            </a:extLst>
          </p:cNvPr>
          <p:cNvSpPr/>
          <p:nvPr/>
        </p:nvSpPr>
        <p:spPr>
          <a:xfrm>
            <a:off x="10242825" y="4469630"/>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9" name="Google Shape;1436;p98">
            <a:extLst>
              <a:ext uri="{FF2B5EF4-FFF2-40B4-BE49-F238E27FC236}">
                <a16:creationId xmlns:a16="http://schemas.microsoft.com/office/drawing/2014/main" id="{71741458-B9EA-1994-A0AA-D16674E800AA}"/>
              </a:ext>
            </a:extLst>
          </p:cNvPr>
          <p:cNvSpPr/>
          <p:nvPr/>
        </p:nvSpPr>
        <p:spPr>
          <a:xfrm>
            <a:off x="10242028" y="3363759"/>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10" name="Google Shape;1437;p98">
            <a:extLst>
              <a:ext uri="{FF2B5EF4-FFF2-40B4-BE49-F238E27FC236}">
                <a16:creationId xmlns:a16="http://schemas.microsoft.com/office/drawing/2014/main" id="{2509BBEC-4457-9389-13D2-3C33F70E707F}"/>
              </a:ext>
            </a:extLst>
          </p:cNvPr>
          <p:cNvSpPr/>
          <p:nvPr/>
        </p:nvSpPr>
        <p:spPr>
          <a:xfrm rot="-3043640">
            <a:off x="2462314" y="3460438"/>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a:buSzPts val="1200"/>
            </a:pPr>
            <a:endParaRPr sz="800" dirty="0">
              <a:latin typeface="Calibri"/>
              <a:ea typeface="Calibri"/>
              <a:cs typeface="Calibri"/>
              <a:sym typeface="Calibri"/>
            </a:endParaRPr>
          </a:p>
        </p:txBody>
      </p:sp>
      <p:sp>
        <p:nvSpPr>
          <p:cNvPr id="2" name="Google Shape;852;p64">
            <a:extLst>
              <a:ext uri="{FF2B5EF4-FFF2-40B4-BE49-F238E27FC236}">
                <a16:creationId xmlns:a16="http://schemas.microsoft.com/office/drawing/2014/main" id="{D0CBF1E8-8E62-F247-C729-A8B7FF2A721D}"/>
              </a:ext>
            </a:extLst>
          </p:cNvPr>
          <p:cNvSpPr txBox="1"/>
          <p:nvPr/>
        </p:nvSpPr>
        <p:spPr>
          <a:xfrm>
            <a:off x="3163167" y="4373153"/>
            <a:ext cx="3121519" cy="738664"/>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Copiar o trecho de exibição em cada função separadamente.</a:t>
            </a:r>
          </a:p>
        </p:txBody>
      </p:sp>
      <p:sp>
        <p:nvSpPr>
          <p:cNvPr id="5" name="Google Shape;854;p64">
            <a:extLst>
              <a:ext uri="{FF2B5EF4-FFF2-40B4-BE49-F238E27FC236}">
                <a16:creationId xmlns:a16="http://schemas.microsoft.com/office/drawing/2014/main" id="{870455FE-6C12-2928-CFCA-44576A94482A}"/>
              </a:ext>
            </a:extLst>
          </p:cNvPr>
          <p:cNvSpPr txBox="1"/>
          <p:nvPr/>
        </p:nvSpPr>
        <p:spPr>
          <a:xfrm>
            <a:off x="7027723" y="4469630"/>
            <a:ext cx="2874158" cy="492443"/>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Deixar como está, já que o programa funciona.</a:t>
            </a:r>
          </a:p>
        </p:txBody>
      </p:sp>
      <p:sp>
        <p:nvSpPr>
          <p:cNvPr id="11" name="Google Shape;855;p64">
            <a:extLst>
              <a:ext uri="{FF2B5EF4-FFF2-40B4-BE49-F238E27FC236}">
                <a16:creationId xmlns:a16="http://schemas.microsoft.com/office/drawing/2014/main" id="{D521CB81-A2C9-202B-D63C-C2C16F5E9053}"/>
              </a:ext>
            </a:extLst>
          </p:cNvPr>
          <p:cNvSpPr txBox="1"/>
          <p:nvPr/>
        </p:nvSpPr>
        <p:spPr>
          <a:xfrm>
            <a:off x="3163167" y="3276227"/>
            <a:ext cx="3121519" cy="738664"/>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Criar uma função formatar_produto() e chamá-la nas duas.</a:t>
            </a:r>
            <a:endParaRPr lang="pt-BR" sz="1600" dirty="0"/>
          </a:p>
        </p:txBody>
      </p:sp>
      <p:sp>
        <p:nvSpPr>
          <p:cNvPr id="20" name="Google Shape;856;p64">
            <a:extLst>
              <a:ext uri="{FF2B5EF4-FFF2-40B4-BE49-F238E27FC236}">
                <a16:creationId xmlns:a16="http://schemas.microsoft.com/office/drawing/2014/main" id="{5146F13B-FD88-F884-A6D4-B21CBD285E4B}"/>
              </a:ext>
            </a:extLst>
          </p:cNvPr>
          <p:cNvSpPr txBox="1"/>
          <p:nvPr/>
        </p:nvSpPr>
        <p:spPr>
          <a:xfrm>
            <a:off x="7035961" y="3374972"/>
            <a:ext cx="2874158" cy="492443"/>
          </a:xfrm>
          <a:prstGeom prst="rect">
            <a:avLst/>
          </a:prstGeom>
          <a:noFill/>
          <a:ln>
            <a:noFill/>
          </a:ln>
        </p:spPr>
        <p:txBody>
          <a:bodyPr spcFirstLastPara="1" wrap="square" lIns="0" tIns="0" rIns="0" bIns="0" anchor="t" anchorCtr="0">
            <a:spAutoFit/>
          </a:bodyPr>
          <a:lstStyle/>
          <a:p>
            <a:pPr lvl="0" algn="ctr">
              <a:buSzPts val="1600"/>
            </a:pPr>
            <a:r>
              <a:rPr lang="pt-BR" sz="1600" b="1" dirty="0">
                <a:solidFill>
                  <a:srgbClr val="FFFFFF"/>
                </a:solidFill>
                <a:latin typeface="Poppins"/>
                <a:ea typeface="Poppins"/>
                <a:cs typeface="Poppins"/>
                <a:sym typeface="Poppins"/>
              </a:rPr>
              <a:t>Excluir uma das duas funções do programa.</a:t>
            </a:r>
            <a:endParaRPr lang="pt-BR" sz="1600" dirty="0"/>
          </a:p>
        </p:txBody>
      </p:sp>
      <p:sp>
        <p:nvSpPr>
          <p:cNvPr id="18" name="Espaço Reservado para Texto 10">
            <a:extLst>
              <a:ext uri="{FF2B5EF4-FFF2-40B4-BE49-F238E27FC236}">
                <a16:creationId xmlns:a16="http://schemas.microsoft.com/office/drawing/2014/main" id="{C80FEE46-C8CA-C71B-5FB6-704E59FA5F94}"/>
              </a:ext>
            </a:extLst>
          </p:cNvPr>
          <p:cNvSpPr>
            <a:spLocks noGrp="1"/>
          </p:cNvSpPr>
          <p:nvPr>
            <p:ph type="body" sz="quarter" idx="10"/>
          </p:nvPr>
        </p:nvSpPr>
        <p:spPr>
          <a:xfrm>
            <a:off x="3267939" y="842869"/>
            <a:ext cx="6714261" cy="2231547"/>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2800" dirty="0">
                <a:solidFill>
                  <a:schemeClr val="lt1"/>
                </a:solidFill>
              </a:rPr>
              <a:t>As funções consultar_produto() e listar_produtos() exibem cada produto do mesmo jeito, repetindo código. Qual é a melhor solução?</a:t>
            </a:r>
          </a:p>
          <a:p>
            <a:pPr lvl="4"/>
            <a:endParaRPr lang="pt-BR" sz="2800" dirty="0"/>
          </a:p>
        </p:txBody>
      </p:sp>
    </p:spTree>
    <p:extLst>
      <p:ext uri="{BB962C8B-B14F-4D97-AF65-F5344CB8AC3E}">
        <p14:creationId xmlns:p14="http://schemas.microsoft.com/office/powerpoint/2010/main" val="2943960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64"/>
        <p:cNvGrpSpPr/>
        <p:nvPr/>
      </p:nvGrpSpPr>
      <p:grpSpPr>
        <a:xfrm>
          <a:off x="0" y="0"/>
          <a:ext cx="0" cy="0"/>
          <a:chOff x="0" y="0"/>
          <a:chExt cx="0" cy="0"/>
        </a:xfrm>
      </p:grpSpPr>
      <p:sp>
        <p:nvSpPr>
          <p:cNvPr id="4265" name="Google Shape;4265;p391"/>
          <p:cNvSpPr txBox="1"/>
          <p:nvPr/>
        </p:nvSpPr>
        <p:spPr>
          <a:xfrm>
            <a:off x="2663444" y="680425"/>
            <a:ext cx="8512200" cy="4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pt-BR" sz="3200" b="1" i="0" u="none" strike="noStrike" cap="none" dirty="0">
                <a:solidFill>
                  <a:srgbClr val="FF161F"/>
                </a:solidFill>
                <a:latin typeface="Poppins"/>
                <a:ea typeface="Poppins"/>
                <a:cs typeface="Poppins"/>
                <a:sym typeface="Poppins"/>
              </a:rPr>
              <a:t>Refatorando a exibição de produtos</a:t>
            </a:r>
            <a:endParaRPr sz="3200" b="0" i="0" u="none" strike="noStrike" cap="none" dirty="0">
              <a:solidFill>
                <a:srgbClr val="000000"/>
              </a:solidFill>
              <a:latin typeface="Arial"/>
              <a:ea typeface="Arial"/>
              <a:cs typeface="Arial"/>
              <a:sym typeface="Arial"/>
            </a:endParaRPr>
          </a:p>
        </p:txBody>
      </p:sp>
      <p:sp>
        <p:nvSpPr>
          <p:cNvPr id="4277" name="Google Shape;4277;p391"/>
          <p:cNvSpPr txBox="1"/>
          <p:nvPr/>
        </p:nvSpPr>
        <p:spPr>
          <a:xfrm>
            <a:off x="283749" y="2322852"/>
            <a:ext cx="5326476" cy="2031900"/>
          </a:xfrm>
          <a:prstGeom prst="rect">
            <a:avLst/>
          </a:prstGeom>
          <a:noFill/>
          <a:ln>
            <a:noFill/>
          </a:ln>
        </p:spPr>
        <p:txBody>
          <a:bodyPr spcFirstLastPara="1" wrap="square" lIns="91425" tIns="45700" rIns="91425" bIns="45700" anchor="t" anchorCtr="0">
            <a:noAutofit/>
          </a:bodyPr>
          <a:lstStyle/>
          <a:p>
            <a:pPr marL="0" marR="0" lvl="0" indent="0" algn="l" rtl="0">
              <a:spcAft>
                <a:spcPts val="1200"/>
              </a:spcAft>
              <a:buClr>
                <a:srgbClr val="000000"/>
              </a:buClr>
              <a:buSzPts val="2100"/>
              <a:buFont typeface="Arial"/>
              <a:buNone/>
            </a:pPr>
            <a:r>
              <a:rPr lang="pt-BR" sz="2000" b="0" i="0" u="none" strike="noStrike" cap="none" dirty="0">
                <a:solidFill>
                  <a:schemeClr val="dk1"/>
                </a:solidFill>
                <a:latin typeface="Poppins"/>
                <a:ea typeface="Poppins"/>
                <a:cs typeface="Poppins"/>
                <a:sym typeface="Poppins"/>
              </a:rPr>
              <a:t>Agora vamos observar as funções consultar_produto() e listar_produtos() do nosso sistema e planejar como extrair a exibição repetida para uma nova função.</a:t>
            </a:r>
            <a:endParaRPr sz="2000" b="0" i="0" u="none" strike="noStrike" cap="none" dirty="0">
              <a:solidFill>
                <a:schemeClr val="dk1"/>
              </a:solidFill>
              <a:latin typeface="Poppins"/>
              <a:ea typeface="Poppins"/>
              <a:cs typeface="Poppins"/>
              <a:sym typeface="Poppins"/>
            </a:endParaRPr>
          </a:p>
          <a:p>
            <a:pPr marL="0" marR="0" lvl="0" indent="0" algn="l" rtl="0">
              <a:spcAft>
                <a:spcPts val="1200"/>
              </a:spcAft>
              <a:buClr>
                <a:srgbClr val="000000"/>
              </a:buClr>
              <a:buSzPts val="2100"/>
              <a:buFont typeface="Arial"/>
              <a:buNone/>
            </a:pPr>
            <a:endParaRPr sz="2000" b="0" i="0" u="none" strike="noStrike" cap="none" dirty="0">
              <a:solidFill>
                <a:schemeClr val="dk1"/>
              </a:solidFill>
              <a:latin typeface="Poppins"/>
              <a:ea typeface="Poppins"/>
              <a:cs typeface="Poppins"/>
              <a:sym typeface="Poppins"/>
            </a:endParaRPr>
          </a:p>
        </p:txBody>
      </p:sp>
      <p:sp>
        <p:nvSpPr>
          <p:cNvPr id="4278" name="Google Shape;4278;p391"/>
          <p:cNvSpPr/>
          <p:nvPr/>
        </p:nvSpPr>
        <p:spPr>
          <a:xfrm>
            <a:off x="5781675" y="1477775"/>
            <a:ext cx="5903481" cy="4064464"/>
          </a:xfrm>
          <a:prstGeom prst="roundRect">
            <a:avLst>
              <a:gd name="adj" fmla="val 3000"/>
            </a:avLst>
          </a:prstGeom>
          <a:solidFill>
            <a:srgbClr val="1E1E1E"/>
          </a:solidFill>
          <a:ln>
            <a:noFill/>
          </a:ln>
        </p:spPr>
        <p:txBody>
          <a:bodyPr spcFirstLastPara="1" wrap="square" lIns="220000" tIns="200000" rIns="220000" bIns="200000" anchor="ctr" anchorCtr="0">
            <a:noAutofit/>
          </a:bodyPr>
          <a:lstStyle/>
          <a:p>
            <a:pPr marL="0" lvl="0" indent="0" algn="l" rtl="0">
              <a:lnSpc>
                <a:spcPct val="100000"/>
              </a:lnSpc>
              <a:spcBef>
                <a:spcPts val="0"/>
              </a:spcBef>
              <a:spcAft>
                <a:spcPts val="0"/>
              </a:spcAft>
              <a:buClr>
                <a:schemeClr val="dk1"/>
              </a:buClr>
              <a:buSzPts val="1100"/>
              <a:buFont typeface="Arial"/>
              <a:buNone/>
            </a:pPr>
            <a:r>
              <a:rPr lang="pt-BR" sz="1250" dirty="0">
                <a:solidFill>
                  <a:srgbClr val="82D2CE"/>
                </a:solidFill>
                <a:highlight>
                  <a:srgbClr val="181818"/>
                </a:highlight>
                <a:latin typeface="Roboto Mono"/>
                <a:ea typeface="Roboto Mono"/>
                <a:cs typeface="Roboto Mono"/>
                <a:sym typeface="Roboto Mono"/>
              </a:rPr>
              <a:t>def</a:t>
            </a:r>
            <a:r>
              <a:rPr lang="pt-BR" sz="1250" dirty="0">
                <a:solidFill>
                  <a:srgbClr val="F0F0F0"/>
                </a:solidFill>
                <a:highlight>
                  <a:srgbClr val="181818"/>
                </a:highlight>
                <a:latin typeface="Roboto Mono"/>
                <a:ea typeface="Roboto Mono"/>
                <a:cs typeface="Roboto Mono"/>
                <a:sym typeface="Roboto Mono"/>
              </a:rPr>
              <a:t> </a:t>
            </a:r>
            <a:r>
              <a:rPr lang="pt-BR" sz="1250" b="1" dirty="0">
                <a:solidFill>
                  <a:srgbClr val="EFB080"/>
                </a:solidFill>
                <a:highlight>
                  <a:srgbClr val="181818"/>
                </a:highlight>
                <a:latin typeface="Roboto Mono"/>
                <a:ea typeface="Roboto Mono"/>
                <a:cs typeface="Roboto Mono"/>
                <a:sym typeface="Roboto Mono"/>
              </a:rPr>
              <a:t>consultar_produto</a:t>
            </a:r>
            <a:r>
              <a:rPr lang="pt-BR" sz="1250" dirty="0">
                <a:solidFill>
                  <a:srgbClr val="F0F0F0"/>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nome</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input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"Nome do produto: "</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strip</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for</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in</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if</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AAA0FA"/>
                </a:solidFill>
                <a:highlight>
                  <a:srgbClr val="181818"/>
                </a:highlight>
                <a:latin typeface="Roboto Mono"/>
                <a:ea typeface="Roboto Mono"/>
                <a:cs typeface="Roboto Mono"/>
                <a:sym typeface="Roboto Mono"/>
              </a:rPr>
              <a:t>lower</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nome</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lower</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f</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 - R$ </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1</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:.2f</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return</a:t>
            </a:r>
            <a:endParaRPr sz="1250" i="1" dirty="0">
              <a:solidFill>
                <a:srgbClr val="82D2CE"/>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"Produto não encontrado."</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82D2CE"/>
                </a:solidFill>
                <a:highlight>
                  <a:srgbClr val="181818"/>
                </a:highlight>
                <a:latin typeface="Roboto Mono"/>
                <a:ea typeface="Roboto Mono"/>
                <a:cs typeface="Roboto Mono"/>
                <a:sym typeface="Roboto Mono"/>
              </a:rPr>
              <a:t>def</a:t>
            </a:r>
            <a:r>
              <a:rPr lang="pt-BR" sz="1250" dirty="0">
                <a:solidFill>
                  <a:srgbClr val="F0F0F0"/>
                </a:solidFill>
                <a:highlight>
                  <a:srgbClr val="181818"/>
                </a:highlight>
                <a:latin typeface="Roboto Mono"/>
                <a:ea typeface="Roboto Mono"/>
                <a:cs typeface="Roboto Mono"/>
                <a:sym typeface="Roboto Mono"/>
              </a:rPr>
              <a:t> </a:t>
            </a:r>
            <a:r>
              <a:rPr lang="pt-BR" sz="1250" b="1" dirty="0">
                <a:solidFill>
                  <a:srgbClr val="EFB080"/>
                </a:solidFill>
                <a:highlight>
                  <a:srgbClr val="181818"/>
                </a:highlight>
                <a:latin typeface="Roboto Mono"/>
                <a:ea typeface="Roboto Mono"/>
                <a:cs typeface="Roboto Mono"/>
                <a:sym typeface="Roboto Mono"/>
              </a:rPr>
              <a:t>listar_produtos</a:t>
            </a:r>
            <a:r>
              <a:rPr lang="pt-BR" sz="1250" dirty="0">
                <a:solidFill>
                  <a:srgbClr val="F0F0F0"/>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if</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len</a:t>
            </a:r>
            <a:r>
              <a:rPr lang="pt-BR" sz="1250" dirty="0">
                <a:solidFill>
                  <a:srgbClr val="D6D6DD"/>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"Nenhum produto cadastrado."</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return</a:t>
            </a:r>
            <a:endParaRPr sz="1250" i="1" dirty="0">
              <a:solidFill>
                <a:srgbClr val="82D2CE"/>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\n</a:t>
            </a:r>
            <a:r>
              <a:rPr lang="pt-BR" sz="1250" dirty="0">
                <a:solidFill>
                  <a:srgbClr val="E394DC"/>
                </a:solidFill>
                <a:highlight>
                  <a:srgbClr val="181818"/>
                </a:highlight>
                <a:latin typeface="Roboto Mono"/>
                <a:ea typeface="Roboto Mono"/>
                <a:cs typeface="Roboto Mono"/>
                <a:sym typeface="Roboto Mono"/>
              </a:rPr>
              <a:t>=== Produtos cadastrados ==="</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for</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i</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in</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enumerate</a:t>
            </a:r>
            <a:r>
              <a:rPr lang="pt-BR" sz="1250" dirty="0">
                <a:solidFill>
                  <a:srgbClr val="D6D6DD"/>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7C3FF"/>
                </a:solidFill>
                <a:highlight>
                  <a:srgbClr val="181818"/>
                </a:highlight>
                <a:latin typeface="Roboto Mono"/>
                <a:ea typeface="Roboto Mono"/>
                <a:cs typeface="Roboto Mono"/>
                <a:sym typeface="Roboto Mono"/>
              </a:rPr>
              <a:t>start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1</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f</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i</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 </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 - R$ </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1</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:.2f</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SzPts val="1100"/>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f</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\n</a:t>
            </a:r>
            <a:r>
              <a:rPr lang="pt-BR" sz="1250" dirty="0">
                <a:solidFill>
                  <a:srgbClr val="E394DC"/>
                </a:solidFill>
                <a:highlight>
                  <a:srgbClr val="181818"/>
                </a:highlight>
                <a:latin typeface="Roboto Mono"/>
                <a:ea typeface="Roboto Mono"/>
                <a:cs typeface="Roboto Mono"/>
                <a:sym typeface="Roboto Mono"/>
              </a:rPr>
              <a:t>Total de produtos: </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len</a:t>
            </a:r>
            <a:r>
              <a:rPr lang="pt-BR" sz="1250" dirty="0">
                <a:solidFill>
                  <a:srgbClr val="D6D6DD"/>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a:t>
            </a:r>
            <a:endParaRPr sz="1550" dirty="0">
              <a:solidFill>
                <a:srgbClr val="82D2CE"/>
              </a:solidFill>
              <a:latin typeface="Roboto Mono"/>
              <a:ea typeface="Roboto Mono"/>
              <a:cs typeface="Roboto Mono"/>
              <a:sym typeface="Roboto Mono"/>
            </a:endParaRPr>
          </a:p>
        </p:txBody>
      </p:sp>
      <p:pic>
        <p:nvPicPr>
          <p:cNvPr id="2" name="Imagem 1">
            <a:extLst>
              <a:ext uri="{FF2B5EF4-FFF2-40B4-BE49-F238E27FC236}">
                <a16:creationId xmlns:a16="http://schemas.microsoft.com/office/drawing/2014/main" id="{62347CB0-9574-2D66-6C84-30BA954034DD}"/>
              </a:ext>
            </a:extLst>
          </p:cNvPr>
          <p:cNvPicPr>
            <a:picLocks noChangeAspect="1"/>
          </p:cNvPicPr>
          <p:nvPr/>
        </p:nvPicPr>
        <p:blipFill>
          <a:blip r:embed="rId3"/>
          <a:stretch>
            <a:fillRect/>
          </a:stretch>
        </p:blipFill>
        <p:spPr>
          <a:xfrm>
            <a:off x="10390717" y="5836750"/>
            <a:ext cx="1744133" cy="406400"/>
          </a:xfrm>
          <a:prstGeom prst="rect">
            <a:avLst/>
          </a:prstGeom>
        </p:spPr>
      </p:pic>
      <p:grpSp>
        <p:nvGrpSpPr>
          <p:cNvPr id="3" name="Gráfico 85">
            <a:extLst>
              <a:ext uri="{FF2B5EF4-FFF2-40B4-BE49-F238E27FC236}">
                <a16:creationId xmlns:a16="http://schemas.microsoft.com/office/drawing/2014/main" id="{B6825050-8125-3B74-E8E6-45AFE5F459B4}"/>
              </a:ext>
            </a:extLst>
          </p:cNvPr>
          <p:cNvGrpSpPr/>
          <p:nvPr/>
        </p:nvGrpSpPr>
        <p:grpSpPr>
          <a:xfrm>
            <a:off x="10624343" y="5920997"/>
            <a:ext cx="1172441" cy="199070"/>
            <a:chOff x="2316209" y="1866988"/>
            <a:chExt cx="1758662" cy="298605"/>
          </a:xfrm>
          <a:solidFill>
            <a:srgbClr val="FFFFFF"/>
          </a:solidFill>
        </p:grpSpPr>
        <p:sp>
          <p:nvSpPr>
            <p:cNvPr id="4" name="Forma Livre 150">
              <a:extLst>
                <a:ext uri="{FF2B5EF4-FFF2-40B4-BE49-F238E27FC236}">
                  <a16:creationId xmlns:a16="http://schemas.microsoft.com/office/drawing/2014/main" id="{1EA3DE93-F5C5-F5A5-C4AD-741EA3394244}"/>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sz="622" dirty="0"/>
            </a:p>
          </p:txBody>
        </p:sp>
        <p:sp>
          <p:nvSpPr>
            <p:cNvPr id="5" name="Forma Livre 151">
              <a:extLst>
                <a:ext uri="{FF2B5EF4-FFF2-40B4-BE49-F238E27FC236}">
                  <a16:creationId xmlns:a16="http://schemas.microsoft.com/office/drawing/2014/main" id="{6D810138-77D0-D87F-33FE-B4D382571E41}"/>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sz="622" dirty="0"/>
            </a:p>
          </p:txBody>
        </p:sp>
        <p:sp>
          <p:nvSpPr>
            <p:cNvPr id="6" name="Forma Livre 152">
              <a:extLst>
                <a:ext uri="{FF2B5EF4-FFF2-40B4-BE49-F238E27FC236}">
                  <a16:creationId xmlns:a16="http://schemas.microsoft.com/office/drawing/2014/main" id="{7A312E1E-8906-7573-D2A3-CDF4CB039400}"/>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sz="622" dirty="0"/>
            </a:p>
          </p:txBody>
        </p:sp>
        <p:sp>
          <p:nvSpPr>
            <p:cNvPr id="7" name="Forma Livre 153">
              <a:extLst>
                <a:ext uri="{FF2B5EF4-FFF2-40B4-BE49-F238E27FC236}">
                  <a16:creationId xmlns:a16="http://schemas.microsoft.com/office/drawing/2014/main" id="{3E6920CC-A689-4438-6A18-F024EDD25903}"/>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sz="622" dirty="0"/>
            </a:p>
          </p:txBody>
        </p:sp>
        <p:sp>
          <p:nvSpPr>
            <p:cNvPr id="8" name="Forma Livre 154">
              <a:extLst>
                <a:ext uri="{FF2B5EF4-FFF2-40B4-BE49-F238E27FC236}">
                  <a16:creationId xmlns:a16="http://schemas.microsoft.com/office/drawing/2014/main" id="{A2FBF35F-2248-A80C-46CF-A2D50BF10861}"/>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sz="622" dirty="0"/>
            </a:p>
          </p:txBody>
        </p:sp>
        <p:sp>
          <p:nvSpPr>
            <p:cNvPr id="9" name="Forma Livre 155">
              <a:extLst>
                <a:ext uri="{FF2B5EF4-FFF2-40B4-BE49-F238E27FC236}">
                  <a16:creationId xmlns:a16="http://schemas.microsoft.com/office/drawing/2014/main" id="{861F5B5E-C4E8-1BAA-99CB-A2E3A8779D2A}"/>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sz="622" dirty="0"/>
            </a:p>
          </p:txBody>
        </p:sp>
        <p:sp>
          <p:nvSpPr>
            <p:cNvPr id="10" name="Forma Livre 156">
              <a:extLst>
                <a:ext uri="{FF2B5EF4-FFF2-40B4-BE49-F238E27FC236}">
                  <a16:creationId xmlns:a16="http://schemas.microsoft.com/office/drawing/2014/main" id="{76A8F5BD-55DB-9856-C046-DCC6C51119E7}"/>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sz="622" dirty="0"/>
            </a:p>
          </p:txBody>
        </p:sp>
        <p:sp>
          <p:nvSpPr>
            <p:cNvPr id="11" name="Forma Livre 157">
              <a:extLst>
                <a:ext uri="{FF2B5EF4-FFF2-40B4-BE49-F238E27FC236}">
                  <a16:creationId xmlns:a16="http://schemas.microsoft.com/office/drawing/2014/main" id="{4501DF4C-0000-9F92-958E-8DEC4276CC92}"/>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sz="622" dirty="0"/>
            </a:p>
          </p:txBody>
        </p:sp>
      </p:grpSp>
      <p:sp>
        <p:nvSpPr>
          <p:cNvPr id="12" name="Google Shape;3766;p356">
            <a:extLst>
              <a:ext uri="{FF2B5EF4-FFF2-40B4-BE49-F238E27FC236}">
                <a16:creationId xmlns:a16="http://schemas.microsoft.com/office/drawing/2014/main" id="{4C6B4346-937D-E742-FED8-096B19A63B3D}"/>
              </a:ext>
            </a:extLst>
          </p:cNvPr>
          <p:cNvSpPr txBox="1">
            <a:spLocks/>
          </p:cNvSpPr>
          <p:nvPr/>
        </p:nvSpPr>
        <p:spPr>
          <a:xfrm>
            <a:off x="6231754" y="5603571"/>
            <a:ext cx="5475483" cy="2358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2400" b="0" i="0" u="none" strike="noStrike" cap="none" spc="0">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9pPr>
          </a:lstStyle>
          <a:p>
            <a:pPr marL="0" indent="0" algn="r"/>
            <a:r>
              <a:rPr lang="pt-BR" sz="1000" dirty="0">
                <a:latin typeface="Poppins" panose="00000500000000000000" pitchFamily="2" charset="0"/>
                <a:cs typeface="Poppins" panose="00000500000000000000" pitchFamily="2" charset="0"/>
              </a:rPr>
              <a:t>Produzido pela SEDUC-SP com apoio da ferramenta Visual Studio Code. </a:t>
            </a:r>
          </a:p>
        </p:txBody>
      </p:sp>
      <p:sp>
        <p:nvSpPr>
          <p:cNvPr id="13" name="Espaço Reservado para Texto 60">
            <a:extLst>
              <a:ext uri="{FF2B5EF4-FFF2-40B4-BE49-F238E27FC236}">
                <a16:creationId xmlns:a16="http://schemas.microsoft.com/office/drawing/2014/main" id="{3CF9CEE6-A971-83E5-FBA9-6596469029E9}"/>
              </a:ext>
            </a:extLst>
          </p:cNvPr>
          <p:cNvSpPr txBox="1">
            <a:spLocks/>
          </p:cNvSpPr>
          <p:nvPr/>
        </p:nvSpPr>
        <p:spPr>
          <a:xfrm>
            <a:off x="878472" y="4726001"/>
            <a:ext cx="1340852"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Durante a aula</a:t>
            </a:r>
          </a:p>
        </p:txBody>
      </p:sp>
      <p:sp>
        <p:nvSpPr>
          <p:cNvPr id="14" name="Espaço Reservado para Texto 60">
            <a:extLst>
              <a:ext uri="{FF2B5EF4-FFF2-40B4-BE49-F238E27FC236}">
                <a16:creationId xmlns:a16="http://schemas.microsoft.com/office/drawing/2014/main" id="{FA6BEDAC-00F3-CBBC-E282-FE24672F5D9A}"/>
              </a:ext>
            </a:extLst>
          </p:cNvPr>
          <p:cNvSpPr txBox="1">
            <a:spLocks/>
          </p:cNvSpPr>
          <p:nvPr/>
        </p:nvSpPr>
        <p:spPr>
          <a:xfrm>
            <a:off x="878473" y="5194925"/>
            <a:ext cx="1180177"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Em duplas</a:t>
            </a:r>
          </a:p>
        </p:txBody>
      </p:sp>
      <p:grpSp>
        <p:nvGrpSpPr>
          <p:cNvPr id="15" name="Google Shape;474;p35">
            <a:extLst>
              <a:ext uri="{FF2B5EF4-FFF2-40B4-BE49-F238E27FC236}">
                <a16:creationId xmlns:a16="http://schemas.microsoft.com/office/drawing/2014/main" id="{8250CF4F-F565-EE48-5639-71E5DEB8D75C}"/>
              </a:ext>
            </a:extLst>
          </p:cNvPr>
          <p:cNvGrpSpPr/>
          <p:nvPr/>
        </p:nvGrpSpPr>
        <p:grpSpPr>
          <a:xfrm>
            <a:off x="464298" y="4726001"/>
            <a:ext cx="284745" cy="286039"/>
            <a:chOff x="11797069" y="2783619"/>
            <a:chExt cx="427118" cy="429059"/>
          </a:xfrm>
          <a:noFill/>
        </p:grpSpPr>
        <p:sp>
          <p:nvSpPr>
            <p:cNvPr id="16" name="Google Shape;475;p35">
              <a:extLst>
                <a:ext uri="{FF2B5EF4-FFF2-40B4-BE49-F238E27FC236}">
                  <a16:creationId xmlns:a16="http://schemas.microsoft.com/office/drawing/2014/main" id="{39E6EF39-D8DD-2508-59CF-B1C7809A64F4}"/>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7" name="Google Shape;476;p35">
              <a:extLst>
                <a:ext uri="{FF2B5EF4-FFF2-40B4-BE49-F238E27FC236}">
                  <a16:creationId xmlns:a16="http://schemas.microsoft.com/office/drawing/2014/main" id="{E2322B83-FB2E-DFDA-8778-35E9AF7A7804}"/>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8" name="Google Shape;477;p35">
              <a:extLst>
                <a:ext uri="{FF2B5EF4-FFF2-40B4-BE49-F238E27FC236}">
                  <a16:creationId xmlns:a16="http://schemas.microsoft.com/office/drawing/2014/main" id="{B13DCD25-87A1-7B20-0233-2069736FFAD0}"/>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9" name="Google Shape;478;p35">
              <a:extLst>
                <a:ext uri="{FF2B5EF4-FFF2-40B4-BE49-F238E27FC236}">
                  <a16:creationId xmlns:a16="http://schemas.microsoft.com/office/drawing/2014/main" id="{E67B46F5-F329-E7E8-24BF-C1910956E69A}"/>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nvGrpSpPr>
            <p:cNvPr id="20" name="Google Shape;479;p35">
              <a:extLst>
                <a:ext uri="{FF2B5EF4-FFF2-40B4-BE49-F238E27FC236}">
                  <a16:creationId xmlns:a16="http://schemas.microsoft.com/office/drawing/2014/main" id="{B7730AD2-66BE-E170-34CC-4D41409D24A4}"/>
                </a:ext>
              </a:extLst>
            </p:cNvPr>
            <p:cNvGrpSpPr/>
            <p:nvPr/>
          </p:nvGrpSpPr>
          <p:grpSpPr>
            <a:xfrm>
              <a:off x="11889287" y="2999120"/>
              <a:ext cx="262095" cy="145608"/>
              <a:chOff x="11889287" y="2999120"/>
              <a:chExt cx="262095" cy="145608"/>
            </a:xfrm>
            <a:grpFill/>
          </p:grpSpPr>
          <p:sp>
            <p:nvSpPr>
              <p:cNvPr id="21" name="Google Shape;480;p35">
                <a:extLst>
                  <a:ext uri="{FF2B5EF4-FFF2-40B4-BE49-F238E27FC236}">
                    <a16:creationId xmlns:a16="http://schemas.microsoft.com/office/drawing/2014/main" id="{0EFADDAA-144D-EAC2-919B-9E5BD5D2B5C9}"/>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2" name="Google Shape;481;p35">
                <a:extLst>
                  <a:ext uri="{FF2B5EF4-FFF2-40B4-BE49-F238E27FC236}">
                    <a16:creationId xmlns:a16="http://schemas.microsoft.com/office/drawing/2014/main" id="{AE490D53-5666-7897-B88C-63A2DC1150D5}"/>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3" name="Google Shape;482;p35">
                <a:extLst>
                  <a:ext uri="{FF2B5EF4-FFF2-40B4-BE49-F238E27FC236}">
                    <a16:creationId xmlns:a16="http://schemas.microsoft.com/office/drawing/2014/main" id="{A0E7B330-832E-8FEE-1F3A-3F91C896F18C}"/>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4" name="Google Shape;483;p35">
                <a:extLst>
                  <a:ext uri="{FF2B5EF4-FFF2-40B4-BE49-F238E27FC236}">
                    <a16:creationId xmlns:a16="http://schemas.microsoft.com/office/drawing/2014/main" id="{B37548A8-DE26-ECD2-175C-B67A70FEA820}"/>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5" name="Google Shape;484;p35">
                <a:extLst>
                  <a:ext uri="{FF2B5EF4-FFF2-40B4-BE49-F238E27FC236}">
                    <a16:creationId xmlns:a16="http://schemas.microsoft.com/office/drawing/2014/main" id="{2AD0DD51-C77D-2592-FAD7-47257FA60352}"/>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6" name="Google Shape;485;p35">
                <a:extLst>
                  <a:ext uri="{FF2B5EF4-FFF2-40B4-BE49-F238E27FC236}">
                    <a16:creationId xmlns:a16="http://schemas.microsoft.com/office/drawing/2014/main" id="{1BF109FA-11CD-8CF7-1F1D-86724F2F75D1}"/>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7" name="Google Shape;486;p35">
                <a:extLst>
                  <a:ext uri="{FF2B5EF4-FFF2-40B4-BE49-F238E27FC236}">
                    <a16:creationId xmlns:a16="http://schemas.microsoft.com/office/drawing/2014/main" id="{9262C82C-FF90-ECA6-B8E3-E3E14E34E777}"/>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8" name="Google Shape;487;p35">
                <a:extLst>
                  <a:ext uri="{FF2B5EF4-FFF2-40B4-BE49-F238E27FC236}">
                    <a16:creationId xmlns:a16="http://schemas.microsoft.com/office/drawing/2014/main" id="{0E7557A9-3F84-FE60-FFBA-A7DC6DD2964F}"/>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9" name="Google Shape;488;p35">
                <a:extLst>
                  <a:ext uri="{FF2B5EF4-FFF2-40B4-BE49-F238E27FC236}">
                    <a16:creationId xmlns:a16="http://schemas.microsoft.com/office/drawing/2014/main" id="{37958701-CC48-4973-C5CF-62963D3C0DC3}"/>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0" name="Google Shape;489;p35">
                <a:extLst>
                  <a:ext uri="{FF2B5EF4-FFF2-40B4-BE49-F238E27FC236}">
                    <a16:creationId xmlns:a16="http://schemas.microsoft.com/office/drawing/2014/main" id="{CF39F4C2-D5C0-5A4E-A9D0-AA86E1CB1031}"/>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grpSp>
        <p:nvGrpSpPr>
          <p:cNvPr id="31" name="Google Shape;490;p35">
            <a:extLst>
              <a:ext uri="{FF2B5EF4-FFF2-40B4-BE49-F238E27FC236}">
                <a16:creationId xmlns:a16="http://schemas.microsoft.com/office/drawing/2014/main" id="{C116CBF2-1E4D-A321-0FDE-B2BA360B5081}"/>
              </a:ext>
            </a:extLst>
          </p:cNvPr>
          <p:cNvGrpSpPr/>
          <p:nvPr/>
        </p:nvGrpSpPr>
        <p:grpSpPr>
          <a:xfrm>
            <a:off x="454351" y="5173639"/>
            <a:ext cx="304639" cy="301465"/>
            <a:chOff x="6941066" y="2777637"/>
            <a:chExt cx="456958" cy="452197"/>
          </a:xfrm>
          <a:noFill/>
        </p:grpSpPr>
        <p:grpSp>
          <p:nvGrpSpPr>
            <p:cNvPr id="32" name="Google Shape;491;p35">
              <a:extLst>
                <a:ext uri="{FF2B5EF4-FFF2-40B4-BE49-F238E27FC236}">
                  <a16:creationId xmlns:a16="http://schemas.microsoft.com/office/drawing/2014/main" id="{0E7A3C86-7D7E-D65E-361A-9AACCEA37DFA}"/>
                </a:ext>
              </a:extLst>
            </p:cNvPr>
            <p:cNvGrpSpPr/>
            <p:nvPr/>
          </p:nvGrpSpPr>
          <p:grpSpPr>
            <a:xfrm>
              <a:off x="7226665" y="3067995"/>
              <a:ext cx="171359" cy="161839"/>
              <a:chOff x="7226665" y="3067995"/>
              <a:chExt cx="171359" cy="161839"/>
            </a:xfrm>
            <a:grpFill/>
          </p:grpSpPr>
          <p:sp>
            <p:nvSpPr>
              <p:cNvPr id="43" name="Google Shape;492;p35">
                <a:extLst>
                  <a:ext uri="{FF2B5EF4-FFF2-40B4-BE49-F238E27FC236}">
                    <a16:creationId xmlns:a16="http://schemas.microsoft.com/office/drawing/2014/main" id="{A007FEA0-2EEB-8A47-3ABA-14E93CED77F4}"/>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4" name="Google Shape;493;p35">
                <a:extLst>
                  <a:ext uri="{FF2B5EF4-FFF2-40B4-BE49-F238E27FC236}">
                    <a16:creationId xmlns:a16="http://schemas.microsoft.com/office/drawing/2014/main" id="{D9AA0A72-8F0E-29F7-C537-E0E1DC88FE8C}"/>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33" name="Google Shape;494;p35">
              <a:extLst>
                <a:ext uri="{FF2B5EF4-FFF2-40B4-BE49-F238E27FC236}">
                  <a16:creationId xmlns:a16="http://schemas.microsoft.com/office/drawing/2014/main" id="{2018E0A9-8996-B9E1-9415-1652DD0E980E}"/>
                </a:ext>
              </a:extLst>
            </p:cNvPr>
            <p:cNvGrpSpPr/>
            <p:nvPr/>
          </p:nvGrpSpPr>
          <p:grpSpPr>
            <a:xfrm>
              <a:off x="6941066" y="3067995"/>
              <a:ext cx="171359" cy="161839"/>
              <a:chOff x="6941066" y="3067995"/>
              <a:chExt cx="171359" cy="161839"/>
            </a:xfrm>
            <a:grpFill/>
          </p:grpSpPr>
          <p:sp>
            <p:nvSpPr>
              <p:cNvPr id="41" name="Google Shape;495;p35">
                <a:extLst>
                  <a:ext uri="{FF2B5EF4-FFF2-40B4-BE49-F238E27FC236}">
                    <a16:creationId xmlns:a16="http://schemas.microsoft.com/office/drawing/2014/main" id="{91D858A3-25F3-FAE7-0283-96F76B1C8264}"/>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2" name="Google Shape;496;p35">
                <a:extLst>
                  <a:ext uri="{FF2B5EF4-FFF2-40B4-BE49-F238E27FC236}">
                    <a16:creationId xmlns:a16="http://schemas.microsoft.com/office/drawing/2014/main" id="{2B9F3C7C-4CC2-4A95-FF86-0075E505B14A}"/>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34" name="Google Shape;497;p35">
              <a:extLst>
                <a:ext uri="{FF2B5EF4-FFF2-40B4-BE49-F238E27FC236}">
                  <a16:creationId xmlns:a16="http://schemas.microsoft.com/office/drawing/2014/main" id="{540A97BD-F72A-EFB7-5787-E37BF73ECF79}"/>
                </a:ext>
              </a:extLst>
            </p:cNvPr>
            <p:cNvGrpSpPr/>
            <p:nvPr/>
          </p:nvGrpSpPr>
          <p:grpSpPr>
            <a:xfrm>
              <a:off x="7103153" y="2977080"/>
              <a:ext cx="132861" cy="96151"/>
              <a:chOff x="7103153" y="2977080"/>
              <a:chExt cx="132861" cy="96151"/>
            </a:xfrm>
            <a:grpFill/>
          </p:grpSpPr>
          <p:sp>
            <p:nvSpPr>
              <p:cNvPr id="38" name="Google Shape;498;p35">
                <a:extLst>
                  <a:ext uri="{FF2B5EF4-FFF2-40B4-BE49-F238E27FC236}">
                    <a16:creationId xmlns:a16="http://schemas.microsoft.com/office/drawing/2014/main" id="{E4652FB5-819F-7B4A-05B6-E327CA2EC069}"/>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9" name="Google Shape;499;p35">
                <a:extLst>
                  <a:ext uri="{FF2B5EF4-FFF2-40B4-BE49-F238E27FC236}">
                    <a16:creationId xmlns:a16="http://schemas.microsoft.com/office/drawing/2014/main" id="{97B15CFD-7EAA-2963-BC4A-B5197EEDB3A5}"/>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0" name="Google Shape;500;p35">
                <a:extLst>
                  <a:ext uri="{FF2B5EF4-FFF2-40B4-BE49-F238E27FC236}">
                    <a16:creationId xmlns:a16="http://schemas.microsoft.com/office/drawing/2014/main" id="{13B2DA59-3493-16FA-CA14-62BC81E9A588}"/>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35" name="Google Shape;501;p35">
              <a:extLst>
                <a:ext uri="{FF2B5EF4-FFF2-40B4-BE49-F238E27FC236}">
                  <a16:creationId xmlns:a16="http://schemas.microsoft.com/office/drawing/2014/main" id="{CFC3092E-123E-BA30-9E66-4E268A679120}"/>
                </a:ext>
              </a:extLst>
            </p:cNvPr>
            <p:cNvGrpSpPr/>
            <p:nvPr/>
          </p:nvGrpSpPr>
          <p:grpSpPr>
            <a:xfrm>
              <a:off x="7083865" y="2777637"/>
              <a:ext cx="171359" cy="161838"/>
              <a:chOff x="7083865" y="2777637"/>
              <a:chExt cx="171359" cy="161838"/>
            </a:xfrm>
            <a:grpFill/>
          </p:grpSpPr>
          <p:sp>
            <p:nvSpPr>
              <p:cNvPr id="36" name="Google Shape;502;p35">
                <a:extLst>
                  <a:ext uri="{FF2B5EF4-FFF2-40B4-BE49-F238E27FC236}">
                    <a16:creationId xmlns:a16="http://schemas.microsoft.com/office/drawing/2014/main" id="{8DEDF158-27B0-6AA1-B390-6784AC11AAE7}"/>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7" name="Google Shape;503;p35">
                <a:extLst>
                  <a:ext uri="{FF2B5EF4-FFF2-40B4-BE49-F238E27FC236}">
                    <a16:creationId xmlns:a16="http://schemas.microsoft.com/office/drawing/2014/main" id="{5614C7CB-A232-570E-B43F-9053470CA1A3}"/>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64">
          <a:extLst>
            <a:ext uri="{FF2B5EF4-FFF2-40B4-BE49-F238E27FC236}">
              <a16:creationId xmlns:a16="http://schemas.microsoft.com/office/drawing/2014/main" id="{89AA61DF-4883-13F8-6460-D00C37964657}"/>
            </a:ext>
          </a:extLst>
        </p:cNvPr>
        <p:cNvGrpSpPr/>
        <p:nvPr/>
      </p:nvGrpSpPr>
      <p:grpSpPr>
        <a:xfrm>
          <a:off x="0" y="0"/>
          <a:ext cx="0" cy="0"/>
          <a:chOff x="0" y="0"/>
          <a:chExt cx="0" cy="0"/>
        </a:xfrm>
      </p:grpSpPr>
      <p:sp>
        <p:nvSpPr>
          <p:cNvPr id="4265" name="Google Shape;4265;p391">
            <a:extLst>
              <a:ext uri="{FF2B5EF4-FFF2-40B4-BE49-F238E27FC236}">
                <a16:creationId xmlns:a16="http://schemas.microsoft.com/office/drawing/2014/main" id="{1F8044ED-CDD6-CD5D-DB21-D535919D6539}"/>
              </a:ext>
            </a:extLst>
          </p:cNvPr>
          <p:cNvSpPr txBox="1"/>
          <p:nvPr/>
        </p:nvSpPr>
        <p:spPr>
          <a:xfrm>
            <a:off x="2663444" y="680425"/>
            <a:ext cx="8512200" cy="4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pt-BR" sz="3200" b="1" i="0" u="none" strike="noStrike" cap="none" dirty="0">
                <a:solidFill>
                  <a:srgbClr val="FF161F"/>
                </a:solidFill>
                <a:latin typeface="Poppins"/>
                <a:ea typeface="Poppins"/>
                <a:cs typeface="Poppins"/>
                <a:sym typeface="Poppins"/>
              </a:rPr>
              <a:t>Refatorando a exibição de produtos</a:t>
            </a:r>
            <a:endParaRPr sz="3200" b="0" i="0" u="none" strike="noStrike" cap="none" dirty="0">
              <a:solidFill>
                <a:srgbClr val="000000"/>
              </a:solidFill>
              <a:latin typeface="Arial"/>
              <a:ea typeface="Arial"/>
              <a:cs typeface="Arial"/>
              <a:sym typeface="Arial"/>
            </a:endParaRPr>
          </a:p>
        </p:txBody>
      </p:sp>
      <p:sp>
        <p:nvSpPr>
          <p:cNvPr id="4277" name="Google Shape;4277;p391">
            <a:extLst>
              <a:ext uri="{FF2B5EF4-FFF2-40B4-BE49-F238E27FC236}">
                <a16:creationId xmlns:a16="http://schemas.microsoft.com/office/drawing/2014/main" id="{1C704428-482C-F657-CEF8-427340898085}"/>
              </a:ext>
            </a:extLst>
          </p:cNvPr>
          <p:cNvSpPr txBox="1"/>
          <p:nvPr/>
        </p:nvSpPr>
        <p:spPr>
          <a:xfrm>
            <a:off x="2663444" y="1406625"/>
            <a:ext cx="8880856" cy="1739724"/>
          </a:xfrm>
          <a:prstGeom prst="rect">
            <a:avLst/>
          </a:prstGeom>
          <a:noFill/>
          <a:ln>
            <a:noFill/>
          </a:ln>
        </p:spPr>
        <p:txBody>
          <a:bodyPr spcFirstLastPara="1" wrap="square" lIns="91425" tIns="45700" rIns="91425" bIns="45700" anchor="t" anchorCtr="0">
            <a:noAutofit/>
          </a:bodyPr>
          <a:lstStyle/>
          <a:p>
            <a:pPr marL="0" marR="0" lvl="0" indent="0" algn="l" rtl="0">
              <a:spcAft>
                <a:spcPts val="1200"/>
              </a:spcAft>
              <a:buClr>
                <a:srgbClr val="000000"/>
              </a:buClr>
              <a:buSzPts val="2100"/>
              <a:buFont typeface="Arial"/>
              <a:buNone/>
            </a:pPr>
            <a:r>
              <a:rPr lang="pt-BR" sz="1800" b="0" i="0" u="none" strike="noStrike" cap="none" dirty="0">
                <a:solidFill>
                  <a:schemeClr val="dk1"/>
                </a:solidFill>
                <a:latin typeface="Poppins"/>
                <a:ea typeface="Poppins"/>
                <a:cs typeface="Poppins"/>
                <a:sym typeface="Poppins"/>
              </a:rPr>
              <a:t>Para isso:</a:t>
            </a:r>
          </a:p>
          <a:p>
            <a:pPr marL="342900" marR="0" lvl="0" indent="-342900" algn="l" rtl="0">
              <a:spcAft>
                <a:spcPts val="1200"/>
              </a:spcAft>
              <a:buClr>
                <a:srgbClr val="000000"/>
              </a:buClr>
              <a:buSzPct val="100000"/>
              <a:buBlip>
                <a:blip r:embed="rId3"/>
              </a:buBlip>
            </a:pPr>
            <a:r>
              <a:rPr lang="pt-BR" sz="1800" b="0" i="0" u="none" strike="noStrike" cap="none" dirty="0">
                <a:solidFill>
                  <a:schemeClr val="dk1"/>
                </a:solidFill>
                <a:latin typeface="Poppins"/>
                <a:ea typeface="Poppins"/>
                <a:cs typeface="Poppins"/>
                <a:sym typeface="Poppins"/>
              </a:rPr>
              <a:t>releiam o código das funções consultar_produto() e listar_produtos();</a:t>
            </a:r>
          </a:p>
          <a:p>
            <a:pPr marL="342900" marR="0" lvl="0" indent="-342900" algn="l" rtl="0">
              <a:spcAft>
                <a:spcPts val="1200"/>
              </a:spcAft>
              <a:buClr>
                <a:srgbClr val="000000"/>
              </a:buClr>
              <a:buSzPct val="100000"/>
              <a:buBlip>
                <a:blip r:embed="rId3"/>
              </a:buBlip>
            </a:pPr>
            <a:r>
              <a:rPr lang="pt-BR" sz="1800" b="0" i="0" u="none" strike="noStrike" cap="none" dirty="0">
                <a:solidFill>
                  <a:schemeClr val="dk1"/>
                </a:solidFill>
                <a:latin typeface="Poppins"/>
                <a:ea typeface="Poppins"/>
                <a:cs typeface="Poppins"/>
                <a:sym typeface="Poppins"/>
              </a:rPr>
              <a:t>identifiquem a linha que exibe nome e preço, repetida nas duas funções.</a:t>
            </a:r>
          </a:p>
        </p:txBody>
      </p:sp>
      <p:sp>
        <p:nvSpPr>
          <p:cNvPr id="13" name="Espaço Reservado para Texto 60">
            <a:extLst>
              <a:ext uri="{FF2B5EF4-FFF2-40B4-BE49-F238E27FC236}">
                <a16:creationId xmlns:a16="http://schemas.microsoft.com/office/drawing/2014/main" id="{E1D25545-68AB-E0B0-0AB6-011E5EA98E78}"/>
              </a:ext>
            </a:extLst>
          </p:cNvPr>
          <p:cNvSpPr txBox="1">
            <a:spLocks/>
          </p:cNvSpPr>
          <p:nvPr/>
        </p:nvSpPr>
        <p:spPr>
          <a:xfrm>
            <a:off x="878472" y="4726001"/>
            <a:ext cx="1340852"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Durante a aula</a:t>
            </a:r>
          </a:p>
        </p:txBody>
      </p:sp>
      <p:sp>
        <p:nvSpPr>
          <p:cNvPr id="14" name="Espaço Reservado para Texto 60">
            <a:extLst>
              <a:ext uri="{FF2B5EF4-FFF2-40B4-BE49-F238E27FC236}">
                <a16:creationId xmlns:a16="http://schemas.microsoft.com/office/drawing/2014/main" id="{0C2EE6CD-30C4-CE18-975B-C1161051E807}"/>
              </a:ext>
            </a:extLst>
          </p:cNvPr>
          <p:cNvSpPr txBox="1">
            <a:spLocks/>
          </p:cNvSpPr>
          <p:nvPr/>
        </p:nvSpPr>
        <p:spPr>
          <a:xfrm>
            <a:off x="878473" y="5194925"/>
            <a:ext cx="1180177"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Em duplas</a:t>
            </a:r>
          </a:p>
        </p:txBody>
      </p:sp>
      <p:grpSp>
        <p:nvGrpSpPr>
          <p:cNvPr id="15" name="Google Shape;474;p35">
            <a:extLst>
              <a:ext uri="{FF2B5EF4-FFF2-40B4-BE49-F238E27FC236}">
                <a16:creationId xmlns:a16="http://schemas.microsoft.com/office/drawing/2014/main" id="{063E2F63-3168-DFE1-3670-DF9F580A0D70}"/>
              </a:ext>
            </a:extLst>
          </p:cNvPr>
          <p:cNvGrpSpPr/>
          <p:nvPr/>
        </p:nvGrpSpPr>
        <p:grpSpPr>
          <a:xfrm>
            <a:off x="464298" y="4726001"/>
            <a:ext cx="284745" cy="286039"/>
            <a:chOff x="11797069" y="2783619"/>
            <a:chExt cx="427118" cy="429059"/>
          </a:xfrm>
          <a:noFill/>
        </p:grpSpPr>
        <p:sp>
          <p:nvSpPr>
            <p:cNvPr id="16" name="Google Shape;475;p35">
              <a:extLst>
                <a:ext uri="{FF2B5EF4-FFF2-40B4-BE49-F238E27FC236}">
                  <a16:creationId xmlns:a16="http://schemas.microsoft.com/office/drawing/2014/main" id="{E16D9273-6BFC-F1DA-DD0D-2116CE17378C}"/>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7" name="Google Shape;476;p35">
              <a:extLst>
                <a:ext uri="{FF2B5EF4-FFF2-40B4-BE49-F238E27FC236}">
                  <a16:creationId xmlns:a16="http://schemas.microsoft.com/office/drawing/2014/main" id="{2ACCC8ED-25ED-AADF-5088-4BC355CC0545}"/>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8" name="Google Shape;477;p35">
              <a:extLst>
                <a:ext uri="{FF2B5EF4-FFF2-40B4-BE49-F238E27FC236}">
                  <a16:creationId xmlns:a16="http://schemas.microsoft.com/office/drawing/2014/main" id="{92BB0885-C51B-B786-2004-33695E27C773}"/>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19" name="Google Shape;478;p35">
              <a:extLst>
                <a:ext uri="{FF2B5EF4-FFF2-40B4-BE49-F238E27FC236}">
                  <a16:creationId xmlns:a16="http://schemas.microsoft.com/office/drawing/2014/main" id="{A64A497D-4706-E325-4134-06EA86D1B735}"/>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nvGrpSpPr>
            <p:cNvPr id="20" name="Google Shape;479;p35">
              <a:extLst>
                <a:ext uri="{FF2B5EF4-FFF2-40B4-BE49-F238E27FC236}">
                  <a16:creationId xmlns:a16="http://schemas.microsoft.com/office/drawing/2014/main" id="{7A087ED0-5716-9F17-CDF7-1D02BACE78EA}"/>
                </a:ext>
              </a:extLst>
            </p:cNvPr>
            <p:cNvGrpSpPr/>
            <p:nvPr/>
          </p:nvGrpSpPr>
          <p:grpSpPr>
            <a:xfrm>
              <a:off x="11889287" y="2999120"/>
              <a:ext cx="262095" cy="145608"/>
              <a:chOff x="11889287" y="2999120"/>
              <a:chExt cx="262095" cy="145608"/>
            </a:xfrm>
            <a:grpFill/>
          </p:grpSpPr>
          <p:sp>
            <p:nvSpPr>
              <p:cNvPr id="21" name="Google Shape;480;p35">
                <a:extLst>
                  <a:ext uri="{FF2B5EF4-FFF2-40B4-BE49-F238E27FC236}">
                    <a16:creationId xmlns:a16="http://schemas.microsoft.com/office/drawing/2014/main" id="{D910BD70-8F7E-5401-59F6-3F3155201EFD}"/>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2" name="Google Shape;481;p35">
                <a:extLst>
                  <a:ext uri="{FF2B5EF4-FFF2-40B4-BE49-F238E27FC236}">
                    <a16:creationId xmlns:a16="http://schemas.microsoft.com/office/drawing/2014/main" id="{0220D89A-1404-D74B-7347-AD256FD223E8}"/>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3" name="Google Shape;482;p35">
                <a:extLst>
                  <a:ext uri="{FF2B5EF4-FFF2-40B4-BE49-F238E27FC236}">
                    <a16:creationId xmlns:a16="http://schemas.microsoft.com/office/drawing/2014/main" id="{581EA22B-C9D8-58A1-726E-7165C77561CA}"/>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4" name="Google Shape;483;p35">
                <a:extLst>
                  <a:ext uri="{FF2B5EF4-FFF2-40B4-BE49-F238E27FC236}">
                    <a16:creationId xmlns:a16="http://schemas.microsoft.com/office/drawing/2014/main" id="{B6325DE6-151C-E013-C95B-B7E736D23F68}"/>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5" name="Google Shape;484;p35">
                <a:extLst>
                  <a:ext uri="{FF2B5EF4-FFF2-40B4-BE49-F238E27FC236}">
                    <a16:creationId xmlns:a16="http://schemas.microsoft.com/office/drawing/2014/main" id="{11D975B5-1CAE-3C66-EBC4-13DD53F98F84}"/>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6" name="Google Shape;485;p35">
                <a:extLst>
                  <a:ext uri="{FF2B5EF4-FFF2-40B4-BE49-F238E27FC236}">
                    <a16:creationId xmlns:a16="http://schemas.microsoft.com/office/drawing/2014/main" id="{0FC4D192-5E35-EBC8-7ECB-1EA342A85DD6}"/>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7" name="Google Shape;486;p35">
                <a:extLst>
                  <a:ext uri="{FF2B5EF4-FFF2-40B4-BE49-F238E27FC236}">
                    <a16:creationId xmlns:a16="http://schemas.microsoft.com/office/drawing/2014/main" id="{B4241EA1-E0D3-19C1-99F4-AA703869CF22}"/>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8" name="Google Shape;487;p35">
                <a:extLst>
                  <a:ext uri="{FF2B5EF4-FFF2-40B4-BE49-F238E27FC236}">
                    <a16:creationId xmlns:a16="http://schemas.microsoft.com/office/drawing/2014/main" id="{A754917C-E63C-8CB7-F8BC-53883FCFD175}"/>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9" name="Google Shape;488;p35">
                <a:extLst>
                  <a:ext uri="{FF2B5EF4-FFF2-40B4-BE49-F238E27FC236}">
                    <a16:creationId xmlns:a16="http://schemas.microsoft.com/office/drawing/2014/main" id="{79731E9B-49EA-8131-C7E2-761CA6BA2071}"/>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0" name="Google Shape;489;p35">
                <a:extLst>
                  <a:ext uri="{FF2B5EF4-FFF2-40B4-BE49-F238E27FC236}">
                    <a16:creationId xmlns:a16="http://schemas.microsoft.com/office/drawing/2014/main" id="{CD20A634-EA40-BCC5-A5F9-21671EEB24B2}"/>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grpSp>
        <p:nvGrpSpPr>
          <p:cNvPr id="31" name="Google Shape;490;p35">
            <a:extLst>
              <a:ext uri="{FF2B5EF4-FFF2-40B4-BE49-F238E27FC236}">
                <a16:creationId xmlns:a16="http://schemas.microsoft.com/office/drawing/2014/main" id="{785FA43E-E5A5-A407-17CF-FBCDB121F797}"/>
              </a:ext>
            </a:extLst>
          </p:cNvPr>
          <p:cNvGrpSpPr/>
          <p:nvPr/>
        </p:nvGrpSpPr>
        <p:grpSpPr>
          <a:xfrm>
            <a:off x="454351" y="5173639"/>
            <a:ext cx="304639" cy="301465"/>
            <a:chOff x="6941066" y="2777637"/>
            <a:chExt cx="456958" cy="452197"/>
          </a:xfrm>
          <a:noFill/>
        </p:grpSpPr>
        <p:grpSp>
          <p:nvGrpSpPr>
            <p:cNvPr id="32" name="Google Shape;491;p35">
              <a:extLst>
                <a:ext uri="{FF2B5EF4-FFF2-40B4-BE49-F238E27FC236}">
                  <a16:creationId xmlns:a16="http://schemas.microsoft.com/office/drawing/2014/main" id="{015EA653-0E0E-0988-69F5-7C2193711FE8}"/>
                </a:ext>
              </a:extLst>
            </p:cNvPr>
            <p:cNvGrpSpPr/>
            <p:nvPr/>
          </p:nvGrpSpPr>
          <p:grpSpPr>
            <a:xfrm>
              <a:off x="7226665" y="3067995"/>
              <a:ext cx="171359" cy="161839"/>
              <a:chOff x="7226665" y="3067995"/>
              <a:chExt cx="171359" cy="161839"/>
            </a:xfrm>
            <a:grpFill/>
          </p:grpSpPr>
          <p:sp>
            <p:nvSpPr>
              <p:cNvPr id="43" name="Google Shape;492;p35">
                <a:extLst>
                  <a:ext uri="{FF2B5EF4-FFF2-40B4-BE49-F238E27FC236}">
                    <a16:creationId xmlns:a16="http://schemas.microsoft.com/office/drawing/2014/main" id="{2B9CC2A1-E925-C626-037B-E9408698D390}"/>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4" name="Google Shape;493;p35">
                <a:extLst>
                  <a:ext uri="{FF2B5EF4-FFF2-40B4-BE49-F238E27FC236}">
                    <a16:creationId xmlns:a16="http://schemas.microsoft.com/office/drawing/2014/main" id="{6AA09AC1-33FF-8C4B-2E87-DA4821D96797}"/>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33" name="Google Shape;494;p35">
              <a:extLst>
                <a:ext uri="{FF2B5EF4-FFF2-40B4-BE49-F238E27FC236}">
                  <a16:creationId xmlns:a16="http://schemas.microsoft.com/office/drawing/2014/main" id="{B825524A-2A76-22F1-5A92-5A08DC2EA909}"/>
                </a:ext>
              </a:extLst>
            </p:cNvPr>
            <p:cNvGrpSpPr/>
            <p:nvPr/>
          </p:nvGrpSpPr>
          <p:grpSpPr>
            <a:xfrm>
              <a:off x="6941066" y="3067995"/>
              <a:ext cx="171359" cy="161839"/>
              <a:chOff x="6941066" y="3067995"/>
              <a:chExt cx="171359" cy="161839"/>
            </a:xfrm>
            <a:grpFill/>
          </p:grpSpPr>
          <p:sp>
            <p:nvSpPr>
              <p:cNvPr id="41" name="Google Shape;495;p35">
                <a:extLst>
                  <a:ext uri="{FF2B5EF4-FFF2-40B4-BE49-F238E27FC236}">
                    <a16:creationId xmlns:a16="http://schemas.microsoft.com/office/drawing/2014/main" id="{6F2E19D4-79AB-1F94-6B0B-7822CEF6D959}"/>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2" name="Google Shape;496;p35">
                <a:extLst>
                  <a:ext uri="{FF2B5EF4-FFF2-40B4-BE49-F238E27FC236}">
                    <a16:creationId xmlns:a16="http://schemas.microsoft.com/office/drawing/2014/main" id="{4D5E8EC7-537A-F7A3-92D7-C6A61CBB74E1}"/>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34" name="Google Shape;497;p35">
              <a:extLst>
                <a:ext uri="{FF2B5EF4-FFF2-40B4-BE49-F238E27FC236}">
                  <a16:creationId xmlns:a16="http://schemas.microsoft.com/office/drawing/2014/main" id="{E1C13250-3C1B-BDE0-D73C-60EB33750EE9}"/>
                </a:ext>
              </a:extLst>
            </p:cNvPr>
            <p:cNvGrpSpPr/>
            <p:nvPr/>
          </p:nvGrpSpPr>
          <p:grpSpPr>
            <a:xfrm>
              <a:off x="7103153" y="2977080"/>
              <a:ext cx="132861" cy="96151"/>
              <a:chOff x="7103153" y="2977080"/>
              <a:chExt cx="132861" cy="96151"/>
            </a:xfrm>
            <a:grpFill/>
          </p:grpSpPr>
          <p:sp>
            <p:nvSpPr>
              <p:cNvPr id="38" name="Google Shape;498;p35">
                <a:extLst>
                  <a:ext uri="{FF2B5EF4-FFF2-40B4-BE49-F238E27FC236}">
                    <a16:creationId xmlns:a16="http://schemas.microsoft.com/office/drawing/2014/main" id="{E5680687-A226-AF31-A6F7-256CC2F04677}"/>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9" name="Google Shape;499;p35">
                <a:extLst>
                  <a:ext uri="{FF2B5EF4-FFF2-40B4-BE49-F238E27FC236}">
                    <a16:creationId xmlns:a16="http://schemas.microsoft.com/office/drawing/2014/main" id="{B75FEC3C-2CB4-4999-8F41-D40661B95B0D}"/>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40" name="Google Shape;500;p35">
                <a:extLst>
                  <a:ext uri="{FF2B5EF4-FFF2-40B4-BE49-F238E27FC236}">
                    <a16:creationId xmlns:a16="http://schemas.microsoft.com/office/drawing/2014/main" id="{8165B879-2D45-E855-3E01-3B3E62790F1D}"/>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nvGrpSpPr>
            <p:cNvPr id="35" name="Google Shape;501;p35">
              <a:extLst>
                <a:ext uri="{FF2B5EF4-FFF2-40B4-BE49-F238E27FC236}">
                  <a16:creationId xmlns:a16="http://schemas.microsoft.com/office/drawing/2014/main" id="{FF526584-7781-4421-8B48-F60C699DC4A7}"/>
                </a:ext>
              </a:extLst>
            </p:cNvPr>
            <p:cNvGrpSpPr/>
            <p:nvPr/>
          </p:nvGrpSpPr>
          <p:grpSpPr>
            <a:xfrm>
              <a:off x="7083865" y="2777637"/>
              <a:ext cx="171359" cy="161838"/>
              <a:chOff x="7083865" y="2777637"/>
              <a:chExt cx="171359" cy="161838"/>
            </a:xfrm>
            <a:grpFill/>
          </p:grpSpPr>
          <p:sp>
            <p:nvSpPr>
              <p:cNvPr id="36" name="Google Shape;502;p35">
                <a:extLst>
                  <a:ext uri="{FF2B5EF4-FFF2-40B4-BE49-F238E27FC236}">
                    <a16:creationId xmlns:a16="http://schemas.microsoft.com/office/drawing/2014/main" id="{8AEDC87D-D583-ACCE-B04D-25A3A567DF01}"/>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37" name="Google Shape;503;p35">
                <a:extLst>
                  <a:ext uri="{FF2B5EF4-FFF2-40B4-BE49-F238E27FC236}">
                    <a16:creationId xmlns:a16="http://schemas.microsoft.com/office/drawing/2014/main" id="{0FDCBD08-EF2A-6155-43DA-AF57CCEAAF82}"/>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grpSp>
      </p:grpSp>
      <p:sp>
        <p:nvSpPr>
          <p:cNvPr id="45" name="Google Shape;610;p16">
            <a:extLst>
              <a:ext uri="{FF2B5EF4-FFF2-40B4-BE49-F238E27FC236}">
                <a16:creationId xmlns:a16="http://schemas.microsoft.com/office/drawing/2014/main" id="{E888D0A6-C4B1-07F1-0D20-8741023C1C88}"/>
              </a:ext>
            </a:extLst>
          </p:cNvPr>
          <p:cNvSpPr/>
          <p:nvPr/>
        </p:nvSpPr>
        <p:spPr>
          <a:xfrm rot="10800000" flipH="1">
            <a:off x="2730560" y="3078743"/>
            <a:ext cx="8713672" cy="2152015"/>
          </a:xfrm>
          <a:prstGeom prst="foldedCorner">
            <a:avLst>
              <a:gd name="adj" fmla="val 16667"/>
            </a:avLst>
          </a:prstGeom>
          <a:solidFill>
            <a:srgbClr val="529AC2"/>
          </a:solidFill>
          <a:ln>
            <a:noFill/>
          </a:ln>
        </p:spPr>
        <p:txBody>
          <a:bodyPr spcFirstLastPara="1" wrap="square" lIns="60950" tIns="30467" rIns="60950" bIns="30467" anchor="ctr" anchorCtr="0">
            <a:noAutofit/>
          </a:bodyPr>
          <a:lstStyle/>
          <a:p>
            <a:pPr algn="ctr">
              <a:buSzPts val="1400"/>
            </a:pPr>
            <a:endParaRPr dirty="0">
              <a:solidFill>
                <a:schemeClr val="lt1"/>
              </a:solidFill>
              <a:highlight>
                <a:srgbClr val="E28099"/>
              </a:highlight>
            </a:endParaRPr>
          </a:p>
        </p:txBody>
      </p:sp>
      <p:sp>
        <p:nvSpPr>
          <p:cNvPr id="46" name="Espaço Reservado para Texto 3">
            <a:extLst>
              <a:ext uri="{FF2B5EF4-FFF2-40B4-BE49-F238E27FC236}">
                <a16:creationId xmlns:a16="http://schemas.microsoft.com/office/drawing/2014/main" id="{6A106ABF-D4A2-5049-2A71-D8BE2827270D}"/>
              </a:ext>
            </a:extLst>
          </p:cNvPr>
          <p:cNvSpPr txBox="1">
            <a:spLocks/>
          </p:cNvSpPr>
          <p:nvPr/>
        </p:nvSpPr>
        <p:spPr>
          <a:xfrm>
            <a:off x="2876167" y="3320682"/>
            <a:ext cx="8370685" cy="1716504"/>
          </a:xfrm>
          <a:prstGeom prst="rect">
            <a:avLst/>
          </a:prstGeom>
          <a:noFill/>
          <a:ln>
            <a:noFill/>
          </a:ln>
        </p:spPr>
        <p:txBody>
          <a:bodyPr>
            <a:normAutofit/>
          </a:bodyPr>
          <a:lstStyle/>
          <a:p>
            <a:pPr indent="-245546">
              <a:spcAft>
                <a:spcPts val="600"/>
              </a:spcAft>
              <a:buClrTx/>
              <a:buFontTx/>
            </a:pPr>
            <a:r>
              <a:rPr lang="pt-BR" sz="1800" dirty="0">
                <a:solidFill>
                  <a:schemeClr val="bg1"/>
                </a:solidFill>
                <a:latin typeface="Poppins" pitchFamily="2" charset="77"/>
                <a:cs typeface="Poppins" pitchFamily="2" charset="77"/>
              </a:rPr>
              <a:t>No caderno:</a:t>
            </a:r>
          </a:p>
          <a:p>
            <a:pPr>
              <a:spcAft>
                <a:spcPts val="600"/>
              </a:spcAft>
              <a:buClrTx/>
            </a:pPr>
            <a:r>
              <a:rPr lang="pt-BR" sz="1800" b="1" dirty="0">
                <a:solidFill>
                  <a:schemeClr val="bg1"/>
                </a:solidFill>
                <a:latin typeface="Poppins" pitchFamily="2" charset="77"/>
                <a:cs typeface="Poppins" pitchFamily="2" charset="77"/>
              </a:rPr>
              <a:t>1</a:t>
            </a:r>
            <a:r>
              <a:rPr lang="pt-BR" sz="1800" dirty="0">
                <a:solidFill>
                  <a:schemeClr val="bg1"/>
                </a:solidFill>
                <a:latin typeface="Poppins" pitchFamily="2" charset="77"/>
                <a:cs typeface="Poppins" pitchFamily="2" charset="77"/>
              </a:rPr>
              <a:t>. Escrevam em código como ficaria uma função formatar_produto(nome, preco) que devolve esse texto pronto.</a:t>
            </a:r>
          </a:p>
          <a:p>
            <a:pPr indent="-245546">
              <a:spcAft>
                <a:spcPts val="600"/>
              </a:spcAft>
              <a:buClrTx/>
              <a:buFontTx/>
            </a:pPr>
            <a:r>
              <a:rPr lang="pt-BR" sz="1800" b="1" dirty="0">
                <a:solidFill>
                  <a:schemeClr val="bg1"/>
                </a:solidFill>
                <a:latin typeface="Poppins" pitchFamily="2" charset="77"/>
                <a:cs typeface="Poppins" pitchFamily="2" charset="77"/>
              </a:rPr>
              <a:t>2</a:t>
            </a:r>
            <a:r>
              <a:rPr lang="pt-BR" sz="1800" dirty="0">
                <a:solidFill>
                  <a:schemeClr val="bg1"/>
                </a:solidFill>
                <a:latin typeface="Poppins" pitchFamily="2" charset="77"/>
                <a:cs typeface="Poppins" pitchFamily="2" charset="77"/>
              </a:rPr>
              <a:t>. Expliquem brevemente como cada uma das duas funções passaria a usar essa nova função.</a:t>
            </a:r>
          </a:p>
          <a:p>
            <a:pPr indent="-245546">
              <a:spcAft>
                <a:spcPts val="600"/>
              </a:spcAft>
              <a:buClrTx/>
              <a:buFontTx/>
            </a:pPr>
            <a:endParaRPr lang="pt-BR" sz="1800" dirty="0">
              <a:solidFill>
                <a:schemeClr val="bg1"/>
              </a:solidFill>
              <a:latin typeface="Poppins" pitchFamily="2" charset="77"/>
              <a:cs typeface="Poppins" pitchFamily="2" charset="77"/>
            </a:endParaRPr>
          </a:p>
        </p:txBody>
      </p:sp>
      <p:sp>
        <p:nvSpPr>
          <p:cNvPr id="47" name="Google Shape;4277;p391">
            <a:extLst>
              <a:ext uri="{FF2B5EF4-FFF2-40B4-BE49-F238E27FC236}">
                <a16:creationId xmlns:a16="http://schemas.microsoft.com/office/drawing/2014/main" id="{17816577-C549-C953-E9A5-74E6C3019453}"/>
              </a:ext>
            </a:extLst>
          </p:cNvPr>
          <p:cNvSpPr txBox="1"/>
          <p:nvPr/>
        </p:nvSpPr>
        <p:spPr>
          <a:xfrm>
            <a:off x="2685690" y="5259000"/>
            <a:ext cx="8880856" cy="665217"/>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1200"/>
              </a:spcBef>
              <a:spcAft>
                <a:spcPts val="0"/>
              </a:spcAft>
              <a:buClr>
                <a:srgbClr val="000000"/>
              </a:buClr>
              <a:buSzPts val="2100"/>
              <a:buFont typeface="Arial"/>
              <a:buNone/>
            </a:pPr>
            <a:r>
              <a:rPr lang="pt-BR" sz="1800" dirty="0">
                <a:solidFill>
                  <a:schemeClr val="dk1"/>
                </a:solidFill>
                <a:latin typeface="Poppins"/>
                <a:ea typeface="Poppins"/>
                <a:cs typeface="Poppins"/>
                <a:sym typeface="Poppins"/>
              </a:rPr>
              <a:t>Compartilhem a resolução conforme orientação do professor. </a:t>
            </a:r>
            <a:endParaRPr lang="pt-BR" sz="1800" b="0" i="0" u="none" strike="noStrike" cap="none" dirty="0">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3826706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4294"/>
        <p:cNvGrpSpPr/>
        <p:nvPr/>
      </p:nvGrpSpPr>
      <p:grpSpPr>
        <a:xfrm>
          <a:off x="0" y="0"/>
          <a:ext cx="0" cy="0"/>
          <a:chOff x="0" y="0"/>
          <a:chExt cx="0" cy="0"/>
        </a:xfrm>
      </p:grpSpPr>
      <p:sp>
        <p:nvSpPr>
          <p:cNvPr id="4295" name="Google Shape;4295;p393"/>
          <p:cNvSpPr txBox="1"/>
          <p:nvPr/>
        </p:nvSpPr>
        <p:spPr>
          <a:xfrm>
            <a:off x="2623079" y="681618"/>
            <a:ext cx="8512200" cy="40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pt-BR" sz="3200" b="1" i="0" u="none" strike="noStrike" cap="none" dirty="0">
                <a:solidFill>
                  <a:srgbClr val="FF161F"/>
                </a:solidFill>
                <a:latin typeface="Poppins"/>
                <a:ea typeface="Poppins"/>
                <a:cs typeface="Poppins"/>
                <a:sym typeface="Poppins"/>
              </a:rPr>
              <a:t>Expectativas de respostas</a:t>
            </a:r>
            <a:endParaRPr sz="3200" b="0" i="0" u="none" strike="noStrike" cap="none" dirty="0">
              <a:solidFill>
                <a:srgbClr val="000000"/>
              </a:solidFill>
              <a:latin typeface="Arial"/>
              <a:ea typeface="Arial"/>
              <a:cs typeface="Arial"/>
              <a:sym typeface="Arial"/>
            </a:endParaRPr>
          </a:p>
        </p:txBody>
      </p:sp>
      <p:sp>
        <p:nvSpPr>
          <p:cNvPr id="4296" name="Google Shape;4296;p393"/>
          <p:cNvSpPr/>
          <p:nvPr/>
        </p:nvSpPr>
        <p:spPr>
          <a:xfrm>
            <a:off x="2718032" y="1497625"/>
            <a:ext cx="7900000" cy="4200000"/>
          </a:xfrm>
          <a:prstGeom prst="roundRect">
            <a:avLst>
              <a:gd name="adj" fmla="val 3000"/>
            </a:avLst>
          </a:prstGeom>
          <a:solidFill>
            <a:srgbClr val="1E1E1E"/>
          </a:solidFill>
          <a:ln>
            <a:noFill/>
          </a:ln>
        </p:spPr>
        <p:txBody>
          <a:bodyPr spcFirstLastPara="1" wrap="square" lIns="220000" tIns="200000" rIns="220000" bIns="200000" anchor="ctr" anchorCtr="0">
            <a:noAutofit/>
          </a:bodyPr>
          <a:lstStyle/>
          <a:p>
            <a:pPr marL="0" lvl="0" indent="0" algn="l" rtl="0">
              <a:lnSpc>
                <a:spcPct val="100000"/>
              </a:lnSpc>
              <a:spcBef>
                <a:spcPts val="0"/>
              </a:spcBef>
              <a:spcAft>
                <a:spcPts val="0"/>
              </a:spcAft>
              <a:buClr>
                <a:schemeClr val="dk1"/>
              </a:buClr>
              <a:buSzPts val="1100"/>
              <a:buFont typeface="Arial"/>
              <a:buNone/>
            </a:pPr>
            <a:r>
              <a:rPr lang="pt-BR" sz="1250" dirty="0">
                <a:solidFill>
                  <a:srgbClr val="82D2CE"/>
                </a:solidFill>
                <a:highlight>
                  <a:srgbClr val="181818"/>
                </a:highlight>
                <a:latin typeface="Roboto Mono"/>
                <a:ea typeface="Roboto Mono"/>
                <a:cs typeface="Roboto Mono"/>
                <a:sym typeface="Roboto Mono"/>
              </a:rPr>
              <a:t>def</a:t>
            </a:r>
            <a:r>
              <a:rPr lang="pt-BR" sz="1250" dirty="0">
                <a:solidFill>
                  <a:srgbClr val="F0F0F0"/>
                </a:solidFill>
                <a:highlight>
                  <a:srgbClr val="181818"/>
                </a:highlight>
                <a:latin typeface="Roboto Mono"/>
                <a:ea typeface="Roboto Mono"/>
                <a:cs typeface="Roboto Mono"/>
                <a:sym typeface="Roboto Mono"/>
              </a:rPr>
              <a:t> </a:t>
            </a:r>
            <a:r>
              <a:rPr lang="pt-BR" sz="1250" b="1" dirty="0">
                <a:solidFill>
                  <a:srgbClr val="EFB080"/>
                </a:solidFill>
                <a:highlight>
                  <a:srgbClr val="181818"/>
                </a:highlight>
                <a:latin typeface="Roboto Mono"/>
                <a:ea typeface="Roboto Mono"/>
                <a:cs typeface="Roboto Mono"/>
                <a:sym typeface="Roboto Mono"/>
              </a:rPr>
              <a:t>formatar_produto</a:t>
            </a:r>
            <a:r>
              <a:rPr lang="pt-BR" sz="1250" dirty="0">
                <a:solidFill>
                  <a:srgbClr val="F0F0F0"/>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nome</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D6D6DD"/>
                </a:solidFill>
                <a:highlight>
                  <a:srgbClr val="181818"/>
                </a:highlight>
                <a:latin typeface="Roboto Mono"/>
                <a:ea typeface="Roboto Mono"/>
                <a:cs typeface="Roboto Mono"/>
                <a:sym typeface="Roboto Mono"/>
              </a:rPr>
              <a:t>preco</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return</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f</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nome</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 - R$ </a:t>
            </a:r>
            <a:r>
              <a:rPr lang="pt-BR" sz="1250" dirty="0">
                <a:solidFill>
                  <a:srgbClr val="F8C762"/>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preco</a:t>
            </a:r>
            <a:r>
              <a:rPr lang="pt-BR" sz="1250" dirty="0">
                <a:solidFill>
                  <a:srgbClr val="82D2CE"/>
                </a:solidFill>
                <a:highlight>
                  <a:srgbClr val="181818"/>
                </a:highlight>
                <a:latin typeface="Roboto Mono"/>
                <a:ea typeface="Roboto Mono"/>
                <a:cs typeface="Roboto Mono"/>
                <a:sym typeface="Roboto Mono"/>
              </a:rPr>
              <a:t>:.2f</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endParaRPr sz="1250" dirty="0">
              <a:solidFill>
                <a:srgbClr val="E394DC"/>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82D2CE"/>
                </a:solidFill>
                <a:highlight>
                  <a:srgbClr val="181818"/>
                </a:highlight>
                <a:latin typeface="Roboto Mono"/>
                <a:ea typeface="Roboto Mono"/>
                <a:cs typeface="Roboto Mono"/>
                <a:sym typeface="Roboto Mono"/>
              </a:rPr>
              <a:t>def</a:t>
            </a:r>
            <a:r>
              <a:rPr lang="pt-BR" sz="1250" dirty="0">
                <a:solidFill>
                  <a:srgbClr val="F0F0F0"/>
                </a:solidFill>
                <a:highlight>
                  <a:srgbClr val="181818"/>
                </a:highlight>
                <a:latin typeface="Roboto Mono"/>
                <a:ea typeface="Roboto Mono"/>
                <a:cs typeface="Roboto Mono"/>
                <a:sym typeface="Roboto Mono"/>
              </a:rPr>
              <a:t> </a:t>
            </a:r>
            <a:r>
              <a:rPr lang="pt-BR" sz="1250" b="1" dirty="0">
                <a:solidFill>
                  <a:srgbClr val="EFB080"/>
                </a:solidFill>
                <a:highlight>
                  <a:srgbClr val="181818"/>
                </a:highlight>
                <a:latin typeface="Roboto Mono"/>
                <a:ea typeface="Roboto Mono"/>
                <a:cs typeface="Roboto Mono"/>
                <a:sym typeface="Roboto Mono"/>
              </a:rPr>
              <a:t>consultar_produto</a:t>
            </a:r>
            <a:r>
              <a:rPr lang="pt-BR" sz="1250" dirty="0">
                <a:solidFill>
                  <a:srgbClr val="F0F0F0"/>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D6D6DD"/>
                </a:solidFill>
                <a:highlight>
                  <a:srgbClr val="181818"/>
                </a:highlight>
                <a:latin typeface="Roboto Mono"/>
                <a:ea typeface="Roboto Mono"/>
                <a:cs typeface="Roboto Mono"/>
                <a:sym typeface="Roboto Mono"/>
              </a:rPr>
              <a:t>nome</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for</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in</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if</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AAA0FA"/>
                </a:solidFill>
                <a:highlight>
                  <a:srgbClr val="181818"/>
                </a:highlight>
                <a:latin typeface="Roboto Mono"/>
                <a:ea typeface="Roboto Mono"/>
                <a:cs typeface="Roboto Mono"/>
                <a:sym typeface="Roboto Mono"/>
              </a:rPr>
              <a:t>lower</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D6D6DD"/>
                </a:solidFill>
                <a:highlight>
                  <a:srgbClr val="181818"/>
                </a:highlight>
                <a:latin typeface="Roboto Mono"/>
                <a:ea typeface="Roboto Mono"/>
                <a:cs typeface="Roboto Mono"/>
                <a:sym typeface="Roboto Mono"/>
              </a:rPr>
              <a:t>nome</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AAA0FA"/>
                </a:solidFill>
                <a:highlight>
                  <a:srgbClr val="181818"/>
                </a:highlight>
                <a:latin typeface="Roboto Mono"/>
                <a:ea typeface="Roboto Mono"/>
                <a:cs typeface="Roboto Mono"/>
                <a:sym typeface="Roboto Mono"/>
              </a:rPr>
              <a:t>lower</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formatar_produto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1</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return</a:t>
            </a:r>
            <a:endParaRPr sz="1250" i="1" dirty="0">
              <a:solidFill>
                <a:srgbClr val="82D2CE"/>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"Produto não encontrado."</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82D2CE"/>
                </a:solidFill>
                <a:highlight>
                  <a:srgbClr val="181818"/>
                </a:highlight>
                <a:latin typeface="Roboto Mono"/>
                <a:ea typeface="Roboto Mono"/>
                <a:cs typeface="Roboto Mono"/>
                <a:sym typeface="Roboto Mono"/>
              </a:rPr>
              <a:t>def</a:t>
            </a:r>
            <a:r>
              <a:rPr lang="pt-BR" sz="1250" dirty="0">
                <a:solidFill>
                  <a:srgbClr val="F0F0F0"/>
                </a:solidFill>
                <a:highlight>
                  <a:srgbClr val="181818"/>
                </a:highlight>
                <a:latin typeface="Roboto Mono"/>
                <a:ea typeface="Roboto Mono"/>
                <a:cs typeface="Roboto Mono"/>
                <a:sym typeface="Roboto Mono"/>
              </a:rPr>
              <a:t> </a:t>
            </a:r>
            <a:r>
              <a:rPr lang="pt-BR" sz="1250" b="1" dirty="0">
                <a:solidFill>
                  <a:srgbClr val="EFB080"/>
                </a:solidFill>
                <a:highlight>
                  <a:srgbClr val="181818"/>
                </a:highlight>
                <a:latin typeface="Roboto Mono"/>
                <a:ea typeface="Roboto Mono"/>
                <a:cs typeface="Roboto Mono"/>
                <a:sym typeface="Roboto Mono"/>
              </a:rPr>
              <a:t>listar_produtos</a:t>
            </a:r>
            <a:r>
              <a:rPr lang="pt-BR" sz="1250" dirty="0">
                <a:solidFill>
                  <a:srgbClr val="F0F0F0"/>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if</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len</a:t>
            </a:r>
            <a:r>
              <a:rPr lang="pt-BR" sz="1250" dirty="0">
                <a:solidFill>
                  <a:srgbClr val="D6D6DD"/>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"Nenhum produto cadastrado."</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return</a:t>
            </a:r>
            <a:endParaRPr sz="1250" i="1" dirty="0">
              <a:solidFill>
                <a:srgbClr val="82D2CE"/>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\n</a:t>
            </a:r>
            <a:r>
              <a:rPr lang="pt-BR" sz="1250" dirty="0">
                <a:solidFill>
                  <a:srgbClr val="E394DC"/>
                </a:solidFill>
                <a:highlight>
                  <a:srgbClr val="181818"/>
                </a:highlight>
                <a:latin typeface="Roboto Mono"/>
                <a:ea typeface="Roboto Mono"/>
                <a:cs typeface="Roboto Mono"/>
                <a:sym typeface="Roboto Mono"/>
              </a:rPr>
              <a:t>=== Produtos cadastrados ==="</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for</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i</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2D2CE"/>
                </a:solidFill>
                <a:highlight>
                  <a:srgbClr val="181818"/>
                </a:highlight>
                <a:latin typeface="Roboto Mono"/>
                <a:ea typeface="Roboto Mono"/>
                <a:cs typeface="Roboto Mono"/>
                <a:sym typeface="Roboto Mono"/>
              </a:rPr>
              <a:t>in</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enumerate</a:t>
            </a:r>
            <a:r>
              <a:rPr lang="pt-BR" sz="1250" dirty="0">
                <a:solidFill>
                  <a:srgbClr val="D6D6DD"/>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i="1" dirty="0">
                <a:solidFill>
                  <a:srgbClr val="87C3FF"/>
                </a:solidFill>
                <a:highlight>
                  <a:srgbClr val="181818"/>
                </a:highlight>
                <a:latin typeface="Roboto Mono"/>
                <a:ea typeface="Roboto Mono"/>
                <a:cs typeface="Roboto Mono"/>
                <a:sym typeface="Roboto Mono"/>
              </a:rPr>
              <a:t>start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1</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a:t>
            </a:r>
            <a:endParaRPr sz="1250" dirty="0">
              <a:solidFill>
                <a:srgbClr val="F0F0F0"/>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Clr>
                <a:schemeClr val="dk1"/>
              </a:buClr>
              <a:buSzPts val="1100"/>
              <a:buFont typeface="Arial"/>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f</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i</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 </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formatar_produto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0</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7C3FF"/>
                </a:solidFill>
                <a:highlight>
                  <a:srgbClr val="181818"/>
                </a:highlight>
                <a:latin typeface="Roboto Mono"/>
                <a:ea typeface="Roboto Mono"/>
                <a:cs typeface="Roboto Mono"/>
                <a:sym typeface="Roboto Mono"/>
              </a:rPr>
              <a:t>produto</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EBC88D"/>
                </a:solidFill>
                <a:highlight>
                  <a:srgbClr val="181818"/>
                </a:highlight>
                <a:latin typeface="Roboto Mono"/>
                <a:ea typeface="Roboto Mono"/>
                <a:cs typeface="Roboto Mono"/>
                <a:sym typeface="Roboto Mono"/>
              </a:rPr>
              <a:t>1</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a:t>
            </a:r>
            <a:endParaRPr sz="1250" dirty="0">
              <a:solidFill>
                <a:srgbClr val="D6D6DD"/>
              </a:solidFill>
              <a:highlight>
                <a:srgbClr val="181818"/>
              </a:highlight>
              <a:latin typeface="Roboto Mono"/>
              <a:ea typeface="Roboto Mono"/>
              <a:cs typeface="Roboto Mono"/>
              <a:sym typeface="Roboto Mono"/>
            </a:endParaRPr>
          </a:p>
          <a:p>
            <a:pPr marL="0" lvl="0" indent="0" algn="l" rtl="0">
              <a:lnSpc>
                <a:spcPct val="100000"/>
              </a:lnSpc>
              <a:spcBef>
                <a:spcPts val="0"/>
              </a:spcBef>
              <a:spcAft>
                <a:spcPts val="0"/>
              </a:spcAft>
              <a:buSzPts val="1100"/>
              <a:buNone/>
            </a:pPr>
            <a:r>
              <a:rPr lang="pt-BR" sz="1250" dirty="0">
                <a:solidFill>
                  <a:srgbClr val="F0F0F0"/>
                </a:solidFill>
                <a:highlight>
                  <a:srgbClr val="181818"/>
                </a:highlight>
                <a:latin typeface="Roboto Mono"/>
                <a:ea typeface="Roboto Mono"/>
                <a:cs typeface="Roboto Mono"/>
                <a:sym typeface="Roboto Mono"/>
              </a:rPr>
              <a:t>   </a:t>
            </a:r>
            <a:r>
              <a:rPr lang="pt-BR" sz="1250" dirty="0">
                <a:solidFill>
                  <a:srgbClr val="82D2CE"/>
                </a:solidFill>
                <a:highlight>
                  <a:srgbClr val="181818"/>
                </a:highlight>
                <a:latin typeface="Roboto Mono"/>
                <a:ea typeface="Roboto Mono"/>
                <a:cs typeface="Roboto Mono"/>
                <a:sym typeface="Roboto Mono"/>
              </a:rPr>
              <a:t>print</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f</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\n</a:t>
            </a:r>
            <a:r>
              <a:rPr lang="pt-BR" sz="1250" dirty="0">
                <a:solidFill>
                  <a:srgbClr val="E394DC"/>
                </a:solidFill>
                <a:highlight>
                  <a:srgbClr val="181818"/>
                </a:highlight>
                <a:latin typeface="Roboto Mono"/>
                <a:ea typeface="Roboto Mono"/>
                <a:cs typeface="Roboto Mono"/>
                <a:sym typeface="Roboto Mono"/>
              </a:rPr>
              <a:t>Total de produtos: </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82D2CE"/>
                </a:solidFill>
                <a:highlight>
                  <a:srgbClr val="181818"/>
                </a:highlight>
                <a:latin typeface="Roboto Mono"/>
                <a:ea typeface="Roboto Mono"/>
                <a:cs typeface="Roboto Mono"/>
                <a:sym typeface="Roboto Mono"/>
              </a:rPr>
              <a:t>len</a:t>
            </a:r>
            <a:r>
              <a:rPr lang="pt-BR" sz="1250" dirty="0">
                <a:solidFill>
                  <a:srgbClr val="D6D6DD"/>
                </a:solidFill>
                <a:highlight>
                  <a:srgbClr val="181818"/>
                </a:highlight>
                <a:latin typeface="Roboto Mono"/>
                <a:ea typeface="Roboto Mono"/>
                <a:cs typeface="Roboto Mono"/>
                <a:sym typeface="Roboto Mono"/>
              </a:rPr>
              <a:t>(</a:t>
            </a:r>
            <a:r>
              <a:rPr lang="pt-BR" sz="1250" i="1" dirty="0">
                <a:solidFill>
                  <a:srgbClr val="D6D6DD"/>
                </a:solidFill>
                <a:highlight>
                  <a:srgbClr val="181818"/>
                </a:highlight>
                <a:latin typeface="Roboto Mono"/>
                <a:ea typeface="Roboto Mono"/>
                <a:cs typeface="Roboto Mono"/>
                <a:sym typeface="Roboto Mono"/>
              </a:rPr>
              <a:t>produtos</a:t>
            </a:r>
            <a:r>
              <a:rPr lang="pt-BR" sz="1250" dirty="0">
                <a:solidFill>
                  <a:srgbClr val="D6D6DD"/>
                </a:solidFill>
                <a:highlight>
                  <a:srgbClr val="181818"/>
                </a:highlight>
                <a:latin typeface="Roboto Mono"/>
                <a:ea typeface="Roboto Mono"/>
                <a:cs typeface="Roboto Mono"/>
                <a:sym typeface="Roboto Mono"/>
              </a:rPr>
              <a:t>)</a:t>
            </a:r>
            <a:r>
              <a:rPr lang="pt-BR" sz="1250" dirty="0">
                <a:solidFill>
                  <a:srgbClr val="F8C762"/>
                </a:solidFill>
                <a:highlight>
                  <a:srgbClr val="181818"/>
                </a:highlight>
                <a:latin typeface="Roboto Mono"/>
                <a:ea typeface="Roboto Mono"/>
                <a:cs typeface="Roboto Mono"/>
                <a:sym typeface="Roboto Mono"/>
              </a:rPr>
              <a:t>}</a:t>
            </a:r>
            <a:r>
              <a:rPr lang="pt-BR" sz="1250" dirty="0">
                <a:solidFill>
                  <a:srgbClr val="E394DC"/>
                </a:solidFill>
                <a:highlight>
                  <a:srgbClr val="181818"/>
                </a:highlight>
                <a:latin typeface="Roboto Mono"/>
                <a:ea typeface="Roboto Mono"/>
                <a:cs typeface="Roboto Mono"/>
                <a:sym typeface="Roboto Mono"/>
              </a:rPr>
              <a:t>"</a:t>
            </a:r>
            <a:r>
              <a:rPr lang="pt-BR" sz="1250" dirty="0">
                <a:solidFill>
                  <a:srgbClr val="D6D6DD"/>
                </a:solidFill>
                <a:highlight>
                  <a:srgbClr val="181818"/>
                </a:highlight>
                <a:latin typeface="Roboto Mono"/>
                <a:ea typeface="Roboto Mono"/>
                <a:cs typeface="Roboto Mono"/>
                <a:sym typeface="Roboto Mono"/>
              </a:rPr>
              <a:t>)</a:t>
            </a:r>
            <a:endParaRPr sz="1350" dirty="0">
              <a:solidFill>
                <a:srgbClr val="82D2CE"/>
              </a:solidFill>
              <a:latin typeface="Courier New"/>
              <a:ea typeface="Courier New"/>
              <a:cs typeface="Courier New"/>
              <a:sym typeface="Courier New"/>
            </a:endParaRPr>
          </a:p>
        </p:txBody>
      </p:sp>
      <p:sp>
        <p:nvSpPr>
          <p:cNvPr id="2" name="Google Shape;3766;p356">
            <a:extLst>
              <a:ext uri="{FF2B5EF4-FFF2-40B4-BE49-F238E27FC236}">
                <a16:creationId xmlns:a16="http://schemas.microsoft.com/office/drawing/2014/main" id="{2110F71A-F1A7-507D-28F9-0536D3EA06A2}"/>
              </a:ext>
            </a:extLst>
          </p:cNvPr>
          <p:cNvSpPr txBox="1">
            <a:spLocks/>
          </p:cNvSpPr>
          <p:nvPr/>
        </p:nvSpPr>
        <p:spPr>
          <a:xfrm>
            <a:off x="5260204" y="5813121"/>
            <a:ext cx="5475483" cy="23589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2400" b="0" i="0" u="none" strike="noStrike" cap="none" spc="0">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9pPr>
          </a:lstStyle>
          <a:p>
            <a:pPr marL="0" indent="0" algn="r"/>
            <a:r>
              <a:rPr lang="pt-BR" sz="1000" dirty="0">
                <a:latin typeface="Poppins" panose="00000500000000000000" pitchFamily="2" charset="0"/>
                <a:cs typeface="Poppins" panose="00000500000000000000" pitchFamily="2" charset="0"/>
              </a:rPr>
              <a:t>Produzido pela SEDUC-SP com apoio da ferramenta Visual Studio Code.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00"/>
        <p:cNvGrpSpPr/>
        <p:nvPr/>
      </p:nvGrpSpPr>
      <p:grpSpPr>
        <a:xfrm>
          <a:off x="0" y="0"/>
          <a:ext cx="0" cy="0"/>
          <a:chOff x="0" y="0"/>
          <a:chExt cx="0" cy="0"/>
        </a:xfrm>
      </p:grpSpPr>
      <p:sp>
        <p:nvSpPr>
          <p:cNvPr id="4301" name="Google Shape;4301;p394"/>
          <p:cNvSpPr txBox="1"/>
          <p:nvPr/>
        </p:nvSpPr>
        <p:spPr>
          <a:xfrm>
            <a:off x="7719213" y="5247625"/>
            <a:ext cx="42174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0" i="0" u="none" strike="noStrike" cap="none" dirty="0">
                <a:solidFill>
                  <a:srgbClr val="000000"/>
                </a:solidFill>
                <a:latin typeface="Poppins"/>
                <a:ea typeface="Poppins"/>
                <a:cs typeface="Poppins"/>
                <a:sym typeface="Poppins"/>
              </a:rPr>
              <a:t>Produzido pela SEDUC-SP com apoio da ferramenta ChatGPT. </a:t>
            </a:r>
            <a:endParaRPr sz="1000" b="0" i="0" u="none" strike="noStrike" cap="none" dirty="0">
              <a:solidFill>
                <a:srgbClr val="000000"/>
              </a:solidFill>
              <a:latin typeface="Poppins"/>
              <a:ea typeface="Poppins"/>
              <a:cs typeface="Poppins"/>
              <a:sym typeface="Poppins"/>
            </a:endParaRPr>
          </a:p>
        </p:txBody>
      </p:sp>
      <p:pic>
        <p:nvPicPr>
          <p:cNvPr id="4302" name="Google Shape;4302;p394" title="diagrama (53).png"/>
          <p:cNvPicPr preferRelativeResize="0"/>
          <p:nvPr/>
        </p:nvPicPr>
        <p:blipFill>
          <a:blip r:embed="rId3">
            <a:alphaModFix/>
          </a:blip>
          <a:stretch>
            <a:fillRect/>
          </a:stretch>
        </p:blipFill>
        <p:spPr>
          <a:xfrm>
            <a:off x="4363788" y="1203650"/>
            <a:ext cx="7572825" cy="3956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06"/>
        <p:cNvGrpSpPr/>
        <p:nvPr/>
      </p:nvGrpSpPr>
      <p:grpSpPr>
        <a:xfrm>
          <a:off x="0" y="0"/>
          <a:ext cx="0" cy="0"/>
          <a:chOff x="0" y="0"/>
          <a:chExt cx="0" cy="0"/>
        </a:xfrm>
      </p:grpSpPr>
      <p:sp>
        <p:nvSpPr>
          <p:cNvPr id="4307" name="Google Shape;4307;p395"/>
          <p:cNvSpPr txBox="1">
            <a:spLocks noGrp="1"/>
          </p:cNvSpPr>
          <p:nvPr>
            <p:ph type="body" idx="1"/>
          </p:nvPr>
        </p:nvSpPr>
        <p:spPr>
          <a:xfrm>
            <a:off x="5541899" y="1358168"/>
            <a:ext cx="6011925" cy="4141664"/>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1200"/>
              </a:spcAft>
              <a:buClr>
                <a:schemeClr val="dk1"/>
              </a:buClr>
              <a:buSzPts val="1100"/>
              <a:buFont typeface="Arial"/>
              <a:buNone/>
            </a:pPr>
            <a:r>
              <a:rPr lang="pt-BR" sz="1800" b="1" dirty="0"/>
              <a:t>Aprofunde-se em como criar e reutilizar funções em Python, vendo como elas ajudam a evitar repetição de código em programas maiores:</a:t>
            </a:r>
            <a:endParaRPr sz="1800" b="1" dirty="0"/>
          </a:p>
          <a:p>
            <a:pPr marL="0" indent="0">
              <a:spcBef>
                <a:spcPts val="0"/>
              </a:spcBef>
              <a:spcAft>
                <a:spcPts val="1200"/>
              </a:spcAft>
              <a:buSzPts val="1100"/>
            </a:pPr>
            <a:r>
              <a:rPr lang="pt-BR" sz="1800" dirty="0"/>
              <a:t>ALURA. </a:t>
            </a:r>
            <a:r>
              <a:rPr lang="pt-BR" b="1" dirty="0"/>
              <a:t>Funções Python</a:t>
            </a:r>
            <a:r>
              <a:rPr lang="pt-BR" dirty="0"/>
              <a:t>: guia completo para pessoas iniciantes e avançadas, 12 dez. 2025. </a:t>
            </a:r>
            <a:r>
              <a:rPr lang="pt-BR" sz="1800" dirty="0"/>
              <a:t>Disponível em: </a:t>
            </a:r>
            <a:r>
              <a:rPr lang="pt-BR" sz="1800" u="sng" dirty="0">
                <a:solidFill>
                  <a:schemeClr val="hlink"/>
                </a:solidFill>
                <a:hlinkClick r:id="rId3"/>
              </a:rPr>
              <a:t>https://www.alura.com.br/artigos/funcoes-python</a:t>
            </a:r>
            <a:r>
              <a:rPr lang="pt-BR" sz="1800" u="sng" dirty="0">
                <a:solidFill>
                  <a:schemeClr val="hlink"/>
                </a:solidFill>
              </a:rPr>
              <a:t>.</a:t>
            </a:r>
            <a:r>
              <a:rPr lang="pt-BR" sz="1800" dirty="0">
                <a:solidFill>
                  <a:schemeClr val="hlink"/>
                </a:solidFill>
              </a:rPr>
              <a:t> </a:t>
            </a:r>
            <a:r>
              <a:rPr lang="pt-BR" sz="1800" dirty="0"/>
              <a:t>Acesso em: 26 ago. 2026. </a:t>
            </a:r>
            <a:endParaRPr sz="1800" dirty="0"/>
          </a:p>
        </p:txBody>
      </p:sp>
      <p:sp>
        <p:nvSpPr>
          <p:cNvPr id="4308" name="Google Shape;4308;p395"/>
          <p:cNvSpPr txBox="1"/>
          <p:nvPr/>
        </p:nvSpPr>
        <p:spPr>
          <a:xfrm>
            <a:off x="1024125" y="1786467"/>
            <a:ext cx="3183000" cy="615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4000" b="1" i="0" u="none" strike="noStrike" cap="none" dirty="0">
                <a:solidFill>
                  <a:srgbClr val="FFFFFF"/>
                </a:solidFill>
                <a:latin typeface="Poppins"/>
                <a:ea typeface="Poppins"/>
                <a:cs typeface="Poppins"/>
                <a:sym typeface="Poppins"/>
              </a:rPr>
              <a:t>Saiba mais</a:t>
            </a:r>
            <a:endParaRPr sz="4000" b="0" i="0" u="none" strike="noStrike" cap="none" dirty="0">
              <a:solidFill>
                <a:srgbClr val="FFFFFF"/>
              </a:solidFill>
              <a:latin typeface="Poppins Light"/>
              <a:ea typeface="Poppins Light"/>
              <a:cs typeface="Poppins Light"/>
              <a:sym typeface="Poppi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12"/>
        <p:cNvGrpSpPr/>
        <p:nvPr/>
      </p:nvGrpSpPr>
      <p:grpSpPr>
        <a:xfrm>
          <a:off x="0" y="0"/>
          <a:ext cx="0" cy="0"/>
          <a:chOff x="0" y="0"/>
          <a:chExt cx="0" cy="0"/>
        </a:xfrm>
      </p:grpSpPr>
      <p:sp>
        <p:nvSpPr>
          <p:cNvPr id="4313" name="Google Shape;4313;p396"/>
          <p:cNvSpPr txBox="1">
            <a:spLocks noGrp="1"/>
          </p:cNvSpPr>
          <p:nvPr>
            <p:ph type="body" idx="1"/>
          </p:nvPr>
        </p:nvSpPr>
        <p:spPr>
          <a:xfrm>
            <a:off x="555150" y="1597025"/>
            <a:ext cx="11081700" cy="41451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pt-BR" sz="1600" dirty="0"/>
              <a:t>ALURA. </a:t>
            </a:r>
            <a:r>
              <a:rPr lang="pt-BR" sz="1600" b="1" dirty="0"/>
              <a:t>Funções Python</a:t>
            </a:r>
            <a:r>
              <a:rPr lang="pt-BR" sz="1600" dirty="0"/>
              <a:t>: guia completo para pessoas iniciantes e avançadas, 12 dez. 2025. Disponível em:</a:t>
            </a:r>
            <a:r>
              <a:rPr lang="pt-BR" sz="1600" dirty="0">
                <a:solidFill>
                  <a:schemeClr val="hlink"/>
                </a:solidFill>
                <a:uFill>
                  <a:noFill/>
                </a:uFill>
                <a:hlinkClick r:id="rId3"/>
              </a:rPr>
              <a:t> </a:t>
            </a:r>
            <a:r>
              <a:rPr lang="pt-BR" sz="1600" u="sng" dirty="0">
                <a:solidFill>
                  <a:schemeClr val="hlink"/>
                </a:solidFill>
                <a:hlinkClick r:id="rId3"/>
              </a:rPr>
              <a:t>https://www.alura.com.br/artigos/funcoes-python</a:t>
            </a:r>
            <a:r>
              <a:rPr lang="pt-BR" sz="1600" dirty="0"/>
              <a:t>. Acesso em: 08 ago. 2026.</a:t>
            </a:r>
          </a:p>
          <a:p>
            <a:pPr marL="0" indent="0">
              <a:lnSpc>
                <a:spcPct val="115000"/>
              </a:lnSpc>
              <a:spcBef>
                <a:spcPts val="1200"/>
              </a:spcBef>
              <a:buSzPts val="1100"/>
            </a:pPr>
            <a:r>
              <a:rPr lang="pt-BR" sz="1600" dirty="0"/>
              <a:t>PYTHON SOFTWARE FOUNDATION. Definindo funções. </a:t>
            </a:r>
            <a:r>
              <a:rPr lang="pt-BR" sz="1600" b="1" dirty="0"/>
              <a:t>Documentação Python 3</a:t>
            </a:r>
            <a:r>
              <a:rPr lang="pt-BR" sz="1600" dirty="0"/>
              <a:t>, [s.d.]. Disponível em:</a:t>
            </a:r>
            <a:r>
              <a:rPr lang="pt-BR" sz="1600" dirty="0">
                <a:solidFill>
                  <a:schemeClr val="hlink"/>
                </a:solidFill>
                <a:uFill>
                  <a:noFill/>
                </a:uFill>
                <a:hlinkClick r:id="rId4"/>
              </a:rPr>
              <a:t> </a:t>
            </a:r>
            <a:r>
              <a:rPr lang="pt-BR" sz="1600" u="sng" dirty="0">
                <a:solidFill>
                  <a:schemeClr val="hlink"/>
                </a:solidFill>
                <a:hlinkClick r:id="rId4"/>
              </a:rPr>
              <a:t>https://docs.python.org/pt-br/3/tutorial/controlflow.html#defining-functions</a:t>
            </a:r>
            <a:r>
              <a:rPr lang="pt-BR" sz="1600" dirty="0"/>
              <a:t>. Acesso em: 08 ago. 2026.</a:t>
            </a:r>
            <a:endParaRPr sz="1600" dirty="0"/>
          </a:p>
          <a:p>
            <a:pPr marL="0" lvl="0" indent="0" algn="l" rtl="0">
              <a:lnSpc>
                <a:spcPct val="100000"/>
              </a:lnSpc>
              <a:spcBef>
                <a:spcPts val="1200"/>
              </a:spcBef>
              <a:spcAft>
                <a:spcPts val="0"/>
              </a:spcAft>
              <a:buClr>
                <a:schemeClr val="dk1"/>
              </a:buClr>
              <a:buSzPts val="2600"/>
              <a:buFont typeface="Arial"/>
              <a:buNone/>
            </a:pPr>
            <a:r>
              <a:rPr lang="pt-BR" dirty="0"/>
              <a:t>Identidade visual: imagens © Getty Images</a:t>
            </a:r>
            <a:endParaRPr dirty="0"/>
          </a:p>
        </p:txBody>
      </p:sp>
      <p:sp>
        <p:nvSpPr>
          <p:cNvPr id="4314" name="Google Shape;4314;p396"/>
          <p:cNvSpPr txBox="1"/>
          <p:nvPr/>
        </p:nvSpPr>
        <p:spPr>
          <a:xfrm>
            <a:off x="3245708" y="1392195"/>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4319"/>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4324"/>
        <p:cNvGrpSpPr/>
        <p:nvPr/>
      </p:nvGrpSpPr>
      <p:grpSpPr>
        <a:xfrm>
          <a:off x="0" y="0"/>
          <a:ext cx="0" cy="0"/>
          <a:chOff x="0" y="0"/>
          <a:chExt cx="0" cy="0"/>
        </a:xfrm>
      </p:grpSpPr>
      <p:sp>
        <p:nvSpPr>
          <p:cNvPr id="4325" name="Google Shape;4325;p398"/>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cxnSp>
        <p:nvCxnSpPr>
          <p:cNvPr id="4327" name="Google Shape;4327;p398"/>
          <p:cNvCxnSpPr>
            <a:cxnSpLocks/>
          </p:cNvCxnSpPr>
          <p:nvPr/>
        </p:nvCxnSpPr>
        <p:spPr>
          <a:xfrm flipV="1">
            <a:off x="685795" y="1038225"/>
            <a:ext cx="0" cy="3524250"/>
          </a:xfrm>
          <a:prstGeom prst="straightConnector1">
            <a:avLst/>
          </a:prstGeom>
          <a:noFill/>
          <a:ln w="19050" cap="flat" cmpd="sng">
            <a:solidFill>
              <a:schemeClr val="dk1"/>
            </a:solidFill>
            <a:prstDash val="solid"/>
            <a:round/>
            <a:headEnd type="oval" w="med" len="med"/>
            <a:tailEnd type="oval" w="med" len="med"/>
          </a:ln>
        </p:spPr>
      </p:cxnSp>
      <p:sp>
        <p:nvSpPr>
          <p:cNvPr id="4326" name="Google Shape;4326;p398"/>
          <p:cNvSpPr txBox="1"/>
          <p:nvPr/>
        </p:nvSpPr>
        <p:spPr>
          <a:xfrm>
            <a:off x="985526" y="795750"/>
            <a:ext cx="74166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6 e 7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pt-BR" sz="3200" b="1" i="0" u="none" strike="noStrike" cap="none" dirty="0">
                <a:solidFill>
                  <a:srgbClr val="FFFFFF"/>
                </a:solidFill>
                <a:latin typeface="Poppins"/>
                <a:ea typeface="Poppins"/>
                <a:cs typeface="Poppins"/>
                <a:sym typeface="Poppins"/>
              </a:rPr>
              <a:t> </a:t>
            </a:r>
            <a:endParaRPr sz="1400" b="0" i="0" u="none" strike="noStrike" cap="none" dirty="0">
              <a:solidFill>
                <a:srgbClr val="000000"/>
              </a:solidFill>
              <a:latin typeface="Arial"/>
              <a:ea typeface="Arial"/>
              <a:cs typeface="Arial"/>
              <a:sym typeface="Arial"/>
            </a:endParaRPr>
          </a:p>
        </p:txBody>
      </p:sp>
      <p:sp>
        <p:nvSpPr>
          <p:cNvPr id="4329" name="Google Shape;4329;p398"/>
          <p:cNvSpPr/>
          <p:nvPr/>
        </p:nvSpPr>
        <p:spPr>
          <a:xfrm>
            <a:off x="497841" y="2453277"/>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30" name="Google Shape;4330;p398"/>
          <p:cNvSpPr/>
          <p:nvPr/>
        </p:nvSpPr>
        <p:spPr>
          <a:xfrm>
            <a:off x="497841" y="13948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31" name="Google Shape;4331;p398"/>
          <p:cNvSpPr/>
          <p:nvPr/>
        </p:nvSpPr>
        <p:spPr>
          <a:xfrm>
            <a:off x="569897" y="14933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332" name="Google Shape;4332;p398"/>
          <p:cNvSpPr/>
          <p:nvPr/>
        </p:nvSpPr>
        <p:spPr>
          <a:xfrm>
            <a:off x="566852" y="2531707"/>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333" name="Google Shape;4333;p398"/>
          <p:cNvSpPr txBox="1"/>
          <p:nvPr/>
        </p:nvSpPr>
        <p:spPr>
          <a:xfrm>
            <a:off x="956025" y="1428600"/>
            <a:ext cx="10726500" cy="283153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a:t>
            </a:r>
            <a:r>
              <a:rPr lang="pt-BR" sz="1000" b="0" i="0" u="none" strike="noStrike" cap="none" dirty="0">
                <a:solidFill>
                  <a:srgbClr val="000000"/>
                </a:solidFill>
                <a:latin typeface="Poppins"/>
                <a:ea typeface="Poppins"/>
                <a:cs typeface="Poppins"/>
                <a:sym typeface="Poppins"/>
              </a:rPr>
              <a:t> seção </a:t>
            </a:r>
            <a:r>
              <a:rPr lang="pt-BR" sz="1000" b="1" i="0" u="none" strike="noStrike" cap="none" dirty="0">
                <a:solidFill>
                  <a:srgbClr val="000000"/>
                </a:solidFill>
                <a:latin typeface="Poppins"/>
                <a:ea typeface="Poppins"/>
                <a:cs typeface="Poppins"/>
                <a:sym typeface="Poppins"/>
              </a:rPr>
              <a:t>Relembre</a:t>
            </a:r>
            <a:r>
              <a:rPr lang="pt-BR" sz="1000" b="0" i="0" u="none" strike="noStrike" cap="none" dirty="0">
                <a:solidFill>
                  <a:srgbClr val="000000"/>
                </a:solidFill>
                <a:latin typeface="Poppins"/>
                <a:ea typeface="Poppins"/>
                <a:cs typeface="Poppins"/>
                <a:sym typeface="Poppins"/>
              </a:rPr>
              <a:t>.</a:t>
            </a:r>
            <a:r>
              <a:rPr lang="pt-BR" sz="1000" dirty="0">
                <a:latin typeface="Poppins"/>
                <a:ea typeface="Poppins"/>
                <a:cs typeface="Poppins"/>
                <a:sym typeface="Poppins"/>
              </a:rPr>
              <a:t> Retome brevemente o projeto já construído e destaque que o programa funciona, mas possui trechos que realizam tarefas semelhantes em diferentes partes do código. O objetivo é recuperar conhecimentos da aula anterior e preparar a turma para pensar em como evitar essa repetição.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a:t>
            </a:r>
            <a:r>
              <a:rPr lang="pt-BR" sz="1000" dirty="0">
                <a:latin typeface="Poppins"/>
                <a:ea typeface="Poppins"/>
                <a:cs typeface="Poppins"/>
                <a:sym typeface="Poppins"/>
              </a:rPr>
              <a:t> </a:t>
            </a:r>
            <a:r>
              <a:rPr lang="pt-BR" sz="1000" b="0" i="0" u="none" strike="noStrike" cap="none" dirty="0">
                <a:solidFill>
                  <a:srgbClr val="000000"/>
                </a:solidFill>
                <a:latin typeface="Poppins"/>
                <a:ea typeface="Poppins"/>
                <a:cs typeface="Poppins"/>
                <a:sym typeface="Poppins"/>
              </a:rPr>
              <a:t>5 minutos.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Gestão de sala de aula:</a:t>
            </a:r>
            <a:r>
              <a:rPr lang="pt-BR" sz="1000" b="1" dirty="0">
                <a:latin typeface="Poppins"/>
                <a:ea typeface="Poppins"/>
                <a:cs typeface="Poppins"/>
                <a:sym typeface="Poppins"/>
              </a:rPr>
              <a:t> </a:t>
            </a:r>
            <a:r>
              <a:rPr lang="pt-BR" sz="1000" dirty="0">
                <a:latin typeface="Poppins"/>
                <a:ea typeface="Poppins"/>
                <a:cs typeface="Poppins"/>
                <a:sym typeface="Poppins"/>
              </a:rPr>
              <a:t>conduza a retomada com a turma toda. Peça respostas curtas e baseadas no código que os estudantes já produziram. Evite apresentar a solução antes da pergunta final.</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r>
              <a:rPr lang="pt-BR" sz="1000" b="1" dirty="0">
                <a:latin typeface="Poppins"/>
                <a:ea typeface="Poppins"/>
                <a:cs typeface="Poppins"/>
                <a:sym typeface="Poppins"/>
              </a:rPr>
              <a:t> </a:t>
            </a:r>
            <a:r>
              <a:rPr lang="pt-BR" sz="1000" dirty="0">
                <a:latin typeface="Poppins"/>
                <a:ea typeface="Poppins"/>
                <a:cs typeface="Poppins"/>
                <a:sym typeface="Poppins"/>
              </a:rPr>
              <a:t>retome as funções de consulta e listagem de produtos e peça que os estudantes observem como um produto é exibido em cada situação. Lance a pergunta: “O que poderíamos fazer para exibir um produto da mesma forma em qualquer parte do programa, sem repetir o código?” Registre algumas hipóteses da turma antes de apresentar a próxima etapa.</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Expectativas de respostas:</a:t>
            </a:r>
            <a:r>
              <a:rPr lang="pt-BR" sz="1000" b="1" dirty="0">
                <a:latin typeface="Poppins"/>
                <a:ea typeface="Poppins"/>
                <a:cs typeface="Poppins"/>
                <a:sym typeface="Poppins"/>
              </a:rPr>
              <a:t> </a:t>
            </a:r>
            <a:r>
              <a:rPr lang="pt-BR" sz="1000" dirty="0">
                <a:latin typeface="Poppins"/>
                <a:ea typeface="Poppins"/>
                <a:cs typeface="Poppins"/>
                <a:sym typeface="Poppins"/>
              </a:rPr>
              <a:t>espera-se que os estudantes percebam a existência de um trecho repetido e proponham alguma forma de reaproveitá-lo. Podem sugerir criar uma função, organizar o trecho em um único lugar ou reutilizar um código já existente. A definição de como fazer isso será construída na sequência.</a:t>
            </a:r>
            <a:endParaRPr sz="1000" b="0" i="0" u="none" strike="noStrike" cap="none" dirty="0">
              <a:solidFill>
                <a:srgbClr val="000000"/>
              </a:solidFill>
              <a:latin typeface="Poppins"/>
              <a:ea typeface="Poppins"/>
              <a:cs typeface="Poppins"/>
              <a:sym typeface="Poppins"/>
            </a:endParaRPr>
          </a:p>
        </p:txBody>
      </p:sp>
      <p:sp>
        <p:nvSpPr>
          <p:cNvPr id="4334" name="Google Shape;4334;p398"/>
          <p:cNvSpPr/>
          <p:nvPr/>
        </p:nvSpPr>
        <p:spPr>
          <a:xfrm>
            <a:off x="497841" y="1975561"/>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4335" name="Google Shape;4335;p398"/>
          <p:cNvPicPr preferRelativeResize="0"/>
          <p:nvPr/>
        </p:nvPicPr>
        <p:blipFill rotWithShape="1">
          <a:blip r:embed="rId3">
            <a:alphaModFix/>
          </a:blip>
          <a:srcRect/>
          <a:stretch/>
        </p:blipFill>
        <p:spPr>
          <a:xfrm>
            <a:off x="616072" y="2069267"/>
            <a:ext cx="154445" cy="193056"/>
          </a:xfrm>
          <a:prstGeom prst="rect">
            <a:avLst/>
          </a:prstGeom>
          <a:noFill/>
          <a:ln>
            <a:noFill/>
          </a:ln>
        </p:spPr>
      </p:pic>
      <p:grpSp>
        <p:nvGrpSpPr>
          <p:cNvPr id="4336" name="Google Shape;4336;p398"/>
          <p:cNvGrpSpPr/>
          <p:nvPr/>
        </p:nvGrpSpPr>
        <p:grpSpPr>
          <a:xfrm>
            <a:off x="497841" y="3051907"/>
            <a:ext cx="386100" cy="382500"/>
            <a:chOff x="497841" y="3037886"/>
            <a:chExt cx="386100" cy="382500"/>
          </a:xfrm>
        </p:grpSpPr>
        <p:sp>
          <p:nvSpPr>
            <p:cNvPr id="4337" name="Google Shape;4337;p398"/>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38" name="Google Shape;4338;p398"/>
            <p:cNvPicPr preferRelativeResize="0"/>
            <p:nvPr/>
          </p:nvPicPr>
          <p:blipFill rotWithShape="1">
            <a:blip r:embed="rId4">
              <a:alphaModFix/>
            </a:blip>
            <a:srcRect/>
            <a:stretch/>
          </p:blipFill>
          <p:spPr>
            <a:xfrm>
              <a:off x="565906" y="3108341"/>
              <a:ext cx="235296" cy="240643"/>
            </a:xfrm>
            <a:prstGeom prst="rect">
              <a:avLst/>
            </a:prstGeom>
            <a:noFill/>
            <a:ln>
              <a:noFill/>
            </a:ln>
          </p:spPr>
        </p:pic>
      </p:grpSp>
      <p:grpSp>
        <p:nvGrpSpPr>
          <p:cNvPr id="4339" name="Google Shape;4339;p398"/>
          <p:cNvGrpSpPr/>
          <p:nvPr/>
        </p:nvGrpSpPr>
        <p:grpSpPr>
          <a:xfrm>
            <a:off x="497841" y="3870017"/>
            <a:ext cx="386100" cy="382500"/>
            <a:chOff x="497841" y="3801694"/>
            <a:chExt cx="386100" cy="382500"/>
          </a:xfrm>
        </p:grpSpPr>
        <p:sp>
          <p:nvSpPr>
            <p:cNvPr id="4328" name="Google Shape;4328;p398"/>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40" name="Google Shape;4340;p398"/>
            <p:cNvPicPr preferRelativeResize="0"/>
            <p:nvPr/>
          </p:nvPicPr>
          <p:blipFill rotWithShape="1">
            <a:blip r:embed="rId5">
              <a:alphaModFix/>
            </a:blip>
            <a:srcRect/>
            <a:stretch/>
          </p:blipFill>
          <p:spPr>
            <a:xfrm>
              <a:off x="581782" y="3855815"/>
              <a:ext cx="208026" cy="2667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4345"/>
        <p:cNvGrpSpPr/>
        <p:nvPr/>
      </p:nvGrpSpPr>
      <p:grpSpPr>
        <a:xfrm>
          <a:off x="0" y="0"/>
          <a:ext cx="0" cy="0"/>
          <a:chOff x="0" y="0"/>
          <a:chExt cx="0" cy="0"/>
        </a:xfrm>
      </p:grpSpPr>
      <p:sp>
        <p:nvSpPr>
          <p:cNvPr id="4346" name="Google Shape;4346;p399"/>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cxnSp>
        <p:nvCxnSpPr>
          <p:cNvPr id="4349" name="Google Shape;4349;p399"/>
          <p:cNvCxnSpPr>
            <a:cxnSpLocks/>
          </p:cNvCxnSpPr>
          <p:nvPr/>
        </p:nvCxnSpPr>
        <p:spPr>
          <a:xfrm flipV="1">
            <a:off x="695051" y="1019175"/>
            <a:ext cx="0" cy="5087619"/>
          </a:xfrm>
          <a:prstGeom prst="straightConnector1">
            <a:avLst/>
          </a:prstGeom>
          <a:noFill/>
          <a:ln w="19050" cap="flat" cmpd="sng">
            <a:solidFill>
              <a:schemeClr val="dk1"/>
            </a:solidFill>
            <a:prstDash val="solid"/>
            <a:round/>
            <a:headEnd type="oval" w="med" len="med"/>
            <a:tailEnd type="oval" w="med" len="med"/>
          </a:ln>
        </p:spPr>
      </p:cxnSp>
      <p:sp>
        <p:nvSpPr>
          <p:cNvPr id="4347" name="Google Shape;4347;p399"/>
          <p:cNvSpPr txBox="1"/>
          <p:nvPr/>
        </p:nvSpPr>
        <p:spPr>
          <a:xfrm>
            <a:off x="985525" y="795750"/>
            <a:ext cx="96006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a:t>
            </a:r>
            <a:r>
              <a:rPr lang="pt-BR" sz="3000" b="1" dirty="0">
                <a:solidFill>
                  <a:srgbClr val="FFFFFF"/>
                </a:solidFill>
                <a:latin typeface="Poppins"/>
                <a:ea typeface="Poppins"/>
                <a:cs typeface="Poppins"/>
                <a:sym typeface="Poppins"/>
              </a:rPr>
              <a:t>8</a:t>
            </a:r>
            <a:r>
              <a:rPr lang="pt-BR" sz="3000" b="1" i="0" u="none" strike="noStrike" cap="none" dirty="0">
                <a:solidFill>
                  <a:srgbClr val="FFFFFF"/>
                </a:solidFill>
                <a:latin typeface="Poppins"/>
                <a:ea typeface="Poppins"/>
                <a:cs typeface="Poppins"/>
                <a:sym typeface="Poppins"/>
              </a:rPr>
              <a:t> a 11</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pt-BR" sz="3200" b="1" i="0" u="none" strike="noStrike" cap="none" dirty="0">
                <a:solidFill>
                  <a:srgbClr val="FFFFFF"/>
                </a:solidFill>
                <a:latin typeface="Poppins"/>
                <a:ea typeface="Poppins"/>
                <a:cs typeface="Poppins"/>
                <a:sym typeface="Poppins"/>
              </a:rPr>
              <a:t> </a:t>
            </a:r>
            <a:endParaRPr sz="1400" b="0" i="0" u="none" strike="noStrike" cap="none" dirty="0">
              <a:solidFill>
                <a:srgbClr val="000000"/>
              </a:solidFill>
              <a:latin typeface="Arial"/>
              <a:ea typeface="Arial"/>
              <a:cs typeface="Arial"/>
              <a:sym typeface="Arial"/>
            </a:endParaRPr>
          </a:p>
        </p:txBody>
      </p:sp>
      <p:sp>
        <p:nvSpPr>
          <p:cNvPr id="4348" name="Google Shape;4348;p399"/>
          <p:cNvSpPr txBox="1"/>
          <p:nvPr/>
        </p:nvSpPr>
        <p:spPr>
          <a:xfrm>
            <a:off x="956025" y="1428600"/>
            <a:ext cx="10726500" cy="467819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i="0" u="none" strike="noStrike" cap="none" dirty="0">
                <a:solidFill>
                  <a:srgbClr val="000000"/>
                </a:solidFill>
                <a:latin typeface="Poppins"/>
                <a:ea typeface="Poppins"/>
                <a:cs typeface="Poppins"/>
                <a:sym typeface="Poppins"/>
              </a:rPr>
              <a:t>seção</a:t>
            </a:r>
            <a:r>
              <a:rPr lang="pt-BR" sz="1000" b="1" i="0" u="none" strike="noStrike" cap="none" dirty="0">
                <a:solidFill>
                  <a:srgbClr val="000000"/>
                </a:solidFill>
                <a:latin typeface="Poppins"/>
                <a:ea typeface="Poppins"/>
                <a:cs typeface="Poppins"/>
                <a:sym typeface="Poppins"/>
              </a:rPr>
              <a:t> Construindo o conceito.</a:t>
            </a:r>
            <a:r>
              <a:rPr lang="pt-BR" sz="1000" b="1" dirty="0">
                <a:latin typeface="Poppins"/>
                <a:ea typeface="Poppins"/>
                <a:cs typeface="Poppins"/>
                <a:sym typeface="Poppins"/>
              </a:rPr>
              <a:t> </a:t>
            </a:r>
            <a:r>
              <a:rPr lang="pt-BR" sz="1000" b="0" i="0" u="none" strike="noStrike" cap="none" dirty="0">
                <a:solidFill>
                  <a:srgbClr val="000000"/>
                </a:solidFill>
                <a:latin typeface="Poppins"/>
                <a:ea typeface="Poppins"/>
                <a:cs typeface="Poppins"/>
                <a:sym typeface="Poppins"/>
              </a:rPr>
              <a:t>Apresente os conceitos de refatoração acompanhando a evolução do mesmo programa da Papelaria Ponto Certo. Destaque que extrair uma função para eliminar repetição não altera o comportamento do programa, apenas sua organização interna. Em seguida, reforce que toda refatoração deve ser seguida de testes para confirmar que nada mudou no funcionamento.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Tempo previsto: </a:t>
            </a:r>
            <a:r>
              <a:rPr lang="pt-BR" sz="1000" b="0" i="0" u="none" strike="noStrike" cap="none" dirty="0">
                <a:solidFill>
                  <a:srgbClr val="000000"/>
                </a:solidFill>
                <a:latin typeface="Poppins"/>
                <a:ea typeface="Poppins"/>
                <a:cs typeface="Poppins"/>
                <a:sym typeface="Poppins"/>
              </a:rPr>
              <a:t>20 minutos.</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Gestão de sala de aula:</a:t>
            </a:r>
            <a:r>
              <a:rPr lang="pt-BR" sz="1000" b="1" dirty="0">
                <a:latin typeface="Poppins"/>
                <a:ea typeface="Poppins"/>
                <a:cs typeface="Poppins"/>
                <a:sym typeface="Poppins"/>
              </a:rPr>
              <a:t> </a:t>
            </a:r>
            <a:r>
              <a:rPr lang="pt-BR" sz="1000" dirty="0">
                <a:latin typeface="Poppins"/>
                <a:ea typeface="Poppins"/>
                <a:cs typeface="Poppins"/>
                <a:sym typeface="Poppins"/>
              </a:rPr>
              <a:t>após cada etapa, incentive os estudantes a relacionarem o conceito ao código já conhecido. No momento do “Todo mundo escreve”, dê um tempo curto para que todos registrem individualmente sua síntese antes de ouvir algumas respostas. Valorize explicações que mostrem a relação entre organização do código e manutenção.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rgbClr val="000000"/>
                </a:solidFill>
                <a:latin typeface="Poppins"/>
                <a:ea typeface="Poppins"/>
                <a:cs typeface="Poppins"/>
                <a:sym typeface="Poppins"/>
              </a:rPr>
              <a:t>Condução da dinâmica:</a:t>
            </a:r>
            <a:r>
              <a:rPr lang="pt-BR" sz="1000" b="1" dirty="0">
                <a:latin typeface="Poppins"/>
                <a:ea typeface="Poppins"/>
                <a:cs typeface="Poppins"/>
                <a:sym typeface="Poppins"/>
              </a:rPr>
              <a:t> </a:t>
            </a:r>
            <a:r>
              <a:rPr lang="pt-BR" sz="1000" b="0" i="0" u="none" strike="noStrike" cap="none" dirty="0">
                <a:solidFill>
                  <a:schemeClr val="dk1"/>
                </a:solidFill>
                <a:latin typeface="Poppins"/>
                <a:ea typeface="Poppins"/>
                <a:cs typeface="Poppins"/>
                <a:sym typeface="Poppins"/>
              </a:rPr>
              <a:t>inicie mostrando como um trecho repetido pode ser extraído para uma função com uma única responsabilidade, como formatar_produto(). Em seguida, mostre que outras partes do programa também podem repetir código, como mensagens de erro. Por fim, reforce que testar o programa após qualquer reorganização é essencial para garantir que o comportamento continua o mesmo.</a:t>
            </a:r>
            <a:endParaRPr sz="1000" b="0" i="0" u="none" strike="noStrike" cap="none"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dirty="0">
                <a:solidFill>
                  <a:schemeClr val="dk1"/>
                </a:solidFill>
                <a:latin typeface="Poppins"/>
                <a:ea typeface="Poppins"/>
                <a:cs typeface="Poppins"/>
                <a:sym typeface="Poppins"/>
              </a:rPr>
              <a:t>Aplique a técnica LEMOV: “Todo mundo escreve”. Apresente a pergunta: “Como podemos confirmar que uma refatoração deu certo?” Peça que os estudantes escrevam uma ou duas formas de verificar se o programa continua funcionando como antes depois da mudança. Depois, convide alguns estudantes a compartilharem suas respostas e retome os pontos apresentados.</a:t>
            </a:r>
            <a:endParaRPr sz="1000"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dirty="0">
                <a:solidFill>
                  <a:schemeClr val="dk1"/>
                </a:solidFill>
                <a:latin typeface="Poppins"/>
                <a:ea typeface="Poppins"/>
                <a:cs typeface="Poppins"/>
                <a:sym typeface="Poppins"/>
              </a:rPr>
              <a:t>Finalize mostrando que, depois de reorganizar o código, é necessário testar o programa para confirmar que ele continua funcionando como antes.</a:t>
            </a:r>
          </a:p>
          <a:p>
            <a:pPr>
              <a:buClr>
                <a:schemeClr val="dk1"/>
              </a:buClr>
              <a:buSzPts val="1100"/>
            </a:pPr>
            <a:r>
              <a:rPr lang="pt-BR" sz="1000" dirty="0">
                <a:solidFill>
                  <a:schemeClr val="dk1"/>
                </a:solidFill>
                <a:latin typeface="Poppins"/>
                <a:ea typeface="Poppins"/>
                <a:cs typeface="Poppins"/>
                <a:sym typeface="Poppins"/>
              </a:rPr>
              <a:t>Espera-se que os estudantes expliquem, com suas próprias palavras, que refatorar é reorganizar ou melhorar a estrutura interna do código sem alterar o comportamento do programa. Ao final da seção, devem reconhecer que a extração de uma função pode eliminar repetição e facilitar a manutenção, e que os testes confirmam se o comportamento foi preservado.</a:t>
            </a:r>
          </a:p>
          <a:p>
            <a:pPr marL="0" marR="0" lvl="0" indent="0" algn="l" rtl="0">
              <a:lnSpc>
                <a:spcPct val="100000"/>
              </a:lnSpc>
              <a:spcBef>
                <a:spcPts val="0"/>
              </a:spcBef>
              <a:spcAft>
                <a:spcPts val="0"/>
              </a:spcAft>
              <a:buClr>
                <a:schemeClr val="dk1"/>
              </a:buClr>
              <a:buSzPts val="1100"/>
              <a:buFont typeface="Arial"/>
              <a:buNone/>
            </a:pPr>
            <a:endParaRPr sz="1000" dirty="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dirty="0">
                <a:solidFill>
                  <a:schemeClr val="dk1"/>
                </a:solidFill>
                <a:latin typeface="Poppins"/>
                <a:ea typeface="Poppins"/>
                <a:cs typeface="Poppins"/>
                <a:sym typeface="Poppins"/>
              </a:rPr>
              <a:t>Na lousa:</a:t>
            </a:r>
            <a:endParaRPr sz="1000" b="1" dirty="0">
              <a:solidFill>
                <a:schemeClr val="dk1"/>
              </a:solidFill>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b="1" dirty="0">
                <a:solidFill>
                  <a:schemeClr val="dk1"/>
                </a:solidFill>
                <a:latin typeface="Poppins"/>
                <a:ea typeface="Poppins"/>
                <a:cs typeface="Poppins"/>
                <a:sym typeface="Poppins"/>
              </a:rPr>
              <a:t>Slide “Extraindo uma função para eliminar repetição”:</a:t>
            </a:r>
            <a:r>
              <a:rPr lang="pt-BR" sz="1000" dirty="0">
                <a:solidFill>
                  <a:schemeClr val="dk1"/>
                </a:solidFill>
                <a:latin typeface="Poppins"/>
                <a:ea typeface="Poppins"/>
                <a:cs typeface="Poppins"/>
                <a:sym typeface="Poppins"/>
              </a:rPr>
              <a:t> escreva no lado superior esquerdo “Código funciona”. A partir dele, faça uma seta para a direita e registre “Percebemos repetição”. Em seguida, faça uma seta para a direita até “O mesmo trecho aparece em mais de um lugar”.</a:t>
            </a:r>
            <a:endParaRPr sz="1000" dirty="0">
              <a:solidFill>
                <a:schemeClr val="dk1"/>
              </a:solidFill>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b="1" dirty="0">
                <a:solidFill>
                  <a:schemeClr val="dk1"/>
                </a:solidFill>
                <a:latin typeface="Poppins"/>
                <a:ea typeface="Poppins"/>
                <a:cs typeface="Poppins"/>
                <a:sym typeface="Poppins"/>
              </a:rPr>
              <a:t>Slide “Uma função, uma responsabilidade”:</a:t>
            </a:r>
            <a:r>
              <a:rPr lang="pt-BR" sz="1000" dirty="0">
                <a:solidFill>
                  <a:schemeClr val="dk1"/>
                </a:solidFill>
                <a:latin typeface="Poppins"/>
                <a:ea typeface="Poppins"/>
                <a:cs typeface="Poppins"/>
                <a:sym typeface="Poppins"/>
              </a:rPr>
              <a:t> a partir de </a:t>
            </a:r>
            <a:r>
              <a:rPr lang="pt-BR" sz="1000" b="1" dirty="0">
                <a:solidFill>
                  <a:schemeClr val="dk1"/>
                </a:solidFill>
                <a:latin typeface="Poppins"/>
                <a:ea typeface="Poppins"/>
                <a:cs typeface="Poppins"/>
                <a:sym typeface="Poppins"/>
              </a:rPr>
              <a:t>“O mesmo trecho aparece em mais de um lugar”</a:t>
            </a:r>
            <a:r>
              <a:rPr lang="pt-BR" sz="1000" dirty="0">
                <a:solidFill>
                  <a:schemeClr val="dk1"/>
                </a:solidFill>
                <a:latin typeface="Poppins"/>
                <a:ea typeface="Poppins"/>
                <a:cs typeface="Poppins"/>
                <a:sym typeface="Poppins"/>
              </a:rPr>
              <a:t>, faça uma seta curva para baixo e para a esquerda até </a:t>
            </a:r>
            <a:r>
              <a:rPr lang="pt-BR" sz="1000" b="1" dirty="0">
                <a:solidFill>
                  <a:schemeClr val="dk1"/>
                </a:solidFill>
                <a:latin typeface="Poppins"/>
                <a:ea typeface="Poppins"/>
                <a:cs typeface="Poppins"/>
                <a:sym typeface="Poppins"/>
              </a:rPr>
              <a:t>“Extraímos esse trecho para uma nova função com uma única responsabilidade”</a:t>
            </a:r>
            <a:r>
              <a:rPr lang="pt-BR" sz="1000" dirty="0">
                <a:solidFill>
                  <a:schemeClr val="dk1"/>
                </a:solidFill>
                <a:latin typeface="Poppins"/>
                <a:ea typeface="Poppins"/>
                <a:cs typeface="Poppins"/>
                <a:sym typeface="Poppins"/>
              </a:rPr>
              <a:t>.</a:t>
            </a:r>
            <a:endParaRPr sz="1000" dirty="0">
              <a:solidFill>
                <a:schemeClr val="dk1"/>
              </a:solidFill>
              <a:latin typeface="Poppins"/>
              <a:ea typeface="Poppins"/>
              <a:cs typeface="Poppins"/>
              <a:sym typeface="Poppins"/>
            </a:endParaRPr>
          </a:p>
          <a:p>
            <a:pPr marL="171450" lvl="0" indent="-171450">
              <a:buClr>
                <a:schemeClr val="dk1"/>
              </a:buClr>
              <a:buSzPts val="1100"/>
              <a:buFont typeface="Arial" panose="020B0604020202020204" pitchFamily="34" charset="0"/>
              <a:buChar char="•"/>
            </a:pPr>
            <a:r>
              <a:rPr lang="pt-BR" sz="1000" b="1" dirty="0">
                <a:solidFill>
                  <a:schemeClr val="dk1"/>
                </a:solidFill>
                <a:latin typeface="Poppins"/>
                <a:ea typeface="Poppins"/>
                <a:cs typeface="Poppins"/>
                <a:sym typeface="Poppins"/>
              </a:rPr>
              <a:t>Slide “Reaproveitando a mesma função em vários lugares”:</a:t>
            </a:r>
            <a:r>
              <a:rPr lang="pt-BR" sz="1000" dirty="0">
                <a:solidFill>
                  <a:schemeClr val="dk1"/>
                </a:solidFill>
                <a:latin typeface="Poppins"/>
                <a:ea typeface="Poppins"/>
                <a:cs typeface="Poppins"/>
                <a:sym typeface="Poppins"/>
              </a:rPr>
              <a:t> conecte esse bloco à direita a </a:t>
            </a:r>
            <a:r>
              <a:rPr lang="pt-BR" sz="1000" b="1" dirty="0">
                <a:solidFill>
                  <a:schemeClr val="dk1"/>
                </a:solidFill>
                <a:latin typeface="Poppins"/>
                <a:ea typeface="Poppins"/>
                <a:cs typeface="Poppins"/>
                <a:sym typeface="Poppins"/>
              </a:rPr>
              <a:t>“Reutilizamos a função em vários lugares”</a:t>
            </a:r>
            <a:r>
              <a:rPr lang="pt-BR" sz="1000" dirty="0">
                <a:solidFill>
                  <a:schemeClr val="dk1"/>
                </a:solidFill>
                <a:latin typeface="Poppins"/>
                <a:ea typeface="Poppins"/>
                <a:cs typeface="Poppins"/>
                <a:sym typeface="Poppins"/>
              </a:rPr>
              <a:t>.</a:t>
            </a:r>
            <a:endParaRPr sz="1000" dirty="0">
              <a:solidFill>
                <a:schemeClr val="dk1"/>
              </a:solidFill>
              <a:latin typeface="Poppins"/>
              <a:ea typeface="Poppins"/>
              <a:cs typeface="Poppins"/>
              <a:sym typeface="Poppins"/>
            </a:endParaRPr>
          </a:p>
          <a:p>
            <a:pPr marL="171450" lvl="0" indent="-171450">
              <a:buClr>
                <a:schemeClr val="dk1"/>
              </a:buClr>
              <a:buSzPts val="1100"/>
              <a:buFont typeface="Arial" panose="020B0604020202020204" pitchFamily="34" charset="0"/>
              <a:buChar char="•"/>
            </a:pPr>
            <a:r>
              <a:rPr lang="pt-BR" sz="1000" b="1" dirty="0">
                <a:solidFill>
                  <a:schemeClr val="dk1"/>
                </a:solidFill>
                <a:latin typeface="Poppins"/>
                <a:ea typeface="Poppins"/>
                <a:cs typeface="Poppins"/>
                <a:sym typeface="Poppins"/>
              </a:rPr>
              <a:t>Slide “Reorganizar não muda o comportamento do programa”:</a:t>
            </a:r>
            <a:r>
              <a:rPr lang="pt-BR" sz="1000" dirty="0">
                <a:solidFill>
                  <a:schemeClr val="dk1"/>
                </a:solidFill>
                <a:latin typeface="Poppins"/>
                <a:ea typeface="Poppins"/>
                <a:cs typeface="Poppins"/>
                <a:sym typeface="Poppins"/>
              </a:rPr>
              <a:t> faça uma seta para a direita a partir de </a:t>
            </a:r>
            <a:r>
              <a:rPr lang="pt-BR" sz="1000" b="1" dirty="0">
                <a:solidFill>
                  <a:schemeClr val="dk1"/>
                </a:solidFill>
                <a:latin typeface="Poppins"/>
                <a:ea typeface="Poppins"/>
                <a:cs typeface="Poppins"/>
                <a:sym typeface="Poppins"/>
              </a:rPr>
              <a:t>“Reutilizamos a função em vários lugares”</a:t>
            </a:r>
            <a:r>
              <a:rPr lang="pt-BR" sz="1000" dirty="0">
                <a:solidFill>
                  <a:schemeClr val="dk1"/>
                </a:solidFill>
                <a:latin typeface="Poppins"/>
                <a:ea typeface="Poppins"/>
                <a:cs typeface="Poppins"/>
                <a:sym typeface="Poppins"/>
              </a:rPr>
              <a:t> </a:t>
            </a:r>
            <a:br>
              <a:rPr lang="pt-BR" sz="1000" dirty="0">
                <a:solidFill>
                  <a:schemeClr val="dk1"/>
                </a:solidFill>
                <a:latin typeface="Poppins"/>
                <a:ea typeface="Poppins"/>
                <a:cs typeface="Poppins"/>
                <a:sym typeface="Poppins"/>
              </a:rPr>
            </a:br>
            <a:r>
              <a:rPr lang="pt-BR" sz="1000" dirty="0">
                <a:solidFill>
                  <a:schemeClr val="dk1"/>
                </a:solidFill>
                <a:latin typeface="Poppins"/>
                <a:ea typeface="Poppins"/>
                <a:cs typeface="Poppins"/>
                <a:sym typeface="Poppins"/>
              </a:rPr>
              <a:t>até </a:t>
            </a:r>
            <a:r>
              <a:rPr lang="pt-BR" sz="1000" b="1" dirty="0">
                <a:solidFill>
                  <a:schemeClr val="dk1"/>
                </a:solidFill>
                <a:latin typeface="Poppins"/>
                <a:ea typeface="Poppins"/>
                <a:cs typeface="Poppins"/>
                <a:sym typeface="Poppins"/>
              </a:rPr>
              <a:t>“Testamos o programa: deve ter o mesmo comportamento”</a:t>
            </a:r>
            <a:r>
              <a:rPr lang="pt-BR" sz="1000" dirty="0">
                <a:solidFill>
                  <a:schemeClr val="dk1"/>
                </a:solidFill>
                <a:latin typeface="Poppins"/>
                <a:ea typeface="Poppins"/>
                <a:cs typeface="Poppins"/>
                <a:sym typeface="Poppins"/>
              </a:rPr>
              <a:t>.</a:t>
            </a:r>
            <a:endParaRPr sz="900" dirty="0">
              <a:solidFill>
                <a:schemeClr val="dk1"/>
              </a:solidFill>
              <a:latin typeface="Poppins"/>
              <a:ea typeface="Poppins"/>
              <a:cs typeface="Poppins"/>
              <a:sym typeface="Poppins"/>
            </a:endParaRPr>
          </a:p>
        </p:txBody>
      </p:sp>
      <p:sp>
        <p:nvSpPr>
          <p:cNvPr id="4351" name="Google Shape;4351;p399"/>
          <p:cNvSpPr/>
          <p:nvPr/>
        </p:nvSpPr>
        <p:spPr>
          <a:xfrm>
            <a:off x="497841" y="2500098"/>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52" name="Google Shape;4352;p399"/>
          <p:cNvSpPr/>
          <p:nvPr/>
        </p:nvSpPr>
        <p:spPr>
          <a:xfrm>
            <a:off x="497841" y="13948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53" name="Google Shape;4353;p399"/>
          <p:cNvSpPr/>
          <p:nvPr/>
        </p:nvSpPr>
        <p:spPr>
          <a:xfrm>
            <a:off x="569897" y="14933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354" name="Google Shape;4354;p399"/>
          <p:cNvSpPr/>
          <p:nvPr/>
        </p:nvSpPr>
        <p:spPr>
          <a:xfrm>
            <a:off x="566852" y="2578528"/>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4355" name="Google Shape;4355;p399"/>
          <p:cNvSpPr/>
          <p:nvPr/>
        </p:nvSpPr>
        <p:spPr>
          <a:xfrm>
            <a:off x="497841" y="192894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4356" name="Google Shape;4356;p399"/>
          <p:cNvPicPr preferRelativeResize="0"/>
          <p:nvPr/>
        </p:nvPicPr>
        <p:blipFill rotWithShape="1">
          <a:blip r:embed="rId3">
            <a:alphaModFix/>
          </a:blip>
          <a:srcRect/>
          <a:stretch/>
        </p:blipFill>
        <p:spPr>
          <a:xfrm>
            <a:off x="613672" y="2037200"/>
            <a:ext cx="154445" cy="193056"/>
          </a:xfrm>
          <a:prstGeom prst="rect">
            <a:avLst/>
          </a:prstGeom>
          <a:noFill/>
          <a:ln>
            <a:noFill/>
          </a:ln>
        </p:spPr>
      </p:pic>
      <p:grpSp>
        <p:nvGrpSpPr>
          <p:cNvPr id="4357" name="Google Shape;4357;p399"/>
          <p:cNvGrpSpPr/>
          <p:nvPr/>
        </p:nvGrpSpPr>
        <p:grpSpPr>
          <a:xfrm>
            <a:off x="497841" y="3086145"/>
            <a:ext cx="386100" cy="382500"/>
            <a:chOff x="497841" y="3037886"/>
            <a:chExt cx="386100" cy="382500"/>
          </a:xfrm>
        </p:grpSpPr>
        <p:sp>
          <p:nvSpPr>
            <p:cNvPr id="4358" name="Google Shape;4358;p399"/>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59" name="Google Shape;4359;p399"/>
            <p:cNvPicPr preferRelativeResize="0"/>
            <p:nvPr/>
          </p:nvPicPr>
          <p:blipFill rotWithShape="1">
            <a:blip r:embed="rId4">
              <a:alphaModFix/>
            </a:blip>
            <a:srcRect/>
            <a:stretch/>
          </p:blipFill>
          <p:spPr>
            <a:xfrm>
              <a:off x="565906" y="3108341"/>
              <a:ext cx="235296" cy="240643"/>
            </a:xfrm>
            <a:prstGeom prst="rect">
              <a:avLst/>
            </a:prstGeom>
            <a:noFill/>
            <a:ln>
              <a:noFill/>
            </a:ln>
          </p:spPr>
        </p:pic>
      </p:grpSp>
      <p:sp>
        <p:nvSpPr>
          <p:cNvPr id="2" name="Google Shape;2121;p80">
            <a:extLst>
              <a:ext uri="{FF2B5EF4-FFF2-40B4-BE49-F238E27FC236}">
                <a16:creationId xmlns:a16="http://schemas.microsoft.com/office/drawing/2014/main" id="{F3276FD4-2E46-E18B-8383-688E79282F2C}"/>
              </a:ext>
            </a:extLst>
          </p:cNvPr>
          <p:cNvSpPr/>
          <p:nvPr/>
        </p:nvSpPr>
        <p:spPr>
          <a:xfrm>
            <a:off x="497841" y="4738754"/>
            <a:ext cx="386079" cy="382464"/>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622" b="0" i="0" u="none" strike="noStrike" cap="none" dirty="0">
              <a:solidFill>
                <a:schemeClr val="dk1"/>
              </a:solidFill>
              <a:latin typeface="Arial"/>
              <a:ea typeface="Arial"/>
              <a:cs typeface="Arial"/>
              <a:sym typeface="Arial"/>
            </a:endParaRPr>
          </a:p>
        </p:txBody>
      </p:sp>
      <p:pic>
        <p:nvPicPr>
          <p:cNvPr id="3" name="Imagem 2">
            <a:extLst>
              <a:ext uri="{FF2B5EF4-FFF2-40B4-BE49-F238E27FC236}">
                <a16:creationId xmlns:a16="http://schemas.microsoft.com/office/drawing/2014/main" id="{7DEDB902-7652-4ED7-444F-7E0992BF513C}"/>
              </a:ext>
            </a:extLst>
          </p:cNvPr>
          <p:cNvPicPr>
            <a:picLocks noChangeAspect="1"/>
          </p:cNvPicPr>
          <p:nvPr/>
        </p:nvPicPr>
        <p:blipFill>
          <a:blip r:embed="rId5"/>
          <a:stretch>
            <a:fillRect/>
          </a:stretch>
        </p:blipFill>
        <p:spPr>
          <a:xfrm>
            <a:off x="545075" y="4824068"/>
            <a:ext cx="290486" cy="21512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4366"/>
        <p:cNvGrpSpPr/>
        <p:nvPr/>
      </p:nvGrpSpPr>
      <p:grpSpPr>
        <a:xfrm>
          <a:off x="0" y="0"/>
          <a:ext cx="0" cy="0"/>
          <a:chOff x="0" y="0"/>
          <a:chExt cx="0" cy="0"/>
        </a:xfrm>
      </p:grpSpPr>
      <p:sp>
        <p:nvSpPr>
          <p:cNvPr id="4367" name="Google Shape;4367;p400"/>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cxnSp>
        <p:nvCxnSpPr>
          <p:cNvPr id="2" name="Google Shape;3017;p287">
            <a:extLst>
              <a:ext uri="{FF2B5EF4-FFF2-40B4-BE49-F238E27FC236}">
                <a16:creationId xmlns:a16="http://schemas.microsoft.com/office/drawing/2014/main" id="{C7177372-6279-88C9-1F35-2BCC833BB80D}"/>
              </a:ext>
            </a:extLst>
          </p:cNvPr>
          <p:cNvCxnSpPr>
            <a:cxnSpLocks/>
          </p:cNvCxnSpPr>
          <p:nvPr/>
        </p:nvCxnSpPr>
        <p:spPr>
          <a:xfrm flipV="1">
            <a:off x="690895" y="1046957"/>
            <a:ext cx="0" cy="2124868"/>
          </a:xfrm>
          <a:prstGeom prst="straightConnector1">
            <a:avLst/>
          </a:prstGeom>
          <a:noFill/>
          <a:ln w="19050" cap="flat" cmpd="sng">
            <a:solidFill>
              <a:schemeClr val="dk1"/>
            </a:solidFill>
            <a:prstDash val="solid"/>
            <a:round/>
            <a:headEnd type="oval" w="med" len="med"/>
            <a:tailEnd type="oval" w="med" len="med"/>
          </a:ln>
        </p:spPr>
      </p:cxnSp>
      <p:sp>
        <p:nvSpPr>
          <p:cNvPr id="4368" name="Google Shape;4368;p400"/>
          <p:cNvSpPr txBox="1"/>
          <p:nvPr/>
        </p:nvSpPr>
        <p:spPr>
          <a:xfrm>
            <a:off x="985527" y="795750"/>
            <a:ext cx="84321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12 e </a:t>
            </a:r>
            <a:r>
              <a:rPr lang="pt-BR" sz="3000" b="1" dirty="0">
                <a:solidFill>
                  <a:srgbClr val="FFFFFF"/>
                </a:solidFill>
                <a:latin typeface="Poppins"/>
                <a:ea typeface="Poppins"/>
                <a:cs typeface="Poppins"/>
                <a:sym typeface="Poppins"/>
              </a:rPr>
              <a:t>13</a:t>
            </a:r>
            <a:endParaRPr sz="1400" b="0" i="0" u="none" strike="noStrike" cap="none" dirty="0">
              <a:solidFill>
                <a:srgbClr val="000000"/>
              </a:solidFill>
              <a:latin typeface="Arial"/>
              <a:ea typeface="Arial"/>
              <a:cs typeface="Arial"/>
              <a:sym typeface="Arial"/>
            </a:endParaRPr>
          </a:p>
        </p:txBody>
      </p:sp>
      <p:sp>
        <p:nvSpPr>
          <p:cNvPr id="5" name="Google Shape;3647;p338">
            <a:extLst>
              <a:ext uri="{FF2B5EF4-FFF2-40B4-BE49-F238E27FC236}">
                <a16:creationId xmlns:a16="http://schemas.microsoft.com/office/drawing/2014/main" id="{88841209-D0D5-062E-3FAC-DCC59E5D9B53}"/>
              </a:ext>
            </a:extLst>
          </p:cNvPr>
          <p:cNvSpPr txBox="1"/>
          <p:nvPr/>
        </p:nvSpPr>
        <p:spPr>
          <a:xfrm>
            <a:off x="944138" y="1551828"/>
            <a:ext cx="11018400" cy="1446540"/>
          </a:xfrm>
          <a:prstGeom prst="rect">
            <a:avLst/>
          </a:prstGeom>
          <a:noFill/>
          <a:ln>
            <a:noFill/>
          </a:ln>
        </p:spPr>
        <p:txBody>
          <a:bodyPr spcFirstLastPara="1" wrap="square" lIns="60950" tIns="30475" rIns="60950" bIns="30475" anchor="t" anchorCtr="0">
            <a:spAutoFit/>
          </a:bodyPr>
          <a:lstStyle/>
          <a:p>
            <a:pPr lvl="0">
              <a:buSzPts val="1000"/>
            </a:pPr>
            <a:r>
              <a:rPr lang="pt-BR" sz="1000" b="1" i="0" u="none" strike="noStrike" cap="none" dirty="0">
                <a:solidFill>
                  <a:srgbClr val="000000"/>
                </a:solidFill>
                <a:latin typeface="Poppins"/>
                <a:ea typeface="Poppins"/>
                <a:cs typeface="Poppins"/>
                <a:sym typeface="Poppins"/>
              </a:rPr>
              <a:t>Orientações: </a:t>
            </a:r>
            <a:r>
              <a:rPr lang="pt-BR" sz="1000" dirty="0">
                <a:latin typeface="Poppins" panose="00000500000000000000" pitchFamily="2" charset="0"/>
                <a:ea typeface="Poppins"/>
                <a:cs typeface="Poppins" panose="00000500000000000000" pitchFamily="2" charset="0"/>
                <a:sym typeface="Poppins"/>
              </a:rPr>
              <a:t>o objetivo da seção </a:t>
            </a:r>
            <a:r>
              <a:rPr lang="pt-BR" sz="1000" b="1" dirty="0">
                <a:latin typeface="Poppins" panose="00000500000000000000" pitchFamily="2" charset="0"/>
                <a:ea typeface="Poppins"/>
                <a:cs typeface="Poppins" panose="00000500000000000000" pitchFamily="2" charset="0"/>
                <a:sym typeface="Poppins"/>
              </a:rPr>
              <a:t>Pause e responda </a:t>
            </a:r>
            <a:r>
              <a:rPr lang="pt-BR" sz="1000" dirty="0">
                <a:latin typeface="Poppins" panose="00000500000000000000" pitchFamily="2" charset="0"/>
                <a:ea typeface="Poppins"/>
                <a:cs typeface="Poppins" panose="00000500000000000000" pitchFamily="2" charset="0"/>
                <a:sym typeface="Poppins"/>
              </a:rPr>
              <a:t>é mobilizar os estudantes em relação aos conhecimentos apresentados e construídos em aula. É registro.</a:t>
            </a:r>
          </a:p>
          <a:p>
            <a:pPr lvl="0">
              <a:buSzPts val="1000"/>
            </a:pP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lang="pt-B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a:t>
            </a:r>
            <a:r>
              <a:rPr lang="pt-BR" sz="1000" b="0" i="0" u="none" strike="noStrike" cap="none" dirty="0">
                <a:solidFill>
                  <a:srgbClr val="000000"/>
                </a:solidFill>
                <a:latin typeface="Poppins"/>
                <a:ea typeface="Poppins"/>
                <a:cs typeface="Poppins"/>
                <a:sym typeface="Poppins"/>
              </a:rPr>
              <a:t> 2 minutos.</a:t>
            </a:r>
            <a:endParaRPr sz="1000" b="0" i="0" u="none" strike="noStrike" cap="none" dirty="0">
              <a:solidFill>
                <a:srgbClr val="000000"/>
              </a:solidFill>
              <a:latin typeface="Poppins"/>
              <a:ea typeface="Poppins"/>
              <a:cs typeface="Poppins"/>
              <a:sym typeface="Poppins"/>
            </a:endParaRPr>
          </a:p>
          <a:p>
            <a:pPr marL="0" marR="0" lvl="0" indent="0" algn="just" rtl="0">
              <a:lnSpc>
                <a:spcPct val="100000"/>
              </a:lnSpc>
              <a:spcBef>
                <a:spcPts val="0"/>
              </a:spcBef>
              <a:spcAft>
                <a:spcPts val="0"/>
              </a:spcAft>
              <a:buClr>
                <a:srgbClr val="000000"/>
              </a:buClr>
              <a:buSzPts val="1000"/>
              <a:buFont typeface="Arial"/>
              <a:buNone/>
            </a:pPr>
            <a:endParaRPr sz="1000" b="0" i="0" u="none" strike="noStrike" cap="none" dirty="0">
              <a:solidFill>
                <a:srgbClr val="303030"/>
              </a:solidFill>
              <a:latin typeface="Poppins"/>
              <a:ea typeface="Poppins"/>
              <a:cs typeface="Poppins"/>
              <a:sym typeface="Poppins"/>
            </a:endParaRPr>
          </a:p>
          <a:p>
            <a:pPr marL="0" lvl="0" indent="0" algn="just" rtl="0">
              <a:spcBef>
                <a:spcPts val="0"/>
              </a:spcBef>
              <a:spcAft>
                <a:spcPts val="0"/>
              </a:spcAft>
              <a:buClr>
                <a:schemeClr val="dk1"/>
              </a:buClr>
              <a:buSzPts val="1100"/>
              <a:buFont typeface="Arial"/>
              <a:buNone/>
            </a:pPr>
            <a:endParaRPr lang="pt-BR" sz="1000" b="1" dirty="0">
              <a:latin typeface="Poppins"/>
              <a:ea typeface="Poppins"/>
              <a:cs typeface="Poppins"/>
              <a:sym typeface="Poppins"/>
            </a:endParaRPr>
          </a:p>
          <a:p>
            <a:pPr lvl="0" algn="just">
              <a:buClr>
                <a:schemeClr val="dk1"/>
              </a:buClr>
              <a:buSzPts val="1100"/>
            </a:pPr>
            <a:r>
              <a:rPr lang="pt-BR" sz="1000" b="1" dirty="0">
                <a:latin typeface="Poppins"/>
                <a:ea typeface="Poppins"/>
                <a:cs typeface="Poppins"/>
                <a:sym typeface="Poppins"/>
              </a:rPr>
              <a:t>Resposta correta: </a:t>
            </a:r>
            <a:r>
              <a:rPr lang="pt-BR" sz="1000" dirty="0">
                <a:latin typeface="Poppins"/>
                <a:ea typeface="Poppins"/>
                <a:cs typeface="Poppins"/>
                <a:sym typeface="Poppins"/>
              </a:rPr>
              <a:t>Criar uma função formatar_produto() e chamá-la nas duas. </a:t>
            </a:r>
          </a:p>
          <a:p>
            <a:pPr algn="just">
              <a:buClr>
                <a:schemeClr val="dk1"/>
              </a:buClr>
              <a:buSzPts val="1100"/>
            </a:pPr>
            <a:r>
              <a:rPr lang="pt-BR" sz="1000" b="1" dirty="0">
                <a:latin typeface="Poppins"/>
                <a:ea typeface="Poppins"/>
                <a:cs typeface="Poppins"/>
                <a:sym typeface="Poppins"/>
              </a:rPr>
              <a:t>Feedback da atividade: </a:t>
            </a:r>
            <a:r>
              <a:rPr lang="pt-BR" sz="1000" dirty="0">
                <a:latin typeface="Poppins"/>
                <a:ea typeface="Poppins"/>
                <a:cs typeface="Poppins"/>
                <a:sym typeface="Poppins"/>
              </a:rPr>
              <a:t>criar a função formatar_produto() elimina a repetição, concentrando a lógica de exibição em um único lugar. Se essa lógica precisar mudar no futuro, a alteração será feita apenas ali, em vez de em cada função separadamente.</a:t>
            </a:r>
            <a:endParaRPr sz="1000" dirty="0">
              <a:latin typeface="Poppins"/>
              <a:ea typeface="Poppins"/>
              <a:cs typeface="Poppins"/>
              <a:sym typeface="Poppins"/>
            </a:endParaRPr>
          </a:p>
        </p:txBody>
      </p:sp>
      <p:grpSp>
        <p:nvGrpSpPr>
          <p:cNvPr id="6" name="Google Shape;3650;p338">
            <a:extLst>
              <a:ext uri="{FF2B5EF4-FFF2-40B4-BE49-F238E27FC236}">
                <a16:creationId xmlns:a16="http://schemas.microsoft.com/office/drawing/2014/main" id="{64C882B2-865F-968F-3A20-B7736ACFA013}"/>
              </a:ext>
            </a:extLst>
          </p:cNvPr>
          <p:cNvGrpSpPr/>
          <p:nvPr/>
        </p:nvGrpSpPr>
        <p:grpSpPr>
          <a:xfrm>
            <a:off x="488316" y="1425201"/>
            <a:ext cx="386100" cy="382500"/>
            <a:chOff x="497841" y="1318604"/>
            <a:chExt cx="386100" cy="382500"/>
          </a:xfrm>
        </p:grpSpPr>
        <p:sp>
          <p:nvSpPr>
            <p:cNvPr id="7" name="Google Shape;3651;p338">
              <a:extLst>
                <a:ext uri="{FF2B5EF4-FFF2-40B4-BE49-F238E27FC236}">
                  <a16:creationId xmlns:a16="http://schemas.microsoft.com/office/drawing/2014/main" id="{003FEA11-FDFE-1F59-7533-D1E972F34B03}"/>
                </a:ext>
              </a:extLst>
            </p:cNvPr>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8" name="Google Shape;3652;p338">
              <a:extLst>
                <a:ext uri="{FF2B5EF4-FFF2-40B4-BE49-F238E27FC236}">
                  <a16:creationId xmlns:a16="http://schemas.microsoft.com/office/drawing/2014/main" id="{3229E5F1-C8E0-F0FC-5A9E-6DBDE7F743E6}"/>
                </a:ext>
              </a:extLst>
            </p:cNvPr>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9" name="Google Shape;3653;p338">
            <a:extLst>
              <a:ext uri="{FF2B5EF4-FFF2-40B4-BE49-F238E27FC236}">
                <a16:creationId xmlns:a16="http://schemas.microsoft.com/office/drawing/2014/main" id="{42EF3255-0633-2AA7-D539-E10518122F80}"/>
              </a:ext>
            </a:extLst>
          </p:cNvPr>
          <p:cNvGrpSpPr/>
          <p:nvPr/>
        </p:nvGrpSpPr>
        <p:grpSpPr>
          <a:xfrm>
            <a:off x="497841" y="2422391"/>
            <a:ext cx="386100" cy="382500"/>
            <a:chOff x="497841" y="3801694"/>
            <a:chExt cx="386100" cy="382500"/>
          </a:xfrm>
        </p:grpSpPr>
        <p:sp>
          <p:nvSpPr>
            <p:cNvPr id="10" name="Google Shape;3654;p338">
              <a:extLst>
                <a:ext uri="{FF2B5EF4-FFF2-40B4-BE49-F238E27FC236}">
                  <a16:creationId xmlns:a16="http://schemas.microsoft.com/office/drawing/2014/main" id="{82BD4736-9B88-C234-27BC-9BBA968ED9F5}"/>
                </a:ext>
              </a:extLst>
            </p:cNvPr>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1" name="Google Shape;3649;p338">
              <a:extLst>
                <a:ext uri="{FF2B5EF4-FFF2-40B4-BE49-F238E27FC236}">
                  <a16:creationId xmlns:a16="http://schemas.microsoft.com/office/drawing/2014/main" id="{43DBC265-BA12-356E-FA12-E8195FAFF89D}"/>
                </a:ext>
              </a:extLst>
            </p:cNvPr>
            <p:cNvPicPr preferRelativeResize="0"/>
            <p:nvPr/>
          </p:nvPicPr>
          <p:blipFill rotWithShape="1">
            <a:blip r:embed="rId3">
              <a:alphaModFix/>
            </a:blip>
            <a:srcRect/>
            <a:stretch/>
          </p:blipFill>
          <p:spPr>
            <a:xfrm>
              <a:off x="581782" y="3855815"/>
              <a:ext cx="208026" cy="266700"/>
            </a:xfrm>
            <a:prstGeom prst="rect">
              <a:avLst/>
            </a:prstGeom>
            <a:noFill/>
            <a:ln>
              <a:noFill/>
            </a:ln>
          </p:spPr>
        </p:pic>
      </p:grpSp>
      <p:grpSp>
        <p:nvGrpSpPr>
          <p:cNvPr id="12" name="Google Shape;3655;p338">
            <a:extLst>
              <a:ext uri="{FF2B5EF4-FFF2-40B4-BE49-F238E27FC236}">
                <a16:creationId xmlns:a16="http://schemas.microsoft.com/office/drawing/2014/main" id="{FA8D9BB4-8E3A-FEE1-24AB-06A210D116F9}"/>
              </a:ext>
            </a:extLst>
          </p:cNvPr>
          <p:cNvGrpSpPr/>
          <p:nvPr/>
        </p:nvGrpSpPr>
        <p:grpSpPr>
          <a:xfrm>
            <a:off x="507366" y="1927972"/>
            <a:ext cx="386100" cy="382500"/>
            <a:chOff x="497841" y="1802325"/>
            <a:chExt cx="386100" cy="382500"/>
          </a:xfrm>
        </p:grpSpPr>
        <p:sp>
          <p:nvSpPr>
            <p:cNvPr id="13" name="Google Shape;3656;p338">
              <a:extLst>
                <a:ext uri="{FF2B5EF4-FFF2-40B4-BE49-F238E27FC236}">
                  <a16:creationId xmlns:a16="http://schemas.microsoft.com/office/drawing/2014/main" id="{459F5E3A-5DC0-F8FF-3BFA-58D564E68D46}"/>
                </a:ext>
              </a:extLst>
            </p:cNvPr>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14" name="Google Shape;3657;p338">
              <a:extLst>
                <a:ext uri="{FF2B5EF4-FFF2-40B4-BE49-F238E27FC236}">
                  <a16:creationId xmlns:a16="http://schemas.microsoft.com/office/drawing/2014/main" id="{09C22459-5E42-B6F7-CBA6-3363CFBEBC96}"/>
                </a:ext>
              </a:extLst>
            </p:cNvPr>
            <p:cNvPicPr preferRelativeResize="0"/>
            <p:nvPr/>
          </p:nvPicPr>
          <p:blipFill rotWithShape="1">
            <a:blip r:embed="rId4">
              <a:alphaModFix/>
            </a:blip>
            <a:srcRect/>
            <a:stretch/>
          </p:blipFill>
          <p:spPr>
            <a:xfrm>
              <a:off x="616072" y="1896031"/>
              <a:ext cx="154445" cy="193056"/>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4382"/>
        <p:cNvGrpSpPr/>
        <p:nvPr/>
      </p:nvGrpSpPr>
      <p:grpSpPr>
        <a:xfrm>
          <a:off x="0" y="0"/>
          <a:ext cx="0" cy="0"/>
          <a:chOff x="0" y="0"/>
          <a:chExt cx="0" cy="0"/>
        </a:xfrm>
      </p:grpSpPr>
      <p:sp>
        <p:nvSpPr>
          <p:cNvPr id="4383" name="Google Shape;4383;p401"/>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cxnSp>
        <p:nvCxnSpPr>
          <p:cNvPr id="4386" name="Google Shape;4386;p401"/>
          <p:cNvCxnSpPr>
            <a:cxnSpLocks/>
          </p:cNvCxnSpPr>
          <p:nvPr/>
        </p:nvCxnSpPr>
        <p:spPr>
          <a:xfrm flipV="1">
            <a:off x="690895" y="1045863"/>
            <a:ext cx="0" cy="3307062"/>
          </a:xfrm>
          <a:prstGeom prst="straightConnector1">
            <a:avLst/>
          </a:prstGeom>
          <a:noFill/>
          <a:ln w="19050" cap="flat" cmpd="sng">
            <a:solidFill>
              <a:srgbClr val="000000"/>
            </a:solidFill>
            <a:prstDash val="solid"/>
            <a:round/>
            <a:headEnd type="oval" w="med" len="med"/>
            <a:tailEnd type="oval" w="med" len="med"/>
          </a:ln>
        </p:spPr>
      </p:cxnSp>
      <p:sp>
        <p:nvSpPr>
          <p:cNvPr id="4384" name="Google Shape;4384;p401"/>
          <p:cNvSpPr txBox="1"/>
          <p:nvPr/>
        </p:nvSpPr>
        <p:spPr>
          <a:xfrm>
            <a:off x="955053" y="779375"/>
            <a:ext cx="78690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14 a 16</a:t>
            </a:r>
            <a:endParaRPr sz="1400" b="0" i="0" u="none" strike="noStrike" cap="none" dirty="0">
              <a:solidFill>
                <a:srgbClr val="000000"/>
              </a:solidFill>
              <a:latin typeface="Arial"/>
              <a:ea typeface="Arial"/>
              <a:cs typeface="Arial"/>
              <a:sym typeface="Arial"/>
            </a:endParaRPr>
          </a:p>
        </p:txBody>
      </p:sp>
      <p:sp>
        <p:nvSpPr>
          <p:cNvPr id="4385" name="Google Shape;4385;p401"/>
          <p:cNvSpPr txBox="1"/>
          <p:nvPr/>
        </p:nvSpPr>
        <p:spPr>
          <a:xfrm>
            <a:off x="989399" y="1516700"/>
            <a:ext cx="10787923" cy="2677646"/>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rPr>
              <a:t>Orientações:</a:t>
            </a:r>
            <a:r>
              <a:rPr lang="pt-BR" sz="1000" b="0" i="0" u="none" strike="noStrike" cap="none" dirty="0">
                <a:solidFill>
                  <a:schemeClr val="tx1"/>
                </a:solidFill>
                <a:latin typeface="Poppins" panose="00000500000000000000" pitchFamily="2" charset="0"/>
                <a:cs typeface="Poppins" panose="00000500000000000000" pitchFamily="2" charset="0"/>
                <a:sym typeface="Arial"/>
              </a:rPr>
              <a:t> </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seção </a:t>
            </a:r>
            <a:r>
              <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rPr>
              <a:t>Colocando em prática</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 </a:t>
            </a:r>
            <a:r>
              <a:rPr lang="pt-BR" sz="1000" dirty="0">
                <a:solidFill>
                  <a:schemeClr val="tx1"/>
                </a:solidFill>
                <a:latin typeface="Poppins" panose="00000500000000000000" pitchFamily="2" charset="0"/>
                <a:ea typeface="Poppins"/>
                <a:cs typeface="Poppins" panose="00000500000000000000" pitchFamily="2" charset="0"/>
                <a:sym typeface="Poppins"/>
              </a:rPr>
              <a:t>C</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onduza a análise das funções consultar_produto() e listar_produtos() em duplas, incentivando os estudantes a identificarem exatamente qual linha se repete entre elas antes de propor a nova função. Reforce que a nova função deve receber nome e preço como parâmetros e devolver o texto pronto para exibição.</a:t>
            </a: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rPr>
              <a:t>Tempo previsto:</a:t>
            </a:r>
            <a:r>
              <a:rPr lang="pt-BR" sz="1000" dirty="0">
                <a:solidFill>
                  <a:schemeClr val="tx1"/>
                </a:solidFill>
                <a:latin typeface="Poppins" panose="00000500000000000000" pitchFamily="2" charset="0"/>
                <a:ea typeface="Poppins"/>
                <a:cs typeface="Poppins" panose="00000500000000000000" pitchFamily="2" charset="0"/>
                <a:sym typeface="Poppins"/>
              </a:rPr>
              <a:t> </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20 minutos.</a:t>
            </a: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1"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rPr>
              <a:t>Gestão de sala de aula:</a:t>
            </a:r>
            <a:r>
              <a:rPr lang="pt-BR" sz="1000" dirty="0">
                <a:solidFill>
                  <a:schemeClr val="tx1"/>
                </a:solidFill>
                <a:latin typeface="Poppins" panose="00000500000000000000" pitchFamily="2" charset="0"/>
                <a:ea typeface="Poppins"/>
                <a:cs typeface="Poppins" panose="00000500000000000000" pitchFamily="2" charset="0"/>
                <a:sym typeface="Poppins"/>
              </a:rPr>
              <a:t> </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circule pela sala acompanhando as duplas. Apoie os grupos com dificuldade para escrever a assinatura da função formatar_produto(nome, preco), sem entregar a resposta pronta, e incentive as duplas que concluírem primeiro a compararem sua proposta com a de outra dupla.</a:t>
            </a: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chemeClr val="dk1"/>
              </a:buClr>
              <a:buSzPts val="1100"/>
              <a:buFont typeface="Arial"/>
              <a:buNone/>
            </a:pPr>
            <a:r>
              <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rPr>
              <a:t>Condução da dinâmica:</a:t>
            </a:r>
            <a:r>
              <a:rPr lang="pt-BR" sz="1000" dirty="0">
                <a:solidFill>
                  <a:schemeClr val="tx1"/>
                </a:solidFill>
                <a:latin typeface="Poppins" panose="00000500000000000000" pitchFamily="2" charset="0"/>
                <a:ea typeface="Poppins"/>
                <a:cs typeface="Poppins" panose="00000500000000000000" pitchFamily="2" charset="0"/>
                <a:sym typeface="Poppins"/>
              </a:rPr>
              <a:t> </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peça que cada dupla releia as duas funções e aponte a linha repetida. Em seguida, oriente a escrita da nova função formatar_produto(nome, preco) no caderno e a explicação de como cada função original passaria a chamá-la. Encerre com uma rodada rápida em que algumas duplas compartilham sua proposta.</a:t>
            </a: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chemeClr val="tx1"/>
                </a:solidFill>
                <a:latin typeface="Poppins" panose="00000500000000000000" pitchFamily="2" charset="0"/>
                <a:ea typeface="Poppins"/>
                <a:cs typeface="Poppins" panose="00000500000000000000" pitchFamily="2" charset="0"/>
                <a:sym typeface="Poppins"/>
              </a:rPr>
              <a:t>Expectativas de respostas:</a:t>
            </a:r>
            <a:r>
              <a:rPr lang="pt-BR" sz="1000" b="1" dirty="0">
                <a:solidFill>
                  <a:schemeClr val="tx1"/>
                </a:solidFill>
                <a:latin typeface="Poppins" panose="00000500000000000000" pitchFamily="2" charset="0"/>
                <a:ea typeface="Poppins"/>
                <a:cs typeface="Poppins" panose="00000500000000000000" pitchFamily="2" charset="0"/>
                <a:sym typeface="Poppins"/>
              </a:rPr>
              <a:t> </a:t>
            </a:r>
            <a:r>
              <a:rPr lang="pt-BR" sz="1000" dirty="0">
                <a:solidFill>
                  <a:schemeClr val="tx1"/>
                </a:solidFill>
                <a:latin typeface="Poppins" panose="00000500000000000000" pitchFamily="2" charset="0"/>
                <a:ea typeface="Poppins"/>
                <a:cs typeface="Poppins" panose="00000500000000000000" pitchFamily="2" charset="0"/>
                <a:sym typeface="Poppins"/>
              </a:rPr>
              <a:t>disponível nos slides do professor.</a:t>
            </a:r>
            <a:r>
              <a:rPr lang="pt-BR" sz="1000" b="1" dirty="0">
                <a:solidFill>
                  <a:schemeClr val="tx1"/>
                </a:solidFill>
                <a:latin typeface="Poppins" panose="00000500000000000000" pitchFamily="2" charset="0"/>
                <a:ea typeface="Poppins"/>
                <a:cs typeface="Poppins" panose="00000500000000000000" pitchFamily="2" charset="0"/>
                <a:sym typeface="Poppins"/>
              </a:rPr>
              <a:t> </a:t>
            </a:r>
            <a:r>
              <a:rPr lang="pt-BR" sz="1000" dirty="0">
                <a:solidFill>
                  <a:schemeClr val="tx1"/>
                </a:solidFill>
                <a:latin typeface="Poppins" panose="00000500000000000000" pitchFamily="2" charset="0"/>
                <a:ea typeface="Poppins"/>
                <a:cs typeface="Poppins" panose="00000500000000000000" pitchFamily="2" charset="0"/>
                <a:sym typeface="Poppins"/>
              </a:rPr>
              <a:t>E</a:t>
            </a:r>
            <a:r>
              <a:rPr lang="pt-BR" sz="1000" b="0" i="0" u="none" strike="noStrike" cap="none" dirty="0">
                <a:solidFill>
                  <a:schemeClr val="tx1"/>
                </a:solidFill>
                <a:latin typeface="Poppins" panose="00000500000000000000" pitchFamily="2" charset="0"/>
                <a:ea typeface="Poppins"/>
                <a:cs typeface="Poppins" panose="00000500000000000000" pitchFamily="2" charset="0"/>
                <a:sym typeface="Poppins"/>
              </a:rPr>
              <a:t>spera-se que os estudantes identifiquem corretamente a linha repetida entre as duas funções e proponham uma função formatar_produto(nome, preco) coerente, capaz de substituir a repetição em ambos os lugares. Essa prática prepara a turma para aplicar a mesma refatoração diretamente no projeto na próxima aula.</a:t>
            </a:r>
            <a:endParaRPr sz="1000" b="0" i="0" u="none" strike="noStrike" cap="none" dirty="0">
              <a:solidFill>
                <a:schemeClr val="tx1"/>
              </a:solidFill>
              <a:latin typeface="Poppins" panose="00000500000000000000" pitchFamily="2" charset="0"/>
              <a:ea typeface="Poppins"/>
              <a:cs typeface="Poppins" panose="00000500000000000000" pitchFamily="2" charset="0"/>
              <a:sym typeface="Poppins"/>
            </a:endParaRPr>
          </a:p>
        </p:txBody>
      </p:sp>
      <p:grpSp>
        <p:nvGrpSpPr>
          <p:cNvPr id="4388" name="Google Shape;4388;p401"/>
          <p:cNvGrpSpPr/>
          <p:nvPr/>
        </p:nvGrpSpPr>
        <p:grpSpPr>
          <a:xfrm>
            <a:off x="497841" y="1432904"/>
            <a:ext cx="386100" cy="382500"/>
            <a:chOff x="497841" y="1318604"/>
            <a:chExt cx="386100" cy="382500"/>
          </a:xfrm>
        </p:grpSpPr>
        <p:sp>
          <p:nvSpPr>
            <p:cNvPr id="4389" name="Google Shape;4389;p401"/>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90" name="Google Shape;4390;p401"/>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4391" name="Google Shape;4391;p401"/>
          <p:cNvGrpSpPr/>
          <p:nvPr/>
        </p:nvGrpSpPr>
        <p:grpSpPr>
          <a:xfrm>
            <a:off x="497841" y="2534118"/>
            <a:ext cx="386100" cy="382500"/>
            <a:chOff x="497841" y="2265726"/>
            <a:chExt cx="386100" cy="382500"/>
          </a:xfrm>
        </p:grpSpPr>
        <p:sp>
          <p:nvSpPr>
            <p:cNvPr id="4392" name="Google Shape;4392;p401"/>
            <p:cNvSpPr/>
            <p:nvPr/>
          </p:nvSpPr>
          <p:spPr>
            <a:xfrm>
              <a:off x="497841" y="226572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4393" name="Google Shape;4393;p401"/>
            <p:cNvSpPr/>
            <p:nvPr/>
          </p:nvSpPr>
          <p:spPr>
            <a:xfrm>
              <a:off x="566852" y="2344156"/>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4394" name="Google Shape;4394;p401"/>
          <p:cNvGrpSpPr/>
          <p:nvPr/>
        </p:nvGrpSpPr>
        <p:grpSpPr>
          <a:xfrm>
            <a:off x="497841" y="2027174"/>
            <a:ext cx="386100" cy="382500"/>
            <a:chOff x="497841" y="1802325"/>
            <a:chExt cx="386100" cy="382500"/>
          </a:xfrm>
        </p:grpSpPr>
        <p:sp>
          <p:nvSpPr>
            <p:cNvPr id="4395" name="Google Shape;4395;p401"/>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96" name="Google Shape;4396;p401"/>
            <p:cNvPicPr preferRelativeResize="0"/>
            <p:nvPr/>
          </p:nvPicPr>
          <p:blipFill rotWithShape="1">
            <a:blip r:embed="rId3">
              <a:alphaModFix/>
            </a:blip>
            <a:srcRect/>
            <a:stretch/>
          </p:blipFill>
          <p:spPr>
            <a:xfrm>
              <a:off x="616072" y="1896031"/>
              <a:ext cx="154445" cy="193056"/>
            </a:xfrm>
            <a:prstGeom prst="rect">
              <a:avLst/>
            </a:prstGeom>
            <a:noFill/>
            <a:ln>
              <a:noFill/>
            </a:ln>
          </p:spPr>
        </p:pic>
      </p:grpSp>
      <p:grpSp>
        <p:nvGrpSpPr>
          <p:cNvPr id="4397" name="Google Shape;4397;p401"/>
          <p:cNvGrpSpPr/>
          <p:nvPr/>
        </p:nvGrpSpPr>
        <p:grpSpPr>
          <a:xfrm>
            <a:off x="497841" y="3006012"/>
            <a:ext cx="386100" cy="382500"/>
            <a:chOff x="497841" y="3037886"/>
            <a:chExt cx="386100" cy="382500"/>
          </a:xfrm>
        </p:grpSpPr>
        <p:sp>
          <p:nvSpPr>
            <p:cNvPr id="4398" name="Google Shape;4398;p401"/>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99" name="Google Shape;4399;p401"/>
            <p:cNvPicPr preferRelativeResize="0"/>
            <p:nvPr/>
          </p:nvPicPr>
          <p:blipFill rotWithShape="1">
            <a:blip r:embed="rId4">
              <a:alphaModFix/>
            </a:blip>
            <a:srcRect/>
            <a:stretch/>
          </p:blipFill>
          <p:spPr>
            <a:xfrm>
              <a:off x="565906" y="3108341"/>
              <a:ext cx="235296" cy="240643"/>
            </a:xfrm>
            <a:prstGeom prst="rect">
              <a:avLst/>
            </a:prstGeom>
            <a:noFill/>
            <a:ln>
              <a:noFill/>
            </a:ln>
          </p:spPr>
        </p:pic>
      </p:grpSp>
      <p:grpSp>
        <p:nvGrpSpPr>
          <p:cNvPr id="4400" name="Google Shape;4400;p401"/>
          <p:cNvGrpSpPr/>
          <p:nvPr/>
        </p:nvGrpSpPr>
        <p:grpSpPr>
          <a:xfrm>
            <a:off x="497841" y="3597242"/>
            <a:ext cx="386100" cy="382500"/>
            <a:chOff x="497841" y="3801694"/>
            <a:chExt cx="386100" cy="382500"/>
          </a:xfrm>
        </p:grpSpPr>
        <p:sp>
          <p:nvSpPr>
            <p:cNvPr id="4401" name="Google Shape;4401;p401"/>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4387" name="Google Shape;4387;p401"/>
            <p:cNvPicPr preferRelativeResize="0"/>
            <p:nvPr/>
          </p:nvPicPr>
          <p:blipFill rotWithShape="1">
            <a:blip r:embed="rId5">
              <a:alphaModFix/>
            </a:blip>
            <a:srcRect/>
            <a:stretch/>
          </p:blipFill>
          <p:spPr>
            <a:xfrm>
              <a:off x="581782" y="3855815"/>
              <a:ext cx="208026" cy="266700"/>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3054">
          <a:extLst>
            <a:ext uri="{FF2B5EF4-FFF2-40B4-BE49-F238E27FC236}">
              <a16:creationId xmlns:a16="http://schemas.microsoft.com/office/drawing/2014/main" id="{9CAFA2E3-20AD-2ED8-6F0C-BB7508F825EE}"/>
            </a:ext>
          </a:extLst>
        </p:cNvPr>
        <p:cNvGrpSpPr/>
        <p:nvPr/>
      </p:nvGrpSpPr>
      <p:grpSpPr>
        <a:xfrm>
          <a:off x="0" y="0"/>
          <a:ext cx="0" cy="0"/>
          <a:chOff x="0" y="0"/>
          <a:chExt cx="0" cy="0"/>
        </a:xfrm>
      </p:grpSpPr>
      <p:sp>
        <p:nvSpPr>
          <p:cNvPr id="5" name="Google Shape;1737;p54">
            <a:extLst>
              <a:ext uri="{FF2B5EF4-FFF2-40B4-BE49-F238E27FC236}">
                <a16:creationId xmlns:a16="http://schemas.microsoft.com/office/drawing/2014/main" id="{6ECC32B4-AF39-531F-7FE4-1E06AC0E19EB}"/>
              </a:ext>
            </a:extLst>
          </p:cNvPr>
          <p:cNvSpPr/>
          <p:nvPr/>
        </p:nvSpPr>
        <p:spPr>
          <a:xfrm>
            <a:off x="0" y="4926158"/>
            <a:ext cx="12192000" cy="493059"/>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lt1"/>
              </a:solidFill>
              <a:latin typeface="Arial"/>
              <a:ea typeface="Arial"/>
              <a:cs typeface="Arial"/>
              <a:sym typeface="Arial"/>
            </a:endParaRPr>
          </a:p>
        </p:txBody>
      </p:sp>
      <p:sp>
        <p:nvSpPr>
          <p:cNvPr id="4" name="Google Shape;1709;p52">
            <a:extLst>
              <a:ext uri="{FF2B5EF4-FFF2-40B4-BE49-F238E27FC236}">
                <a16:creationId xmlns:a16="http://schemas.microsoft.com/office/drawing/2014/main" id="{80EA3FAD-292C-7369-501E-3C8BA4A0D646}"/>
              </a:ext>
            </a:extLst>
          </p:cNvPr>
          <p:cNvSpPr/>
          <p:nvPr/>
        </p:nvSpPr>
        <p:spPr>
          <a:xfrm>
            <a:off x="0" y="666839"/>
            <a:ext cx="12192000" cy="493058"/>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rgbClr val="FFFFFF"/>
              </a:solidFill>
              <a:latin typeface="Arial"/>
              <a:ea typeface="Arial"/>
              <a:cs typeface="Arial"/>
              <a:sym typeface="Arial"/>
            </a:endParaRPr>
          </a:p>
        </p:txBody>
      </p:sp>
      <p:cxnSp>
        <p:nvCxnSpPr>
          <p:cNvPr id="2" name="Google Shape;1739;p54">
            <a:extLst>
              <a:ext uri="{FF2B5EF4-FFF2-40B4-BE49-F238E27FC236}">
                <a16:creationId xmlns:a16="http://schemas.microsoft.com/office/drawing/2014/main" id="{4037DCCF-638B-09AA-2B1C-E0F7CE4F38D1}"/>
              </a:ext>
            </a:extLst>
          </p:cNvPr>
          <p:cNvCxnSpPr>
            <a:cxnSpLocks/>
          </p:cNvCxnSpPr>
          <p:nvPr/>
        </p:nvCxnSpPr>
        <p:spPr>
          <a:xfrm flipV="1">
            <a:off x="683554" y="5211659"/>
            <a:ext cx="0" cy="1427266"/>
          </a:xfrm>
          <a:prstGeom prst="straightConnector1">
            <a:avLst/>
          </a:prstGeom>
          <a:noFill/>
          <a:ln w="19050" cap="flat" cmpd="sng">
            <a:solidFill>
              <a:schemeClr val="dk1"/>
            </a:solidFill>
            <a:prstDash val="solid"/>
            <a:round/>
            <a:headEnd type="oval" w="med" len="med"/>
            <a:tailEnd type="oval" w="med" len="med"/>
          </a:ln>
        </p:spPr>
      </p:cxnSp>
      <p:cxnSp>
        <p:nvCxnSpPr>
          <p:cNvPr id="3" name="Conector Reto 6">
            <a:extLst>
              <a:ext uri="{FF2B5EF4-FFF2-40B4-BE49-F238E27FC236}">
                <a16:creationId xmlns:a16="http://schemas.microsoft.com/office/drawing/2014/main" id="{9F0A2902-1D3F-437F-11E7-2B9D284AB27B}"/>
              </a:ext>
            </a:extLst>
          </p:cNvPr>
          <p:cNvCxnSpPr>
            <a:cxnSpLocks/>
          </p:cNvCxnSpPr>
          <p:nvPr/>
        </p:nvCxnSpPr>
        <p:spPr>
          <a:xfrm flipV="1">
            <a:off x="685795" y="962025"/>
            <a:ext cx="0" cy="3695700"/>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D9477D33-9729-F054-4973-B4BE3F1194C5}"/>
              </a:ext>
            </a:extLst>
          </p:cNvPr>
          <p:cNvSpPr txBox="1"/>
          <p:nvPr/>
        </p:nvSpPr>
        <p:spPr>
          <a:xfrm>
            <a:off x="985520" y="663122"/>
            <a:ext cx="5923280" cy="482898"/>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17</a:t>
            </a:r>
            <a:endParaRPr lang="pt-BR" sz="3200" b="1" dirty="0">
              <a:solidFill>
                <a:schemeClr val="bg1"/>
              </a:solidFill>
              <a:latin typeface="Poppins" pitchFamily="2" charset="77"/>
              <a:cs typeface="Poppins" pitchFamily="2" charset="77"/>
            </a:endParaRPr>
          </a:p>
        </p:txBody>
      </p:sp>
      <p:sp>
        <p:nvSpPr>
          <p:cNvPr id="7" name="Oval 8">
            <a:extLst>
              <a:ext uri="{FF2B5EF4-FFF2-40B4-BE49-F238E27FC236}">
                <a16:creationId xmlns:a16="http://schemas.microsoft.com/office/drawing/2014/main" id="{EAC2872F-2A96-3C6F-C965-017C0A625304}"/>
              </a:ext>
            </a:extLst>
          </p:cNvPr>
          <p:cNvSpPr/>
          <p:nvPr/>
        </p:nvSpPr>
        <p:spPr>
          <a:xfrm>
            <a:off x="497841" y="4007839"/>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8" name="Oval 9">
            <a:extLst>
              <a:ext uri="{FF2B5EF4-FFF2-40B4-BE49-F238E27FC236}">
                <a16:creationId xmlns:a16="http://schemas.microsoft.com/office/drawing/2014/main" id="{364A0266-5031-58C4-486F-537F11FEE65A}"/>
              </a:ext>
            </a:extLst>
          </p:cNvPr>
          <p:cNvSpPr/>
          <p:nvPr/>
        </p:nvSpPr>
        <p:spPr>
          <a:xfrm>
            <a:off x="497841" y="3111045"/>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9" name="Oval 10">
            <a:extLst>
              <a:ext uri="{FF2B5EF4-FFF2-40B4-BE49-F238E27FC236}">
                <a16:creationId xmlns:a16="http://schemas.microsoft.com/office/drawing/2014/main" id="{51B73A95-1EA8-5718-DAB1-FCBF77BCE75C}"/>
              </a:ext>
            </a:extLst>
          </p:cNvPr>
          <p:cNvSpPr/>
          <p:nvPr/>
        </p:nvSpPr>
        <p:spPr>
          <a:xfrm>
            <a:off x="497841" y="2386251"/>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0" name="Oval 11">
            <a:extLst>
              <a:ext uri="{FF2B5EF4-FFF2-40B4-BE49-F238E27FC236}">
                <a16:creationId xmlns:a16="http://schemas.microsoft.com/office/drawing/2014/main" id="{D330C165-B50C-4D87-E99E-46DFF0A6EE12}"/>
              </a:ext>
            </a:extLst>
          </p:cNvPr>
          <p:cNvSpPr/>
          <p:nvPr/>
        </p:nvSpPr>
        <p:spPr>
          <a:xfrm>
            <a:off x="497841" y="1890557"/>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1" name="Oval 12">
            <a:extLst>
              <a:ext uri="{FF2B5EF4-FFF2-40B4-BE49-F238E27FC236}">
                <a16:creationId xmlns:a16="http://schemas.microsoft.com/office/drawing/2014/main" id="{78C87C67-09FE-80CD-4E58-6ABF73AEBE1C}"/>
              </a:ext>
            </a:extLst>
          </p:cNvPr>
          <p:cNvSpPr/>
          <p:nvPr/>
        </p:nvSpPr>
        <p:spPr>
          <a:xfrm>
            <a:off x="497841" y="1283109"/>
            <a:ext cx="386079" cy="382464"/>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2" name="Google Shape;2216;p100">
            <a:extLst>
              <a:ext uri="{FF2B5EF4-FFF2-40B4-BE49-F238E27FC236}">
                <a16:creationId xmlns:a16="http://schemas.microsoft.com/office/drawing/2014/main" id="{C8A618A3-ECA4-56F8-560A-9681BC702FCA}"/>
              </a:ext>
            </a:extLst>
          </p:cNvPr>
          <p:cNvSpPr/>
          <p:nvPr/>
        </p:nvSpPr>
        <p:spPr>
          <a:xfrm>
            <a:off x="569897" y="1381664"/>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3" name="Imagem 12">
            <a:extLst>
              <a:ext uri="{FF2B5EF4-FFF2-40B4-BE49-F238E27FC236}">
                <a16:creationId xmlns:a16="http://schemas.microsoft.com/office/drawing/2014/main" id="{8744ABA1-C28E-101E-30A9-821C5BE3A2C1}"/>
              </a:ext>
            </a:extLst>
          </p:cNvPr>
          <p:cNvPicPr>
            <a:picLocks noChangeAspect="1"/>
          </p:cNvPicPr>
          <p:nvPr/>
        </p:nvPicPr>
        <p:blipFill>
          <a:blip r:embed="rId3"/>
          <a:srcRect/>
          <a:stretch/>
        </p:blipFill>
        <p:spPr>
          <a:xfrm>
            <a:off x="614865" y="1986676"/>
            <a:ext cx="156858" cy="188229"/>
          </a:xfrm>
          <a:prstGeom prst="rect">
            <a:avLst/>
          </a:prstGeom>
        </p:spPr>
      </p:pic>
      <p:sp>
        <p:nvSpPr>
          <p:cNvPr id="14" name="Google Shape;2223;p100">
            <a:extLst>
              <a:ext uri="{FF2B5EF4-FFF2-40B4-BE49-F238E27FC236}">
                <a16:creationId xmlns:a16="http://schemas.microsoft.com/office/drawing/2014/main" id="{F8EECA88-C5A2-8960-0305-4D6597B2F7DA}"/>
              </a:ext>
            </a:extLst>
          </p:cNvPr>
          <p:cNvSpPr>
            <a:spLocks/>
          </p:cNvSpPr>
          <p:nvPr/>
        </p:nvSpPr>
        <p:spPr>
          <a:xfrm>
            <a:off x="566852" y="2464681"/>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Gráfico 14">
            <a:extLst>
              <a:ext uri="{FF2B5EF4-FFF2-40B4-BE49-F238E27FC236}">
                <a16:creationId xmlns:a16="http://schemas.microsoft.com/office/drawing/2014/main" id="{4246E70A-C46C-8CB6-8CB0-AE04C0D82F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906" y="3181500"/>
            <a:ext cx="235296" cy="240643"/>
          </a:xfrm>
          <a:prstGeom prst="rect">
            <a:avLst/>
          </a:prstGeom>
        </p:spPr>
      </p:pic>
      <p:pic>
        <p:nvPicPr>
          <p:cNvPr id="16" name="Gráfico 15">
            <a:extLst>
              <a:ext uri="{FF2B5EF4-FFF2-40B4-BE49-F238E27FC236}">
                <a16:creationId xmlns:a16="http://schemas.microsoft.com/office/drawing/2014/main" id="{FCA47D96-703A-1055-6254-70D44C21B0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1782" y="4061959"/>
            <a:ext cx="208026" cy="266700"/>
          </a:xfrm>
          <a:prstGeom prst="rect">
            <a:avLst/>
          </a:prstGeom>
        </p:spPr>
      </p:pic>
      <p:sp>
        <p:nvSpPr>
          <p:cNvPr id="17" name="CaixaDeTexto 3">
            <a:extLst>
              <a:ext uri="{FF2B5EF4-FFF2-40B4-BE49-F238E27FC236}">
                <a16:creationId xmlns:a16="http://schemas.microsoft.com/office/drawing/2014/main" id="{473EFC5B-00C7-5806-4FDD-DF111AF56C7F}"/>
              </a:ext>
            </a:extLst>
          </p:cNvPr>
          <p:cNvSpPr txBox="1"/>
          <p:nvPr/>
        </p:nvSpPr>
        <p:spPr>
          <a:xfrm>
            <a:off x="999415" y="1364950"/>
            <a:ext cx="10876724" cy="2985433"/>
          </a:xfrm>
          <a:prstGeom prst="rect">
            <a:avLst/>
          </a:prstGeom>
          <a:noFill/>
          <a:ln>
            <a:noFill/>
          </a:ln>
        </p:spPr>
        <p:txBody>
          <a:bodyPr wrap="square" lIns="60960" tIns="30480" rIns="60960" bIns="3048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SzPts val="1000"/>
            </a:pPr>
            <a:r>
              <a:rPr lang="pt-BR" sz="1000" b="1" dirty="0">
                <a:latin typeface="Poppins"/>
                <a:ea typeface="Poppins"/>
                <a:cs typeface="Poppins"/>
                <a:sym typeface="Poppins"/>
              </a:rPr>
              <a:t>Orientações: </a:t>
            </a:r>
            <a:r>
              <a:rPr lang="pt-BR" sz="1000" dirty="0">
                <a:latin typeface="Poppins"/>
                <a:ea typeface="Poppins"/>
                <a:cs typeface="Poppins"/>
                <a:sym typeface="Poppins"/>
              </a:rPr>
              <a:t>a seção </a:t>
            </a:r>
            <a:r>
              <a:rPr lang="pt-BR" sz="1000" b="1" dirty="0">
                <a:latin typeface="Poppins"/>
                <a:ea typeface="Poppins"/>
                <a:cs typeface="Poppins"/>
                <a:sym typeface="Poppins"/>
              </a:rPr>
              <a:t>O que nós aprendemos hoje? </a:t>
            </a:r>
            <a:r>
              <a:rPr lang="pt-BR" sz="1000" dirty="0">
                <a:latin typeface="Poppins"/>
                <a:ea typeface="Poppins"/>
                <a:cs typeface="Poppins"/>
                <a:sym typeface="Poppins"/>
              </a:rPr>
              <a:t>tem o objetivo de reforçar e esclarecer os principais conceitos discutidos, incentivando os estudantes a recordarem e articularem os principais pontos da aula. </a:t>
            </a:r>
          </a:p>
          <a:p>
            <a:pPr lvl="0">
              <a:buSzPts val="1000"/>
            </a:pPr>
            <a:endParaRPr lang="pt-BR" sz="1000" b="1" dirty="0">
              <a:latin typeface="Poppins"/>
              <a:ea typeface="Poppins"/>
              <a:cs typeface="Poppins"/>
              <a:sym typeface="Poppins"/>
            </a:endParaRPr>
          </a:p>
          <a:p>
            <a:pPr lvl="0">
              <a:buSzPts val="1000"/>
            </a:pPr>
            <a:br>
              <a:rPr lang="pt-BR" sz="1000" b="1" dirty="0">
                <a:latin typeface="Poppins"/>
                <a:ea typeface="Poppins"/>
                <a:cs typeface="Poppins"/>
                <a:sym typeface="Poppins"/>
              </a:rPr>
            </a:br>
            <a:r>
              <a:rPr lang="pt-BR" sz="1000" b="1" dirty="0">
                <a:latin typeface="Poppins"/>
                <a:ea typeface="Poppins"/>
                <a:cs typeface="Poppins"/>
                <a:sym typeface="Poppins"/>
              </a:rPr>
              <a:t>Tempo previsto: </a:t>
            </a:r>
            <a:r>
              <a:rPr lang="pt-BR" sz="1000" dirty="0">
                <a:latin typeface="Poppins"/>
                <a:ea typeface="Poppins"/>
                <a:cs typeface="Poppins"/>
                <a:sym typeface="Poppins"/>
              </a:rPr>
              <a:t>2 minutos. </a:t>
            </a:r>
          </a:p>
          <a:p>
            <a:pPr lvl="0">
              <a:buSzPts val="1000"/>
            </a:pPr>
            <a:endParaRPr lang="pt-BR" sz="1000" b="1" dirty="0">
              <a:latin typeface="Poppins"/>
              <a:ea typeface="Poppins"/>
              <a:cs typeface="Poppins"/>
              <a:sym typeface="Poppins"/>
            </a:endParaRPr>
          </a:p>
          <a:p>
            <a:pPr lvl="0">
              <a:buSzPts val="1000"/>
            </a:pPr>
            <a:endParaRPr lang="pt-BR" sz="1000" b="1" dirty="0">
              <a:latin typeface="Poppins"/>
              <a:ea typeface="Poppins"/>
              <a:cs typeface="Poppins"/>
              <a:sym typeface="Poppins"/>
            </a:endParaRPr>
          </a:p>
          <a:p>
            <a:pPr lvl="0">
              <a:buSzPts val="1000"/>
            </a:pPr>
            <a:r>
              <a:rPr lang="pt-BR" sz="1000" b="1" dirty="0">
                <a:latin typeface="Poppins"/>
                <a:ea typeface="Poppins"/>
                <a:cs typeface="Poppins"/>
                <a:sym typeface="Poppins"/>
              </a:rPr>
              <a:t>Gestão de sala de aula:</a:t>
            </a:r>
          </a:p>
          <a:p>
            <a:pPr marL="171450" lvl="0" indent="-171450">
              <a:buSzPts val="1000"/>
              <a:buFont typeface="Arial" panose="020B0604020202020204" pitchFamily="34" charset="0"/>
              <a:buChar char="•"/>
            </a:pPr>
            <a:r>
              <a:rPr lang="pt-BR" sz="1000" dirty="0">
                <a:latin typeface="Poppins"/>
                <a:ea typeface="Poppins"/>
                <a:cs typeface="Poppins"/>
                <a:sym typeface="Poppins"/>
              </a:rPr>
              <a:t>mantenha um tom positivo e construtivo, reforçando o aprendizado; </a:t>
            </a:r>
          </a:p>
          <a:p>
            <a:pPr marL="171450" lvl="0" indent="-171450">
              <a:buSzPts val="1000"/>
              <a:buFont typeface="Arial" panose="020B0604020202020204" pitchFamily="34" charset="0"/>
              <a:buChar char="•"/>
            </a:pPr>
            <a:r>
              <a:rPr lang="pt-BR" sz="1000" dirty="0">
                <a:latin typeface="Poppins"/>
                <a:ea typeface="Poppins"/>
                <a:cs typeface="Poppins"/>
                <a:sym typeface="Poppins"/>
              </a:rPr>
              <a:t>seja direto e objetivo nas explicações para manter a atividade dentro do tempo estipulado; </a:t>
            </a:r>
          </a:p>
          <a:p>
            <a:pPr marL="171450" lvl="0" indent="-171450">
              <a:buSzPts val="1000"/>
              <a:buFont typeface="Arial" panose="020B0604020202020204" pitchFamily="34" charset="0"/>
              <a:buChar char="•"/>
            </a:pPr>
            <a:r>
              <a:rPr lang="pt-BR" sz="1000" dirty="0">
                <a:latin typeface="Poppins"/>
                <a:ea typeface="Poppins"/>
                <a:cs typeface="Poppins"/>
                <a:sym typeface="Poppins"/>
              </a:rPr>
              <a:t>engaje os estudantes rapidamente, pedindo confirmações ou reações breves às definições apresentadas. </a:t>
            </a:r>
          </a:p>
          <a:p>
            <a:pPr lvl="0">
              <a:buSzPts val="1000"/>
            </a:pPr>
            <a:endParaRPr lang="pt-BR" sz="1000" b="1" dirty="0">
              <a:latin typeface="Poppins"/>
              <a:ea typeface="Poppins"/>
              <a:cs typeface="Poppins"/>
              <a:sym typeface="Poppins"/>
            </a:endParaRPr>
          </a:p>
          <a:p>
            <a:pPr lvl="0">
              <a:buSzPts val="1000"/>
            </a:pPr>
            <a:r>
              <a:rPr lang="pt-BR" sz="1000" b="1" dirty="0">
                <a:latin typeface="Poppins"/>
                <a:ea typeface="Poppins"/>
                <a:cs typeface="Poppins"/>
                <a:sym typeface="Poppins"/>
              </a:rPr>
              <a:t>Condução da dinâmica:</a:t>
            </a:r>
          </a:p>
          <a:p>
            <a:pPr marL="171450" lvl="0" indent="-171450">
              <a:buSzPts val="1000"/>
              <a:buFont typeface="Arial" panose="020B0604020202020204" pitchFamily="34" charset="0"/>
              <a:buChar char="•"/>
            </a:pPr>
            <a:r>
              <a:rPr lang="pt-BR" sz="1000" dirty="0">
                <a:latin typeface="Poppins"/>
                <a:ea typeface="Poppins"/>
                <a:cs typeface="Poppins"/>
                <a:sym typeface="Poppins"/>
              </a:rPr>
              <a:t>explique aos estudantes que esse é um momento de reflexão e esclarecimento sobre os conceitos abordados na aula; </a:t>
            </a:r>
          </a:p>
          <a:p>
            <a:pPr marL="171450" lvl="0" indent="-171450">
              <a:buSzPts val="1000"/>
              <a:buFont typeface="Arial" panose="020B0604020202020204" pitchFamily="34" charset="0"/>
              <a:buChar char="•"/>
            </a:pPr>
            <a:r>
              <a:rPr lang="pt-BR" sz="1000" dirty="0">
                <a:latin typeface="Poppins"/>
                <a:ea typeface="Poppins"/>
                <a:cs typeface="Poppins"/>
                <a:sym typeface="Poppins"/>
              </a:rPr>
              <a:t>informe que será feita uma rápida revisão para assegurar o entendimento correto das definições e dos conceitos; </a:t>
            </a:r>
          </a:p>
          <a:p>
            <a:pPr marL="171450" lvl="0" indent="-171450">
              <a:buSzPts val="1000"/>
              <a:buFont typeface="Arial" panose="020B0604020202020204" pitchFamily="34" charset="0"/>
              <a:buChar char="•"/>
            </a:pPr>
            <a:r>
              <a:rPr lang="pt-BR" sz="1000" dirty="0">
                <a:latin typeface="Poppins"/>
                <a:ea typeface="Poppins"/>
                <a:cs typeface="Poppins"/>
                <a:sym typeface="Poppins"/>
              </a:rPr>
              <a:t>apresente o slide com os principais tópicos da aula. E retome rapidamente os conceitos representados no esquema, reiterando a importância de cada um deles e como ele se encaixa no contexto maior da aula e na vida profissional.</a:t>
            </a:r>
          </a:p>
          <a:p>
            <a:pPr lvl="0">
              <a:buSzPts val="1000"/>
            </a:pPr>
            <a:endParaRPr lang="pt-BR" sz="1000" b="1" dirty="0">
              <a:latin typeface="Poppins"/>
              <a:ea typeface="Poppins"/>
              <a:cs typeface="Poppins"/>
              <a:sym typeface="Poppins"/>
            </a:endParaRPr>
          </a:p>
          <a:p>
            <a:pPr lvl="0">
              <a:buSzPts val="1000"/>
            </a:pPr>
            <a:r>
              <a:rPr lang="pt-BR" sz="1000" b="1" dirty="0">
                <a:latin typeface="Poppins"/>
                <a:ea typeface="Poppins"/>
                <a:cs typeface="Poppins"/>
                <a:sym typeface="Poppins"/>
              </a:rPr>
              <a:t>O que é esperado: </a:t>
            </a:r>
            <a:r>
              <a:rPr lang="pt-BR" sz="1000" dirty="0">
                <a:latin typeface="Poppins"/>
                <a:ea typeface="Poppins"/>
                <a:cs typeface="Poppins"/>
                <a:sym typeface="Poppins"/>
              </a:rPr>
              <a:t>os estudantes devem sair da aula com um entendimento claro e preciso dos conceitos principais. </a:t>
            </a:r>
          </a:p>
        </p:txBody>
      </p:sp>
      <p:sp>
        <p:nvSpPr>
          <p:cNvPr id="18" name="Google Shape;1740;p54">
            <a:extLst>
              <a:ext uri="{FF2B5EF4-FFF2-40B4-BE49-F238E27FC236}">
                <a16:creationId xmlns:a16="http://schemas.microsoft.com/office/drawing/2014/main" id="{BF69FAD1-BEB8-9556-268E-B96393FF50DD}"/>
              </a:ext>
            </a:extLst>
          </p:cNvPr>
          <p:cNvSpPr/>
          <p:nvPr/>
        </p:nvSpPr>
        <p:spPr>
          <a:xfrm>
            <a:off x="492761" y="5501966"/>
            <a:ext cx="386080" cy="382464"/>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19" name="Google Shape;1741;p54">
            <a:extLst>
              <a:ext uri="{FF2B5EF4-FFF2-40B4-BE49-F238E27FC236}">
                <a16:creationId xmlns:a16="http://schemas.microsoft.com/office/drawing/2014/main" id="{4296ADB9-9B1D-691A-5CC2-3A61A7ABDD3F}"/>
              </a:ext>
            </a:extLst>
          </p:cNvPr>
          <p:cNvSpPr txBox="1"/>
          <p:nvPr/>
        </p:nvSpPr>
        <p:spPr>
          <a:xfrm>
            <a:off x="970280" y="4944811"/>
            <a:ext cx="5923280" cy="613375"/>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None/>
            </a:pPr>
            <a:r>
              <a:rPr lang="pt-BR" sz="3000" b="1" i="0" u="none" strike="noStrike" cap="none" dirty="0">
                <a:solidFill>
                  <a:schemeClr val="lt1"/>
                </a:solidFill>
                <a:latin typeface="Poppins"/>
                <a:ea typeface="Poppins"/>
                <a:cs typeface="Poppins"/>
                <a:sym typeface="Poppins"/>
              </a:rPr>
              <a:t>Slide </a:t>
            </a:r>
            <a:r>
              <a:rPr lang="pt-BR" sz="3000" b="1" dirty="0">
                <a:solidFill>
                  <a:schemeClr val="lt1"/>
                </a:solidFill>
                <a:latin typeface="Poppins"/>
                <a:ea typeface="Poppins"/>
                <a:cs typeface="Poppins"/>
                <a:sym typeface="Poppins"/>
              </a:rPr>
              <a:t>18</a:t>
            </a:r>
            <a:endParaRPr dirty="0"/>
          </a:p>
        </p:txBody>
      </p:sp>
      <p:sp>
        <p:nvSpPr>
          <p:cNvPr id="20" name="Google Shape;1743;p54">
            <a:extLst>
              <a:ext uri="{FF2B5EF4-FFF2-40B4-BE49-F238E27FC236}">
                <a16:creationId xmlns:a16="http://schemas.microsoft.com/office/drawing/2014/main" id="{C02A8D23-5F2C-4C7A-8AB6-7336AF0DDFCD}"/>
              </a:ext>
            </a:extLst>
          </p:cNvPr>
          <p:cNvSpPr/>
          <p:nvPr/>
        </p:nvSpPr>
        <p:spPr>
          <a:xfrm>
            <a:off x="492761" y="6072159"/>
            <a:ext cx="386080" cy="382464"/>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21" name="Google Shape;1749;p54">
            <a:extLst>
              <a:ext uri="{FF2B5EF4-FFF2-40B4-BE49-F238E27FC236}">
                <a16:creationId xmlns:a16="http://schemas.microsoft.com/office/drawing/2014/main" id="{60D35CF3-57A0-749E-F157-64B47E438EA1}"/>
              </a:ext>
            </a:extLst>
          </p:cNvPr>
          <p:cNvSpPr/>
          <p:nvPr/>
        </p:nvSpPr>
        <p:spPr>
          <a:xfrm>
            <a:off x="569898" y="5605833"/>
            <a:ext cx="237236"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dirty="0">
              <a:solidFill>
                <a:schemeClr val="dk1"/>
              </a:solidFill>
              <a:latin typeface="Calibri"/>
              <a:ea typeface="Calibri"/>
              <a:cs typeface="Calibri"/>
              <a:sym typeface="Calibri"/>
            </a:endParaRPr>
          </a:p>
        </p:txBody>
      </p:sp>
      <p:pic>
        <p:nvPicPr>
          <p:cNvPr id="22" name="Google Shape;1751;p54">
            <a:extLst>
              <a:ext uri="{FF2B5EF4-FFF2-40B4-BE49-F238E27FC236}">
                <a16:creationId xmlns:a16="http://schemas.microsoft.com/office/drawing/2014/main" id="{03988183-72D3-1F87-ECC3-F594E8A44D14}"/>
              </a:ext>
            </a:extLst>
          </p:cNvPr>
          <p:cNvPicPr preferRelativeResize="0"/>
          <p:nvPr/>
        </p:nvPicPr>
        <p:blipFill rotWithShape="1">
          <a:blip r:embed="rId6">
            <a:alphaModFix/>
          </a:blip>
          <a:srcRect/>
          <a:stretch/>
        </p:blipFill>
        <p:spPr>
          <a:xfrm>
            <a:off x="608578" y="6160263"/>
            <a:ext cx="154445" cy="193056"/>
          </a:xfrm>
          <a:prstGeom prst="rect">
            <a:avLst/>
          </a:prstGeom>
          <a:noFill/>
          <a:ln>
            <a:noFill/>
          </a:ln>
        </p:spPr>
      </p:pic>
      <p:sp>
        <p:nvSpPr>
          <p:cNvPr id="23" name="Google Shape;1260;p25">
            <a:extLst>
              <a:ext uri="{FF2B5EF4-FFF2-40B4-BE49-F238E27FC236}">
                <a16:creationId xmlns:a16="http://schemas.microsoft.com/office/drawing/2014/main" id="{0E6CAE0E-BA50-5941-2D14-CA412126F1A4}"/>
              </a:ext>
            </a:extLst>
          </p:cNvPr>
          <p:cNvSpPr txBox="1"/>
          <p:nvPr/>
        </p:nvSpPr>
        <p:spPr>
          <a:xfrm>
            <a:off x="992497" y="5558186"/>
            <a:ext cx="10251300" cy="830987"/>
          </a:xfrm>
          <a:prstGeom prst="rect">
            <a:avLst/>
          </a:prstGeom>
          <a:noFill/>
          <a:ln>
            <a:noFill/>
          </a:ln>
        </p:spPr>
        <p:txBody>
          <a:bodyPr spcFirstLastPara="1" wrap="square" lIns="60950" tIns="30475" rIns="60950" bIns="30475" anchor="t" anchorCtr="0">
            <a:spAutoFit/>
          </a:bodyPr>
          <a:lstStyle/>
          <a:p>
            <a:r>
              <a:rPr lang="pt-BR" sz="1000" b="1" i="0" u="none" strike="noStrike" cap="none" dirty="0">
                <a:solidFill>
                  <a:srgbClr val="000000"/>
                </a:solidFill>
                <a:latin typeface="Poppins" pitchFamily="2" charset="77"/>
                <a:ea typeface="Poppins"/>
                <a:cs typeface="Poppins" pitchFamily="2" charset="77"/>
                <a:sym typeface="Poppins"/>
              </a:rPr>
              <a:t>Orientações: </a:t>
            </a:r>
            <a:r>
              <a:rPr lang="pt-BR" sz="1000" dirty="0">
                <a:latin typeface="Poppins" pitchFamily="2" charset="77"/>
                <a:cs typeface="Poppins" pitchFamily="2" charset="77"/>
              </a:rPr>
              <a:t>a seção </a:t>
            </a:r>
            <a:r>
              <a:rPr lang="pt-BR" sz="1000" b="1" dirty="0">
                <a:latin typeface="Poppins" pitchFamily="2" charset="77"/>
                <a:cs typeface="Poppins" pitchFamily="2" charset="77"/>
              </a:rPr>
              <a:t>Saiba mais </a:t>
            </a:r>
            <a:r>
              <a:rPr lang="pt-BR" sz="1000" dirty="0">
                <a:latin typeface="Poppins" pitchFamily="2" charset="77"/>
                <a:cs typeface="Poppins" pitchFamily="2" charset="77"/>
              </a:rPr>
              <a:t>apresenta recursos extraclasse para que os estudantes complementem sua formação. Incentive-os a continuarem explorando o tema da aula.</a:t>
            </a: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algn="l"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Tempo previsto: </a:t>
            </a:r>
            <a:r>
              <a:rPr lang="pt-BR" sz="1000" dirty="0">
                <a:latin typeface="Poppins" pitchFamily="2" charset="77"/>
                <a:ea typeface="Poppins"/>
                <a:cs typeface="Poppins" pitchFamily="2" charset="77"/>
                <a:sym typeface="Poppins"/>
              </a:rPr>
              <a:t>1</a:t>
            </a:r>
            <a:r>
              <a:rPr lang="pt-BR" sz="1000" b="0" i="0" u="none" strike="noStrike" cap="none" dirty="0">
                <a:solidFill>
                  <a:srgbClr val="000000"/>
                </a:solidFill>
                <a:latin typeface="Poppins" pitchFamily="2" charset="77"/>
                <a:ea typeface="Poppins"/>
                <a:cs typeface="Poppins" pitchFamily="2" charset="77"/>
                <a:sym typeface="Poppins"/>
              </a:rPr>
              <a:t> minuto.</a:t>
            </a:r>
            <a:endParaRPr sz="1000" b="1" i="0" u="none" strike="noStrike" cap="none" dirty="0">
              <a:solidFill>
                <a:srgbClr val="000000"/>
              </a:solidFill>
              <a:latin typeface="Poppins" pitchFamily="2" charset="77"/>
              <a:ea typeface="Poppins"/>
              <a:cs typeface="Poppins" pitchFamily="2" charset="77"/>
              <a:sym typeface="Poppins"/>
            </a:endParaRPr>
          </a:p>
        </p:txBody>
      </p:sp>
    </p:spTree>
    <p:extLst>
      <p:ext uri="{BB962C8B-B14F-4D97-AF65-F5344CB8AC3E}">
        <p14:creationId xmlns:p14="http://schemas.microsoft.com/office/powerpoint/2010/main" val="785036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3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707</TotalTime>
  <Words>2608</Words>
  <Application>Microsoft Office PowerPoint</Application>
  <PresentationFormat>Ecrã Panorâmico</PresentationFormat>
  <Paragraphs>222</Paragraphs>
  <Slides>26</Slides>
  <Notes>26</Notes>
  <HiddenSlides>8</HiddenSlides>
  <MMClips>0</MMClips>
  <ScaleCrop>false</ScaleCrop>
  <HeadingPairs>
    <vt:vector size="6" baseType="variant">
      <vt:variant>
        <vt:lpstr>Tipos de letra usados</vt:lpstr>
      </vt:variant>
      <vt:variant>
        <vt:i4>7</vt:i4>
      </vt:variant>
      <vt:variant>
        <vt:lpstr>Tema</vt:lpstr>
      </vt:variant>
      <vt:variant>
        <vt:i4>1</vt:i4>
      </vt:variant>
      <vt:variant>
        <vt:lpstr>Títulos dos diapositivos</vt:lpstr>
      </vt:variant>
      <vt:variant>
        <vt:i4>26</vt:i4>
      </vt:variant>
    </vt:vector>
  </HeadingPairs>
  <TitlesOfParts>
    <vt:vector size="34" baseType="lpstr">
      <vt:lpstr>Poppins Light</vt:lpstr>
      <vt:lpstr>Poppins</vt:lpstr>
      <vt:lpstr>Arial</vt:lpstr>
      <vt:lpstr>Courier New</vt:lpstr>
      <vt:lpstr>Poppins Medium</vt:lpstr>
      <vt:lpstr>Calibri</vt:lpstr>
      <vt:lpstr>Roboto Mono</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Gustavo Henrique da Silva Oliveira</cp:lastModifiedBy>
  <cp:revision>109</cp:revision>
  <dcterms:modified xsi:type="dcterms:W3CDTF">2026-09-14T14:50:20Z</dcterms:modified>
</cp:coreProperties>
</file>