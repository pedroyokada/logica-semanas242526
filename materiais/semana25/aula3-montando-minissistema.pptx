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2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90" r:id="rId1"/>
    <p:sldMasterId id="2147483991" r:id="rId2"/>
    <p:sldMasterId id="2147483992" r:id="rId3"/>
  </p:sldMasterIdLst>
  <p:notesMasterIdLst>
    <p:notesMasterId r:id="rId20"/>
  </p:notesMasterIdLst>
  <p:sldIdLst>
    <p:sldId id="309" r:id="rId4"/>
    <p:sldId id="310" r:id="rId5"/>
    <p:sldId id="573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</p:sldIdLst>
  <p:sldSz cx="12192000" cy="6858000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Light" panose="00000400000000000000" pitchFamily="2" charset="0"/>
      <p:regular r:id="rId25"/>
      <p:bold r:id="rId26"/>
      <p:italic r:id="rId27"/>
      <p:boldItalic r:id="rId28"/>
    </p:embeddedFont>
    <p:embeddedFont>
      <p:font typeface="Poppins Medium" panose="000006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3" id="{9AC1B8C9-D46F-425D-8926-C3EB620CE13B}">
          <p14:sldIdLst>
            <p14:sldId id="309"/>
            <p14:sldId id="310"/>
            <p14:sldId id="573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2B738-AAFE-6D6D-6C28-D7A36B5BC90A}" name="DENISE ONCKEN" initials="DO" userId="6cace8f68071a60e" providerId="Windows Live"/>
  <p188:author id="{377AEB95-F34C-FEB2-A03E-D3DA85656470}" name="Izabella Saadi Cerutti" initials="IS" userId="4295702eb40843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  <a:srgbClr val="D9D9D9"/>
    <a:srgbClr val="F2F2F2"/>
    <a:srgbClr val="529AC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CF120E-5B87-4C7C-9629-38861E7C7642}">
  <a:tblStyle styleId="{D7CF120E-5B87-4C7C-9629-38861E7C76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5" name="Google Shape;441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416" name="Google Shape;4416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		</a:t>
            </a:r>
            <a:endParaRPr dirty="0"/>
          </a:p>
        </p:txBody>
      </p:sp>
      <p:sp>
        <p:nvSpPr>
          <p:cNvPr id="4417" name="Google Shape;4417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0" name="Google Shape;4420;g3f6aa78f670_1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421" name="Google Shape;4421;g3f6aa78f670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Google Shape;36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630" name="Google Shape;363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631" name="Google Shape;363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2129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" name="Google Shape;4474;g3f6aa78f670_1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475" name="Google Shape;4475;g3f6aa78f670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3" name="Google Shape;4493;g3f6aa78f670_1_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494" name="Google Shape;4494;g3f6aa78f670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2" name="Google Shape;4502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503" name="Google Shape;450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517" name="Google Shape;451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5" name="Google Shape;4535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536" name="Google Shape;453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8" name="Google Shape;4558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 dirty="0">
                <a:latin typeface="Poppins"/>
                <a:ea typeface="Poppins"/>
                <a:cs typeface="Poppins"/>
                <a:sym typeface="Poppins"/>
              </a:rPr>
              <a:t>	</a:t>
            </a:r>
            <a:endParaRPr dirty="0"/>
          </a:p>
        </p:txBody>
      </p:sp>
      <p:sp>
        <p:nvSpPr>
          <p:cNvPr id="4559" name="Google Shape;455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4" name="Google Shape;4564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565" name="Google Shape;456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0" name="Google Shape;4570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571" name="Google Shape;457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6" name="Google Shape;457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577" name="Google Shape;4577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4578" name="Google Shape;4578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1" name="Google Shape;458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582" name="Google Shape;4582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4583" name="Google Shape;4583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5" name="Google Shape;460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606" name="Google Shape;4606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4607" name="Google Shape;4607;p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1" name="Google Shape;462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622" name="Google Shape;4622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4623" name="Google Shape;4623;p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4" name="Google Shape;4654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		</a:t>
            </a:r>
            <a:endParaRPr dirty="0"/>
          </a:p>
        </p:txBody>
      </p:sp>
      <p:sp>
        <p:nvSpPr>
          <p:cNvPr id="4655" name="Google Shape;4655;p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emf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9925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6473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4223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56843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50430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2014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5220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60122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06" name="Google Shape;606;p61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2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2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2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1" name="Google Shape;611;p62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2" name="Google Shape;612;p62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62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p62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15" name="Google Shape;615;p62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62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17" name="Google Shape;617;p62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62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19" name="Google Shape;619;p62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62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21" name="Google Shape;621;p62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2" name="Google Shape;622;p62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3" name="Google Shape;623;p62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4" name="Google Shape;624;p62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5" name="Google Shape;625;p6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3" name="Google Shape;633;p6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6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4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4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4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64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4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1" name="Google Shape;641;p64"/>
          <p:cNvGrpSpPr/>
          <p:nvPr/>
        </p:nvGrpSpPr>
        <p:grpSpPr>
          <a:xfrm>
            <a:off x="587322" y="1618499"/>
            <a:ext cx="11456514" cy="4435193"/>
            <a:chOff x="880938" y="2427626"/>
            <a:chExt cx="17183911" cy="6652457"/>
          </a:xfrm>
        </p:grpSpPr>
        <p:sp>
          <p:nvSpPr>
            <p:cNvPr id="642" name="Google Shape;642;p64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64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64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64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64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64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64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64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64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64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64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64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64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4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8" name="Google Shape;658;p64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Google Shape;659;p64"/>
          <p:cNvCxnSpPr>
            <a:stCxn id="658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0" name="Google Shape;660;p64"/>
          <p:cNvCxnSpPr>
            <a:endCxn id="639" idx="1"/>
          </p:cNvCxnSpPr>
          <p:nvPr/>
        </p:nvCxnSpPr>
        <p:spPr>
          <a:xfrm rot="10800000" flipH="1">
            <a:off x="7013652" y="5998828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1" name="Google Shape;661;p64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2" name="Google Shape;662;p64"/>
          <p:cNvCxnSpPr>
            <a:stCxn id="661" idx="4"/>
            <a:endCxn id="637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3" name="Google Shape;663;p64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4" name="Google Shape;664;p64"/>
          <p:cNvCxnSpPr>
            <a:stCxn id="663" idx="3"/>
            <a:endCxn id="638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5" name="Google Shape;665;p64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6" name="Google Shape;666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4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1" name="Google Shape;671;p64"/>
          <p:cNvCxnSpPr>
            <a:stCxn id="670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72" name="Google Shape;672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4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4" name="Google Shape;674;p64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5" name="Google Shape;675;p64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6" name="Google Shape;676;p64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64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8" name="Google Shape;678;p64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4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4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4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4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6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5" name="Google Shape;685;p65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86" name="Google Shape;686;p65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65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8" name="Google Shape;688;p6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0" name="Google Shape;690;p65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91" name="Google Shape;691;p65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3" name="Google Shape;693;p65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6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95" name="Google Shape;695;p6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9" name="Google Shape;699;p66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0" name="Google Shape;700;p66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66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66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66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66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66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66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6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8" name="Google Shape;708;p66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9" name="Google Shape;709;p66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0" name="Google Shape;710;p66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711" name="Google Shape;711;p66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712" name="Google Shape;712;p66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3" name="Google Shape;713;p66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4" name="Google Shape;714;p66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5" name="Google Shape;715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6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66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9" name="Google Shape;719;p66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720" name="Google Shape;720;p66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21" name="Google Shape;721;p66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66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3" name="Google Shape;723;p66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66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66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6" name="Google Shape;726;p66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7" name="Google Shape;727;p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66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9" name="Google Shape;729;p66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730" name="Google Shape;730;p66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66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732" name="Google Shape;732;p66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66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66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66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66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66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8" name="Google Shape;738;p66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" name="Google Shape;740;p66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741" name="Google Shape;741;p66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42" name="Google Shape;742;p66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66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66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5" name="Google Shape;745;p66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66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6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6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67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67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6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8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68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6" name="Google Shape;766;p6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6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6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6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6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7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0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0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7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87" name="Google Shape;787;p7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8" name="Google Shape;788;p7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7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7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2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7" name="Google Shape;797;p72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2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7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7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3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8" name="Google Shape;808;p73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3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3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11" name="Google Shape;811;p7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7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7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4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9" name="Google Shape;819;p74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0" name="Google Shape;820;p7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7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5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7" name="Google Shape;827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28" name="Google Shape;828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29" name="Google Shape;829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30" name="Google Shape;830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31" name="Google Shape;831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2" name="Google Shape;832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3" name="Google Shape;833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4" name="Google Shape;834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5" name="Google Shape;835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6" name="Google Shape;836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7" name="Google Shape;837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8" name="Google Shape;838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39" name="Google Shape;83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5" name="Google Shape;845;p7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7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9" name="Google Shape;849;p77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0" name="Google Shape;850;p77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1" name="Google Shape;851;p77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7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7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7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7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7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1" name="Google Shape;861;p7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7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9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79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79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79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79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79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7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7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80" name="Google Shape;880;p8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8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8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8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8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1" name="Google Shape;891;p8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8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5" name="Google Shape;895;p83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896" name="Google Shape;896;p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9" name="Google Shape;899;p83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0" name="Google Shape;900;p83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5" name="Google Shape;905;p84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6" name="Google Shape;906;p84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7" name="Google Shape;907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5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8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8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14" name="Google Shape;914;p8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15" name="Google Shape;915;p85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85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8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18" name="Google Shape;918;p8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85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8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8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6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25" name="Google Shape;925;p86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27" name="Google Shape;927;p8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28" name="Google Shape;928;p8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29" name="Google Shape;929;p8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0" name="Google Shape;930;p86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86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86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4" name="Google Shape;934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36" name="Google Shape;936;p8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8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938" name="Google Shape;938;p8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39" name="Google Shape;939;p87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87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8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88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6" name="Google Shape;946;p88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7" name="Google Shape;947;p8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8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9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3" name="Google Shape;953;p89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4" name="Google Shape;954;p89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5" name="Google Shape;955;p89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6" name="Google Shape;956;p89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89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89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89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89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1" name="Google Shape;961;p89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2" name="Google Shape;962;p89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3" name="Google Shape;963;p89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4" name="Google Shape;964;p89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5" name="Google Shape;965;p89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6" name="Google Shape;966;p89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7" name="Google Shape;967;p89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8" name="Google Shape;968;p89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9" name="Google Shape;969;p89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0" name="Google Shape;970;p89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1" name="Google Shape;971;p8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8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90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7" name="Google Shape;977;p90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8" name="Google Shape;978;p90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9" name="Google Shape;979;p90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0" name="Google Shape;980;p90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1" name="Google Shape;981;p90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2" name="Google Shape;982;p90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0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4" name="Google Shape;984;p90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5" name="Google Shape;985;p90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6" name="Google Shape;986;p90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7" name="Google Shape;987;p90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8" name="Google Shape;988;p90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9" name="Google Shape;989;p9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9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9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5" name="Google Shape;995;p9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6" name="Google Shape;996;p9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997" name="Google Shape;997;p9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9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Google Shape;1000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92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92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4" name="Google Shape;1004;p9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9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93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0" name="Google Shape;1010;p9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94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5" name="Google Shape;1015;p94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6" name="Google Shape;1016;p94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7" name="Google Shape;1017;p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94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5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9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9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9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5" name="Google Shape;1025;p9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6" name="Google Shape;1026;p95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95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9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9" name="Google Shape;1029;p9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95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9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96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35" name="Google Shape;1035;p96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9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7" name="Google Shape;1037;p9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8" name="Google Shape;1038;p9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9" name="Google Shape;1039;p9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0" name="Google Shape;1040;p96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96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45" name="Google Shape;1045;p9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9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047" name="Google Shape;1047;p9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48" name="Google Shape;1048;p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9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Google Shape;105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98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4" name="Google Shape;1054;p98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5" name="Google Shape;1055;p98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6" name="Google Shape;1056;p98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7" name="Google Shape;1057;p98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8" name="Google Shape;1058;p98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9" name="Google Shape;1059;p98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0" name="Google Shape;1060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3" name="Google Shape;1063;p99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064" name="Google Shape;1064;p9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9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9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7" name="Google Shape;1067;p9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8" name="Google Shape;1068;p9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99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99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99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99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7" name="Google Shape;1077;p10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8" name="Google Shape;1078;p10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0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1" name="Google Shape;1081;p10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2" name="Google Shape;1082;p10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3" name="Google Shape;1083;p10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4" name="Google Shape;1084;p10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5" name="Google Shape;1085;p10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10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7" name="Google Shape;1087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9" name="Google Shape;1089;p10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0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0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10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0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6" name="Google Shape;1096;p10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7" name="Google Shape;1097;p10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p10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099" name="Google Shape;1099;p10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0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0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03" name="Google Shape;1103;p10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04" name="Google Shape;1104;p10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5" name="Google Shape;1105;p10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8" name="Google Shape;1108;p10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9" name="Google Shape;1109;p10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0" name="Google Shape;1110;p10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1" name="Google Shape;1111;p10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12" name="Google Shape;111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0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8" name="Google Shape;1118;p10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9" name="Google Shape;111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10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5" name="Google Shape;1125;p10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6" name="Google Shape;1126;p10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27" name="Google Shape;112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0" name="Google Shape;113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10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3" name="Google Shape;1133;p10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4" name="Google Shape;113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10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40" name="Google Shape;1140;p10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1" name="Google Shape;1141;p10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0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7" name="Google Shape;1147;p10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8" name="Google Shape;1148;p10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0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0" name="Google Shape;1150;p10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1" name="Google Shape;1151;p10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2" name="Google Shape;1152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Google Shape;1155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10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8" name="Google Shape;1158;p10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9" name="Google Shape;1159;p10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0" name="Google Shape;1160;p10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0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2" name="Google Shape;1162;p10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3" name="Google Shape;1163;p10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4" name="Google Shape;1164;p1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1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Google Shape;1167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10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0" name="Google Shape;1170;p10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0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2" name="Google Shape;1172;p10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3" name="Google Shape;1173;p10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4" name="Google Shape;1174;p10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5" name="Google Shape;1175;p10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6" name="Google Shape;1176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10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10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3" name="Google Shape;1183;p10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4" name="Google Shape;1184;p10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5" name="Google Shape;1185;p10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6" name="Google Shape;1186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9" name="Google Shape;1189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1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1" name="Google Shape;1191;p11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7" name="Google Shape;1197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8" name="Google Shape;1198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9" name="Google Shape;1199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06" name="Google Shape;1206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07" name="Google Shape;1207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10" name="Google Shape;1210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1" name="Google Shape;1211;p11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1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11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Google Shape;1216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11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18" name="Google Shape;1218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0" name="Google Shape;1220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1" name="Google Shape;1221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2" name="Google Shape;1222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3" name="Google Shape;1223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Google Shape;1226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11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8" name="Google Shape;1228;p11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9" name="Google Shape;1229;p1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1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31" name="Google Shape;1231;p11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1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1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1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6" name="Google Shape;1236;p11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37" name="Google Shape;1237;p11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38" name="Google Shape;1238;p11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1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1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3" name="Google Shape;1243;p11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4" name="Google Shape;1244;p11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1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1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1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9" name="Google Shape;1249;p11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1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11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54" name="Google Shape;1254;p11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55" name="Google Shape;1255;p11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56" name="Google Shape;1256;p11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57" name="Google Shape;1257;p11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58" name="Google Shape;1258;p11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1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1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1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1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1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11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1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68" name="Google Shape;1268;p11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p1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2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3" name="Google Shape;1273;p12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6" name="Google Shape;1276;p12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77" name="Google Shape;1277;p12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2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2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0" name="Google Shape;1280;p12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2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2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12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2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2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93" name="Google Shape;1293;p12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94" name="Google Shape;1294;p12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95" name="Google Shape;1295;p12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96" name="Google Shape;1296;p12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7" name="Google Shape;1297;p12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8" name="Google Shape;1298;p12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9" name="Google Shape;1299;p12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0" name="Google Shape;1300;p12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1" name="Google Shape;1301;p12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2" name="Google Shape;1302;p12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3" name="Google Shape;1303;p12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04" name="Google Shape;1304;p12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6" name="Google Shape;1306;p12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07" name="Google Shape;1307;p12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08" name="Google Shape;1308;p12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309" name="Google Shape;1309;p12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10" name="Google Shape;1310;p12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11" name="Google Shape;1311;p12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12" name="Google Shape;1312;p12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13" name="Google Shape;1313;p12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2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8" name="Google Shape;1318;p12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9" name="Google Shape;1319;p12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0" name="Google Shape;1320;p12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1" name="Google Shape;1321;p12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2" name="Google Shape;1322;p12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3" name="Google Shape;1323;p1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2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6" name="Google Shape;1326;p1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8" name="Google Shape;1328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2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0" name="Google Shape;1330;p12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1" name="Google Shape;1331;p12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2" name="Google Shape;1332;p12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3" name="Google Shape;1333;p12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4" name="Google Shape;1334;p12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5" name="Google Shape;1335;p12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12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39" name="Google Shape;1339;p12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40" name="Google Shape;1340;p12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41" name="Google Shape;1341;p12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12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12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5" name="Google Shape;134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7" name="Google Shape;1347;p13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48" name="Google Shape;1348;p13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49" name="Google Shape;1349;p13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0" name="Google Shape;1350;p13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3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13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4" name="Google Shape;1354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6" name="Google Shape;1356;p13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57" name="Google Shape;1357;p13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8" name="Google Shape;1358;p13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9" name="Google Shape;1359;p13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5" name="Google Shape;1365;p13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66" name="Google Shape;1366;p13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67" name="Google Shape;1367;p13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68" name="Google Shape;1368;p13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69" name="Google Shape;1369;p13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70" name="Google Shape;1370;p13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1" name="Google Shape;1371;p13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2" name="Google Shape;1372;p13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3" name="Google Shape;1373;p13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4" name="Google Shape;1374;p13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5" name="Google Shape;1375;p13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Google Shape;1378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0" name="Google Shape;1380;p13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81" name="Google Shape;1381;p13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82" name="Google Shape;1382;p13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83" name="Google Shape;1383;p13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84" name="Google Shape;1384;p13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85" name="Google Shape;1385;p13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6" name="Google Shape;1386;p13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7" name="Google Shape;1387;p13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8" name="Google Shape;1388;p13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9" name="Google Shape;1389;p13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0" name="Google Shape;1390;p13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3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3" name="Google Shape;1393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5" name="Google Shape;1395;p13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96" name="Google Shape;1396;p13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97" name="Google Shape;1397;p13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98" name="Google Shape;1398;p13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99" name="Google Shape;1399;p13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00" name="Google Shape;1400;p13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1" name="Google Shape;1401;p13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2" name="Google Shape;1402;p13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3" name="Google Shape;1403;p13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4" name="Google Shape;1404;p13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5" name="Google Shape;1405;p1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0" name="Google Shape;1410;p13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11" name="Google Shape;1411;p13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12" name="Google Shape;1412;p13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13" name="Google Shape;1413;p13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14" name="Google Shape;1414;p13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15" name="Google Shape;1415;p13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6" name="Google Shape;1416;p13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7" name="Google Shape;1417;p13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8" name="Google Shape;1418;p13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9" name="Google Shape;1419;p13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0" name="Google Shape;1420;p13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421" name="Google Shape;1421;p13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2" name="Google Shape;1422;p13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13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5" name="Google Shape;1425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7" name="Google Shape;1427;p13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28" name="Google Shape;1428;p13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29" name="Google Shape;1429;p13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30" name="Google Shape;1430;p13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31" name="Google Shape;1431;p13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32" name="Google Shape;1432;p13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3" name="Google Shape;1433;p13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4" name="Google Shape;1434;p13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5" name="Google Shape;1435;p13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6" name="Google Shape;1436;p13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7" name="Google Shape;1437;p13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438" name="Google Shape;1438;p13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39" name="Google Shape;1439;p13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3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4" name="Google Shape;1444;p13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45" name="Google Shape;1445;p13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46" name="Google Shape;1446;p13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47" name="Google Shape;1447;p13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48" name="Google Shape;1448;p13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49" name="Google Shape;1449;p13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0" name="Google Shape;1450;p13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1" name="Google Shape;1451;p13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2" name="Google Shape;1452;p13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3" name="Google Shape;1453;p13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4" name="Google Shape;1454;p13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455" name="Google Shape;1455;p13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56" name="Google Shape;1456;p1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3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9" name="Google Shape;1459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3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2" name="Google Shape;1462;p13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3" name="Google Shape;1463;p13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4" name="Google Shape;1464;p13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465" name="Google Shape;1465;p13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466" name="Google Shape;1466;p13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p13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8" name="Google Shape;1468;p13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9" name="Google Shape;1469;p13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0" name="Google Shape;1470;p13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1" name="Google Shape;1471;p13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2" name="Google Shape;1472;p13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3" name="Google Shape;1473;p13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4" name="Google Shape;1474;p13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3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3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3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3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4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86" name="Google Shape;1486;p14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7" name="Google Shape;1487;p14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8" name="Google Shape;1488;p14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14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4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2" name="Google Shape;1492;p14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3" name="Google Shape;1493;p14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Google Shape;1497;p1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4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00" name="Google Shape;1500;p14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01" name="Google Shape;1501;p14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02" name="Google Shape;1502;p14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14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14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1" name="Google Shape;1521;p1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14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14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4" name="Google Shape;1524;p14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5" name="Google Shape;1525;p14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14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8" name="Google Shape;1528;p1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14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30" name="Google Shape;1530;p14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1" name="Google Shape;1531;p148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32" name="Google Shape;1532;p14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14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4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4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38" name="Google Shape;1538;p14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15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3" name="Google Shape;1543;p15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15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47" name="Google Shape;1547;p15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5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5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0" name="Google Shape;1550;p15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5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5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54"/>
          <p:cNvSpPr/>
          <p:nvPr/>
        </p:nvSpPr>
        <p:spPr>
          <a:xfrm>
            <a:off x="2883290" y="2029006"/>
            <a:ext cx="4047000" cy="3895544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5" name="Google Shape;1565;p154"/>
          <p:cNvSpPr/>
          <p:nvPr/>
        </p:nvSpPr>
        <p:spPr>
          <a:xfrm>
            <a:off x="7220006" y="2029006"/>
            <a:ext cx="4047000" cy="3895544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6" name="Google Shape;1566;p154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154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154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9" name="Google Shape;1569;p154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0" name="Google Shape;1570;p154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1" name="Google Shape;1571;p154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2" name="Google Shape;1572;p154"/>
          <p:cNvSpPr txBox="1"/>
          <p:nvPr/>
        </p:nvSpPr>
        <p:spPr>
          <a:xfrm>
            <a:off x="3305837" y="62154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4" name="Google Shape;1574;p154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5" name="Google Shape;1575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54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7" name="Google Shape;1577;p15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1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505FB55-064F-045E-F892-7A69349979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60626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5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55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155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155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6" name="Google Shape;1586;p155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8" name="Google Shape;1588;p156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9" name="Google Shape;1589;p156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590" name="Google Shape;1590;p156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1" name="Google Shape;1591;p156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2" name="Google Shape;1592;p156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3" name="Google Shape;1593;p1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4" name="Google Shape;1594;p156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595" name="Google Shape;1595;p156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56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97" name="Google Shape;1597;p156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8" name="Google Shape;1598;p156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99" name="Google Shape;1599;p156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56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56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5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04" name="Google Shape;1604;p157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6" name="Google Shape;1606;p15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7" name="Google Shape;1607;p15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8" name="Google Shape;1608;p15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9" name="Google Shape;1609;p15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0" name="Google Shape;1610;p15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1" name="Google Shape;1611;p15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2" name="Google Shape;1612;p15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5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5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5" name="Google Shape;1615;p15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6" name="Google Shape;1616;p15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7" name="Google Shape;1617;p15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618" name="Google Shape;1618;p1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19" name="Google Shape;1619;p15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15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1" name="Google Shape;1621;p15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2" name="Google Shape;1622;p1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1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5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5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6" name="Google Shape;1626;p15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627" name="Google Shape;1627;p15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628" name="Google Shape;1628;p15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15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0" name="Google Shape;1630;p15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5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5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3" name="Google Shape;1633;p15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4" name="Google Shape;1634;p1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5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6" name="Google Shape;1636;p15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637" name="Google Shape;1637;p15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8" name="Google Shape;1638;p15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639" name="Google Shape;1639;p15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5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5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5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5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5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5" name="Google Shape;1645;p15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5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7" name="Google Shape;1647;p15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648" name="Google Shape;1648;p15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649" name="Google Shape;1649;p15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5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5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2" name="Google Shape;1652;p15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5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5" name="Google Shape;1655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5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7" name="Google Shape;1657;p15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58" name="Google Shape;1658;p15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59" name="Google Shape;1659;p15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0" name="Google Shape;1660;p15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1" name="Google Shape;1661;p159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159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159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15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15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15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6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1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4" name="Google Shape;1674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161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16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16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8" name="Google Shape;1678;p16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79" name="Google Shape;1679;p16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680" name="Google Shape;1680;p16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81" name="Google Shape;1681;p16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82" name="Google Shape;1682;p16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3" name="Google Shape;1683;p16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4" name="Google Shape;1684;p16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5" name="Google Shape;1685;p16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6" name="Google Shape;1686;p16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7" name="Google Shape;1687;p16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8" name="Google Shape;1688;p16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9" name="Google Shape;1689;p16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90" name="Google Shape;1690;p16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6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693;p1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16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62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162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7" name="Google Shape;1697;p162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98" name="Google Shape;1698;p162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699" name="Google Shape;1699;p162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00" name="Google Shape;1700;p162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01" name="Google Shape;1701;p162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2" name="Google Shape;1702;p162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3" name="Google Shape;1703;p162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4" name="Google Shape;1704;p162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5" name="Google Shape;1705;p162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6" name="Google Shape;1706;p162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7" name="Google Shape;1707;p162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8" name="Google Shape;1708;p162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09" name="Google Shape;1709;p16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63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2" name="Google Shape;1712;p163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3" name="Google Shape;1713;p163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4" name="Google Shape;1714;p163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5" name="Google Shape;1715;p163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6" name="Google Shape;1716;p16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16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1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6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6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6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64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4" name="Google Shape;1724;p164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5" name="Google Shape;1725;p164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6" name="Google Shape;1726;p164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27" name="Google Shape;1727;p16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16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" name="Google Shape;1730;p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6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16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16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165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5" name="Google Shape;1735;p165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6" name="Google Shape;1736;p165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65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8" name="Google Shape;1738;p165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65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" name="Google Shape;1741;p1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6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6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16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66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46" name="Google Shape;1746;p166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7" name="Google Shape;1747;p166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8" name="Google Shape;1748;p16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6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" name="Google Shape;1751;p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52" name="Google Shape;1752;p16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16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6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67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6" name="Google Shape;1756;p167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7" name="Google Shape;1757;p16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6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Google Shape;1760;p1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6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6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6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168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5" name="Google Shape;1765;p168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6" name="Google Shape;1766;p16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6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9" name="Google Shape;1769;p169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770" name="Google Shape;1770;p169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1" name="Google Shape;1771;p169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772" name="Google Shape;1772;p169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773" name="Google Shape;1773;p169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4" name="Google Shape;1774;p169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5" name="Google Shape;1775;p169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6" name="Google Shape;1776;p169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1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170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1" name="Google Shape;1781;p170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2" name="Google Shape;1782;p170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3" name="Google Shape;1783;p170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4" name="Google Shape;1784;p170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5" name="Google Shape;1785;p170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6" name="Google Shape;1786;p17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17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9" name="Google Shape;1789;p1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171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2" name="Google Shape;1792;p171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3" name="Google Shape;1793;p171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4" name="Google Shape;1794;p171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5" name="Google Shape;1795;p171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6" name="Google Shape;1796;p171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7" name="Google Shape;1797;p171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8" name="Google Shape;1798;p17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17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1" name="Google Shape;1801;p1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72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4" name="Google Shape;1804;p172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5" name="Google Shape;1805;p172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6" name="Google Shape;1806;p172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7" name="Google Shape;1807;p172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8" name="Google Shape;1808;p172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9" name="Google Shape;1809;p172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0" name="Google Shape;1810;p17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7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3" name="Google Shape;1813;p1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7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6" name="Google Shape;1816;p17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7" name="Google Shape;1817;p17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8" name="Google Shape;1818;p17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9" name="Google Shape;1819;p17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0" name="Google Shape;1820;p17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1" name="Google Shape;1821;p1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173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6" name="Google Shape;1826;p1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7" name="Google Shape;1827;p175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1828" name="Google Shape;1828;p17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7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7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1" name="Google Shape;1831;p175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2" name="Google Shape;1832;p175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77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6" name="Google Shape;1836;p177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7" name="Google Shape;1837;p177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8" name="Google Shape;1838;p177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0" name="Google Shape;1840;p1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7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2" name="Google Shape;1842;p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843" name="Google Shape;1843;p17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4" name="Google Shape;1844;p17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5" name="Google Shape;1845;p17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6" name="Google Shape;1846;p17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7" name="Google Shape;1847;p17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8" name="Google Shape;1848;p17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9" name="Google Shape;1849;p17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7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2" name="Google Shape;1852;p179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80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180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180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7" name="Google Shape;1857;p180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8" name="Google Shape;1858;p180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180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0" name="Google Shape;1860;p180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1" name="Google Shape;1861;p180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2" name="Google Shape;1862;p180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3" name="Google Shape;1863;p180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4" name="Google Shape;1864;p180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5" name="Google Shape;1865;p180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6" name="Google Shape;1866;p180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7" name="Google Shape;1867;p180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8" name="Google Shape;1868;p180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9" name="Google Shape;1869;p180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0" name="Google Shape;1870;p180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1" name="Google Shape;1871;p18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18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2" name="Google Shape;1882;p1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4" name="Google Shape;1884;p182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885" name="Google Shape;1885;p182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86" name="Google Shape;1886;p182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87" name="Google Shape;1887;p182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18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8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1" name="Google Shape;1891;p1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1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3" name="Google Shape;1893;p18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94" name="Google Shape;1894;p18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895" name="Google Shape;1895;p18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896" name="Google Shape;1896;p18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897" name="Google Shape;1897;p18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898" name="Google Shape;1898;p18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99" name="Google Shape;1899;p18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00" name="Google Shape;1900;p18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01" name="Google Shape;1901;p18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02" name="Google Shape;1902;p18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3" name="Google Shape;1903;p18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18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6" name="Google Shape;1906;p1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7" name="Google Shape;1907;p1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8" name="Google Shape;1908;p18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09" name="Google Shape;1909;p18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10" name="Google Shape;1910;p18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11" name="Google Shape;1911;p18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12" name="Google Shape;1912;p18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13" name="Google Shape;1913;p18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4" name="Google Shape;1914;p18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5" name="Google Shape;1915;p18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6" name="Google Shape;1916;p18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7" name="Google Shape;1917;p18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8" name="Google Shape;1918;p18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18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1" name="Google Shape;1921;p1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3" name="Google Shape;1923;p18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24" name="Google Shape;1924;p18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25" name="Google Shape;1925;p18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26" name="Google Shape;1926;p18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27" name="Google Shape;1927;p18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28" name="Google Shape;1928;p18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29" name="Google Shape;1929;p18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30" name="Google Shape;1930;p18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31" name="Google Shape;1931;p18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32" name="Google Shape;1932;p18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3" name="Google Shape;1933;p18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934" name="Google Shape;1934;p18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35" name="Google Shape;1935;p18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8" name="Google Shape;1938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1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0" name="Google Shape;1940;p18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41" name="Google Shape;1941;p18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42" name="Google Shape;1942;p18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43" name="Google Shape;1943;p18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44" name="Google Shape;1944;p18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45" name="Google Shape;1945;p18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6" name="Google Shape;1946;p18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7" name="Google Shape;1947;p18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8" name="Google Shape;1948;p18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9" name="Google Shape;1949;p18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0" name="Google Shape;1950;p18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951" name="Google Shape;1951;p18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52" name="Google Shape;1952;p1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1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" name="Google Shape;1955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1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7" name="Google Shape;1957;p18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58" name="Google Shape;1958;p18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59" name="Google Shape;1959;p18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60" name="Google Shape;1960;p18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61" name="Google Shape;1961;p18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62" name="Google Shape;1962;p18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3" name="Google Shape;1963;p18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4" name="Google Shape;1964;p18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5" name="Google Shape;1965;p18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6" name="Google Shape;1966;p18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7" name="Google Shape;1967;p18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968" name="Google Shape;1968;p18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69" name="Google Shape;1969;p1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8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2" name="Google Shape;1972;p1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1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8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5" name="Google Shape;1975;p18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6" name="Google Shape;1976;p18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7" name="Google Shape;1977;p18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978" name="Google Shape;1978;p18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979" name="Google Shape;1979;p18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0" name="Google Shape;1980;p18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1" name="Google Shape;1981;p18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82" name="Google Shape;1982;p18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3" name="Google Shape;1983;p18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4" name="Google Shape;1984;p18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5" name="Google Shape;1985;p18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6" name="Google Shape;1986;p18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7" name="Google Shape;1987;p18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8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1" name="Google Shape;1991;p1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2" name="Google Shape;1992;p18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89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8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18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7" name="Google Shape;1997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9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9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00" name="Google Shape;2000;p19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2" name="Google Shape;2002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3" name="Google Shape;2003;p19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04" name="Google Shape;2004;p19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9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92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0" name="Google Shape;2010;p192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1" name="Google Shape;2011;p192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2" name="Google Shape;2012;p1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9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7" name="Google Shape;2017;p193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8" name="Google Shape;2018;p193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3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19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3" name="Google Shape;2023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4" name="Google Shape;2024;p1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194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6" name="Google Shape;2026;p194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7" name="Google Shape;2027;p194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28" name="Google Shape;2028;p1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1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1" name="Google Shape;2031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2" name="Google Shape;2032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195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4" name="Google Shape;2034;p195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5" name="Google Shape;2035;p195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6" name="Google Shape;2036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19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6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42" name="Google Shape;2042;p196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43" name="Google Shape;2043;p196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44" name="Google Shape;2044;p1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1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7" name="Google Shape;2047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197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97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197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197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52" name="Google Shape;2052;p197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53" name="Google Shape;2053;p197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197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197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56" name="Google Shape;2056;p197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7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197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Google Shape;206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61" name="Google Shape;2061;p198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198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198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64" name="Google Shape;2064;p198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65" name="Google Shape;2065;p198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198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8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68" name="Google Shape;2068;p198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9" name="Google Shape;2069;p198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198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198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198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4" name="Google Shape;2074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5" name="Google Shape;2075;p199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76" name="Google Shape;2076;p199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199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8" name="Google Shape;2078;p199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9" name="Google Shape;2079;p199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80" name="Google Shape;2080;p199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1" name="Google Shape;2081;p199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199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4" name="Google Shape;2084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5" name="Google Shape;2085;p200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6" name="Google Shape;2086;p200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200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88" name="Google Shape;2088;p200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89" name="Google Shape;2089;p200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0" name="Google Shape;2090;p200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1" name="Google Shape;2091;p200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200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Google Shape;2094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5" name="Google Shape;2095;p201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6" name="Google Shape;2096;p20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Google Shape;2097;p201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98" name="Google Shape;2098;p201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9" name="Google Shape;2099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20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20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3" name="Google Shape;2103;p202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4" name="Google Shape;2104;p202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203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63" Type="http://schemas.openxmlformats.org/officeDocument/2006/relationships/slideLayout" Target="../slideLayouts/slideLayout121.xml"/><Relationship Id="rId68" Type="http://schemas.openxmlformats.org/officeDocument/2006/relationships/slideLayout" Target="../slideLayouts/slideLayout126.xml"/><Relationship Id="rId84" Type="http://schemas.openxmlformats.org/officeDocument/2006/relationships/theme" Target="../theme/theme2.xml"/><Relationship Id="rId1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53" Type="http://schemas.openxmlformats.org/officeDocument/2006/relationships/slideLayout" Target="../slideLayouts/slideLayout111.xml"/><Relationship Id="rId58" Type="http://schemas.openxmlformats.org/officeDocument/2006/relationships/slideLayout" Target="../slideLayouts/slideLayout116.xml"/><Relationship Id="rId74" Type="http://schemas.openxmlformats.org/officeDocument/2006/relationships/slideLayout" Target="../slideLayouts/slideLayout132.xml"/><Relationship Id="rId79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63.xml"/><Relationship Id="rId61" Type="http://schemas.openxmlformats.org/officeDocument/2006/relationships/slideLayout" Target="../slideLayouts/slideLayout119.xml"/><Relationship Id="rId82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64" Type="http://schemas.openxmlformats.org/officeDocument/2006/relationships/slideLayout" Target="../slideLayouts/slideLayout122.xml"/><Relationship Id="rId69" Type="http://schemas.openxmlformats.org/officeDocument/2006/relationships/slideLayout" Target="../slideLayouts/slideLayout127.xml"/><Relationship Id="rId77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72" Type="http://schemas.openxmlformats.org/officeDocument/2006/relationships/slideLayout" Target="../slideLayouts/slideLayout130.xml"/><Relationship Id="rId80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59" Type="http://schemas.openxmlformats.org/officeDocument/2006/relationships/slideLayout" Target="../slideLayouts/slideLayout117.xml"/><Relationship Id="rId67" Type="http://schemas.openxmlformats.org/officeDocument/2006/relationships/slideLayout" Target="../slideLayouts/slideLayout125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62" Type="http://schemas.openxmlformats.org/officeDocument/2006/relationships/slideLayout" Target="../slideLayouts/slideLayout120.xml"/><Relationship Id="rId70" Type="http://schemas.openxmlformats.org/officeDocument/2006/relationships/slideLayout" Target="../slideLayouts/slideLayout128.xml"/><Relationship Id="rId75" Type="http://schemas.openxmlformats.org/officeDocument/2006/relationships/slideLayout" Target="../slideLayouts/slideLayout133.xml"/><Relationship Id="rId83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Relationship Id="rId60" Type="http://schemas.openxmlformats.org/officeDocument/2006/relationships/slideLayout" Target="../slideLayouts/slideLayout118.xml"/><Relationship Id="rId65" Type="http://schemas.openxmlformats.org/officeDocument/2006/relationships/slideLayout" Target="../slideLayouts/slideLayout123.xml"/><Relationship Id="rId73" Type="http://schemas.openxmlformats.org/officeDocument/2006/relationships/slideLayout" Target="../slideLayouts/slideLayout131.xml"/><Relationship Id="rId78" Type="http://schemas.openxmlformats.org/officeDocument/2006/relationships/slideLayout" Target="../slideLayouts/slideLayout136.xml"/><Relationship Id="rId81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6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65.xml"/><Relationship Id="rId71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66" Type="http://schemas.openxmlformats.org/officeDocument/2006/relationships/slideLayout" Target="../slideLayouts/slideLayout12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9.xml"/><Relationship Id="rId26" Type="http://schemas.openxmlformats.org/officeDocument/2006/relationships/slideLayout" Target="../slideLayouts/slideLayout167.xml"/><Relationship Id="rId39" Type="http://schemas.openxmlformats.org/officeDocument/2006/relationships/slideLayout" Target="../slideLayouts/slideLayout180.xml"/><Relationship Id="rId21" Type="http://schemas.openxmlformats.org/officeDocument/2006/relationships/slideLayout" Target="../slideLayouts/slideLayout162.xml"/><Relationship Id="rId34" Type="http://schemas.openxmlformats.org/officeDocument/2006/relationships/slideLayout" Target="../slideLayouts/slideLayout175.xml"/><Relationship Id="rId42" Type="http://schemas.openxmlformats.org/officeDocument/2006/relationships/slideLayout" Target="../slideLayouts/slideLayout183.xml"/><Relationship Id="rId47" Type="http://schemas.openxmlformats.org/officeDocument/2006/relationships/slideLayout" Target="../slideLayouts/slideLayout188.xml"/><Relationship Id="rId50" Type="http://schemas.openxmlformats.org/officeDocument/2006/relationships/slideLayout" Target="../slideLayouts/slideLayout191.xml"/><Relationship Id="rId55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48.xml"/><Relationship Id="rId2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57.xml"/><Relationship Id="rId29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52.xml"/><Relationship Id="rId24" Type="http://schemas.openxmlformats.org/officeDocument/2006/relationships/slideLayout" Target="../slideLayouts/slideLayout165.xml"/><Relationship Id="rId32" Type="http://schemas.openxmlformats.org/officeDocument/2006/relationships/slideLayout" Target="../slideLayouts/slideLayout173.xml"/><Relationship Id="rId37" Type="http://schemas.openxmlformats.org/officeDocument/2006/relationships/slideLayout" Target="../slideLayouts/slideLayout178.xml"/><Relationship Id="rId40" Type="http://schemas.openxmlformats.org/officeDocument/2006/relationships/slideLayout" Target="../slideLayouts/slideLayout181.xml"/><Relationship Id="rId45" Type="http://schemas.openxmlformats.org/officeDocument/2006/relationships/slideLayout" Target="../slideLayouts/slideLayout186.xml"/><Relationship Id="rId53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51.xml"/><Relationship Id="rId19" Type="http://schemas.openxmlformats.org/officeDocument/2006/relationships/slideLayout" Target="../slideLayouts/slideLayout160.xml"/><Relationship Id="rId31" Type="http://schemas.openxmlformats.org/officeDocument/2006/relationships/slideLayout" Target="../slideLayouts/slideLayout172.xml"/><Relationship Id="rId44" Type="http://schemas.openxmlformats.org/officeDocument/2006/relationships/slideLayout" Target="../slideLayouts/slideLayout185.xml"/><Relationship Id="rId52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5.xml"/><Relationship Id="rId22" Type="http://schemas.openxmlformats.org/officeDocument/2006/relationships/slideLayout" Target="../slideLayouts/slideLayout163.xml"/><Relationship Id="rId27" Type="http://schemas.openxmlformats.org/officeDocument/2006/relationships/slideLayout" Target="../slideLayouts/slideLayout168.xml"/><Relationship Id="rId30" Type="http://schemas.openxmlformats.org/officeDocument/2006/relationships/slideLayout" Target="../slideLayouts/slideLayout171.xml"/><Relationship Id="rId35" Type="http://schemas.openxmlformats.org/officeDocument/2006/relationships/slideLayout" Target="../slideLayouts/slideLayout176.xml"/><Relationship Id="rId43" Type="http://schemas.openxmlformats.org/officeDocument/2006/relationships/slideLayout" Target="../slideLayouts/slideLayout184.xml"/><Relationship Id="rId48" Type="http://schemas.openxmlformats.org/officeDocument/2006/relationships/slideLayout" Target="../slideLayouts/slideLayout189.xml"/><Relationship Id="rId56" Type="http://schemas.openxmlformats.org/officeDocument/2006/relationships/theme" Target="../theme/theme3.xml"/><Relationship Id="rId8" Type="http://schemas.openxmlformats.org/officeDocument/2006/relationships/slideLayout" Target="../slideLayouts/slideLayout149.xml"/><Relationship Id="rId51" Type="http://schemas.openxmlformats.org/officeDocument/2006/relationships/slideLayout" Target="../slideLayouts/slideLayout192.xml"/><Relationship Id="rId3" Type="http://schemas.openxmlformats.org/officeDocument/2006/relationships/slideLayout" Target="../slideLayouts/slideLayout144.xml"/><Relationship Id="rId12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58.xml"/><Relationship Id="rId25" Type="http://schemas.openxmlformats.org/officeDocument/2006/relationships/slideLayout" Target="../slideLayouts/slideLayout166.xml"/><Relationship Id="rId33" Type="http://schemas.openxmlformats.org/officeDocument/2006/relationships/slideLayout" Target="../slideLayouts/slideLayout174.xml"/><Relationship Id="rId38" Type="http://schemas.openxmlformats.org/officeDocument/2006/relationships/slideLayout" Target="../slideLayouts/slideLayout179.xml"/><Relationship Id="rId46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61.xml"/><Relationship Id="rId41" Type="http://schemas.openxmlformats.org/officeDocument/2006/relationships/slideLayout" Target="../slideLayouts/slideLayout182.xml"/><Relationship Id="rId54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5" Type="http://schemas.openxmlformats.org/officeDocument/2006/relationships/slideLayout" Target="../slideLayouts/slideLayout156.xml"/><Relationship Id="rId23" Type="http://schemas.openxmlformats.org/officeDocument/2006/relationships/slideLayout" Target="../slideLayouts/slideLayout164.xml"/><Relationship Id="rId28" Type="http://schemas.openxmlformats.org/officeDocument/2006/relationships/slideLayout" Target="../slideLayouts/slideLayout169.xml"/><Relationship Id="rId36" Type="http://schemas.openxmlformats.org/officeDocument/2006/relationships/slideLayout" Target="../slideLayouts/slideLayout177.xml"/><Relationship Id="rId49" Type="http://schemas.openxmlformats.org/officeDocument/2006/relationships/slideLayout" Target="../slideLayouts/slideLayout1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  <p:sldLayoutId id="2147483750" r:id="rId45"/>
    <p:sldLayoutId id="2147483751" r:id="rId46"/>
    <p:sldLayoutId id="2147483752" r:id="rId47"/>
    <p:sldLayoutId id="2147483753" r:id="rId48"/>
    <p:sldLayoutId id="2147483754" r:id="rId49"/>
    <p:sldLayoutId id="2147483755" r:id="rId50"/>
    <p:sldLayoutId id="2147483756" r:id="rId51"/>
    <p:sldLayoutId id="2147483757" r:id="rId52"/>
    <p:sldLayoutId id="2147483758" r:id="rId53"/>
    <p:sldLayoutId id="2147483759" r:id="rId54"/>
    <p:sldLayoutId id="2147483760" r:id="rId55"/>
    <p:sldLayoutId id="2147483761" r:id="rId56"/>
    <p:sldLayoutId id="2147483762" r:id="rId57"/>
    <p:sldLayoutId id="2147483763" r:id="rId58"/>
    <p:sldLayoutId id="2147483764" r:id="rId59"/>
    <p:sldLayoutId id="2147483765" r:id="rId60"/>
    <p:sldLayoutId id="2147483766" r:id="rId61"/>
    <p:sldLayoutId id="2147483767" r:id="rId62"/>
    <p:sldLayoutId id="2147483768" r:id="rId63"/>
    <p:sldLayoutId id="2147483769" r:id="rId64"/>
    <p:sldLayoutId id="2147483770" r:id="rId65"/>
    <p:sldLayoutId id="2147483771" r:id="rId66"/>
    <p:sldLayoutId id="2147483772" r:id="rId67"/>
    <p:sldLayoutId id="2147483773" r:id="rId68"/>
    <p:sldLayoutId id="2147483774" r:id="rId69"/>
    <p:sldLayoutId id="2147483775" r:id="rId70"/>
    <p:sldLayoutId id="2147483776" r:id="rId71"/>
    <p:sldLayoutId id="2147483777" r:id="rId72"/>
    <p:sldLayoutId id="2147483778" r:id="rId73"/>
    <p:sldLayoutId id="2147483779" r:id="rId74"/>
    <p:sldLayoutId id="2147483780" r:id="rId75"/>
    <p:sldLayoutId id="2147483781" r:id="rId76"/>
    <p:sldLayoutId id="2147483782" r:id="rId77"/>
    <p:sldLayoutId id="2147483783" r:id="rId78"/>
    <p:sldLayoutId id="2147483784" r:id="rId79"/>
    <p:sldLayoutId id="2147483785" r:id="rId80"/>
    <p:sldLayoutId id="2147483786" r:id="rId81"/>
    <p:sldLayoutId id="2147483787" r:id="rId82"/>
    <p:sldLayoutId id="2147483788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  <p:sldLayoutId id="2147483810" r:id="rId19"/>
    <p:sldLayoutId id="2147483811" r:id="rId20"/>
    <p:sldLayoutId id="2147483812" r:id="rId21"/>
    <p:sldLayoutId id="2147483813" r:id="rId22"/>
    <p:sldLayoutId id="2147483814" r:id="rId23"/>
    <p:sldLayoutId id="2147483815" r:id="rId24"/>
    <p:sldLayoutId id="2147483816" r:id="rId25"/>
    <p:sldLayoutId id="2147483817" r:id="rId26"/>
    <p:sldLayoutId id="2147483818" r:id="rId27"/>
    <p:sldLayoutId id="2147483819" r:id="rId28"/>
    <p:sldLayoutId id="2147483820" r:id="rId29"/>
    <p:sldLayoutId id="2147483821" r:id="rId30"/>
    <p:sldLayoutId id="2147483822" r:id="rId31"/>
    <p:sldLayoutId id="2147483823" r:id="rId32"/>
    <p:sldLayoutId id="2147483824" r:id="rId33"/>
    <p:sldLayoutId id="2147483826" r:id="rId34"/>
    <p:sldLayoutId id="2147483827" r:id="rId35"/>
    <p:sldLayoutId id="2147483828" r:id="rId36"/>
    <p:sldLayoutId id="2147483829" r:id="rId37"/>
    <p:sldLayoutId id="2147483830" r:id="rId38"/>
    <p:sldLayoutId id="2147483831" r:id="rId39"/>
    <p:sldLayoutId id="2147483832" r:id="rId40"/>
    <p:sldLayoutId id="2147483833" r:id="rId41"/>
    <p:sldLayoutId id="2147483834" r:id="rId42"/>
    <p:sldLayoutId id="2147483835" r:id="rId43"/>
    <p:sldLayoutId id="2147483836" r:id="rId44"/>
    <p:sldLayoutId id="2147483837" r:id="rId45"/>
    <p:sldLayoutId id="2147483838" r:id="rId46"/>
    <p:sldLayoutId id="2147483839" r:id="rId47"/>
    <p:sldLayoutId id="2147483840" r:id="rId48"/>
    <p:sldLayoutId id="2147483841" r:id="rId49"/>
    <p:sldLayoutId id="2147483842" r:id="rId50"/>
    <p:sldLayoutId id="2147483843" r:id="rId51"/>
    <p:sldLayoutId id="2147483844" r:id="rId52"/>
    <p:sldLayoutId id="2147483845" r:id="rId53"/>
    <p:sldLayoutId id="2147483846" r:id="rId54"/>
    <p:sldLayoutId id="2147483847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/library/csv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/library/csv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5.xml"/><Relationship Id="rId4" Type="http://schemas.openxmlformats.org/officeDocument/2006/relationships/hyperlink" Target="https://docs.python.org/pt-br/3/tutorial/datastructures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7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" name="Google Shape;4424;p402"/>
          <p:cNvSpPr txBox="1"/>
          <p:nvPr/>
        </p:nvSpPr>
        <p:spPr>
          <a:xfrm>
            <a:off x="864575" y="3675796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SISANO1C1B4S25A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6" name="Google Shape;4426;p402"/>
          <p:cNvSpPr txBox="1"/>
          <p:nvPr/>
        </p:nvSpPr>
        <p:spPr>
          <a:xfrm>
            <a:off x="864575" y="2863803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3: Montando o minissistema</a:t>
            </a:r>
            <a:endParaRPr sz="2200" b="1" i="0" u="none" strike="noStrike" cap="none" dirty="0">
              <a:solidFill>
                <a:srgbClr val="BFBFB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3623;p349">
            <a:extLst>
              <a:ext uri="{FF2B5EF4-FFF2-40B4-BE49-F238E27FC236}">
                <a16:creationId xmlns:a16="http://schemas.microsoft.com/office/drawing/2014/main" id="{78ECAE38-A99D-D6C1-E084-557F344720E0}"/>
              </a:ext>
            </a:extLst>
          </p:cNvPr>
          <p:cNvSpPr txBox="1"/>
          <p:nvPr/>
        </p:nvSpPr>
        <p:spPr>
          <a:xfrm>
            <a:off x="864575" y="1994043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2800" b="1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625;p349">
            <a:extLst>
              <a:ext uri="{FF2B5EF4-FFF2-40B4-BE49-F238E27FC236}">
                <a16:creationId xmlns:a16="http://schemas.microsoft.com/office/drawing/2014/main" id="{8777BE09-7CF4-0E06-EFE7-581A93592341}"/>
              </a:ext>
            </a:extLst>
          </p:cNvPr>
          <p:cNvSpPr txBox="1"/>
          <p:nvPr/>
        </p:nvSpPr>
        <p:spPr>
          <a:xfrm>
            <a:off x="785162" y="1206887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3200" b="1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3" name="Google Shape;3633;p350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1968" y="1332717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34" name="Google Shape;3634;p350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350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350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350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350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9" name="Google Shape;3639;p350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3640" name="Google Shape;3640;p350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350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350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350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350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350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350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350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350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350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350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350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350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350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350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6" name="Google Shape;3656;p350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9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19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7" name="Google Shape;3657;p350"/>
          <p:cNvCxnSpPr>
            <a:stCxn id="3656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8" name="Google Shape;3658;p350"/>
          <p:cNvSpPr/>
          <p:nvPr/>
        </p:nvSpPr>
        <p:spPr>
          <a:xfrm>
            <a:off x="8117470" y="1693972"/>
            <a:ext cx="572400" cy="5724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9" name="Google Shape;3659;p350"/>
          <p:cNvCxnSpPr>
            <a:cxnSpLocks/>
            <a:stCxn id="3658" idx="3"/>
            <a:endCxn id="3636" idx="5"/>
          </p:cNvCxnSpPr>
          <p:nvPr/>
        </p:nvCxnSpPr>
        <p:spPr>
          <a:xfrm flipH="1">
            <a:off x="7634631" y="2182546"/>
            <a:ext cx="566665" cy="303995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0" name="Google Shape;3660;p350"/>
          <p:cNvSpPr txBox="1"/>
          <p:nvPr/>
        </p:nvSpPr>
        <p:spPr>
          <a:xfrm>
            <a:off x="8800334" y="1544756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1" name="Google Shape;3661;p3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8016812" y="152642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2" name="Google Shape;3662;p3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809258" y="265868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663" name="Google Shape;3663;p350"/>
          <p:cNvSpPr txBox="1"/>
          <p:nvPr/>
        </p:nvSpPr>
        <p:spPr>
          <a:xfrm>
            <a:off x="1030385" y="3098241"/>
            <a:ext cx="1857627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latin typeface="Poppins"/>
                <a:ea typeface="Poppins"/>
                <a:cs typeface="Poppins"/>
                <a:sym typeface="Poppins"/>
              </a:rPr>
              <a:t>Arquivos – entrada e saída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4" name="Google Shape;3664;p350"/>
          <p:cNvSpPr txBox="1"/>
          <p:nvPr/>
        </p:nvSpPr>
        <p:spPr>
          <a:xfrm>
            <a:off x="8795087" y="1771796"/>
            <a:ext cx="2431103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5" name="Google Shape;3665;p350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6" name="Google Shape;3666;p350"/>
          <p:cNvSpPr txBox="1"/>
          <p:nvPr/>
        </p:nvSpPr>
        <p:spPr>
          <a:xfrm>
            <a:off x="153994" y="1496572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7" name="Google Shape;3667;p350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8" name="Google Shape;3668;p350"/>
          <p:cNvSpPr txBox="1"/>
          <p:nvPr/>
        </p:nvSpPr>
        <p:spPr>
          <a:xfrm>
            <a:off x="2140995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Componente 1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p350"/>
          <p:cNvSpPr/>
          <p:nvPr/>
        </p:nvSpPr>
        <p:spPr>
          <a:xfrm>
            <a:off x="10652364" y="3788076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0" name="Google Shape;3670;p3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9949350">
            <a:off x="10625201" y="360982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671" name="Google Shape;3671;p350"/>
          <p:cNvSpPr txBox="1"/>
          <p:nvPr/>
        </p:nvSpPr>
        <p:spPr>
          <a:xfrm>
            <a:off x="10357514" y="4440731"/>
            <a:ext cx="1522967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e apresentar 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projeto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72" name="Google Shape;3672;p350"/>
          <p:cNvCxnSpPr>
            <a:cxnSpLocks/>
            <a:stCxn id="3669" idx="2"/>
            <a:endCxn id="3638" idx="0"/>
          </p:cNvCxnSpPr>
          <p:nvPr/>
        </p:nvCxnSpPr>
        <p:spPr>
          <a:xfrm flipH="1">
            <a:off x="9708139" y="4074276"/>
            <a:ext cx="944225" cy="171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7633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7" name="Google Shape;4477;p40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2">
            <a:off x="5678584" y="2638764"/>
            <a:ext cx="8603296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4478" name="Google Shape;4478;p404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9" name="Google Shape;4479;p404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pt-BR" sz="4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0" name="Google Shape;4480;p404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1" name="Google Shape;4481;p404"/>
          <p:cNvSpPr txBox="1"/>
          <p:nvPr/>
        </p:nvSpPr>
        <p:spPr>
          <a:xfrm>
            <a:off x="3331829" y="5179872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SISANO1C1B4S25A3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5" name="Google Shape;4485;p404"/>
          <p:cNvSpPr txBox="1"/>
          <p:nvPr/>
        </p:nvSpPr>
        <p:spPr>
          <a:xfrm>
            <a:off x="3331829" y="3270500"/>
            <a:ext cx="456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6" name="Google Shape;4486;p404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7" name="Google Shape;4487;p404"/>
          <p:cNvSpPr txBox="1"/>
          <p:nvPr/>
        </p:nvSpPr>
        <p:spPr>
          <a:xfrm>
            <a:off x="3331829" y="4627863"/>
            <a:ext cx="56745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 Medium" panose="00000600000000000000" pitchFamily="2" charset="0"/>
                <a:ea typeface="Poppins"/>
                <a:cs typeface="Poppins Medium" panose="00000600000000000000" pitchFamily="2" charset="0"/>
                <a:sym typeface="Poppins"/>
              </a:rPr>
              <a:t>Aula 3: Montando o minissistema</a:t>
            </a:r>
            <a:endParaRPr sz="2200" b="0" i="0" u="none" strike="noStrike" cap="none" dirty="0">
              <a:solidFill>
                <a:srgbClr val="000000"/>
              </a:solidFill>
              <a:latin typeface="Poppins Medium" panose="00000600000000000000" pitchFamily="2" charset="0"/>
              <a:cs typeface="Poppins Medium" panose="00000600000000000000" pitchFamily="2" charset="0"/>
              <a:sym typeface="Arial"/>
            </a:endParaRPr>
          </a:p>
        </p:txBody>
      </p:sp>
      <p:sp>
        <p:nvSpPr>
          <p:cNvPr id="2" name="Google Shape;3665;p350">
            <a:extLst>
              <a:ext uri="{FF2B5EF4-FFF2-40B4-BE49-F238E27FC236}">
                <a16:creationId xmlns:a16="http://schemas.microsoft.com/office/drawing/2014/main" id="{F13A9096-11B4-E66C-F027-2686CD72A926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666;p350">
            <a:extLst>
              <a:ext uri="{FF2B5EF4-FFF2-40B4-BE49-F238E27FC236}">
                <a16:creationId xmlns:a16="http://schemas.microsoft.com/office/drawing/2014/main" id="{D9520ECB-54CC-5BED-A89C-35C6AB8CFCE6}"/>
              </a:ext>
            </a:extLst>
          </p:cNvPr>
          <p:cNvSpPr txBox="1"/>
          <p:nvPr/>
        </p:nvSpPr>
        <p:spPr>
          <a:xfrm>
            <a:off x="153994" y="1496572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3667;p350">
            <a:extLst>
              <a:ext uri="{FF2B5EF4-FFF2-40B4-BE49-F238E27FC236}">
                <a16:creationId xmlns:a16="http://schemas.microsoft.com/office/drawing/2014/main" id="{921A50B2-4B2C-BA3B-9647-AC322EBEF626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668;p350">
            <a:extLst>
              <a:ext uri="{FF2B5EF4-FFF2-40B4-BE49-F238E27FC236}">
                <a16:creationId xmlns:a16="http://schemas.microsoft.com/office/drawing/2014/main" id="{7AF5D41C-F7F7-5B0D-AF53-74516EF45646}"/>
              </a:ext>
            </a:extLst>
          </p:cNvPr>
          <p:cNvSpPr txBox="1"/>
          <p:nvPr/>
        </p:nvSpPr>
        <p:spPr>
          <a:xfrm>
            <a:off x="2140995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Componente 1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p40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3856566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Implementar as funcionalidades principais integrando menu, listas e validações básicas em uma aplicação única.</a:t>
            </a:r>
            <a:endParaRPr dirty="0"/>
          </a:p>
        </p:txBody>
      </p:sp>
      <p:sp>
        <p:nvSpPr>
          <p:cNvPr id="4498" name="Google Shape;4498;p405"/>
          <p:cNvSpPr txBox="1">
            <a:spLocks noGrp="1"/>
          </p:cNvSpPr>
          <p:nvPr>
            <p:ph type="body" idx="2"/>
          </p:nvPr>
        </p:nvSpPr>
        <p:spPr>
          <a:xfrm>
            <a:off x="7467374" y="1355465"/>
            <a:ext cx="4381725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vetores ou listas simples, funções, condicionais e repetição na construção de um minissistema em terminal capaz de registrar, consultar e apresentar dados de forma organizada.</a:t>
            </a:r>
            <a:endParaRPr dirty="0"/>
          </a:p>
        </p:txBody>
      </p:sp>
      <p:sp>
        <p:nvSpPr>
          <p:cNvPr id="4499" name="Google Shape;4499;p405"/>
          <p:cNvSpPr txBox="1">
            <a:spLocks noGrp="1"/>
          </p:cNvSpPr>
          <p:nvPr>
            <p:ph type="body" idx="3"/>
          </p:nvPr>
        </p:nvSpPr>
        <p:spPr>
          <a:xfrm>
            <a:off x="7467374" y="3474879"/>
            <a:ext cx="427695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Colaborar com responsabilidade na organização do projeto, dividindo tarefas e revendo soluções com foco na entrega funcional do sistema.</a:t>
            </a:r>
            <a:endParaRPr dirty="0"/>
          </a:p>
        </p:txBody>
      </p:sp>
      <p:sp>
        <p:nvSpPr>
          <p:cNvPr id="4500" name="Google Shape;4500;p405"/>
          <p:cNvSpPr txBox="1">
            <a:spLocks noGrp="1"/>
          </p:cNvSpPr>
          <p:nvPr>
            <p:ph type="body" idx="4"/>
          </p:nvPr>
        </p:nvSpPr>
        <p:spPr>
          <a:xfrm>
            <a:off x="1467909" y="342900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Roteiro de Atividade Prática;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imagens;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anotações;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500"/>
              <a:buChar char="•"/>
            </a:pPr>
            <a:r>
              <a:rPr lang="pt-BR" dirty="0"/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" name="Google Shape;4505;p406"/>
          <p:cNvSpPr txBox="1"/>
          <p:nvPr/>
        </p:nvSpPr>
        <p:spPr>
          <a:xfrm>
            <a:off x="3238725" y="2968450"/>
            <a:ext cx="3466800" cy="166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360000" marR="0" lvl="0" indent="-3240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pt-BR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olha da atividade ou caderno;</a:t>
            </a:r>
            <a:endParaRPr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marR="0" lvl="0" indent="-3240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pt-BR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aneta ou lápis;</a:t>
            </a:r>
            <a:endParaRPr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marR="0" lvl="0" indent="-3240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instalado;</a:t>
            </a:r>
            <a:endParaRPr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marR="0" lvl="0" indent="-3240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Arquivo .py da Papelaria Ponto Certo já usado pela turma.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6" name="Google Shape;4506;p406"/>
          <p:cNvSpPr txBox="1"/>
          <p:nvPr/>
        </p:nvSpPr>
        <p:spPr>
          <a:xfrm>
            <a:off x="7370800" y="2891100"/>
            <a:ext cx="3903900" cy="19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699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Abrir o roteiro de atividade prática e o material de apoio, se necessário.</a:t>
            </a:r>
          </a:p>
          <a:p>
            <a:pPr marL="4699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Abrir o sistema e localizar o menu.</a:t>
            </a:r>
          </a:p>
          <a:p>
            <a:pPr marL="4699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salvar_produtos e carregar_produtos.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alterar_produto(produtos).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Alterar nome e/ou preço com validação.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Salvar, ligar ao menu e testar a reabertura.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8" name="Google Shape;4508;p406"/>
          <p:cNvSpPr txBox="1">
            <a:spLocks noGrp="1"/>
          </p:cNvSpPr>
          <p:nvPr>
            <p:ph type="body" idx="1"/>
          </p:nvPr>
        </p:nvSpPr>
        <p:spPr>
          <a:xfrm>
            <a:off x="2838873" y="388453"/>
            <a:ext cx="83454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Alterando produtos no sistema: Papelaria Ponto Certo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9" name="Google Shape;4509;p406"/>
          <p:cNvSpPr txBox="1">
            <a:spLocks noGrp="1"/>
          </p:cNvSpPr>
          <p:nvPr>
            <p:ph type="body" idx="3"/>
          </p:nvPr>
        </p:nvSpPr>
        <p:spPr>
          <a:xfrm>
            <a:off x="885255" y="4083257"/>
            <a:ext cx="1585800" cy="3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200" b="1" dirty="0">
                <a:latin typeface="Poppins"/>
                <a:ea typeface="Poppins"/>
                <a:cs typeface="Poppins"/>
                <a:sym typeface="Poppins"/>
              </a:rPr>
              <a:t>42 minutos</a:t>
            </a:r>
            <a:endParaRPr sz="12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13" name="Google Shape;4513;p40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0869" y="4056434"/>
            <a:ext cx="305151" cy="30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9" name="Google Shape;4519;p407"/>
          <p:cNvSpPr txBox="1">
            <a:spLocks noGrp="1"/>
          </p:cNvSpPr>
          <p:nvPr>
            <p:ph type="body" idx="1"/>
          </p:nvPr>
        </p:nvSpPr>
        <p:spPr>
          <a:xfrm>
            <a:off x="3026400" y="989550"/>
            <a:ext cx="8895300" cy="160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dirty="0"/>
              <a:t>Em um programa que usa listas em memória e arquivos, por que salvar o arquivo depois de uma alteração?</a:t>
            </a:r>
            <a:endParaRPr sz="3200" dirty="0"/>
          </a:p>
        </p:txBody>
      </p:sp>
      <p:sp>
        <p:nvSpPr>
          <p:cNvPr id="4525" name="Google Shape;4525;p407"/>
          <p:cNvSpPr/>
          <p:nvPr/>
        </p:nvSpPr>
        <p:spPr>
          <a:xfrm>
            <a:off x="3113770" y="3233676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6" name="Google Shape;4526;p407"/>
          <p:cNvSpPr/>
          <p:nvPr/>
        </p:nvSpPr>
        <p:spPr>
          <a:xfrm>
            <a:off x="6825807" y="3220413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7" name="Google Shape;4527;p407"/>
          <p:cNvSpPr/>
          <p:nvPr/>
        </p:nvSpPr>
        <p:spPr>
          <a:xfrm>
            <a:off x="3100888" y="4322977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8" name="Google Shape;4528;p407"/>
          <p:cNvSpPr/>
          <p:nvPr/>
        </p:nvSpPr>
        <p:spPr>
          <a:xfrm>
            <a:off x="6827310" y="4334939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0" name="Google Shape;4530;p407"/>
          <p:cNvSpPr txBox="1"/>
          <p:nvPr/>
        </p:nvSpPr>
        <p:spPr>
          <a:xfrm>
            <a:off x="3185152" y="3357870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reabrir o menu com outra opção.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1" name="Google Shape;4531;p407"/>
          <p:cNvSpPr txBox="1"/>
          <p:nvPr/>
        </p:nvSpPr>
        <p:spPr>
          <a:xfrm>
            <a:off x="6855725" y="3354859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criar uma nova lista em memória.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2" name="Google Shape;4532;p407"/>
          <p:cNvSpPr txBox="1"/>
          <p:nvPr/>
        </p:nvSpPr>
        <p:spPr>
          <a:xfrm>
            <a:off x="6862242" y="4458638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apagar dados antigos do programa.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3" name="Google Shape;4533;p407"/>
          <p:cNvSpPr txBox="1"/>
          <p:nvPr/>
        </p:nvSpPr>
        <p:spPr>
          <a:xfrm>
            <a:off x="3113770" y="4446921"/>
            <a:ext cx="3442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manter a mudança nas próximas execuções.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353C9646-697B-A0B7-E2A9-487B50E6D2C4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8AF51F4-249C-6E41-C2DC-B5726EA9E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D1B5449F-B750-BF69-127B-8F819B05A4E7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8" name="Google Shape;4538;p408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9" name="Google Shape;4539;p408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0" name="Google Shape;4540;p408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3" name="Google Shape;4543;p408"/>
          <p:cNvSpPr/>
          <p:nvPr/>
        </p:nvSpPr>
        <p:spPr>
          <a:xfrm>
            <a:off x="2523196" y="3361969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4" name="Google Shape;4544;p408"/>
          <p:cNvSpPr/>
          <p:nvPr/>
        </p:nvSpPr>
        <p:spPr>
          <a:xfrm>
            <a:off x="10373642" y="3400550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5" name="Google Shape;4545;p408"/>
          <p:cNvSpPr/>
          <p:nvPr/>
        </p:nvSpPr>
        <p:spPr>
          <a:xfrm>
            <a:off x="10373639" y="4480404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6" name="Google Shape;4546;p408"/>
          <p:cNvSpPr/>
          <p:nvPr/>
        </p:nvSpPr>
        <p:spPr>
          <a:xfrm rot="-3044895">
            <a:off x="2587718" y="4600736"/>
            <a:ext cx="385473" cy="265854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164F9E94-0B84-6132-378E-A0EBB1FE6739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BA04F5C-B75C-E16C-C349-CE10F5B5D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E025E3F8-3103-75E2-1387-E6E4E7F15E8C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6" name="Google Shape;4519;p407">
            <a:extLst>
              <a:ext uri="{FF2B5EF4-FFF2-40B4-BE49-F238E27FC236}">
                <a16:creationId xmlns:a16="http://schemas.microsoft.com/office/drawing/2014/main" id="{5C221D07-200D-EC58-04D0-A60A27D61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26400" y="989550"/>
            <a:ext cx="8895300" cy="160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dirty="0"/>
              <a:t>Em um programa que usa listas em memória e arquivos, por que salvar o arquivo depois de uma alteração?</a:t>
            </a:r>
            <a:endParaRPr sz="3200" dirty="0"/>
          </a:p>
        </p:txBody>
      </p:sp>
      <p:sp>
        <p:nvSpPr>
          <p:cNvPr id="8" name="Google Shape;4525;p407">
            <a:extLst>
              <a:ext uri="{FF2B5EF4-FFF2-40B4-BE49-F238E27FC236}">
                <a16:creationId xmlns:a16="http://schemas.microsoft.com/office/drawing/2014/main" id="{DF429278-3423-2A10-9845-5C334A6AF5B5}"/>
              </a:ext>
            </a:extLst>
          </p:cNvPr>
          <p:cNvSpPr/>
          <p:nvPr/>
        </p:nvSpPr>
        <p:spPr>
          <a:xfrm>
            <a:off x="3113770" y="3233676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526;p407">
            <a:extLst>
              <a:ext uri="{FF2B5EF4-FFF2-40B4-BE49-F238E27FC236}">
                <a16:creationId xmlns:a16="http://schemas.microsoft.com/office/drawing/2014/main" id="{04BD74B3-B359-A0C8-8CFB-7DDE6676E0BA}"/>
              </a:ext>
            </a:extLst>
          </p:cNvPr>
          <p:cNvSpPr/>
          <p:nvPr/>
        </p:nvSpPr>
        <p:spPr>
          <a:xfrm>
            <a:off x="6825807" y="3220413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4527;p407">
            <a:extLst>
              <a:ext uri="{FF2B5EF4-FFF2-40B4-BE49-F238E27FC236}">
                <a16:creationId xmlns:a16="http://schemas.microsoft.com/office/drawing/2014/main" id="{A7679F1F-B138-12BC-0958-8FE2F54D272B}"/>
              </a:ext>
            </a:extLst>
          </p:cNvPr>
          <p:cNvSpPr/>
          <p:nvPr/>
        </p:nvSpPr>
        <p:spPr>
          <a:xfrm>
            <a:off x="3100888" y="4322977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4528;p407">
            <a:extLst>
              <a:ext uri="{FF2B5EF4-FFF2-40B4-BE49-F238E27FC236}">
                <a16:creationId xmlns:a16="http://schemas.microsoft.com/office/drawing/2014/main" id="{A8240318-779C-B2D8-D175-64D3444AB65D}"/>
              </a:ext>
            </a:extLst>
          </p:cNvPr>
          <p:cNvSpPr/>
          <p:nvPr/>
        </p:nvSpPr>
        <p:spPr>
          <a:xfrm>
            <a:off x="6827310" y="4334939"/>
            <a:ext cx="3467964" cy="86683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4530;p407">
            <a:extLst>
              <a:ext uri="{FF2B5EF4-FFF2-40B4-BE49-F238E27FC236}">
                <a16:creationId xmlns:a16="http://schemas.microsoft.com/office/drawing/2014/main" id="{B28E312E-4097-0551-7531-54D85C6709E4}"/>
              </a:ext>
            </a:extLst>
          </p:cNvPr>
          <p:cNvSpPr txBox="1"/>
          <p:nvPr/>
        </p:nvSpPr>
        <p:spPr>
          <a:xfrm>
            <a:off x="3185152" y="3357870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reabrir o menu com outra opção.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4531;p407">
            <a:extLst>
              <a:ext uri="{FF2B5EF4-FFF2-40B4-BE49-F238E27FC236}">
                <a16:creationId xmlns:a16="http://schemas.microsoft.com/office/drawing/2014/main" id="{0B3CF9FC-DEB7-060B-1F57-61EB15BF4561}"/>
              </a:ext>
            </a:extLst>
          </p:cNvPr>
          <p:cNvSpPr txBox="1"/>
          <p:nvPr/>
        </p:nvSpPr>
        <p:spPr>
          <a:xfrm>
            <a:off x="6855725" y="3354859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criar uma nova lista em memória.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32;p407">
            <a:extLst>
              <a:ext uri="{FF2B5EF4-FFF2-40B4-BE49-F238E27FC236}">
                <a16:creationId xmlns:a16="http://schemas.microsoft.com/office/drawing/2014/main" id="{8157BFFF-C8B8-2B52-28CE-2286B6A3207C}"/>
              </a:ext>
            </a:extLst>
          </p:cNvPr>
          <p:cNvSpPr txBox="1"/>
          <p:nvPr/>
        </p:nvSpPr>
        <p:spPr>
          <a:xfrm>
            <a:off x="6862242" y="4458638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apagar dados antigos do programa.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Google Shape;4533;p407">
            <a:extLst>
              <a:ext uri="{FF2B5EF4-FFF2-40B4-BE49-F238E27FC236}">
                <a16:creationId xmlns:a16="http://schemas.microsoft.com/office/drawing/2014/main" id="{5BA5C3EC-C7FF-7CF4-F81F-5D430996BBA5}"/>
              </a:ext>
            </a:extLst>
          </p:cNvPr>
          <p:cNvSpPr txBox="1"/>
          <p:nvPr/>
        </p:nvSpPr>
        <p:spPr>
          <a:xfrm>
            <a:off x="3113770" y="4446921"/>
            <a:ext cx="3442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manter a mudança nas próximas execuções.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1" name="Google Shape;4561;p409"/>
          <p:cNvSpPr txBox="1"/>
          <p:nvPr/>
        </p:nvSpPr>
        <p:spPr>
          <a:xfrm>
            <a:off x="5985888" y="6172573"/>
            <a:ext cx="4910712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62" name="Google Shape;4562;p409" title="diagrama (4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250" y="304800"/>
            <a:ext cx="6144264" cy="5867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" name="Google Shape;4567;p410"/>
          <p:cNvSpPr txBox="1">
            <a:spLocks noGrp="1"/>
          </p:cNvSpPr>
          <p:nvPr>
            <p:ph type="body" idx="1"/>
          </p:nvPr>
        </p:nvSpPr>
        <p:spPr>
          <a:xfrm>
            <a:off x="5637150" y="1293101"/>
            <a:ext cx="6097650" cy="3707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Módulo csv do Python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Recurso da documentação oficial do Python que apresenta como trabalhar com arquivos CSV, incluindo leitura e escrita de dados em formato de tabela. É útil para entender como informações organizadas em linhas e colunas podem ser levadas para dentro do programa. </a:t>
            </a:r>
            <a:endParaRPr sz="1800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DOCUMENTAÇÃO PYTHON 3.14.7. CSV — leitura e escrita de arquivos CSV. </a:t>
            </a:r>
            <a:r>
              <a:rPr lang="pt-BR" sz="1800" b="1" dirty="0"/>
              <a:t>A Biblioteca padrão</a:t>
            </a:r>
            <a:r>
              <a:rPr lang="pt-BR" sz="1800" dirty="0"/>
              <a:t>, [s. d.]. Disponível em: </a:t>
            </a:r>
            <a:r>
              <a:rPr lang="pt-BR" sz="1800" dirty="0">
                <a:hlinkClick r:id="rId3"/>
              </a:rPr>
              <a:t>https://docs.python.org/pt-br/3/library/csv.html</a:t>
            </a:r>
            <a:r>
              <a:rPr lang="pt-BR" sz="1800" dirty="0"/>
              <a:t>. Acesso em: 02 set. 2026.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4568" name="Google Shape;4568;p410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3" name="Google Shape;4573;p411"/>
          <p:cNvSpPr txBox="1">
            <a:spLocks noGrp="1"/>
          </p:cNvSpPr>
          <p:nvPr>
            <p:ph type="body" idx="1"/>
          </p:nvPr>
        </p:nvSpPr>
        <p:spPr>
          <a:xfrm>
            <a:off x="555150" y="1568450"/>
            <a:ext cx="11081700" cy="186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DOCUMENTAÇÃO PYTHON 3.14.7. CSV — leitura e escrita de arquivos CSV. </a:t>
            </a:r>
            <a:r>
              <a:rPr lang="pt-BR" b="1" dirty="0"/>
              <a:t>A Biblioteca padrão</a:t>
            </a:r>
            <a:r>
              <a:rPr lang="pt-BR" dirty="0"/>
              <a:t>, [s. d.].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https://docs.python.org/pt-br/3/library/csv.html</a:t>
            </a:r>
            <a:r>
              <a:rPr lang="pt-BR" dirty="0"/>
              <a:t>. Acesso em: 13 ago. 2026.</a:t>
            </a:r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DOCUMENTAÇÃO PYTHON 3.14.7. Estruturas de dados. </a:t>
            </a:r>
            <a:r>
              <a:rPr lang="pt-BR" b="1" dirty="0"/>
              <a:t>O Tutorial do Python</a:t>
            </a:r>
            <a:r>
              <a:rPr lang="pt-BR" dirty="0"/>
              <a:t>, [s.d.].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https://docs.python.org/pt-br/3/tutorial/datastructures.html</a:t>
            </a:r>
            <a:r>
              <a:rPr lang="pt-BR" dirty="0"/>
              <a:t>. Acesso em: 08 ago. 2026.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5" name="Google Shape;4585;p413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6" name="Google Shape;4586;p413"/>
          <p:cNvSpPr txBox="1"/>
          <p:nvPr/>
        </p:nvSpPr>
        <p:spPr>
          <a:xfrm>
            <a:off x="985519" y="768928"/>
            <a:ext cx="78690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7" name="Google Shape;4587;p413"/>
          <p:cNvSpPr txBox="1"/>
          <p:nvPr/>
        </p:nvSpPr>
        <p:spPr>
          <a:xfrm>
            <a:off x="985519" y="1391109"/>
            <a:ext cx="10708639" cy="329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comece retomando a decisão da aula anterior: menu coordena, função altera a lista certa, arquivo guarda a mudança. O foco aqui é operacional: todos os estudantes precisam abrir o mesmo .py e entender que a aula vai criar o arquivo, carregá-lo na abertura e só então criar a opção de alteração.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42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acompanhe o andamento da atividade, certificando-se de que todos os estudantes testem a validação de preço com valores inválidos;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incentive a programação em pares quando necessário.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peça que abram o programa da Papelaria e localizem o menu e a lista produtos;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 alguma dupla não tiver o próprio arquivo funcionando, entregue sistemaPapelariaPontoCerto.py como ponto de partida comum. Confirme oralmente o estado inicial da aula: o catálogo já existe em memória, mas o arquivo ainda será criado nesta prática;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releia a meta do material e o título da atividade prática. Feche o bloco antecipando a sequência do roteiro: gerar produtos.csv, criar carregar_produtos(), criar alterar_produto(produtos), ligar ao menu e testar a reabertura.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espera-se que consigam apontar onde está o menu, onde está a lista produtos e por que o arquivo ainda precisa ser criado e relido nesta aula. O gabarito pode ser conferido em ID165172SISANO1C1B4S25A4MATAPOIO3_sistemaPapelariaPontoCerto-A4-gabarito.py</a:t>
            </a:r>
            <a:endParaRPr sz="10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588" name="Google Shape;4588;p413"/>
          <p:cNvCxnSpPr>
            <a:cxnSpLocks/>
          </p:cNvCxnSpPr>
          <p:nvPr/>
        </p:nvCxnSpPr>
        <p:spPr>
          <a:xfrm flipV="1">
            <a:off x="688341" y="1015528"/>
            <a:ext cx="0" cy="382194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4590" name="Google Shape;4590;p413"/>
          <p:cNvGrpSpPr/>
          <p:nvPr/>
        </p:nvGrpSpPr>
        <p:grpSpPr>
          <a:xfrm>
            <a:off x="495291" y="1318604"/>
            <a:ext cx="386100" cy="382500"/>
            <a:chOff x="497841" y="1318604"/>
            <a:chExt cx="386100" cy="382500"/>
          </a:xfrm>
        </p:grpSpPr>
        <p:sp>
          <p:nvSpPr>
            <p:cNvPr id="4591" name="Google Shape;4591;p413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413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3" name="Google Shape;4593;p413"/>
          <p:cNvGrpSpPr/>
          <p:nvPr/>
        </p:nvGrpSpPr>
        <p:grpSpPr>
          <a:xfrm>
            <a:off x="495291" y="2432084"/>
            <a:ext cx="386100" cy="382500"/>
            <a:chOff x="497841" y="2265726"/>
            <a:chExt cx="386100" cy="382500"/>
          </a:xfrm>
        </p:grpSpPr>
        <p:sp>
          <p:nvSpPr>
            <p:cNvPr id="4594" name="Google Shape;4594;p413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413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6" name="Google Shape;4596;p413"/>
          <p:cNvGrpSpPr/>
          <p:nvPr/>
        </p:nvGrpSpPr>
        <p:grpSpPr>
          <a:xfrm>
            <a:off x="495291" y="4257769"/>
            <a:ext cx="386100" cy="382500"/>
            <a:chOff x="497841" y="3801694"/>
            <a:chExt cx="386100" cy="382500"/>
          </a:xfrm>
        </p:grpSpPr>
        <p:sp>
          <p:nvSpPr>
            <p:cNvPr id="4597" name="Google Shape;4597;p413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89" name="Google Shape;4589;p41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98" name="Google Shape;4598;p413"/>
          <p:cNvGrpSpPr/>
          <p:nvPr/>
        </p:nvGrpSpPr>
        <p:grpSpPr>
          <a:xfrm>
            <a:off x="495291" y="1815455"/>
            <a:ext cx="386100" cy="382500"/>
            <a:chOff x="497841" y="1802325"/>
            <a:chExt cx="386100" cy="382500"/>
          </a:xfrm>
        </p:grpSpPr>
        <p:sp>
          <p:nvSpPr>
            <p:cNvPr id="4599" name="Google Shape;4599;p413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00" name="Google Shape;4600;p4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01" name="Google Shape;4601;p413"/>
          <p:cNvGrpSpPr/>
          <p:nvPr/>
        </p:nvGrpSpPr>
        <p:grpSpPr>
          <a:xfrm>
            <a:off x="495291" y="3142673"/>
            <a:ext cx="386100" cy="382500"/>
            <a:chOff x="497841" y="3037886"/>
            <a:chExt cx="386100" cy="382500"/>
          </a:xfrm>
        </p:grpSpPr>
        <p:sp>
          <p:nvSpPr>
            <p:cNvPr id="4602" name="Google Shape;4602;p413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03" name="Google Shape;4603;p413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" name="Google Shape;4609;p414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0" name="Google Shape;4610;p414"/>
          <p:cNvSpPr txBox="1"/>
          <p:nvPr/>
        </p:nvSpPr>
        <p:spPr>
          <a:xfrm>
            <a:off x="985520" y="792372"/>
            <a:ext cx="5923200" cy="41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1" name="Google Shape;4611;p414"/>
          <p:cNvCxnSpPr>
            <a:cxnSpLocks/>
          </p:cNvCxnSpPr>
          <p:nvPr/>
        </p:nvCxnSpPr>
        <p:spPr>
          <a:xfrm flipV="1">
            <a:off x="690895" y="1036115"/>
            <a:ext cx="0" cy="204998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14" name="Google Shape;4614;p414"/>
          <p:cNvSpPr/>
          <p:nvPr/>
        </p:nvSpPr>
        <p:spPr>
          <a:xfrm>
            <a:off x="497841" y="1796179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6" name="Google Shape;4616;p414"/>
          <p:cNvSpPr txBox="1"/>
          <p:nvPr/>
        </p:nvSpPr>
        <p:spPr>
          <a:xfrm>
            <a:off x="985524" y="1432475"/>
            <a:ext cx="10406376" cy="144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spcAft>
                <a:spcPts val="600"/>
              </a:spcAft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/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5 minutos.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 de resposta: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Alternativa correta: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Para manter a mudança nas próximas execuções.</a:t>
            </a:r>
            <a:b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</a:b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Feedback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: a lista muda durante a execução atual. Salvar o arquivo faz a alteração continuar quando o programa for aberto de novo.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4617" name="Google Shape;4617;p4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889885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8" name="Google Shape;4618;p414"/>
          <p:cNvGrpSpPr/>
          <p:nvPr/>
        </p:nvGrpSpPr>
        <p:grpSpPr>
          <a:xfrm>
            <a:off x="497841" y="2363419"/>
            <a:ext cx="386100" cy="382500"/>
            <a:chOff x="497841" y="3801694"/>
            <a:chExt cx="386100" cy="382500"/>
          </a:xfrm>
        </p:grpSpPr>
        <p:sp>
          <p:nvSpPr>
            <p:cNvPr id="4619" name="Google Shape;4619;p414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12" name="Google Shape;4612;p414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oogle Shape;3580;p335">
            <a:extLst>
              <a:ext uri="{FF2B5EF4-FFF2-40B4-BE49-F238E27FC236}">
                <a16:creationId xmlns:a16="http://schemas.microsoft.com/office/drawing/2014/main" id="{87871FDF-462B-D56C-DF11-A96F6B1C2B08}"/>
              </a:ext>
            </a:extLst>
          </p:cNvPr>
          <p:cNvGrpSpPr/>
          <p:nvPr/>
        </p:nvGrpSpPr>
        <p:grpSpPr>
          <a:xfrm>
            <a:off x="492744" y="1362107"/>
            <a:ext cx="386100" cy="382500"/>
            <a:chOff x="497841" y="1318604"/>
            <a:chExt cx="386100" cy="382500"/>
          </a:xfrm>
        </p:grpSpPr>
        <p:sp>
          <p:nvSpPr>
            <p:cNvPr id="12" name="Google Shape;3581;p335">
              <a:extLst>
                <a:ext uri="{FF2B5EF4-FFF2-40B4-BE49-F238E27FC236}">
                  <a16:creationId xmlns:a16="http://schemas.microsoft.com/office/drawing/2014/main" id="{FCF6E6D0-830F-B0C8-A237-E8616EAD43F4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582;p335">
              <a:extLst>
                <a:ext uri="{FF2B5EF4-FFF2-40B4-BE49-F238E27FC236}">
                  <a16:creationId xmlns:a16="http://schemas.microsoft.com/office/drawing/2014/main" id="{DF123FB6-6A65-98BA-DDD8-416D7B8D8833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5" name="Google Shape;4625;p41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6" name="Google Shape;4626;p415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7" name="Google Shape;4627;p415"/>
          <p:cNvSpPr txBox="1"/>
          <p:nvPr/>
        </p:nvSpPr>
        <p:spPr>
          <a:xfrm>
            <a:off x="985519" y="1352395"/>
            <a:ext cx="10783800" cy="329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tem o objetivo de reforçar e esclarecer os principais conceitos discutidos, incentivando os estudantes a recordarem e articularem os principais pontos da aula.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 se encaixa no contexto maior da aula e na vida profissional.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esperado: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628" name="Google Shape;4628;p415"/>
          <p:cNvCxnSpPr>
            <a:cxnSpLocks/>
          </p:cNvCxnSpPr>
          <p:nvPr/>
        </p:nvCxnSpPr>
        <p:spPr>
          <a:xfrm flipV="1">
            <a:off x="685795" y="1049615"/>
            <a:ext cx="0" cy="349860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4630" name="Google Shape;4630;p415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4631" name="Google Shape;4631;p415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2" name="Google Shape;4632;p415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3" name="Google Shape;4633;p415"/>
          <p:cNvGrpSpPr/>
          <p:nvPr/>
        </p:nvGrpSpPr>
        <p:grpSpPr>
          <a:xfrm>
            <a:off x="497841" y="2406901"/>
            <a:ext cx="386100" cy="382500"/>
            <a:chOff x="497841" y="2265726"/>
            <a:chExt cx="386100" cy="382500"/>
          </a:xfrm>
        </p:grpSpPr>
        <p:sp>
          <p:nvSpPr>
            <p:cNvPr id="4634" name="Google Shape;4634;p415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5" name="Google Shape;4635;p415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6" name="Google Shape;4636;p415"/>
          <p:cNvGrpSpPr/>
          <p:nvPr/>
        </p:nvGrpSpPr>
        <p:grpSpPr>
          <a:xfrm>
            <a:off x="497841" y="3151156"/>
            <a:ext cx="386100" cy="382500"/>
            <a:chOff x="497841" y="3037886"/>
            <a:chExt cx="386100" cy="382500"/>
          </a:xfrm>
        </p:grpSpPr>
        <p:sp>
          <p:nvSpPr>
            <p:cNvPr id="4637" name="Google Shape;4637;p41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38" name="Google Shape;4638;p415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39" name="Google Shape;4639;p415"/>
          <p:cNvGrpSpPr/>
          <p:nvPr/>
        </p:nvGrpSpPr>
        <p:grpSpPr>
          <a:xfrm>
            <a:off x="497841" y="4001719"/>
            <a:ext cx="386100" cy="382500"/>
            <a:chOff x="497841" y="3801694"/>
            <a:chExt cx="386100" cy="382500"/>
          </a:xfrm>
        </p:grpSpPr>
        <p:sp>
          <p:nvSpPr>
            <p:cNvPr id="4640" name="Google Shape;4640;p41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29" name="Google Shape;4629;p41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41" name="Google Shape;4641;p415"/>
          <p:cNvGrpSpPr/>
          <p:nvPr/>
        </p:nvGrpSpPr>
        <p:grpSpPr>
          <a:xfrm>
            <a:off x="497841" y="1927283"/>
            <a:ext cx="386100" cy="382500"/>
            <a:chOff x="497841" y="1802325"/>
            <a:chExt cx="386100" cy="382500"/>
          </a:xfrm>
        </p:grpSpPr>
        <p:sp>
          <p:nvSpPr>
            <p:cNvPr id="4642" name="Google Shape;4642;p415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43" name="Google Shape;4643;p4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44" name="Google Shape;4644;p415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5" name="Google Shape;4645;p415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6" name="Google Shape;4646;p415"/>
          <p:cNvCxnSpPr>
            <a:cxnSpLocks/>
          </p:cNvCxnSpPr>
          <p:nvPr/>
        </p:nvCxnSpPr>
        <p:spPr>
          <a:xfrm flipV="1">
            <a:off x="690876" y="4998614"/>
            <a:ext cx="0" cy="144981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8" name="Google Shape;4648;p415"/>
          <p:cNvSpPr/>
          <p:nvPr/>
        </p:nvSpPr>
        <p:spPr>
          <a:xfrm>
            <a:off x="497841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9" name="Google Shape;4649;p415"/>
          <p:cNvSpPr/>
          <p:nvPr/>
        </p:nvSpPr>
        <p:spPr>
          <a:xfrm>
            <a:off x="569897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0" name="Google Shape;4650;p415"/>
          <p:cNvSpPr txBox="1"/>
          <p:nvPr/>
        </p:nvSpPr>
        <p:spPr>
          <a:xfrm>
            <a:off x="985525" y="5391000"/>
            <a:ext cx="8988300" cy="98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apresenta recursos extraclasse para que os estudantes complementem sua formação. Incentive-os a continuar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minuto.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7" name="Google Shape;4647;p415"/>
          <p:cNvSpPr/>
          <p:nvPr/>
        </p:nvSpPr>
        <p:spPr>
          <a:xfrm>
            <a:off x="495426" y="581971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1" name="Google Shape;4651;p4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657" y="5913420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1163</Words>
  <Application>Microsoft Office PowerPoint</Application>
  <PresentationFormat>Ecrã Panorâmico</PresentationFormat>
  <Paragraphs>129</Paragraphs>
  <Slides>16</Slides>
  <Notes>16</Notes>
  <HiddenSlides>5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16</vt:i4>
      </vt:variant>
    </vt:vector>
  </HeadingPairs>
  <TitlesOfParts>
    <vt:vector size="24" baseType="lpstr">
      <vt:lpstr>Calibri</vt:lpstr>
      <vt:lpstr>Poppins Light</vt:lpstr>
      <vt:lpstr>Poppins</vt:lpstr>
      <vt:lpstr>Poppins Medium</vt:lpstr>
      <vt:lpstr>Arial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19</cp:revision>
  <dcterms:modified xsi:type="dcterms:W3CDTF">2026-09-11T14:46:30Z</dcterms:modified>
</cp:coreProperties>
</file>