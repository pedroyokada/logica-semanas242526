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theme/theme2.xml" ContentType="application/vnd.openxmlformats-officedocument.theme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90" r:id="rId1"/>
    <p:sldMasterId id="2147483991" r:id="rId2"/>
    <p:sldMasterId id="2147483992" r:id="rId3"/>
  </p:sldMasterIdLst>
  <p:notesMasterIdLst>
    <p:notesMasterId r:id="rId17"/>
  </p:notesMasterIdLst>
  <p:sldIdLst>
    <p:sldId id="325" r:id="rId4"/>
    <p:sldId id="326" r:id="rId5"/>
    <p:sldId id="574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</p:sldIdLst>
  <p:sldSz cx="12192000" cy="6858000"/>
  <p:notesSz cx="6858000" cy="9144000"/>
  <p:embeddedFontLs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Light" panose="00000400000000000000" pitchFamily="2" charset="0"/>
      <p:regular r:id="rId22"/>
      <p:bold r:id="rId23"/>
      <p:italic r:id="rId24"/>
      <p:boldItalic r:id="rId25"/>
    </p:embeddedFont>
    <p:embeddedFont>
      <p:font typeface="Poppins Medium" panose="000006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ula 4" id="{86A4FDAA-9E8A-4651-BD41-3AF7AF4A9BFC}">
          <p14:sldIdLst>
            <p14:sldId id="325"/>
            <p14:sldId id="326"/>
            <p14:sldId id="574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672B738-AAFE-6D6D-6C28-D7A36B5BC90A}" name="DENISE ONCKEN" initials="DO" userId="6cace8f68071a60e" providerId="Windows Live"/>
  <p188:author id="{377AEB95-F34C-FEB2-A03E-D3DA85656470}" name="Izabella Saadi Cerutti" initials="IS" userId="4295702eb40843b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566E"/>
    <a:srgbClr val="D9D9D9"/>
    <a:srgbClr val="F2F2F2"/>
    <a:srgbClr val="529AC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CF120E-5B87-4C7C-9629-38861E7C7642}">
  <a:tblStyle styleId="{D7CF120E-5B87-4C7C-9629-38861E7C764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5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34" Type="http://schemas.microsoft.com/office/2018/10/relationships/authors" Target="author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8" name="Google Shape;4658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659" name="Google Shape;4659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/>
              <a:t>		</a:t>
            </a:r>
            <a:endParaRPr dirty="0"/>
          </a:p>
        </p:txBody>
      </p:sp>
      <p:sp>
        <p:nvSpPr>
          <p:cNvPr id="4660" name="Google Shape;4660;p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3" name="Google Shape;4663;g3f6aa78f670_1_1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664" name="Google Shape;4664;g3f6aa78f670_1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9" name="Google Shape;36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630" name="Google Shape;363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631" name="Google Shape;363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8157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7" name="Google Shape;4717;g3f6aa78f670_1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718" name="Google Shape;4718;g3f6aa78f670_1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6" name="Google Shape;4736;g3f6aa78f670_1_2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737" name="Google Shape;4737;g3f6aa78f670_1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5" name="Google Shape;4745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746" name="Google Shape;4746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4" name="Google Shape;4764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lvl="0" indent="-2286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pt-BR" sz="1200" dirty="0">
                <a:latin typeface="Poppins"/>
                <a:ea typeface="Poppins"/>
                <a:cs typeface="Poppins"/>
                <a:sym typeface="Poppins"/>
              </a:rPr>
              <a:t>	</a:t>
            </a:r>
            <a:endParaRPr dirty="0"/>
          </a:p>
        </p:txBody>
      </p:sp>
      <p:sp>
        <p:nvSpPr>
          <p:cNvPr id="4765" name="Google Shape;4765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0" name="Google Shape;4770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771" name="Google Shape;4771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6" name="Google Shape;4776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777" name="Google Shape;4777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" name="Google Shape;4782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783" name="Google Shape;4783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/>
              <a:t>      </a:t>
            </a:r>
            <a:endParaRPr dirty="0"/>
          </a:p>
        </p:txBody>
      </p:sp>
      <p:sp>
        <p:nvSpPr>
          <p:cNvPr id="4784" name="Google Shape;4784;p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7" name="Google Shape;4787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788" name="Google Shape;4788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/>
              <a:t>      </a:t>
            </a:r>
            <a:endParaRPr dirty="0"/>
          </a:p>
        </p:txBody>
      </p:sp>
      <p:sp>
        <p:nvSpPr>
          <p:cNvPr id="4789" name="Google Shape;4789;p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1" name="Google Shape;4811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812" name="Google Shape;4812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/>
              <a:t>      </a:t>
            </a:r>
            <a:endParaRPr dirty="0"/>
          </a:p>
        </p:txBody>
      </p:sp>
      <p:sp>
        <p:nvSpPr>
          <p:cNvPr id="4813" name="Google Shape;4813;p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" name="Google Shape;4843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844" name="Google Shape;4844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/>
              <a:t>		</a:t>
            </a:r>
            <a:endParaRPr dirty="0"/>
          </a:p>
        </p:txBody>
      </p:sp>
      <p:sp>
        <p:nvSpPr>
          <p:cNvPr id="4845" name="Google Shape;4845;p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0.emf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02699" y="1543035"/>
            <a:ext cx="4205858" cy="3044205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2149362" y="2398780"/>
            <a:ext cx="3401671" cy="15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069602" y="2317274"/>
            <a:ext cx="3578455" cy="57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116400" y="2896479"/>
            <a:ext cx="3673776" cy="96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9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5" name="Google Shape;25;p3"/>
            <p:cNvSpPr/>
            <p:nvPr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6" cy="69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4" name="Google Shape;34;p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6090044" y="840916"/>
            <a:ext cx="0" cy="5101049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/>
          <p:nvPr/>
        </p:nvSpPr>
        <p:spPr>
          <a:xfrm>
            <a:off x="1467545" y="885957"/>
            <a:ext cx="4045354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445466" y="4992552"/>
            <a:ext cx="32672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467011" y="2916473"/>
            <a:ext cx="438108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395562" y="5422396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7467375" y="3456843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8" name="Google Shape;48;p5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9" name="Google Shape;49;p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5"/>
          <p:cNvGrpSpPr/>
          <p:nvPr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516205" y="5043000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52014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67" name="Google Shape;67;p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" name="Google Shape;75;p5"/>
          <p:cNvSpPr/>
          <p:nvPr/>
        </p:nvSpPr>
        <p:spPr>
          <a:xfrm>
            <a:off x="6537750" y="295220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37986" y="3060122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5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00184" y="44804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5260792" y="304269"/>
            <a:ext cx="6553729" cy="5568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832" cy="414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632648" y="1011053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2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6" name="Google Shape;156;p1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57" name="Google Shape;157;p1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58" name="Google Shape;158;p1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66" name="Google Shape;166;p1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75" name="Google Shape;175;p1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6" name="Google Shape;176;p1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7" name="Google Shape;177;p1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85" name="Google Shape;185;p1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12" name="Google Shape;212;p19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4"/>
          <p:cNvCxnSpPr/>
          <p:nvPr/>
        </p:nvCxnSpPr>
        <p:spPr>
          <a:xfrm rot="10800000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5" name="Google Shape;255;p24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 rot="10800000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8" name="Google Shape;258;p24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59" name="Google Shape;259;p24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78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6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87" cy="238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55" cy="7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083" cy="1879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055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3" name="Google Shape;293;p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246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537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73493" y="697144"/>
            <a:ext cx="1829795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0"/>
          <p:cNvGrpSpPr/>
          <p:nvPr/>
        </p:nvGrpSpPr>
        <p:grpSpPr>
          <a:xfrm>
            <a:off x="0" y="0"/>
            <a:ext cx="8566485" cy="5808133"/>
            <a:chOff x="0" y="0"/>
            <a:chExt cx="8566485" cy="5808133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23" cy="312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91" cy="40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4"/>
          <p:cNvCxnSpPr/>
          <p:nvPr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3" name="Google Shape;343;p34"/>
          <p:cNvSpPr txBox="1"/>
          <p:nvPr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5" name="Google Shape;345;p34"/>
          <p:cNvSpPr txBox="1"/>
          <p:nvPr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7" name="Google Shape;347;p34"/>
          <p:cNvSpPr txBox="1"/>
          <p:nvPr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34"/>
          <p:cNvCxnSpPr/>
          <p:nvPr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9" name="Google Shape;349;p3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9" name="Google Shape;359;p3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233" cy="406823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60" name="Google Shape;360;p35"/>
          <p:cNvSpPr txBox="1"/>
          <p:nvPr/>
        </p:nvSpPr>
        <p:spPr>
          <a:xfrm>
            <a:off x="4676921" y="734022"/>
            <a:ext cx="5440600" cy="71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78" cy="4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53" cy="261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665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37"/>
          <p:cNvCxnSpPr/>
          <p:nvPr/>
        </p:nvCxnSpPr>
        <p:spPr>
          <a:xfrm>
            <a:off x="460698" y="3353252"/>
            <a:ext cx="11844716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75" name="Google Shape;375;p3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2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432" cy="4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8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5" name="Google Shape;385;p38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6" name="Google Shape;386;p38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7" name="Google Shape;387;p38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88" name="Google Shape;388;p3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89" name="Google Shape;389;p3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0" name="Google Shape;390;p3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1" name="Google Shape;391;p3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0" name="Google Shape;400;p39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03" name="Google Shape;403;p3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4" name="Google Shape;404;p3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5" name="Google Shape;405;p3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6" name="Google Shape;406;p3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7" name="Google Shape;407;p3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0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14" name="Google Shape;414;p40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5" name="Google Shape;415;p40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6" name="Google Shape;416;p40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7" name="Google Shape;417;p40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18" name="Google Shape;418;p4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19" name="Google Shape;419;p4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0" name="Google Shape;420;p4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1" name="Google Shape;421;p4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2" name="Google Shape;422;p4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4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24" name="Google Shape;424;p40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25" name="Google Shape;425;p40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1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3" name="Google Shape;433;p41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4" name="Google Shape;434;p41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35" name="Google Shape;435;p4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6" name="Google Shape;436;p4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7" name="Google Shape;437;p4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8" name="Google Shape;438;p4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9" name="Google Shape;439;p4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4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41" name="Google Shape;441;p41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42" name="Google Shape;442;p41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2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0" name="Google Shape;450;p42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2" name="Google Shape;452;p4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3" name="Google Shape;453;p4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4" name="Google Shape;454;p4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5" name="Google Shape;455;p4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6" name="Google Shape;456;p4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58" name="Google Shape;458;p42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9" name="Google Shape;459;p4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5" name="Google Shape;465;p4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6" name="Google Shape;466;p4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7" name="Google Shape;467;p4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468" name="Google Shape;468;p43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69" name="Google Shape;469;p4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595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48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08" name="Google Shape;508;p48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49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20" cy="5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789" cy="37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3" name="Google Shape;523;p50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75" cy="376111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24" name="Google Shape;524;p50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1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2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2" name="Google Shape;552;p5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5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5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4" name="Google Shape;564;p5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4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8"/>
          <a:stretch/>
        </p:blipFill>
        <p:spPr>
          <a:xfrm>
            <a:off x="428798" y="386760"/>
            <a:ext cx="3243277" cy="3243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72" name="Google Shape;572;p55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5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 descr="Câmera fotográfica preta&#10;&#10;Descrição gerada automaticamente"/>
          <p:cNvSpPr/>
          <p:nvPr/>
        </p:nvSpPr>
        <p:spPr>
          <a:xfrm>
            <a:off x="428798" y="386760"/>
            <a:ext cx="3243277" cy="32432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56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5" name="Google Shape;585;p5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6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730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2" name="Google Shape;592;p5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633" cy="37814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94" name="Google Shape;594;p5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6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58"/>
          <p:cNvCxnSpPr/>
          <p:nvPr/>
        </p:nvCxnSpPr>
        <p:spPr>
          <a:xfrm>
            <a:off x="343022" y="609127"/>
            <a:ext cx="749611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58"/>
          <p:cNvSpPr txBox="1"/>
          <p:nvPr/>
        </p:nvSpPr>
        <p:spPr>
          <a:xfrm>
            <a:off x="343021" y="409155"/>
            <a:ext cx="4153598" cy="2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606" name="Google Shape;606;p61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2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62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62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1" name="Google Shape;611;p62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2" name="Google Shape;612;p62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62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4" name="Google Shape;614;p62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15" name="Google Shape;615;p62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6" name="Google Shape;616;p62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17" name="Google Shape;617;p62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8" name="Google Shape;618;p62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19" name="Google Shape;619;p62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0" name="Google Shape;620;p62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21" name="Google Shape;621;p62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2" name="Google Shape;622;p62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3" name="Google Shape;623;p62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4" name="Google Shape;624;p62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5" name="Google Shape;625;p6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6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63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63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63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63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3" name="Google Shape;633;p63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81" cy="11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choca">
  <p:cSld name="CUSTOM"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6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64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64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64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64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64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1" name="Google Shape;641;p64"/>
          <p:cNvGrpSpPr/>
          <p:nvPr/>
        </p:nvGrpSpPr>
        <p:grpSpPr>
          <a:xfrm>
            <a:off x="587322" y="1618499"/>
            <a:ext cx="11456514" cy="4435193"/>
            <a:chOff x="880938" y="2427626"/>
            <a:chExt cx="17183911" cy="6652457"/>
          </a:xfrm>
        </p:grpSpPr>
        <p:sp>
          <p:nvSpPr>
            <p:cNvPr id="642" name="Google Shape;642;p64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64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64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64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64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64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64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64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64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64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64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64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64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4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4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64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8" name="Google Shape;658;p64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9" name="Google Shape;659;p64"/>
          <p:cNvCxnSpPr>
            <a:stCxn id="658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0" name="Google Shape;660;p64"/>
          <p:cNvCxnSpPr>
            <a:endCxn id="639" idx="1"/>
          </p:cNvCxnSpPr>
          <p:nvPr/>
        </p:nvCxnSpPr>
        <p:spPr>
          <a:xfrm rot="10800000" flipH="1">
            <a:off x="7013652" y="5998828"/>
            <a:ext cx="11160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1" name="Google Shape;661;p64"/>
          <p:cNvSpPr/>
          <p:nvPr/>
        </p:nvSpPr>
        <p:spPr>
          <a:xfrm>
            <a:off x="5860040" y="62685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2" name="Google Shape;662;p64"/>
          <p:cNvCxnSpPr>
            <a:stCxn id="661" idx="4"/>
            <a:endCxn id="637" idx="7"/>
          </p:cNvCxnSpPr>
          <p:nvPr/>
        </p:nvCxnSpPr>
        <p:spPr>
          <a:xfrm flipH="1">
            <a:off x="6117590" y="1162952"/>
            <a:ext cx="10500" cy="54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3" name="Google Shape;663;p64"/>
          <p:cNvSpPr/>
          <p:nvPr/>
        </p:nvSpPr>
        <p:spPr>
          <a:xfrm>
            <a:off x="8025148" y="168813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4" name="Google Shape;664;p64"/>
          <p:cNvCxnSpPr>
            <a:stCxn id="663" idx="3"/>
            <a:endCxn id="638" idx="5"/>
          </p:cNvCxnSpPr>
          <p:nvPr/>
        </p:nvCxnSpPr>
        <p:spPr>
          <a:xfrm flipH="1">
            <a:off x="7634758" y="2145722"/>
            <a:ext cx="468900" cy="34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5" name="Google Shape;665;p64"/>
          <p:cNvSpPr txBox="1"/>
          <p:nvPr/>
        </p:nvSpPr>
        <p:spPr>
          <a:xfrm>
            <a:off x="772402" y="372660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6" name="Google Shape;666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744266">
            <a:off x="2787582" y="267700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64"/>
          <p:cNvSpPr/>
          <p:nvPr/>
        </p:nvSpPr>
        <p:spPr>
          <a:xfrm>
            <a:off x="10174052" y="3851166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1" name="Google Shape;671;p64"/>
          <p:cNvCxnSpPr>
            <a:stCxn id="670" idx="2"/>
          </p:cNvCxnSpPr>
          <p:nvPr/>
        </p:nvCxnSpPr>
        <p:spPr>
          <a:xfrm flipH="1">
            <a:off x="9579752" y="4119216"/>
            <a:ext cx="5943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72" name="Google Shape;672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032072" y="371060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64"/>
          <p:cNvSpPr txBox="1"/>
          <p:nvPr/>
        </p:nvSpPr>
        <p:spPr>
          <a:xfrm>
            <a:off x="772403" y="3963595"/>
            <a:ext cx="2832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Tema da semana 1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4" name="Google Shape;674;p64"/>
          <p:cNvSpPr txBox="1"/>
          <p:nvPr/>
        </p:nvSpPr>
        <p:spPr>
          <a:xfrm>
            <a:off x="4258768" y="5830396"/>
            <a:ext cx="224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4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5" name="Google Shape;675;p64"/>
          <p:cNvSpPr txBox="1"/>
          <p:nvPr/>
        </p:nvSpPr>
        <p:spPr>
          <a:xfrm>
            <a:off x="6510730" y="504694"/>
            <a:ext cx="37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2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6" name="Google Shape;676;p64"/>
          <p:cNvSpPr txBox="1"/>
          <p:nvPr/>
        </p:nvSpPr>
        <p:spPr>
          <a:xfrm>
            <a:off x="8673545" y="1652519"/>
            <a:ext cx="275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3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7" name="Google Shape;677;p64"/>
          <p:cNvSpPr txBox="1"/>
          <p:nvPr/>
        </p:nvSpPr>
        <p:spPr>
          <a:xfrm>
            <a:off x="9949275" y="4530800"/>
            <a:ext cx="2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5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8" name="Google Shape;678;p64"/>
          <p:cNvSpPr/>
          <p:nvPr/>
        </p:nvSpPr>
        <p:spPr>
          <a:xfrm>
            <a:off x="6649008" y="5735630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64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64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64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64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65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5" name="Google Shape;685;p65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686" name="Google Shape;686;p65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7" name="Google Shape;687;p65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8" name="Google Shape;688;p65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9" name="Google Shape;689;p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0" name="Google Shape;690;p65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691" name="Google Shape;691;p65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65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93" name="Google Shape;693;p65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4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4" name="Google Shape;694;p65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695" name="Google Shape;695;p65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65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65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9" name="Google Shape;699;p66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0" name="Google Shape;700;p66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1" name="Google Shape;701;p66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2" name="Google Shape;702;p66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3" name="Google Shape;703;p66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4" name="Google Shape;704;p66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5" name="Google Shape;705;p66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66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6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8" name="Google Shape;708;p66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9" name="Google Shape;709;p66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0" name="Google Shape;710;p66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711" name="Google Shape;711;p66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712" name="Google Shape;712;p66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3" name="Google Shape;713;p66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4" name="Google Shape;714;p66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5" name="Google Shape;715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6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66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66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9" name="Google Shape;719;p66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720" name="Google Shape;720;p66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721" name="Google Shape;721;p66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66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3" name="Google Shape;723;p66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66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66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6" name="Google Shape;726;p66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7" name="Google Shape;727;p6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66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9" name="Google Shape;729;p66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730" name="Google Shape;730;p66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1" name="Google Shape;731;p66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732" name="Google Shape;732;p66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66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66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66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66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66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38" name="Google Shape;738;p66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66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0" name="Google Shape;740;p66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741" name="Google Shape;741;p66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42" name="Google Shape;742;p66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66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66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5" name="Google Shape;745;p66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66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6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6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67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3" name="Google Shape;753;p67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4" name="Google Shape;754;p67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6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Google Shape;757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6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6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6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68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2" name="Google Shape;762;p68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68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9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6" name="Google Shape;766;p69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7" name="Google Shape;767;p69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8" name="Google Shape;768;p69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69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0" name="Google Shape;770;p6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6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" name="Google Shape;773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7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7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7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70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8" name="Google Shape;778;p70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9" name="Google Shape;779;p7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7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7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7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7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7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87" name="Google Shape;787;p7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8" name="Google Shape;788;p7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9" name="Google Shape;789;p7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7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Google Shape;792;p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7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7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7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72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7" name="Google Shape;797;p72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8" name="Google Shape;798;p72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72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0" name="Google Shape;800;p7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7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3" name="Google Shape;80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7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7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7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73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8" name="Google Shape;808;p73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9" name="Google Shape;809;p73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0" name="Google Shape;810;p73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811" name="Google Shape;811;p7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7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4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74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74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74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9" name="Google Shape;819;p74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0" name="Google Shape;820;p74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74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75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7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7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7" name="Google Shape;827;p7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828" name="Google Shape;828;p7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829" name="Google Shape;829;p7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830" name="Google Shape;830;p7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831" name="Google Shape;831;p7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2" name="Google Shape;832;p7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3" name="Google Shape;833;p7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4" name="Google Shape;834;p7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5" name="Google Shape;835;p7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6" name="Google Shape;836;p7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7" name="Google Shape;837;p7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8" name="Google Shape;838;p7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839" name="Google Shape;839;p7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7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2" name="Google Shape;842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76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5" name="Google Shape;845;p7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76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7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9" name="Google Shape;849;p77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0" name="Google Shape;850;p77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1" name="Google Shape;851;p77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4_Atividade_Resposta"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3" name="Google Shape;853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8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6" name="Google Shape;856;p78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7" name="Google Shape;857;p78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8" name="Google Shape;858;p78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9" name="Google Shape;859;p78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0" name="Google Shape;860;p78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1" name="Google Shape;861;p7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7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4" name="Google Shape;864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79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7" name="Google Shape;867;p79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8" name="Google Shape;868;p79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9" name="Google Shape;869;p79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0" name="Google Shape;870;p79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1" name="Google Shape;871;p79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2" name="Google Shape;872;p7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79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5" name="Google Shape;875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0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8" name="Google Shape;878;p80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9" name="Google Shape;879;p80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880" name="Google Shape;880;p8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8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3_1. Desenvolvimento"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3" name="Google Shape;883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81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8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81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Quadro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9" name="Google Shape;889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82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91" name="Google Shape;891;p8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82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4" name="Google Shape;894;p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5" name="Google Shape;895;p83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896" name="Google Shape;896;p83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83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83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9" name="Google Shape;899;p83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0" name="Google Shape;900;p83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2" name="Google Shape;902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4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05" name="Google Shape;905;p84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06" name="Google Shape;906;p84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07" name="Google Shape;907;p8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8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1_3. Conteudo">
    <p:bg>
      <p:bgPr>
        <a:solidFill>
          <a:srgbClr val="28566E"/>
        </a:solidFill>
        <a:effectLst/>
      </p:bgPr>
    </p:bg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85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8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8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14" name="Google Shape;914;p8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15" name="Google Shape;915;p85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85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8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18" name="Google Shape;918;p8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9" name="Google Shape;919;p85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8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85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" name="Google Shape;923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6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25" name="Google Shape;925;p86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8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27" name="Google Shape;927;p8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28" name="Google Shape;928;p8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29" name="Google Shape;929;p8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0" name="Google Shape;930;p86"/>
          <p:cNvSpPr txBox="1"/>
          <p:nvPr/>
        </p:nvSpPr>
        <p:spPr>
          <a:xfrm>
            <a:off x="5767754" y="-75027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86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86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4. Exposição"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4" name="Google Shape;934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8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36" name="Google Shape;936;p8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8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938" name="Google Shape;938;p8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39" name="Google Shape;939;p87"/>
          <p:cNvSpPr/>
          <p:nvPr/>
        </p:nvSpPr>
        <p:spPr>
          <a:xfrm>
            <a:off x="229449" y="3216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87"/>
          <p:cNvSpPr txBox="1"/>
          <p:nvPr/>
        </p:nvSpPr>
        <p:spPr>
          <a:xfrm>
            <a:off x="495695" y="757428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Google Shape;942;p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8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5" name="Google Shape;945;p88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6" name="Google Shape;946;p88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7" name="Google Shape;947;p8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8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9"/>
          <p:cNvSpPr txBox="1">
            <a:spLocks noGrp="1"/>
          </p:cNvSpPr>
          <p:nvPr>
            <p:ph type="body" idx="1"/>
          </p:nvPr>
        </p:nvSpPr>
        <p:spPr>
          <a:xfrm>
            <a:off x="3806396" y="2036189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3" name="Google Shape;953;p89"/>
          <p:cNvSpPr txBox="1">
            <a:spLocks noGrp="1"/>
          </p:cNvSpPr>
          <p:nvPr>
            <p:ph type="body" idx="2"/>
          </p:nvPr>
        </p:nvSpPr>
        <p:spPr>
          <a:xfrm>
            <a:off x="3806396" y="3363540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4" name="Google Shape;954;p89"/>
          <p:cNvSpPr txBox="1">
            <a:spLocks noGrp="1"/>
          </p:cNvSpPr>
          <p:nvPr>
            <p:ph type="body" idx="3"/>
          </p:nvPr>
        </p:nvSpPr>
        <p:spPr>
          <a:xfrm>
            <a:off x="8183525" y="4696970"/>
            <a:ext cx="32916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5" name="Google Shape;955;p89"/>
          <p:cNvSpPr txBox="1">
            <a:spLocks noGrp="1"/>
          </p:cNvSpPr>
          <p:nvPr>
            <p:ph type="body" idx="4"/>
          </p:nvPr>
        </p:nvSpPr>
        <p:spPr>
          <a:xfrm>
            <a:off x="3806396" y="4676237"/>
            <a:ext cx="3276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6" name="Google Shape;956;p89"/>
          <p:cNvSpPr txBox="1">
            <a:spLocks noGrp="1"/>
          </p:cNvSpPr>
          <p:nvPr>
            <p:ph type="body" idx="5"/>
          </p:nvPr>
        </p:nvSpPr>
        <p:spPr>
          <a:xfrm>
            <a:off x="8183525" y="2036512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7" name="Google Shape;957;p89"/>
          <p:cNvSpPr txBox="1">
            <a:spLocks noGrp="1"/>
          </p:cNvSpPr>
          <p:nvPr>
            <p:ph type="body" idx="6"/>
          </p:nvPr>
        </p:nvSpPr>
        <p:spPr>
          <a:xfrm>
            <a:off x="8183525" y="3363864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8" name="Google Shape;958;p89"/>
          <p:cNvSpPr txBox="1">
            <a:spLocks noGrp="1"/>
          </p:cNvSpPr>
          <p:nvPr>
            <p:ph type="body" idx="7"/>
          </p:nvPr>
        </p:nvSpPr>
        <p:spPr>
          <a:xfrm>
            <a:off x="2825335" y="912661"/>
            <a:ext cx="6246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9" name="Google Shape;959;p89"/>
          <p:cNvSpPr txBox="1">
            <a:spLocks noGrp="1"/>
          </p:cNvSpPr>
          <p:nvPr>
            <p:ph type="body" idx="8"/>
          </p:nvPr>
        </p:nvSpPr>
        <p:spPr>
          <a:xfrm>
            <a:off x="3806397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0" name="Google Shape;960;p89"/>
          <p:cNvSpPr txBox="1">
            <a:spLocks noGrp="1"/>
          </p:cNvSpPr>
          <p:nvPr>
            <p:ph type="body" idx="9"/>
          </p:nvPr>
        </p:nvSpPr>
        <p:spPr>
          <a:xfrm>
            <a:off x="3806397" y="3725169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1" name="Google Shape;961;p89"/>
          <p:cNvSpPr txBox="1">
            <a:spLocks noGrp="1"/>
          </p:cNvSpPr>
          <p:nvPr>
            <p:ph type="body" idx="13"/>
          </p:nvPr>
        </p:nvSpPr>
        <p:spPr>
          <a:xfrm>
            <a:off x="3806397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2" name="Google Shape;962;p89"/>
          <p:cNvSpPr txBox="1">
            <a:spLocks noGrp="1"/>
          </p:cNvSpPr>
          <p:nvPr>
            <p:ph type="body" idx="14"/>
          </p:nvPr>
        </p:nvSpPr>
        <p:spPr>
          <a:xfrm>
            <a:off x="8183525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3" name="Google Shape;963;p89"/>
          <p:cNvSpPr txBox="1">
            <a:spLocks noGrp="1"/>
          </p:cNvSpPr>
          <p:nvPr>
            <p:ph type="body" idx="15"/>
          </p:nvPr>
        </p:nvSpPr>
        <p:spPr>
          <a:xfrm>
            <a:off x="8183525" y="3680360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4" name="Google Shape;964;p89"/>
          <p:cNvSpPr txBox="1">
            <a:spLocks noGrp="1"/>
          </p:cNvSpPr>
          <p:nvPr>
            <p:ph type="body" idx="16"/>
          </p:nvPr>
        </p:nvSpPr>
        <p:spPr>
          <a:xfrm>
            <a:off x="8183525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5" name="Google Shape;965;p89"/>
          <p:cNvSpPr txBox="1">
            <a:spLocks noGrp="1"/>
          </p:cNvSpPr>
          <p:nvPr>
            <p:ph type="body" idx="17"/>
          </p:nvPr>
        </p:nvSpPr>
        <p:spPr>
          <a:xfrm>
            <a:off x="2023316" y="2365587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6" name="Google Shape;966;p89"/>
          <p:cNvSpPr txBox="1">
            <a:spLocks noGrp="1"/>
          </p:cNvSpPr>
          <p:nvPr>
            <p:ph type="body" idx="18"/>
          </p:nvPr>
        </p:nvSpPr>
        <p:spPr>
          <a:xfrm>
            <a:off x="2023316" y="3699769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7" name="Google Shape;967;p89"/>
          <p:cNvSpPr txBox="1">
            <a:spLocks noGrp="1"/>
          </p:cNvSpPr>
          <p:nvPr>
            <p:ph type="body" idx="19"/>
          </p:nvPr>
        </p:nvSpPr>
        <p:spPr>
          <a:xfrm>
            <a:off x="2023316" y="4998823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8" name="Google Shape;968;p89"/>
          <p:cNvSpPr txBox="1">
            <a:spLocks noGrp="1"/>
          </p:cNvSpPr>
          <p:nvPr>
            <p:ph type="body" idx="20"/>
          </p:nvPr>
        </p:nvSpPr>
        <p:spPr>
          <a:xfrm>
            <a:off x="7660284" y="2370667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9" name="Google Shape;969;p89"/>
          <p:cNvSpPr txBox="1">
            <a:spLocks noGrp="1"/>
          </p:cNvSpPr>
          <p:nvPr>
            <p:ph type="body" idx="21"/>
          </p:nvPr>
        </p:nvSpPr>
        <p:spPr>
          <a:xfrm>
            <a:off x="7660284" y="3660040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0" name="Google Shape;970;p89"/>
          <p:cNvSpPr txBox="1">
            <a:spLocks noGrp="1"/>
          </p:cNvSpPr>
          <p:nvPr>
            <p:ph type="body" idx="22"/>
          </p:nvPr>
        </p:nvSpPr>
        <p:spPr>
          <a:xfrm>
            <a:off x="7660284" y="5003903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1" name="Google Shape;971;p8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89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4" name="Google Shape;974;p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90"/>
          <p:cNvSpPr txBox="1">
            <a:spLocks noGrp="1"/>
          </p:cNvSpPr>
          <p:nvPr>
            <p:ph type="body" idx="1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7" name="Google Shape;977;p90"/>
          <p:cNvSpPr txBox="1">
            <a:spLocks noGrp="1"/>
          </p:cNvSpPr>
          <p:nvPr>
            <p:ph type="body" idx="2"/>
          </p:nvPr>
        </p:nvSpPr>
        <p:spPr>
          <a:xfrm>
            <a:off x="3562371" y="1936680"/>
            <a:ext cx="3279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8" name="Google Shape;978;p90"/>
          <p:cNvSpPr txBox="1">
            <a:spLocks noGrp="1"/>
          </p:cNvSpPr>
          <p:nvPr>
            <p:ph type="body" idx="3"/>
          </p:nvPr>
        </p:nvSpPr>
        <p:spPr>
          <a:xfrm>
            <a:off x="3562371" y="245443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79" name="Google Shape;979;p90"/>
          <p:cNvSpPr txBox="1">
            <a:spLocks noGrp="1"/>
          </p:cNvSpPr>
          <p:nvPr>
            <p:ph type="body" idx="4"/>
          </p:nvPr>
        </p:nvSpPr>
        <p:spPr>
          <a:xfrm>
            <a:off x="3562371" y="3351392"/>
            <a:ext cx="32796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0" name="Google Shape;980;p90"/>
          <p:cNvSpPr txBox="1">
            <a:spLocks noGrp="1"/>
          </p:cNvSpPr>
          <p:nvPr>
            <p:ph type="body" idx="5"/>
          </p:nvPr>
        </p:nvSpPr>
        <p:spPr>
          <a:xfrm>
            <a:off x="3580631" y="3950371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1" name="Google Shape;981;p90"/>
          <p:cNvSpPr txBox="1">
            <a:spLocks noGrp="1"/>
          </p:cNvSpPr>
          <p:nvPr>
            <p:ph type="body" idx="6"/>
          </p:nvPr>
        </p:nvSpPr>
        <p:spPr>
          <a:xfrm>
            <a:off x="3580630" y="4736672"/>
            <a:ext cx="32613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2" name="Google Shape;982;p90"/>
          <p:cNvSpPr txBox="1">
            <a:spLocks noGrp="1"/>
          </p:cNvSpPr>
          <p:nvPr>
            <p:ph type="body" idx="7"/>
          </p:nvPr>
        </p:nvSpPr>
        <p:spPr>
          <a:xfrm>
            <a:off x="3580630" y="522157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3" name="Google Shape;983;p90"/>
          <p:cNvSpPr txBox="1">
            <a:spLocks noGrp="1"/>
          </p:cNvSpPr>
          <p:nvPr>
            <p:ph type="body" idx="8"/>
          </p:nvPr>
        </p:nvSpPr>
        <p:spPr>
          <a:xfrm>
            <a:off x="8011121" y="1942710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4" name="Google Shape;984;p90"/>
          <p:cNvSpPr txBox="1">
            <a:spLocks noGrp="1"/>
          </p:cNvSpPr>
          <p:nvPr>
            <p:ph type="body" idx="9"/>
          </p:nvPr>
        </p:nvSpPr>
        <p:spPr>
          <a:xfrm>
            <a:off x="8011122" y="2454431"/>
            <a:ext cx="32421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5" name="Google Shape;985;p90"/>
          <p:cNvSpPr txBox="1">
            <a:spLocks noGrp="1"/>
          </p:cNvSpPr>
          <p:nvPr>
            <p:ph type="body" idx="13"/>
          </p:nvPr>
        </p:nvSpPr>
        <p:spPr>
          <a:xfrm>
            <a:off x="8011121" y="3345736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6" name="Google Shape;986;p90"/>
          <p:cNvSpPr txBox="1">
            <a:spLocks noGrp="1"/>
          </p:cNvSpPr>
          <p:nvPr>
            <p:ph type="body" idx="14"/>
          </p:nvPr>
        </p:nvSpPr>
        <p:spPr>
          <a:xfrm>
            <a:off x="8011122" y="3950370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7" name="Google Shape;987;p90"/>
          <p:cNvSpPr txBox="1">
            <a:spLocks noGrp="1"/>
          </p:cNvSpPr>
          <p:nvPr>
            <p:ph type="body" idx="15"/>
          </p:nvPr>
        </p:nvSpPr>
        <p:spPr>
          <a:xfrm>
            <a:off x="8011121" y="4728892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8" name="Google Shape;988;p90"/>
          <p:cNvSpPr txBox="1">
            <a:spLocks noGrp="1"/>
          </p:cNvSpPr>
          <p:nvPr>
            <p:ph type="body" idx="16"/>
          </p:nvPr>
        </p:nvSpPr>
        <p:spPr>
          <a:xfrm>
            <a:off x="8011122" y="5222647"/>
            <a:ext cx="32421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9" name="Google Shape;989;p9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9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2" name="Google Shape;992;p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91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5" name="Google Shape;995;p91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6" name="Google Shape;996;p91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997" name="Google Shape;997;p9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91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0" name="Google Shape;1000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92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92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4" name="Google Shape;1004;p9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9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7" name="Google Shape;1007;p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9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93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10" name="Google Shape;1010;p93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2" name="Google Shape;1012;p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94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15" name="Google Shape;1015;p94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16" name="Google Shape;1016;p94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17" name="Google Shape;1017;p9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94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0" name="Google Shape;1020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95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9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9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9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25" name="Google Shape;1025;p9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26" name="Google Shape;1026;p95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95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9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29" name="Google Shape;1029;p9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0" name="Google Shape;1030;p95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95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Google Shape;1033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p96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35" name="Google Shape;1035;p96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9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37" name="Google Shape;1037;p9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38" name="Google Shape;1038;p9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39" name="Google Shape;1039;p9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0" name="Google Shape;1040;p96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96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3" name="Google Shape;1043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9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45" name="Google Shape;1045;p9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9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047" name="Google Shape;1047;p9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48" name="Google Shape;1048;p9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97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2">
  <p:cSld name="3_Atividade_seminario2"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1" name="Google Shape;1051;p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98"/>
          <p:cNvSpPr txBox="1">
            <a:spLocks noGrp="1"/>
          </p:cNvSpPr>
          <p:nvPr>
            <p:ph type="body" idx="1"/>
          </p:nvPr>
        </p:nvSpPr>
        <p:spPr>
          <a:xfrm>
            <a:off x="5327897" y="131009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54" name="Google Shape;1054;p98"/>
          <p:cNvSpPr txBox="1">
            <a:spLocks noGrp="1"/>
          </p:cNvSpPr>
          <p:nvPr>
            <p:ph type="body" idx="2"/>
          </p:nvPr>
        </p:nvSpPr>
        <p:spPr>
          <a:xfrm>
            <a:off x="5327897" y="271436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55" name="Google Shape;1055;p98"/>
          <p:cNvSpPr txBox="1">
            <a:spLocks noGrp="1"/>
          </p:cNvSpPr>
          <p:nvPr>
            <p:ph type="body" idx="3"/>
          </p:nvPr>
        </p:nvSpPr>
        <p:spPr>
          <a:xfrm>
            <a:off x="5327897" y="415273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56" name="Google Shape;1056;p98"/>
          <p:cNvSpPr txBox="1">
            <a:spLocks noGrp="1"/>
          </p:cNvSpPr>
          <p:nvPr>
            <p:ph type="body" idx="4"/>
          </p:nvPr>
        </p:nvSpPr>
        <p:spPr>
          <a:xfrm>
            <a:off x="5327897" y="555700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57" name="Google Shape;1057;p98"/>
          <p:cNvSpPr txBox="1">
            <a:spLocks noGrp="1"/>
          </p:cNvSpPr>
          <p:nvPr>
            <p:ph type="body" idx="5"/>
          </p:nvPr>
        </p:nvSpPr>
        <p:spPr>
          <a:xfrm>
            <a:off x="526578" y="3658093"/>
            <a:ext cx="2403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58" name="Google Shape;1058;p98"/>
          <p:cNvSpPr txBox="1">
            <a:spLocks noGrp="1"/>
          </p:cNvSpPr>
          <p:nvPr>
            <p:ph type="body" idx="6"/>
          </p:nvPr>
        </p:nvSpPr>
        <p:spPr>
          <a:xfrm>
            <a:off x="854491" y="4775003"/>
            <a:ext cx="173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59" name="Google Shape;1059;p98"/>
          <p:cNvSpPr txBox="1">
            <a:spLocks noGrp="1"/>
          </p:cNvSpPr>
          <p:nvPr>
            <p:ph type="body" idx="7"/>
          </p:nvPr>
        </p:nvSpPr>
        <p:spPr>
          <a:xfrm>
            <a:off x="882213" y="5217603"/>
            <a:ext cx="1705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0" name="Google Shape;1060;p9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9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477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3" name="Google Shape;1063;p99"/>
          <p:cNvCxnSpPr/>
          <p:nvPr/>
        </p:nvCxnSpPr>
        <p:spPr>
          <a:xfrm>
            <a:off x="4826925" y="514807"/>
            <a:ext cx="0" cy="634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1064" name="Google Shape;1064;p99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99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99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7" name="Google Shape;1067;p99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8" name="Google Shape;1068;p99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99"/>
          <p:cNvSpPr/>
          <p:nvPr/>
        </p:nvSpPr>
        <p:spPr>
          <a:xfrm>
            <a:off x="4526924" y="710099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99"/>
          <p:cNvSpPr/>
          <p:nvPr/>
        </p:nvSpPr>
        <p:spPr>
          <a:xfrm>
            <a:off x="4526925" y="2089345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99"/>
          <p:cNvSpPr/>
          <p:nvPr/>
        </p:nvSpPr>
        <p:spPr>
          <a:xfrm>
            <a:off x="4526925" y="3556316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99"/>
          <p:cNvSpPr/>
          <p:nvPr/>
        </p:nvSpPr>
        <p:spPr>
          <a:xfrm>
            <a:off x="4526925" y="5023287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9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9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2_Atividade_Resposta"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00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7" name="Google Shape;1077;p100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8" name="Google Shape;1078;p100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00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100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1" name="Google Shape;1081;p100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2" name="Google Shape;1082;p100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3" name="Google Shape;1083;p100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4" name="Google Shape;1084;p100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85" name="Google Shape;1085;p100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p100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87" name="Google Shape;1087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100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9" name="Google Shape;1089;p100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10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10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101"/>
          <p:cNvSpPr/>
          <p:nvPr/>
        </p:nvSpPr>
        <p:spPr>
          <a:xfrm>
            <a:off x="3426936" y="0"/>
            <a:ext cx="8781600" cy="685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101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6" name="Google Shape;1096;p101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7" name="Google Shape;1097;p101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8" name="Google Shape;1098;p101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099" name="Google Shape;1099;p101"/>
          <p:cNvSpPr txBox="1"/>
          <p:nvPr/>
        </p:nvSpPr>
        <p:spPr>
          <a:xfrm>
            <a:off x="2830286" y="-402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101"/>
          <p:cNvSpPr txBox="1"/>
          <p:nvPr/>
        </p:nvSpPr>
        <p:spPr>
          <a:xfrm>
            <a:off x="5116286" y="-69668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101"/>
          <p:cNvSpPr txBox="1"/>
          <p:nvPr/>
        </p:nvSpPr>
        <p:spPr>
          <a:xfrm>
            <a:off x="4996543" y="-7075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101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103" name="Google Shape;1103;p101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104" name="Google Shape;1104;p101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5" name="Google Shape;1105;p101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6" name="Google Shape;1106;p101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7" name="Google Shape;1107;p101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8" name="Google Shape;1108;p101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9" name="Google Shape;1109;p101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0" name="Google Shape;1110;p101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1" name="Google Shape;1111;p101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112" name="Google Shape;1112;p10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10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5" name="Google Shape;1115;p1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102"/>
          <p:cNvSpPr txBox="1">
            <a:spLocks noGrp="1"/>
          </p:cNvSpPr>
          <p:nvPr>
            <p:ph type="body" idx="1"/>
          </p:nvPr>
        </p:nvSpPr>
        <p:spPr>
          <a:xfrm>
            <a:off x="2832100" y="1670050"/>
            <a:ext cx="8988300" cy="22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8" name="Google Shape;1118;p102"/>
          <p:cNvSpPr txBox="1">
            <a:spLocks noGrp="1"/>
          </p:cNvSpPr>
          <p:nvPr>
            <p:ph type="body" idx="2"/>
          </p:nvPr>
        </p:nvSpPr>
        <p:spPr>
          <a:xfrm>
            <a:off x="4282082" y="5119381"/>
            <a:ext cx="7538400" cy="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9" name="Google Shape;1119;p10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10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5"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2" name="Google Shape;1122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103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5" name="Google Shape;1125;p103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6" name="Google Shape;1126;p103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127" name="Google Shape;1127;p10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10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6"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0" name="Google Shape;1130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1" name="Google Shape;1131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104"/>
          <p:cNvSpPr txBox="1">
            <a:spLocks noGrp="1"/>
          </p:cNvSpPr>
          <p:nvPr>
            <p:ph type="body" idx="1"/>
          </p:nvPr>
        </p:nvSpPr>
        <p:spPr>
          <a:xfrm>
            <a:off x="2887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3" name="Google Shape;1133;p104"/>
          <p:cNvSpPr txBox="1">
            <a:spLocks noGrp="1"/>
          </p:cNvSpPr>
          <p:nvPr>
            <p:ph type="body" idx="2"/>
          </p:nvPr>
        </p:nvSpPr>
        <p:spPr>
          <a:xfrm>
            <a:off x="7459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4" name="Google Shape;1134;p10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0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7"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7" name="Google Shape;1137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1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105"/>
          <p:cNvSpPr>
            <a:spLocks noGrp="1"/>
          </p:cNvSpPr>
          <p:nvPr>
            <p:ph type="pic" idx="2"/>
          </p:nvPr>
        </p:nvSpPr>
        <p:spPr>
          <a:xfrm>
            <a:off x="2805141" y="809469"/>
            <a:ext cx="9004500" cy="4917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140" name="Google Shape;1140;p105"/>
          <p:cNvSpPr txBox="1">
            <a:spLocks noGrp="1"/>
          </p:cNvSpPr>
          <p:nvPr>
            <p:ph type="body" idx="1"/>
          </p:nvPr>
        </p:nvSpPr>
        <p:spPr>
          <a:xfrm>
            <a:off x="2805142" y="5849999"/>
            <a:ext cx="90048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1" name="Google Shape;1141;p10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10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2"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4" name="Google Shape;1144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106"/>
          <p:cNvSpPr txBox="1">
            <a:spLocks noGrp="1"/>
          </p:cNvSpPr>
          <p:nvPr>
            <p:ph type="body" idx="1"/>
          </p:nvPr>
        </p:nvSpPr>
        <p:spPr>
          <a:xfrm>
            <a:off x="3799868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7" name="Google Shape;1147;p106"/>
          <p:cNvSpPr txBox="1">
            <a:spLocks noGrp="1"/>
          </p:cNvSpPr>
          <p:nvPr>
            <p:ph type="body" idx="2"/>
          </p:nvPr>
        </p:nvSpPr>
        <p:spPr>
          <a:xfrm>
            <a:off x="3799868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8" name="Google Shape;1148;p106"/>
          <p:cNvSpPr txBox="1">
            <a:spLocks noGrp="1"/>
          </p:cNvSpPr>
          <p:nvPr>
            <p:ph type="body" idx="3"/>
          </p:nvPr>
        </p:nvSpPr>
        <p:spPr>
          <a:xfrm>
            <a:off x="3799868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9" name="Google Shape;1149;p106"/>
          <p:cNvSpPr txBox="1">
            <a:spLocks noGrp="1"/>
          </p:cNvSpPr>
          <p:nvPr>
            <p:ph type="body" idx="4"/>
          </p:nvPr>
        </p:nvSpPr>
        <p:spPr>
          <a:xfrm>
            <a:off x="7828529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0" name="Google Shape;1150;p106"/>
          <p:cNvSpPr txBox="1">
            <a:spLocks noGrp="1"/>
          </p:cNvSpPr>
          <p:nvPr>
            <p:ph type="body" idx="5"/>
          </p:nvPr>
        </p:nvSpPr>
        <p:spPr>
          <a:xfrm>
            <a:off x="7828529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1" name="Google Shape;1151;p106"/>
          <p:cNvSpPr txBox="1">
            <a:spLocks noGrp="1"/>
          </p:cNvSpPr>
          <p:nvPr>
            <p:ph type="body" idx="6"/>
          </p:nvPr>
        </p:nvSpPr>
        <p:spPr>
          <a:xfrm>
            <a:off x="7828529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2" name="Google Shape;1152;p10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10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5" name="Google Shape;1155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6" name="Google Shape;1156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10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8" name="Google Shape;1158;p10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9" name="Google Shape;1159;p10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0" name="Google Shape;1160;p10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1" name="Google Shape;1161;p10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2" name="Google Shape;1162;p10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3" name="Google Shape;1163;p10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4" name="Google Shape;1164;p10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10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" name="Google Shape;1167;p1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8" name="Google Shape;1168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9" name="Google Shape;1169;p108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0" name="Google Shape;1170;p108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1" name="Google Shape;1171;p108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2" name="Google Shape;1172;p108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3" name="Google Shape;1173;p108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4" name="Google Shape;1174;p108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5" name="Google Shape;1175;p108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6" name="Google Shape;1176;p10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10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9" name="Google Shape;1179;p1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10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109"/>
          <p:cNvSpPr txBox="1">
            <a:spLocks noGrp="1"/>
          </p:cNvSpPr>
          <p:nvPr>
            <p:ph type="body" idx="1"/>
          </p:nvPr>
        </p:nvSpPr>
        <p:spPr>
          <a:xfrm>
            <a:off x="3243943" y="3429000"/>
            <a:ext cx="7710900" cy="24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3" name="Google Shape;1183;p109"/>
          <p:cNvSpPr txBox="1">
            <a:spLocks noGrp="1"/>
          </p:cNvSpPr>
          <p:nvPr>
            <p:ph type="body" idx="2"/>
          </p:nvPr>
        </p:nvSpPr>
        <p:spPr>
          <a:xfrm>
            <a:off x="3243943" y="1027011"/>
            <a:ext cx="7710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4" name="Google Shape;1184;p109"/>
          <p:cNvSpPr txBox="1">
            <a:spLocks noGrp="1"/>
          </p:cNvSpPr>
          <p:nvPr>
            <p:ph type="body" idx="3"/>
          </p:nvPr>
        </p:nvSpPr>
        <p:spPr>
          <a:xfrm>
            <a:off x="4226076" y="1962047"/>
            <a:ext cx="64878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5" name="Google Shape;1185;p109"/>
          <p:cNvSpPr txBox="1">
            <a:spLocks noGrp="1"/>
          </p:cNvSpPr>
          <p:nvPr>
            <p:ph type="body" idx="4"/>
          </p:nvPr>
        </p:nvSpPr>
        <p:spPr>
          <a:xfrm>
            <a:off x="4247847" y="2910228"/>
            <a:ext cx="47445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6" name="Google Shape;1186;p10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10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9" name="Google Shape;1189;p1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110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91" name="Google Shape;1191;p11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1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5"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" name="Google Shape;1194;p1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11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97" name="Google Shape;1197;p11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98" name="Google Shape;1198;p11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99" name="Google Shape;1199;p1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1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Google Shape;1202;p1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11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11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11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06" name="Google Shape;1206;p11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07" name="Google Shape;1207;p11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11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11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10" name="Google Shape;1210;p11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1" name="Google Shape;1211;p112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112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11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112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1">
    <p:bg>
      <p:bgPr>
        <a:solidFill>
          <a:srgbClr val="28566E"/>
        </a:solidFill>
        <a:effectLst/>
      </p:bgPr>
    </p:bg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6" name="Google Shape;1216;p1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p113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18" name="Google Shape;1218;p11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11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0" name="Google Shape;1220;p11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1" name="Google Shape;1221;p11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2" name="Google Shape;1222;p11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3" name="Google Shape;1223;p11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11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6" name="Google Shape;1226;p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207" y="4956"/>
            <a:ext cx="268223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114"/>
          <p:cNvSpPr>
            <a:spLocks noGrp="1"/>
          </p:cNvSpPr>
          <p:nvPr>
            <p:ph type="pic" idx="2"/>
          </p:nvPr>
        </p:nvSpPr>
        <p:spPr>
          <a:xfrm>
            <a:off x="3028950" y="1507375"/>
            <a:ext cx="8791200" cy="4688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28" name="Google Shape;1228;p114"/>
          <p:cNvSpPr txBox="1">
            <a:spLocks noGrp="1"/>
          </p:cNvSpPr>
          <p:nvPr>
            <p:ph type="body" idx="1"/>
          </p:nvPr>
        </p:nvSpPr>
        <p:spPr>
          <a:xfrm>
            <a:off x="3028950" y="342452"/>
            <a:ext cx="87912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9" name="Google Shape;1229;p1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114"/>
          <p:cNvSpPr txBox="1">
            <a:spLocks noGrp="1"/>
          </p:cNvSpPr>
          <p:nvPr>
            <p:ph type="body" idx="3"/>
          </p:nvPr>
        </p:nvSpPr>
        <p:spPr>
          <a:xfrm>
            <a:off x="3028951" y="6285262"/>
            <a:ext cx="8791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31" name="Google Shape;1231;p114"/>
          <p:cNvSpPr txBox="1"/>
          <p:nvPr/>
        </p:nvSpPr>
        <p:spPr>
          <a:xfrm>
            <a:off x="2553629" y="-32338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11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11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115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6" name="Google Shape;1236;p11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37" name="Google Shape;1237;p11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38" name="Google Shape;1238;p11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1240;p1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116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116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3" name="Google Shape;1243;p116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4" name="Google Shape;1244;p116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116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>
  <p:cSld name="3_EstudoCaso"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1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17"/>
          <p:cNvSpPr txBox="1">
            <a:spLocks noGrp="1"/>
          </p:cNvSpPr>
          <p:nvPr>
            <p:ph type="body" idx="1"/>
          </p:nvPr>
        </p:nvSpPr>
        <p:spPr>
          <a:xfrm>
            <a:off x="3641085" y="1210734"/>
            <a:ext cx="7610400" cy="282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9" name="Google Shape;1249;p117"/>
          <p:cNvSpPr txBox="1"/>
          <p:nvPr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11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2" name="Google Shape;1252;p1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p11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54" name="Google Shape;1254;p11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55" name="Google Shape;1255;p11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56" name="Google Shape;1256;p11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57" name="Google Shape;1257;p11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58" name="Google Shape;1258;p11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11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11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11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11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11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5" name="Google Shape;1265;p1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11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11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68" name="Google Shape;1268;p11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0" name="Google Shape;1270;p1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p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12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3" name="Google Shape;1273;p12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5" name="Google Shape;1275;p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6" name="Google Shape;1276;p12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277" name="Google Shape;1277;p12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2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2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0" name="Google Shape;1280;p12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12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12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 2"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1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 2"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1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12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12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12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2" name="Google Shape;1292;p12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93" name="Google Shape;1293;p12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94" name="Google Shape;1294;p12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95" name="Google Shape;1295;p12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96" name="Google Shape;1296;p12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7" name="Google Shape;1297;p12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8" name="Google Shape;1298;p12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9" name="Google Shape;1299;p12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0" name="Google Shape;1300;p12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1" name="Google Shape;1301;p12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2" name="Google Shape;1302;p12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3" name="Google Shape;1303;p12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04" name="Google Shape;1304;p12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6" name="Google Shape;1306;p126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307" name="Google Shape;1307;p126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08" name="Google Shape;1308;p126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1309" name="Google Shape;1309;p126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310" name="Google Shape;1310;p126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11" name="Google Shape;1311;p126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12" name="Google Shape;1312;p126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13" name="Google Shape;1313;p126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5" name="Google Shape;1315;p1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6" name="Google Shape;1316;p1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7" name="Google Shape;1317;p12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8" name="Google Shape;1318;p12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9" name="Google Shape;1319;p12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0" name="Google Shape;1320;p12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1" name="Google Shape;1321;p12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2" name="Google Shape;1322;p12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3" name="Google Shape;1323;p12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12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3"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6" name="Google Shape;1326;p1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12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8" name="Google Shape;1328;p1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28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0" name="Google Shape;1330;p128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1" name="Google Shape;1331;p128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2" name="Google Shape;1332;p128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3" name="Google Shape;1333;p128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4" name="Google Shape;1334;p128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5" name="Google Shape;1335;p128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7" name="Google Shape;1337;p1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8" name="Google Shape;1338;p12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339" name="Google Shape;1339;p129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40" name="Google Shape;1340;p129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41" name="Google Shape;1341;p129"/>
          <p:cNvSpPr txBox="1"/>
          <p:nvPr/>
        </p:nvSpPr>
        <p:spPr>
          <a:xfrm>
            <a:off x="4676921" y="734022"/>
            <a:ext cx="5440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129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129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Linha do Tempo2">
    <p:bg>
      <p:bgPr>
        <a:solidFill>
          <a:schemeClr val="lt1"/>
        </a:solidFill>
        <a:effectLst/>
      </p:bgPr>
    </p:bg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5" name="Google Shape;1345;p1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6" name="Google Shape;1346;p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7" name="Google Shape;1347;p130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348" name="Google Shape;1348;p130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49" name="Google Shape;1349;p130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50" name="Google Shape;1350;p130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13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13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4" name="Google Shape;1354;p1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5" name="Google Shape;1355;p1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6" name="Google Shape;1356;p131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357" name="Google Shape;1357;p131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58" name="Google Shape;1358;p131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59" name="Google Shape;1359;p131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13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13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1_Linha do Tempo1">
    <p:bg>
      <p:bgPr>
        <a:solidFill>
          <a:schemeClr val="lt1"/>
        </a:solidFill>
        <a:effectLst/>
      </p:bgPr>
    </p:bg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3" name="Google Shape;1363;p1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4" name="Google Shape;1364;p1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5" name="Google Shape;1365;p132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366" name="Google Shape;1366;p132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367" name="Google Shape;1367;p132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368" name="Google Shape;1368;p132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369" name="Google Shape;1369;p132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370" name="Google Shape;1370;p132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71" name="Google Shape;1371;p132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72" name="Google Shape;1372;p132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73" name="Google Shape;1373;p132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74" name="Google Shape;1374;p13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5" name="Google Shape;1375;p13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132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8" name="Google Shape;1378;p1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9" name="Google Shape;1379;p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0" name="Google Shape;1380;p133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381" name="Google Shape;1381;p133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382" name="Google Shape;1382;p133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383" name="Google Shape;1383;p133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384" name="Google Shape;1384;p133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385" name="Google Shape;1385;p133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86" name="Google Shape;1386;p133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87" name="Google Shape;1387;p133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88" name="Google Shape;1388;p133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89" name="Google Shape;1389;p133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0" name="Google Shape;1390;p13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13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3" name="Google Shape;1393;p1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1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5" name="Google Shape;1395;p134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396" name="Google Shape;1396;p134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397" name="Google Shape;1397;p134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398" name="Google Shape;1398;p134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399" name="Google Shape;1399;p134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00" name="Google Shape;1400;p134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01" name="Google Shape;1401;p134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02" name="Google Shape;1402;p134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03" name="Google Shape;1403;p134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04" name="Google Shape;1404;p134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5" name="Google Shape;1405;p13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13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8" name="Google Shape;1408;p1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p1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0" name="Google Shape;1410;p135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11" name="Google Shape;1411;p135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412" name="Google Shape;1412;p135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413" name="Google Shape;1413;p135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414" name="Google Shape;1414;p135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15" name="Google Shape;1415;p135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16" name="Google Shape;1416;p135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17" name="Google Shape;1417;p135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18" name="Google Shape;1418;p135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19" name="Google Shape;1419;p135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0" name="Google Shape;1420;p135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1421" name="Google Shape;1421;p135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22" name="Google Shape;1422;p13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13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5" name="Google Shape;1425;p1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6" name="Google Shape;1426;p1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7" name="Google Shape;1427;p136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28" name="Google Shape;1428;p136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429" name="Google Shape;1429;p136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430" name="Google Shape;1430;p136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431" name="Google Shape;1431;p136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32" name="Google Shape;1432;p136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33" name="Google Shape;1433;p136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34" name="Google Shape;1434;p136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35" name="Google Shape;1435;p136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36" name="Google Shape;1436;p136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7" name="Google Shape;1437;p136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1438" name="Google Shape;1438;p136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39" name="Google Shape;1439;p13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13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2" name="Google Shape;1442;p1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3" name="Google Shape;1443;p1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4" name="Google Shape;1444;p137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45" name="Google Shape;1445;p137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446" name="Google Shape;1446;p137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447" name="Google Shape;1447;p137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448" name="Google Shape;1448;p137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49" name="Google Shape;1449;p137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50" name="Google Shape;1450;p137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51" name="Google Shape;1451;p137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52" name="Google Shape;1452;p137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53" name="Google Shape;1453;p137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4" name="Google Shape;1454;p137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1455" name="Google Shape;1455;p137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56" name="Google Shape;1456;p13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13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9" name="Google Shape;1459;p1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0" name="Google Shape;1460;p1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p138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62" name="Google Shape;1462;p138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63" name="Google Shape;1463;p138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64" name="Google Shape;1464;p138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1465" name="Google Shape;1465;p13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466" name="Google Shape;1466;p13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7" name="Google Shape;1467;p138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68" name="Google Shape;1468;p138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69" name="Google Shape;1469;p138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70" name="Google Shape;1470;p138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71" name="Google Shape;1471;p138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72" name="Google Shape;1472;p138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73" name="Google Shape;1473;p138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74" name="Google Shape;1474;p13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13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3"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7" name="Google Shape;1477;p1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8" name="Google Shape;1478;p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13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13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13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8"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3" name="Google Shape;1483;p1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p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85" name="Google Shape;1485;p140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486" name="Google Shape;1486;p140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7" name="Google Shape;1487;p140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8" name="Google Shape;1488;p14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14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41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2" name="Google Shape;1492;p141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93" name="Google Shape;1493;p141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5"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4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 2">
    <p:bg>
      <p:bgPr>
        <a:solidFill>
          <a:schemeClr val="lt1"/>
        </a:solidFill>
        <a:effectLst/>
      </p:bgPr>
    </p:bg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7" name="Google Shape;1497;p1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8" name="Google Shape;1498;p1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143"/>
          <p:cNvSpPr txBox="1">
            <a:spLocks noGrp="1"/>
          </p:cNvSpPr>
          <p:nvPr>
            <p:ph type="body" idx="1"/>
          </p:nvPr>
        </p:nvSpPr>
        <p:spPr>
          <a:xfrm>
            <a:off x="3104707" y="1664759"/>
            <a:ext cx="8240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00" name="Google Shape;1500;p143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01" name="Google Shape;1501;p143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02" name="Google Shape;1502;p143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14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14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8" name="Google Shape;1528;p1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9" name="Google Shape;1529;p14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30" name="Google Shape;1530;p14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31" name="Google Shape;1531;p148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532" name="Google Shape;1532;p14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14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5" name="Google Shape;1535;p1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p14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14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38" name="Google Shape;1538;p14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0" name="Google Shape;1540;p1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1" name="Google Shape;1541;p1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42" name="Google Shape;1542;p15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43" name="Google Shape;1543;p15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5" name="Google Shape;1545;p1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6" name="Google Shape;1546;p15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547" name="Google Shape;1547;p15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5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5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0" name="Google Shape;1550;p15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15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15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 1">
  <p:cSld name="2_Atividade_Resposta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154"/>
          <p:cNvSpPr/>
          <p:nvPr/>
        </p:nvSpPr>
        <p:spPr>
          <a:xfrm>
            <a:off x="2883290" y="2029006"/>
            <a:ext cx="4047000" cy="3895544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5" name="Google Shape;1565;p154"/>
          <p:cNvSpPr/>
          <p:nvPr/>
        </p:nvSpPr>
        <p:spPr>
          <a:xfrm>
            <a:off x="7220006" y="2029006"/>
            <a:ext cx="4047000" cy="3895544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6" name="Google Shape;1566;p154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154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154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69" name="Google Shape;1569;p154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0" name="Google Shape;1570;p154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1" name="Google Shape;1571;p154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2" name="Google Shape;1572;p154"/>
          <p:cNvSpPr txBox="1"/>
          <p:nvPr/>
        </p:nvSpPr>
        <p:spPr>
          <a:xfrm>
            <a:off x="3305837" y="62154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4" name="Google Shape;1574;p154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5" name="Google Shape;1575;p1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p154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7" name="Google Shape;1577;p154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8" name="Google Shape;1578;p15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15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505FB55-064F-045E-F892-7A693499799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02047" y="6062655"/>
            <a:ext cx="363559" cy="4362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155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155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155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155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6" name="Google Shape;1586;p155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8" name="Google Shape;1588;p156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9" name="Google Shape;1589;p156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590" name="Google Shape;1590;p156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1" name="Google Shape;1591;p156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2" name="Google Shape;1592;p156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3" name="Google Shape;1593;p1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4" name="Google Shape;1594;p156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595" name="Google Shape;1595;p156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156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97" name="Google Shape;1597;p156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8" name="Google Shape;1598;p156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599" name="Google Shape;1599;p156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56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56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15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604" name="Google Shape;1604;p157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6" name="Google Shape;1606;p158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7" name="Google Shape;1607;p158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8" name="Google Shape;1608;p158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9" name="Google Shape;1609;p158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0" name="Google Shape;1610;p158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1" name="Google Shape;1611;p158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2" name="Google Shape;1612;p158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158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158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5" name="Google Shape;1615;p158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6" name="Google Shape;1616;p158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7" name="Google Shape;1617;p158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618" name="Google Shape;1618;p15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619" name="Google Shape;1619;p15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0" name="Google Shape;1620;p158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1" name="Google Shape;1621;p158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2" name="Google Shape;1622;p1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3" name="Google Shape;1623;p15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24" name="Google Shape;1624;p158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158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26" name="Google Shape;1626;p158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627" name="Google Shape;1627;p158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628" name="Google Shape;1628;p158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9" name="Google Shape;1629;p158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0" name="Google Shape;1630;p158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1631;p158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p158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3" name="Google Shape;1633;p158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4" name="Google Shape;1634;p15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635" name="Google Shape;1635;p158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6" name="Google Shape;1636;p158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637" name="Google Shape;1637;p158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38" name="Google Shape;1638;p158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639" name="Google Shape;1639;p158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158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158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158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158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1644;p158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45" name="Google Shape;1645;p158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158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7" name="Google Shape;1647;p158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648" name="Google Shape;1648;p158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649" name="Google Shape;1649;p158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158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158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52" name="Google Shape;1652;p158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p158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5" name="Google Shape;1655;p1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6" name="Google Shape;1656;p15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7" name="Google Shape;1657;p159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58" name="Google Shape;1658;p15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59" name="Google Shape;1659;p15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60" name="Google Shape;1660;p15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61" name="Google Shape;1661;p159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159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p159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p15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159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159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8" name="Google Shape;1668;p1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9" name="Google Shape;1669;p1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160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1" name="Google Shape;1671;p16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16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4" name="Google Shape;1674;p1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5" name="Google Shape;1675;p161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161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161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78" name="Google Shape;1678;p161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679" name="Google Shape;1679;p161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680" name="Google Shape;1680;p161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681" name="Google Shape;1681;p161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682" name="Google Shape;1682;p161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3" name="Google Shape;1683;p161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4" name="Google Shape;1684;p161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5" name="Google Shape;1685;p161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6" name="Google Shape;1686;p161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7" name="Google Shape;1687;p161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8" name="Google Shape;1688;p161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9" name="Google Shape;1689;p161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690" name="Google Shape;1690;p16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161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3" name="Google Shape;1693;p1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4" name="Google Shape;1694;p16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162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p162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97" name="Google Shape;1697;p162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698" name="Google Shape;1698;p162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699" name="Google Shape;1699;p162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00" name="Google Shape;1700;p162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01" name="Google Shape;1701;p162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2" name="Google Shape;1702;p162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3" name="Google Shape;1703;p162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4" name="Google Shape;1704;p162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5" name="Google Shape;1705;p162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6" name="Google Shape;1706;p162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7" name="Google Shape;1707;p162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08" name="Google Shape;1708;p162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09" name="Google Shape;1709;p162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163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2" name="Google Shape;1712;p163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3" name="Google Shape;1713;p163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4" name="Google Shape;1714;p163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5" name="Google Shape;1715;p163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6" name="Google Shape;1716;p16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16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1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20" name="Google Shape;1720;p164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164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164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164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4" name="Google Shape;1724;p164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5" name="Google Shape;1725;p164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6" name="Google Shape;1726;p164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27" name="Google Shape;1727;p164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8" name="Google Shape;1728;p164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0" name="Google Shape;1730;p1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165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p165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p165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p165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5" name="Google Shape;1735;p165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6" name="Google Shape;1736;p165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165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8" name="Google Shape;1738;p165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165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" name="Google Shape;1741;p1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42" name="Google Shape;1742;p16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p16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p16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166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46" name="Google Shape;1746;p166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7" name="Google Shape;1747;p166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8" name="Google Shape;1748;p16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16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1" name="Google Shape;1751;p1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52" name="Google Shape;1752;p16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p16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16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167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56" name="Google Shape;1756;p167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57" name="Google Shape;1757;p167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16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0" name="Google Shape;1760;p1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61" name="Google Shape;1761;p16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16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p16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4" name="Google Shape;1764;p168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5" name="Google Shape;1765;p168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6" name="Google Shape;1766;p16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p16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9" name="Google Shape;1769;p169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770" name="Google Shape;1770;p169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71" name="Google Shape;1771;p169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1772" name="Google Shape;1772;p169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773" name="Google Shape;1773;p169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74" name="Google Shape;1774;p169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75" name="Google Shape;1775;p169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76" name="Google Shape;1776;p169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1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1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0" name="Google Shape;1780;p170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1" name="Google Shape;1781;p170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2" name="Google Shape;1782;p170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3" name="Google Shape;1783;p170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4" name="Google Shape;1784;p170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5" name="Google Shape;1785;p170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6" name="Google Shape;1786;p17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7" name="Google Shape;1787;p17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9" name="Google Shape;1789;p1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0" name="Google Shape;1790;p1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171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2" name="Google Shape;1792;p171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3" name="Google Shape;1793;p171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4" name="Google Shape;1794;p171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5" name="Google Shape;1795;p171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6" name="Google Shape;1796;p171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7" name="Google Shape;1797;p171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8" name="Google Shape;1798;p17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17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1" name="Google Shape;1801;p1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2" name="Google Shape;1802;p1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803" name="Google Shape;1803;p172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4" name="Google Shape;1804;p172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5" name="Google Shape;1805;p172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6" name="Google Shape;1806;p172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7" name="Google Shape;1807;p172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8" name="Google Shape;1808;p172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9" name="Google Shape;1809;p172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0" name="Google Shape;1810;p17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17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3" name="Google Shape;1813;p1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4" name="Google Shape;1814;p1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Google Shape;1815;p17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6" name="Google Shape;1816;p17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7" name="Google Shape;1817;p17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8" name="Google Shape;1818;p17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9" name="Google Shape;1819;p17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0" name="Google Shape;1820;p17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1" name="Google Shape;1821;p17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2" name="Google Shape;1822;p173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1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6" name="Google Shape;1826;p1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7" name="Google Shape;1827;p175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1828" name="Google Shape;1828;p175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175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175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1" name="Google Shape;1831;p175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2" name="Google Shape;1832;p175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177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6" name="Google Shape;1836;p177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7" name="Google Shape;1837;p177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8" name="Google Shape;1838;p177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0" name="Google Shape;1840;p1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1" name="Google Shape;1841;p17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2" name="Google Shape;1842;p1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1843" name="Google Shape;1843;p178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4" name="Google Shape;1844;p178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5" name="Google Shape;1845;p178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6" name="Google Shape;1846;p178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7" name="Google Shape;1847;p178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8" name="Google Shape;1848;p178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9" name="Google Shape;1849;p178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 2">
    <p:spTree>
      <p:nvGrpSpPr>
        <p:cNvPr id="1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17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852" name="Google Shape;1852;p179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180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5" name="Google Shape;1855;p180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6" name="Google Shape;1856;p180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7" name="Google Shape;1857;p180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8" name="Google Shape;1858;p180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9" name="Google Shape;1859;p180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0" name="Google Shape;1860;p180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61" name="Google Shape;1861;p180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2" name="Google Shape;1862;p180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63" name="Google Shape;1863;p180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4" name="Google Shape;1864;p180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65" name="Google Shape;1865;p180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6" name="Google Shape;1866;p180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867" name="Google Shape;1867;p180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68" name="Google Shape;1868;p180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69" name="Google Shape;1869;p180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70" name="Google Shape;1870;p180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71" name="Google Shape;1871;p18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18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2" name="Google Shape;1882;p1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3" name="Google Shape;1883;p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4" name="Google Shape;1884;p182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885" name="Google Shape;1885;p182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86" name="Google Shape;1886;p182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87" name="Google Shape;1887;p182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8" name="Google Shape;1888;p18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18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6">
    <p:bg>
      <p:bgPr>
        <a:solidFill>
          <a:schemeClr val="lt1"/>
        </a:solidFill>
        <a:effectLst/>
      </p:bgPr>
    </p:bg>
    <p:spTree>
      <p:nvGrpSpPr>
        <p:cNvPr id="1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1" name="Google Shape;1891;p1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2" name="Google Shape;1892;p1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3" name="Google Shape;1893;p183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94" name="Google Shape;1894;p183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895" name="Google Shape;1895;p183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896" name="Google Shape;1896;p183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897" name="Google Shape;1897;p183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898" name="Google Shape;1898;p183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899" name="Google Shape;1899;p183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00" name="Google Shape;1900;p183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01" name="Google Shape;1901;p183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02" name="Google Shape;1902;p183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3" name="Google Shape;1903;p18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18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6" name="Google Shape;1906;p1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7" name="Google Shape;1907;p1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8" name="Google Shape;1908;p184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09" name="Google Shape;1909;p184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10" name="Google Shape;1910;p184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11" name="Google Shape;1911;p184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12" name="Google Shape;1912;p184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913" name="Google Shape;1913;p184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14" name="Google Shape;1914;p184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15" name="Google Shape;1915;p184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16" name="Google Shape;1916;p184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17" name="Google Shape;1917;p184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8" name="Google Shape;1918;p18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9" name="Google Shape;1919;p18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1" name="Google Shape;1921;p1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2" name="Google Shape;1922;p1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3" name="Google Shape;1923;p185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24" name="Google Shape;1924;p185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25" name="Google Shape;1925;p185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26" name="Google Shape;1926;p185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27" name="Google Shape;1927;p185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928" name="Google Shape;1928;p185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29" name="Google Shape;1929;p185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30" name="Google Shape;1930;p185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31" name="Google Shape;1931;p185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32" name="Google Shape;1932;p185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33" name="Google Shape;1933;p185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1934" name="Google Shape;1934;p185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935" name="Google Shape;1935;p18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18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8" name="Google Shape;1938;p1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9" name="Google Shape;1939;p1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0" name="Google Shape;1940;p186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41" name="Google Shape;1941;p186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42" name="Google Shape;1942;p186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43" name="Google Shape;1943;p186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44" name="Google Shape;1944;p186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945" name="Google Shape;1945;p186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46" name="Google Shape;1946;p186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47" name="Google Shape;1947;p186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48" name="Google Shape;1948;p186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49" name="Google Shape;1949;p186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0" name="Google Shape;1950;p186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1951" name="Google Shape;1951;p186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952" name="Google Shape;1952;p18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18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5" name="Google Shape;1955;p1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6" name="Google Shape;1956;p1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7" name="Google Shape;1957;p187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58" name="Google Shape;1958;p187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59" name="Google Shape;1959;p187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60" name="Google Shape;1960;p187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61" name="Google Shape;1961;p187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962" name="Google Shape;1962;p187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63" name="Google Shape;1963;p187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64" name="Google Shape;1964;p187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65" name="Google Shape;1965;p187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66" name="Google Shape;1966;p187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7" name="Google Shape;1967;p187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1968" name="Google Shape;1968;p187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969" name="Google Shape;1969;p18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18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2" name="Google Shape;1972;p1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3" name="Google Shape;1973;p1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74" name="Google Shape;1974;p188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75" name="Google Shape;1975;p188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76" name="Google Shape;1976;p188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77" name="Google Shape;1977;p188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1978" name="Google Shape;1978;p18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979" name="Google Shape;1979;p18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0" name="Google Shape;1980;p188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1" name="Google Shape;1981;p188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82" name="Google Shape;1982;p188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83" name="Google Shape;1983;p188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84" name="Google Shape;1984;p188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85" name="Google Shape;1985;p188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86" name="Google Shape;1986;p188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87" name="Google Shape;1987;p18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18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0" name="Google Shape;1990;p1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1" name="Google Shape;1991;p1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92" name="Google Shape;1992;p18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189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4" name="Google Shape;1994;p18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5" name="Google Shape;1995;p18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7" name="Google Shape;1997;p1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998" name="Google Shape;1998;p19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p190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00" name="Google Shape;2000;p19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2" name="Google Shape;2002;p1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003" name="Google Shape;2003;p191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04" name="Google Shape;2004;p19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19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7" name="Google Shape;2007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8" name="Google Shape;2008;p1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09" name="Google Shape;2009;p192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0" name="Google Shape;2010;p192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1" name="Google Shape;2011;p192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012" name="Google Shape;2012;p19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192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5" name="Google Shape;2015;p1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6" name="Google Shape;2016;p1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17" name="Google Shape;2017;p193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018" name="Google Shape;2018;p193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9" name="Google Shape;2019;p193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0" name="Google Shape;2020;p19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p19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3" name="Google Shape;2023;p1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4" name="Google Shape;2024;p1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25" name="Google Shape;2025;p194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6" name="Google Shape;2026;p194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7" name="Google Shape;2027;p194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028" name="Google Shape;2028;p19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9" name="Google Shape;2029;p19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1" name="Google Shape;2031;p1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2" name="Google Shape;2032;p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3" name="Google Shape;2033;p195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34" name="Google Shape;2034;p195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35" name="Google Shape;2035;p195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36" name="Google Shape;2036;p19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195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9" name="Google Shape;2039;p1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0" name="Google Shape;2040;p1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196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42" name="Google Shape;2042;p196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43" name="Google Shape;2043;p196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44" name="Google Shape;2044;p19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5" name="Google Shape;2045;p19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7" name="Google Shape;2047;p1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48" name="Google Shape;2048;p197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9" name="Google Shape;2049;p197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0" name="Google Shape;2050;p197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1" name="Google Shape;2051;p197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52" name="Google Shape;2052;p197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53" name="Google Shape;2053;p197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4" name="Google Shape;2054;p197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5" name="Google Shape;2055;p197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56" name="Google Shape;2056;p197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" name="Google Shape;2057;p197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8" name="Google Shape;2058;p197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Google Shape;2060;p1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61" name="Google Shape;2061;p198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2" name="Google Shape;2062;p198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3" name="Google Shape;2063;p198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64" name="Google Shape;2064;p198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65" name="Google Shape;2065;p198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6" name="Google Shape;2066;p198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198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68" name="Google Shape;2068;p198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9" name="Google Shape;2069;p198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0" name="Google Shape;2070;p198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1" name="Google Shape;2071;p198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198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4" name="Google Shape;2074;p1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5" name="Google Shape;2075;p199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076" name="Google Shape;2076;p199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7" name="Google Shape;2077;p199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78" name="Google Shape;2078;p199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79" name="Google Shape;2079;p199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80" name="Google Shape;2080;p199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1" name="Google Shape;2081;p199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2" name="Google Shape;2082;p199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4" name="Google Shape;2084;p2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85" name="Google Shape;2085;p200" descr="Câmera fotográfica preta&#10;&#10;Descrição gerada automaticamente"/>
          <p:cNvSpPr/>
          <p:nvPr/>
        </p:nvSpPr>
        <p:spPr>
          <a:xfrm>
            <a:off x="428798" y="386760"/>
            <a:ext cx="3243300" cy="3243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6" name="Google Shape;2086;p200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7" name="Google Shape;2087;p200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88" name="Google Shape;2088;p200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89" name="Google Shape;2089;p200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0" name="Google Shape;2090;p200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1" name="Google Shape;2091;p200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2" name="Google Shape;2092;p200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4" name="Google Shape;2094;p2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5" name="Google Shape;2095;p201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6" name="Google Shape;2096;p201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7" name="Google Shape;2097;p201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098" name="Google Shape;2098;p201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9" name="Google Shape;2099;p20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0" name="Google Shape;2100;p201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p20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3" name="Google Shape;2103;p202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4" name="Google Shape;2104;p202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p203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79.xml"/><Relationship Id="rId42" Type="http://schemas.openxmlformats.org/officeDocument/2006/relationships/slideLayout" Target="../slideLayouts/slideLayout100.xml"/><Relationship Id="rId47" Type="http://schemas.openxmlformats.org/officeDocument/2006/relationships/slideLayout" Target="../slideLayouts/slideLayout105.xml"/><Relationship Id="rId63" Type="http://schemas.openxmlformats.org/officeDocument/2006/relationships/slideLayout" Target="../slideLayouts/slideLayout121.xml"/><Relationship Id="rId68" Type="http://schemas.openxmlformats.org/officeDocument/2006/relationships/slideLayout" Target="../slideLayouts/slideLayout126.xml"/><Relationship Id="rId84" Type="http://schemas.openxmlformats.org/officeDocument/2006/relationships/theme" Target="../theme/theme2.xml"/><Relationship Id="rId1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90.xml"/><Relationship Id="rId37" Type="http://schemas.openxmlformats.org/officeDocument/2006/relationships/slideLayout" Target="../slideLayouts/slideLayout95.xml"/><Relationship Id="rId53" Type="http://schemas.openxmlformats.org/officeDocument/2006/relationships/slideLayout" Target="../slideLayouts/slideLayout111.xml"/><Relationship Id="rId58" Type="http://schemas.openxmlformats.org/officeDocument/2006/relationships/slideLayout" Target="../slideLayouts/slideLayout116.xml"/><Relationship Id="rId74" Type="http://schemas.openxmlformats.org/officeDocument/2006/relationships/slideLayout" Target="../slideLayouts/slideLayout132.xml"/><Relationship Id="rId79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63.xml"/><Relationship Id="rId61" Type="http://schemas.openxmlformats.org/officeDocument/2006/relationships/slideLayout" Target="../slideLayouts/slideLayout119.xml"/><Relationship Id="rId82" Type="http://schemas.openxmlformats.org/officeDocument/2006/relationships/slideLayout" Target="../slideLayouts/slideLayout140.xml"/><Relationship Id="rId1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5.xml"/><Relationship Id="rId30" Type="http://schemas.openxmlformats.org/officeDocument/2006/relationships/slideLayout" Target="../slideLayouts/slideLayout88.xml"/><Relationship Id="rId35" Type="http://schemas.openxmlformats.org/officeDocument/2006/relationships/slideLayout" Target="../slideLayouts/slideLayout93.xml"/><Relationship Id="rId43" Type="http://schemas.openxmlformats.org/officeDocument/2006/relationships/slideLayout" Target="../slideLayouts/slideLayout101.xml"/><Relationship Id="rId48" Type="http://schemas.openxmlformats.org/officeDocument/2006/relationships/slideLayout" Target="../slideLayouts/slideLayout106.xml"/><Relationship Id="rId56" Type="http://schemas.openxmlformats.org/officeDocument/2006/relationships/slideLayout" Target="../slideLayouts/slideLayout114.xml"/><Relationship Id="rId64" Type="http://schemas.openxmlformats.org/officeDocument/2006/relationships/slideLayout" Target="../slideLayouts/slideLayout122.xml"/><Relationship Id="rId69" Type="http://schemas.openxmlformats.org/officeDocument/2006/relationships/slideLayout" Target="../slideLayouts/slideLayout127.xml"/><Relationship Id="rId77" Type="http://schemas.openxmlformats.org/officeDocument/2006/relationships/slideLayout" Target="../slideLayouts/slideLayout135.xml"/><Relationship Id="rId8" Type="http://schemas.openxmlformats.org/officeDocument/2006/relationships/slideLayout" Target="../slideLayouts/slideLayout66.xml"/><Relationship Id="rId51" Type="http://schemas.openxmlformats.org/officeDocument/2006/relationships/slideLayout" Target="../slideLayouts/slideLayout109.xml"/><Relationship Id="rId72" Type="http://schemas.openxmlformats.org/officeDocument/2006/relationships/slideLayout" Target="../slideLayouts/slideLayout130.xml"/><Relationship Id="rId80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91.xml"/><Relationship Id="rId38" Type="http://schemas.openxmlformats.org/officeDocument/2006/relationships/slideLayout" Target="../slideLayouts/slideLayout96.xml"/><Relationship Id="rId46" Type="http://schemas.openxmlformats.org/officeDocument/2006/relationships/slideLayout" Target="../slideLayouts/slideLayout104.xml"/><Relationship Id="rId59" Type="http://schemas.openxmlformats.org/officeDocument/2006/relationships/slideLayout" Target="../slideLayouts/slideLayout117.xml"/><Relationship Id="rId67" Type="http://schemas.openxmlformats.org/officeDocument/2006/relationships/slideLayout" Target="../slideLayouts/slideLayout125.xml"/><Relationship Id="rId20" Type="http://schemas.openxmlformats.org/officeDocument/2006/relationships/slideLayout" Target="../slideLayouts/slideLayout78.xml"/><Relationship Id="rId41" Type="http://schemas.openxmlformats.org/officeDocument/2006/relationships/slideLayout" Target="../slideLayouts/slideLayout99.xml"/><Relationship Id="rId54" Type="http://schemas.openxmlformats.org/officeDocument/2006/relationships/slideLayout" Target="../slideLayouts/slideLayout112.xml"/><Relationship Id="rId62" Type="http://schemas.openxmlformats.org/officeDocument/2006/relationships/slideLayout" Target="../slideLayouts/slideLayout120.xml"/><Relationship Id="rId70" Type="http://schemas.openxmlformats.org/officeDocument/2006/relationships/slideLayout" Target="../slideLayouts/slideLayout128.xml"/><Relationship Id="rId75" Type="http://schemas.openxmlformats.org/officeDocument/2006/relationships/slideLayout" Target="../slideLayouts/slideLayout133.xml"/><Relationship Id="rId83" Type="http://schemas.openxmlformats.org/officeDocument/2006/relationships/slideLayout" Target="../slideLayouts/slideLayout141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94.xml"/><Relationship Id="rId49" Type="http://schemas.openxmlformats.org/officeDocument/2006/relationships/slideLayout" Target="../slideLayouts/slideLayout107.xml"/><Relationship Id="rId57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9.xml"/><Relationship Id="rId44" Type="http://schemas.openxmlformats.org/officeDocument/2006/relationships/slideLayout" Target="../slideLayouts/slideLayout102.xml"/><Relationship Id="rId52" Type="http://schemas.openxmlformats.org/officeDocument/2006/relationships/slideLayout" Target="../slideLayouts/slideLayout110.xml"/><Relationship Id="rId60" Type="http://schemas.openxmlformats.org/officeDocument/2006/relationships/slideLayout" Target="../slideLayouts/slideLayout118.xml"/><Relationship Id="rId65" Type="http://schemas.openxmlformats.org/officeDocument/2006/relationships/slideLayout" Target="../slideLayouts/slideLayout123.xml"/><Relationship Id="rId73" Type="http://schemas.openxmlformats.org/officeDocument/2006/relationships/slideLayout" Target="../slideLayouts/slideLayout131.xml"/><Relationship Id="rId78" Type="http://schemas.openxmlformats.org/officeDocument/2006/relationships/slideLayout" Target="../slideLayouts/slideLayout136.xml"/><Relationship Id="rId81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39" Type="http://schemas.openxmlformats.org/officeDocument/2006/relationships/slideLayout" Target="../slideLayouts/slideLayout97.xml"/><Relationship Id="rId34" Type="http://schemas.openxmlformats.org/officeDocument/2006/relationships/slideLayout" Target="../slideLayouts/slideLayout92.xml"/><Relationship Id="rId50" Type="http://schemas.openxmlformats.org/officeDocument/2006/relationships/slideLayout" Target="../slideLayouts/slideLayout108.xml"/><Relationship Id="rId55" Type="http://schemas.openxmlformats.org/officeDocument/2006/relationships/slideLayout" Target="../slideLayouts/slideLayout113.xml"/><Relationship Id="rId76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65.xml"/><Relationship Id="rId71" Type="http://schemas.openxmlformats.org/officeDocument/2006/relationships/slideLayout" Target="../slideLayouts/slideLayout129.xml"/><Relationship Id="rId2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87.xml"/><Relationship Id="rId24" Type="http://schemas.openxmlformats.org/officeDocument/2006/relationships/slideLayout" Target="../slideLayouts/slideLayout82.xml"/><Relationship Id="rId40" Type="http://schemas.openxmlformats.org/officeDocument/2006/relationships/slideLayout" Target="../slideLayouts/slideLayout98.xml"/><Relationship Id="rId45" Type="http://schemas.openxmlformats.org/officeDocument/2006/relationships/slideLayout" Target="../slideLayouts/slideLayout103.xml"/><Relationship Id="rId66" Type="http://schemas.openxmlformats.org/officeDocument/2006/relationships/slideLayout" Target="../slideLayouts/slideLayout124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4.xml"/><Relationship Id="rId18" Type="http://schemas.openxmlformats.org/officeDocument/2006/relationships/slideLayout" Target="../slideLayouts/slideLayout159.xml"/><Relationship Id="rId26" Type="http://schemas.openxmlformats.org/officeDocument/2006/relationships/slideLayout" Target="../slideLayouts/slideLayout167.xml"/><Relationship Id="rId39" Type="http://schemas.openxmlformats.org/officeDocument/2006/relationships/slideLayout" Target="../slideLayouts/slideLayout180.xml"/><Relationship Id="rId21" Type="http://schemas.openxmlformats.org/officeDocument/2006/relationships/slideLayout" Target="../slideLayouts/slideLayout162.xml"/><Relationship Id="rId34" Type="http://schemas.openxmlformats.org/officeDocument/2006/relationships/slideLayout" Target="../slideLayouts/slideLayout175.xml"/><Relationship Id="rId42" Type="http://schemas.openxmlformats.org/officeDocument/2006/relationships/slideLayout" Target="../slideLayouts/slideLayout183.xml"/><Relationship Id="rId47" Type="http://schemas.openxmlformats.org/officeDocument/2006/relationships/slideLayout" Target="../slideLayouts/slideLayout188.xml"/><Relationship Id="rId50" Type="http://schemas.openxmlformats.org/officeDocument/2006/relationships/slideLayout" Target="../slideLayouts/slideLayout191.xml"/><Relationship Id="rId55" Type="http://schemas.openxmlformats.org/officeDocument/2006/relationships/theme" Target="../theme/theme3.xml"/><Relationship Id="rId7" Type="http://schemas.openxmlformats.org/officeDocument/2006/relationships/slideLayout" Target="../slideLayouts/slideLayout148.xml"/><Relationship Id="rId2" Type="http://schemas.openxmlformats.org/officeDocument/2006/relationships/slideLayout" Target="../slideLayouts/slideLayout143.xml"/><Relationship Id="rId16" Type="http://schemas.openxmlformats.org/officeDocument/2006/relationships/slideLayout" Target="../slideLayouts/slideLayout157.xml"/><Relationship Id="rId29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52.xml"/><Relationship Id="rId24" Type="http://schemas.openxmlformats.org/officeDocument/2006/relationships/slideLayout" Target="../slideLayouts/slideLayout165.xml"/><Relationship Id="rId32" Type="http://schemas.openxmlformats.org/officeDocument/2006/relationships/slideLayout" Target="../slideLayouts/slideLayout173.xml"/><Relationship Id="rId37" Type="http://schemas.openxmlformats.org/officeDocument/2006/relationships/slideLayout" Target="../slideLayouts/slideLayout178.xml"/><Relationship Id="rId40" Type="http://schemas.openxmlformats.org/officeDocument/2006/relationships/slideLayout" Target="../slideLayouts/slideLayout181.xml"/><Relationship Id="rId45" Type="http://schemas.openxmlformats.org/officeDocument/2006/relationships/slideLayout" Target="../slideLayouts/slideLayout186.xml"/><Relationship Id="rId53" Type="http://schemas.openxmlformats.org/officeDocument/2006/relationships/slideLayout" Target="../slideLayouts/slideLayout194.xml"/><Relationship Id="rId5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51.xml"/><Relationship Id="rId19" Type="http://schemas.openxmlformats.org/officeDocument/2006/relationships/slideLayout" Target="../slideLayouts/slideLayout160.xml"/><Relationship Id="rId31" Type="http://schemas.openxmlformats.org/officeDocument/2006/relationships/slideLayout" Target="../slideLayouts/slideLayout172.xml"/><Relationship Id="rId44" Type="http://schemas.openxmlformats.org/officeDocument/2006/relationships/slideLayout" Target="../slideLayouts/slideLayout185.xml"/><Relationship Id="rId52" Type="http://schemas.openxmlformats.org/officeDocument/2006/relationships/slideLayout" Target="../slideLayouts/slideLayout193.xml"/><Relationship Id="rId4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50.xml"/><Relationship Id="rId14" Type="http://schemas.openxmlformats.org/officeDocument/2006/relationships/slideLayout" Target="../slideLayouts/slideLayout155.xml"/><Relationship Id="rId22" Type="http://schemas.openxmlformats.org/officeDocument/2006/relationships/slideLayout" Target="../slideLayouts/slideLayout163.xml"/><Relationship Id="rId27" Type="http://schemas.openxmlformats.org/officeDocument/2006/relationships/slideLayout" Target="../slideLayouts/slideLayout168.xml"/><Relationship Id="rId30" Type="http://schemas.openxmlformats.org/officeDocument/2006/relationships/slideLayout" Target="../slideLayouts/slideLayout171.xml"/><Relationship Id="rId35" Type="http://schemas.openxmlformats.org/officeDocument/2006/relationships/slideLayout" Target="../slideLayouts/slideLayout176.xml"/><Relationship Id="rId43" Type="http://schemas.openxmlformats.org/officeDocument/2006/relationships/slideLayout" Target="../slideLayouts/slideLayout184.xml"/><Relationship Id="rId48" Type="http://schemas.openxmlformats.org/officeDocument/2006/relationships/slideLayout" Target="../slideLayouts/slideLayout189.xml"/><Relationship Id="rId8" Type="http://schemas.openxmlformats.org/officeDocument/2006/relationships/slideLayout" Target="../slideLayouts/slideLayout149.xml"/><Relationship Id="rId51" Type="http://schemas.openxmlformats.org/officeDocument/2006/relationships/slideLayout" Target="../slideLayouts/slideLayout192.xml"/><Relationship Id="rId3" Type="http://schemas.openxmlformats.org/officeDocument/2006/relationships/slideLayout" Target="../slideLayouts/slideLayout144.xml"/><Relationship Id="rId12" Type="http://schemas.openxmlformats.org/officeDocument/2006/relationships/slideLayout" Target="../slideLayouts/slideLayout153.xml"/><Relationship Id="rId17" Type="http://schemas.openxmlformats.org/officeDocument/2006/relationships/slideLayout" Target="../slideLayouts/slideLayout158.xml"/><Relationship Id="rId25" Type="http://schemas.openxmlformats.org/officeDocument/2006/relationships/slideLayout" Target="../slideLayouts/slideLayout166.xml"/><Relationship Id="rId33" Type="http://schemas.openxmlformats.org/officeDocument/2006/relationships/slideLayout" Target="../slideLayouts/slideLayout174.xml"/><Relationship Id="rId38" Type="http://schemas.openxmlformats.org/officeDocument/2006/relationships/slideLayout" Target="../slideLayouts/slideLayout179.xml"/><Relationship Id="rId46" Type="http://schemas.openxmlformats.org/officeDocument/2006/relationships/slideLayout" Target="../slideLayouts/slideLayout187.xml"/><Relationship Id="rId20" Type="http://schemas.openxmlformats.org/officeDocument/2006/relationships/slideLayout" Target="../slideLayouts/slideLayout161.xml"/><Relationship Id="rId41" Type="http://schemas.openxmlformats.org/officeDocument/2006/relationships/slideLayout" Target="../slideLayouts/slideLayout182.xml"/><Relationship Id="rId54" Type="http://schemas.openxmlformats.org/officeDocument/2006/relationships/slideLayout" Target="../slideLayouts/slideLayout195.xml"/><Relationship Id="rId1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7.xml"/><Relationship Id="rId15" Type="http://schemas.openxmlformats.org/officeDocument/2006/relationships/slideLayout" Target="../slideLayouts/slideLayout156.xml"/><Relationship Id="rId23" Type="http://schemas.openxmlformats.org/officeDocument/2006/relationships/slideLayout" Target="../slideLayouts/slideLayout164.xml"/><Relationship Id="rId28" Type="http://schemas.openxmlformats.org/officeDocument/2006/relationships/slideLayout" Target="../slideLayouts/slideLayout169.xml"/><Relationship Id="rId36" Type="http://schemas.openxmlformats.org/officeDocument/2006/relationships/slideLayout" Target="../slideLayouts/slideLayout177.xml"/><Relationship Id="rId49" Type="http://schemas.openxmlformats.org/officeDocument/2006/relationships/slideLayout" Target="../slideLayouts/slideLayout1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  <p:sldLayoutId id="2147483729" r:id="rId24"/>
    <p:sldLayoutId id="2147483730" r:id="rId25"/>
    <p:sldLayoutId id="2147483731" r:id="rId26"/>
    <p:sldLayoutId id="2147483732" r:id="rId27"/>
    <p:sldLayoutId id="2147483733" r:id="rId28"/>
    <p:sldLayoutId id="2147483734" r:id="rId29"/>
    <p:sldLayoutId id="2147483735" r:id="rId30"/>
    <p:sldLayoutId id="2147483736" r:id="rId31"/>
    <p:sldLayoutId id="2147483737" r:id="rId32"/>
    <p:sldLayoutId id="2147483738" r:id="rId33"/>
    <p:sldLayoutId id="2147483739" r:id="rId34"/>
    <p:sldLayoutId id="2147483740" r:id="rId35"/>
    <p:sldLayoutId id="2147483741" r:id="rId36"/>
    <p:sldLayoutId id="2147483742" r:id="rId37"/>
    <p:sldLayoutId id="2147483743" r:id="rId38"/>
    <p:sldLayoutId id="2147483744" r:id="rId39"/>
    <p:sldLayoutId id="2147483745" r:id="rId40"/>
    <p:sldLayoutId id="2147483746" r:id="rId41"/>
    <p:sldLayoutId id="2147483747" r:id="rId42"/>
    <p:sldLayoutId id="2147483748" r:id="rId43"/>
    <p:sldLayoutId id="2147483749" r:id="rId44"/>
    <p:sldLayoutId id="2147483750" r:id="rId45"/>
    <p:sldLayoutId id="2147483751" r:id="rId46"/>
    <p:sldLayoutId id="2147483752" r:id="rId47"/>
    <p:sldLayoutId id="2147483753" r:id="rId48"/>
    <p:sldLayoutId id="2147483754" r:id="rId49"/>
    <p:sldLayoutId id="2147483755" r:id="rId50"/>
    <p:sldLayoutId id="2147483756" r:id="rId51"/>
    <p:sldLayoutId id="2147483757" r:id="rId52"/>
    <p:sldLayoutId id="2147483758" r:id="rId53"/>
    <p:sldLayoutId id="2147483759" r:id="rId54"/>
    <p:sldLayoutId id="2147483760" r:id="rId55"/>
    <p:sldLayoutId id="2147483761" r:id="rId56"/>
    <p:sldLayoutId id="2147483762" r:id="rId57"/>
    <p:sldLayoutId id="2147483763" r:id="rId58"/>
    <p:sldLayoutId id="2147483764" r:id="rId59"/>
    <p:sldLayoutId id="2147483765" r:id="rId60"/>
    <p:sldLayoutId id="2147483766" r:id="rId61"/>
    <p:sldLayoutId id="2147483767" r:id="rId62"/>
    <p:sldLayoutId id="2147483768" r:id="rId63"/>
    <p:sldLayoutId id="2147483769" r:id="rId64"/>
    <p:sldLayoutId id="2147483770" r:id="rId65"/>
    <p:sldLayoutId id="2147483771" r:id="rId66"/>
    <p:sldLayoutId id="2147483772" r:id="rId67"/>
    <p:sldLayoutId id="2147483773" r:id="rId68"/>
    <p:sldLayoutId id="2147483774" r:id="rId69"/>
    <p:sldLayoutId id="2147483775" r:id="rId70"/>
    <p:sldLayoutId id="2147483776" r:id="rId71"/>
    <p:sldLayoutId id="2147483777" r:id="rId72"/>
    <p:sldLayoutId id="2147483778" r:id="rId73"/>
    <p:sldLayoutId id="2147483779" r:id="rId74"/>
    <p:sldLayoutId id="2147483780" r:id="rId75"/>
    <p:sldLayoutId id="2147483781" r:id="rId76"/>
    <p:sldLayoutId id="2147483782" r:id="rId77"/>
    <p:sldLayoutId id="2147483783" r:id="rId78"/>
    <p:sldLayoutId id="2147483784" r:id="rId79"/>
    <p:sldLayoutId id="2147483785" r:id="rId80"/>
    <p:sldLayoutId id="2147483786" r:id="rId81"/>
    <p:sldLayoutId id="2147483787" r:id="rId82"/>
    <p:sldLayoutId id="2147483788" r:id="rId8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  <p:sldLayoutId id="2147483811" r:id="rId19"/>
    <p:sldLayoutId id="2147483812" r:id="rId20"/>
    <p:sldLayoutId id="2147483813" r:id="rId21"/>
    <p:sldLayoutId id="2147483814" r:id="rId22"/>
    <p:sldLayoutId id="2147483815" r:id="rId23"/>
    <p:sldLayoutId id="2147483816" r:id="rId24"/>
    <p:sldLayoutId id="2147483817" r:id="rId25"/>
    <p:sldLayoutId id="2147483818" r:id="rId26"/>
    <p:sldLayoutId id="2147483819" r:id="rId27"/>
    <p:sldLayoutId id="2147483820" r:id="rId28"/>
    <p:sldLayoutId id="2147483821" r:id="rId29"/>
    <p:sldLayoutId id="2147483822" r:id="rId30"/>
    <p:sldLayoutId id="2147483823" r:id="rId31"/>
    <p:sldLayoutId id="2147483824" r:id="rId32"/>
    <p:sldLayoutId id="2147483826" r:id="rId33"/>
    <p:sldLayoutId id="2147483827" r:id="rId34"/>
    <p:sldLayoutId id="2147483828" r:id="rId35"/>
    <p:sldLayoutId id="2147483829" r:id="rId36"/>
    <p:sldLayoutId id="2147483830" r:id="rId37"/>
    <p:sldLayoutId id="2147483831" r:id="rId38"/>
    <p:sldLayoutId id="2147483832" r:id="rId39"/>
    <p:sldLayoutId id="2147483833" r:id="rId40"/>
    <p:sldLayoutId id="2147483834" r:id="rId41"/>
    <p:sldLayoutId id="2147483835" r:id="rId42"/>
    <p:sldLayoutId id="2147483836" r:id="rId43"/>
    <p:sldLayoutId id="2147483837" r:id="rId44"/>
    <p:sldLayoutId id="2147483838" r:id="rId45"/>
    <p:sldLayoutId id="2147483839" r:id="rId46"/>
    <p:sldLayoutId id="2147483840" r:id="rId47"/>
    <p:sldLayoutId id="2147483841" r:id="rId48"/>
    <p:sldLayoutId id="2147483842" r:id="rId49"/>
    <p:sldLayoutId id="2147483843" r:id="rId50"/>
    <p:sldLayoutId id="2147483844" r:id="rId51"/>
    <p:sldLayoutId id="2147483845" r:id="rId52"/>
    <p:sldLayoutId id="2147483846" r:id="rId53"/>
    <p:sldLayoutId id="2147483847" r:id="rId5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9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7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4.xml"/><Relationship Id="rId4" Type="http://schemas.openxmlformats.org/officeDocument/2006/relationships/hyperlink" Target="https://www.nuvemshop.com.br/blog/controle-de-estoque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6.xml"/><Relationship Id="rId5" Type="http://schemas.openxmlformats.org/officeDocument/2006/relationships/image" Target="../media/image38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7" name="Google Shape;4667;p418"/>
          <p:cNvSpPr txBox="1"/>
          <p:nvPr/>
        </p:nvSpPr>
        <p:spPr>
          <a:xfrm>
            <a:off x="884977" y="3634350"/>
            <a:ext cx="6814800" cy="41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SISANO1C1B4S25A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9" name="Google Shape;4669;p418"/>
          <p:cNvSpPr txBox="1"/>
          <p:nvPr/>
        </p:nvSpPr>
        <p:spPr>
          <a:xfrm>
            <a:off x="884977" y="2893500"/>
            <a:ext cx="6814800" cy="4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pt-BR" sz="2200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Aula 4: Completando as opções do sistema</a:t>
            </a:r>
            <a:endParaRPr sz="2200" b="1" i="0" u="none" strike="noStrike" cap="none" dirty="0">
              <a:solidFill>
                <a:srgbClr val="BFBFB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3623;p349">
            <a:extLst>
              <a:ext uri="{FF2B5EF4-FFF2-40B4-BE49-F238E27FC236}">
                <a16:creationId xmlns:a16="http://schemas.microsoft.com/office/drawing/2014/main" id="{C04CEB65-379D-5227-133F-32A2FB9D782A}"/>
              </a:ext>
            </a:extLst>
          </p:cNvPr>
          <p:cNvSpPr txBox="1"/>
          <p:nvPr/>
        </p:nvSpPr>
        <p:spPr>
          <a:xfrm>
            <a:off x="884977" y="1994043"/>
            <a:ext cx="6814800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 menu ao sistema completo</a:t>
            </a:r>
            <a:endParaRPr sz="2800" b="1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3625;p349">
            <a:extLst>
              <a:ext uri="{FF2B5EF4-FFF2-40B4-BE49-F238E27FC236}">
                <a16:creationId xmlns:a16="http://schemas.microsoft.com/office/drawing/2014/main" id="{5EB1E710-7DF9-888E-D391-8AA0FA401C91}"/>
              </a:ext>
            </a:extLst>
          </p:cNvPr>
          <p:cNvSpPr txBox="1"/>
          <p:nvPr/>
        </p:nvSpPr>
        <p:spPr>
          <a:xfrm>
            <a:off x="805564" y="1206887"/>
            <a:ext cx="6973626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Vetores e matrizes</a:t>
            </a:r>
            <a:endParaRPr sz="3200" b="1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3" name="Google Shape;3633;p350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1968" y="1332717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3634" name="Google Shape;3634;p350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5" name="Google Shape;3635;p350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6" name="Google Shape;3636;p350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7" name="Google Shape;3637;p350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8" name="Google Shape;3638;p350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39" name="Google Shape;3639;p350"/>
          <p:cNvGrpSpPr/>
          <p:nvPr/>
        </p:nvGrpSpPr>
        <p:grpSpPr>
          <a:xfrm>
            <a:off x="587322" y="1657552"/>
            <a:ext cx="10504795" cy="4353604"/>
            <a:chOff x="880938" y="2486202"/>
            <a:chExt cx="15756404" cy="6530079"/>
          </a:xfrm>
        </p:grpSpPr>
        <p:sp>
          <p:nvSpPr>
            <p:cNvPr id="3640" name="Google Shape;3640;p350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1" name="Google Shape;3641;p350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2" name="Google Shape;3642;p350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3" name="Google Shape;3643;p350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4" name="Google Shape;3644;p350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5" name="Google Shape;3645;p350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6" name="Google Shape;3646;p350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7" name="Google Shape;3647;p350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8" name="Google Shape;3648;p350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9" name="Google Shape;3649;p350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0" name="Google Shape;3650;p350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1" name="Google Shape;3651;p350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2" name="Google Shape;3652;p350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3" name="Google Shape;3653;p350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5" name="Google Shape;3655;p350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6" name="Google Shape;3656;p350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9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</a:t>
            </a:r>
            <a:endParaRPr sz="19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7" name="Google Shape;3657;p350"/>
          <p:cNvCxnSpPr>
            <a:stCxn id="3656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58" name="Google Shape;3658;p350"/>
          <p:cNvSpPr/>
          <p:nvPr/>
        </p:nvSpPr>
        <p:spPr>
          <a:xfrm>
            <a:off x="8117470" y="1693972"/>
            <a:ext cx="572400" cy="5724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25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9" name="Google Shape;3659;p350"/>
          <p:cNvCxnSpPr>
            <a:cxnSpLocks/>
            <a:stCxn id="3658" idx="3"/>
            <a:endCxn id="3636" idx="5"/>
          </p:cNvCxnSpPr>
          <p:nvPr/>
        </p:nvCxnSpPr>
        <p:spPr>
          <a:xfrm flipH="1">
            <a:off x="7634631" y="2182546"/>
            <a:ext cx="566665" cy="303995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60" name="Google Shape;3660;p350"/>
          <p:cNvSpPr txBox="1"/>
          <p:nvPr/>
        </p:nvSpPr>
        <p:spPr>
          <a:xfrm>
            <a:off x="8800334" y="1544756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1" name="Google Shape;3661;p3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8016812" y="152642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2" name="Google Shape;3662;p3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2809258" y="2658683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663" name="Google Shape;3663;p350"/>
          <p:cNvSpPr txBox="1"/>
          <p:nvPr/>
        </p:nvSpPr>
        <p:spPr>
          <a:xfrm>
            <a:off x="1030385" y="3098241"/>
            <a:ext cx="1857627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latin typeface="Poppins"/>
                <a:ea typeface="Poppins"/>
                <a:cs typeface="Poppins"/>
                <a:sym typeface="Poppins"/>
              </a:rPr>
              <a:t>Arquivos – entrada e saída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4" name="Google Shape;3664;p350"/>
          <p:cNvSpPr txBox="1"/>
          <p:nvPr/>
        </p:nvSpPr>
        <p:spPr>
          <a:xfrm>
            <a:off x="8795087" y="1771796"/>
            <a:ext cx="2431103" cy="84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 menu ao sistema completo</a:t>
            </a:r>
            <a:endParaRPr sz="17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5" name="Google Shape;3665;p350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6" name="Google Shape;3666;p350"/>
          <p:cNvSpPr txBox="1"/>
          <p:nvPr/>
        </p:nvSpPr>
        <p:spPr>
          <a:xfrm>
            <a:off x="153994" y="1496572"/>
            <a:ext cx="18657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Vetores e matrizes</a:t>
            </a:r>
            <a:endParaRPr sz="13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7" name="Google Shape;3667;p350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8" name="Google Shape;3668;p350"/>
          <p:cNvSpPr txBox="1"/>
          <p:nvPr/>
        </p:nvSpPr>
        <p:spPr>
          <a:xfrm>
            <a:off x="2140995" y="891153"/>
            <a:ext cx="2435700" cy="10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</a:t>
            </a: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lang="pt-BR" sz="21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Componente 1</a:t>
            </a:r>
            <a:endParaRPr sz="2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9" name="Google Shape;3669;p350"/>
          <p:cNvSpPr/>
          <p:nvPr/>
        </p:nvSpPr>
        <p:spPr>
          <a:xfrm>
            <a:off x="10652364" y="3788076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26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0" name="Google Shape;3670;p3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9949350">
            <a:off x="10625201" y="360982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671" name="Google Shape;3671;p350"/>
          <p:cNvSpPr txBox="1"/>
          <p:nvPr/>
        </p:nvSpPr>
        <p:spPr>
          <a:xfrm>
            <a:off x="10357514" y="4440731"/>
            <a:ext cx="1522967" cy="84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Organizar e apresentar </a:t>
            </a: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projeto</a:t>
            </a:r>
            <a:endParaRPr sz="17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672" name="Google Shape;3672;p350"/>
          <p:cNvCxnSpPr>
            <a:cxnSpLocks/>
            <a:stCxn id="3669" idx="2"/>
            <a:endCxn id="3638" idx="0"/>
          </p:cNvCxnSpPr>
          <p:nvPr/>
        </p:nvCxnSpPr>
        <p:spPr>
          <a:xfrm flipH="1">
            <a:off x="9708139" y="4074276"/>
            <a:ext cx="944225" cy="1717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6859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0" name="Google Shape;4720;p420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57"/>
          <a:stretch/>
        </p:blipFill>
        <p:spPr>
          <a:xfrm rot="-573652">
            <a:off x="5678584" y="2638764"/>
            <a:ext cx="8603296" cy="4647676"/>
          </a:xfrm>
          <a:prstGeom prst="rect">
            <a:avLst/>
          </a:prstGeom>
          <a:noFill/>
          <a:ln>
            <a:noFill/>
          </a:ln>
        </p:spPr>
      </p:pic>
      <p:sp>
        <p:nvSpPr>
          <p:cNvPr id="4721" name="Google Shape;4721;p420"/>
          <p:cNvSpPr/>
          <p:nvPr/>
        </p:nvSpPr>
        <p:spPr>
          <a:xfrm rot="-3438164">
            <a:off x="10617304" y="5326466"/>
            <a:ext cx="408182" cy="408182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2" name="Google Shape;4722;p420"/>
          <p:cNvSpPr/>
          <p:nvPr/>
        </p:nvSpPr>
        <p:spPr>
          <a:xfrm>
            <a:off x="9084502" y="3402930"/>
            <a:ext cx="1317300" cy="13173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pt-BR" sz="42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42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23" name="Google Shape;4723;p420"/>
          <p:cNvCxnSpPr/>
          <p:nvPr/>
        </p:nvCxnSpPr>
        <p:spPr>
          <a:xfrm>
            <a:off x="10016903" y="4528943"/>
            <a:ext cx="634200" cy="900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24" name="Google Shape;4724;p420"/>
          <p:cNvSpPr txBox="1"/>
          <p:nvPr/>
        </p:nvSpPr>
        <p:spPr>
          <a:xfrm>
            <a:off x="3331829" y="5303697"/>
            <a:ext cx="44877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</a:t>
            </a:r>
            <a:r>
              <a:rPr lang="pt-BR" sz="1800" dirty="0">
                <a:latin typeface="Poppins"/>
                <a:ea typeface="Poppins"/>
                <a:cs typeface="Poppins"/>
                <a:sym typeface="Poppins"/>
              </a:rPr>
              <a:t>SISANO1C1B4S25A4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8" name="Google Shape;4728;p420"/>
          <p:cNvSpPr txBox="1"/>
          <p:nvPr/>
        </p:nvSpPr>
        <p:spPr>
          <a:xfrm>
            <a:off x="3331829" y="3241925"/>
            <a:ext cx="6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Do menu ao sistema completo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29" name="Google Shape;4729;p420"/>
          <p:cNvSpPr txBox="1"/>
          <p:nvPr/>
        </p:nvSpPr>
        <p:spPr>
          <a:xfrm>
            <a:off x="3331829" y="2792959"/>
            <a:ext cx="25830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0" name="Google Shape;4730;p420"/>
          <p:cNvSpPr txBox="1"/>
          <p:nvPr/>
        </p:nvSpPr>
        <p:spPr>
          <a:xfrm>
            <a:off x="3331829" y="4465938"/>
            <a:ext cx="4954921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  <a:latin typeface="Poppins Medium" panose="00000600000000000000" pitchFamily="2" charset="0"/>
                <a:ea typeface="Poppins"/>
                <a:cs typeface="Poppins Medium" panose="00000600000000000000" pitchFamily="2" charset="0"/>
                <a:sym typeface="Poppins"/>
              </a:rPr>
              <a:t>Aula 4: Completando as opções do sistema</a:t>
            </a:r>
            <a:endParaRPr sz="2200" b="0" i="0" u="none" strike="noStrike" cap="none" dirty="0">
              <a:solidFill>
                <a:srgbClr val="000000"/>
              </a:solidFill>
              <a:latin typeface="Poppins Medium" panose="00000600000000000000" pitchFamily="2" charset="0"/>
              <a:cs typeface="Poppins Medium" panose="00000600000000000000" pitchFamily="2" charset="0"/>
              <a:sym typeface="Arial"/>
            </a:endParaRPr>
          </a:p>
        </p:txBody>
      </p:sp>
      <p:sp>
        <p:nvSpPr>
          <p:cNvPr id="2" name="Google Shape;3665;p350">
            <a:extLst>
              <a:ext uri="{FF2B5EF4-FFF2-40B4-BE49-F238E27FC236}">
                <a16:creationId xmlns:a16="http://schemas.microsoft.com/office/drawing/2014/main" id="{87C8FD1C-67A2-4DBD-A659-666569C01940}"/>
              </a:ext>
            </a:extLst>
          </p:cNvPr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3666;p350">
            <a:extLst>
              <a:ext uri="{FF2B5EF4-FFF2-40B4-BE49-F238E27FC236}">
                <a16:creationId xmlns:a16="http://schemas.microsoft.com/office/drawing/2014/main" id="{5E5DDBED-6B37-AAA7-22B0-96C6FBE47FF0}"/>
              </a:ext>
            </a:extLst>
          </p:cNvPr>
          <p:cNvSpPr txBox="1"/>
          <p:nvPr/>
        </p:nvSpPr>
        <p:spPr>
          <a:xfrm>
            <a:off x="153994" y="1496572"/>
            <a:ext cx="18657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Vetores e matrizes</a:t>
            </a:r>
            <a:endParaRPr sz="13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3667;p350">
            <a:extLst>
              <a:ext uri="{FF2B5EF4-FFF2-40B4-BE49-F238E27FC236}">
                <a16:creationId xmlns:a16="http://schemas.microsoft.com/office/drawing/2014/main" id="{C61DB19F-87F0-9F29-56C8-DC99B60C38B0}"/>
              </a:ext>
            </a:extLst>
          </p:cNvPr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3668;p350">
            <a:extLst>
              <a:ext uri="{FF2B5EF4-FFF2-40B4-BE49-F238E27FC236}">
                <a16:creationId xmlns:a16="http://schemas.microsoft.com/office/drawing/2014/main" id="{C21017E6-BFE5-3FB4-850B-4427E8A8E3BA}"/>
              </a:ext>
            </a:extLst>
          </p:cNvPr>
          <p:cNvSpPr txBox="1"/>
          <p:nvPr/>
        </p:nvSpPr>
        <p:spPr>
          <a:xfrm>
            <a:off x="2140995" y="891153"/>
            <a:ext cx="2435700" cy="10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</a:t>
            </a: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lang="pt-BR" sz="21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Componente 1</a:t>
            </a:r>
            <a:endParaRPr sz="2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0" name="Google Shape;4740;p421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dirty="0"/>
              <a:t>Ampliar o mesmo sistema integrando as opções restantes do menu e os fluxos já construídos nas semanas anteriores.</a:t>
            </a:r>
            <a:endParaRPr dirty="0"/>
          </a:p>
        </p:txBody>
      </p:sp>
      <p:sp>
        <p:nvSpPr>
          <p:cNvPr id="4741" name="Google Shape;4741;p421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381724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Aplicar vetores ou listas simples, funções, condicionais e repetição na construção de um mini sistema em terminal capaz de registrar, consultar e apresentar dados de forma organizada.</a:t>
            </a:r>
            <a:endParaRPr dirty="0"/>
          </a:p>
        </p:txBody>
      </p:sp>
      <p:sp>
        <p:nvSpPr>
          <p:cNvPr id="4742" name="Google Shape;4742;p421"/>
          <p:cNvSpPr txBox="1">
            <a:spLocks noGrp="1"/>
          </p:cNvSpPr>
          <p:nvPr>
            <p:ph type="body" idx="3"/>
          </p:nvPr>
        </p:nvSpPr>
        <p:spPr>
          <a:xfrm>
            <a:off x="7467375" y="3429000"/>
            <a:ext cx="4381725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Colaborar com responsabilidade na organização do projeto, dividindo tarefas e revendo soluções com foco na entrega funcional do sistema.</a:t>
            </a:r>
            <a:endParaRPr dirty="0"/>
          </a:p>
        </p:txBody>
      </p:sp>
      <p:sp>
        <p:nvSpPr>
          <p:cNvPr id="4743" name="Google Shape;4743;p421"/>
          <p:cNvSpPr txBox="1">
            <a:spLocks noGrp="1"/>
          </p:cNvSpPr>
          <p:nvPr>
            <p:ph type="body" idx="4"/>
          </p:nvPr>
        </p:nvSpPr>
        <p:spPr>
          <a:xfrm>
            <a:off x="1467909" y="3429000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>
                <a:solidFill>
                  <a:schemeClr val="dk1"/>
                </a:solidFill>
              </a:rPr>
              <a:t>Roteiro de Atividade Prática;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 audiovisual para exibição de vídeos e imagens;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Caneta e caderno para anotações;</a:t>
            </a:r>
            <a:endParaRPr sz="15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500"/>
              <a:buChar char="•"/>
            </a:pPr>
            <a:r>
              <a:rPr lang="pt-BR" dirty="0"/>
              <a:t>Computador com internet.</a:t>
            </a:r>
            <a:endParaRPr dirty="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500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8" name="Google Shape;4748;p422"/>
          <p:cNvSpPr txBox="1"/>
          <p:nvPr/>
        </p:nvSpPr>
        <p:spPr>
          <a:xfrm>
            <a:off x="3134475" y="2952276"/>
            <a:ext cx="3466800" cy="2169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412750" marR="0" lvl="0" indent="-28575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pt-BR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olha da atividade ou caderno;</a:t>
            </a:r>
            <a:endParaRPr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2750" marR="0" lvl="0" indent="-28575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pt-BR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Caneta ou lápis;</a:t>
            </a:r>
            <a:endParaRPr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2750" marR="0" lvl="0" indent="-28575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pt-BR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Computador com Python instalado;</a:t>
            </a:r>
            <a:endParaRPr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2750" marR="0" lvl="0" indent="-28575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Arquivo .py da Papelaria Ponto Certo já ampliado na aula anterior;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2750" marR="0" lvl="0" indent="-28575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Editor de código e terminal.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49" name="Google Shape;4749;p422"/>
          <p:cNvSpPr txBox="1"/>
          <p:nvPr/>
        </p:nvSpPr>
        <p:spPr>
          <a:xfrm>
            <a:off x="7264695" y="2831801"/>
            <a:ext cx="4042050" cy="200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200" tIns="30450" rIns="60950" bIns="30450" anchor="t" anchorCtr="0">
            <a:noAutofit/>
          </a:bodyPr>
          <a:lstStyle/>
          <a:p>
            <a:pPr marL="457200" indent="-330200">
              <a:spcAft>
                <a:spcPts val="60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Abrir o roteiro de atividade prática e o material de apoio, se necessário.</a:t>
            </a:r>
          </a:p>
          <a:p>
            <a:pPr marL="457200" indent="-330200">
              <a:spcAft>
                <a:spcPts val="60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Abrir o sistema e localizar menu e vendas.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3020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Criar salvar_vendas e carregar_vendas.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3020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Criar registrar_venda(produtos, vendas).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3020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Criar cancelar_venda(vendas) com validação.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30200" algn="l" rtl="0">
              <a:lnSpc>
                <a:spcPct val="100000"/>
              </a:lnSpc>
              <a:spcAft>
                <a:spcPts val="60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Ligar ao menu, salvar e testar a reabertura.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54" name="Google Shape;4754;p422"/>
          <p:cNvSpPr txBox="1">
            <a:spLocks noGrp="1"/>
          </p:cNvSpPr>
          <p:nvPr>
            <p:ph type="body" idx="1"/>
          </p:nvPr>
        </p:nvSpPr>
        <p:spPr>
          <a:xfrm>
            <a:off x="2857900" y="394317"/>
            <a:ext cx="8345400" cy="1063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Registrando e corrigindo vendas: Papelaria Ponto Certo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55" name="Google Shape;4755;p422"/>
          <p:cNvSpPr txBox="1">
            <a:spLocks noGrp="1"/>
          </p:cNvSpPr>
          <p:nvPr>
            <p:ph type="body" idx="3"/>
          </p:nvPr>
        </p:nvSpPr>
        <p:spPr>
          <a:xfrm>
            <a:off x="885255" y="4454732"/>
            <a:ext cx="1585800" cy="305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100" b="1" dirty="0">
                <a:latin typeface="Poppins"/>
                <a:ea typeface="Poppins"/>
                <a:cs typeface="Poppins"/>
                <a:sym typeface="Poppins"/>
              </a:rPr>
              <a:t>47 minutos</a:t>
            </a:r>
            <a:endParaRPr sz="110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56" name="Google Shape;4756;p422"/>
          <p:cNvSpPr txBox="1">
            <a:spLocks noGrp="1"/>
          </p:cNvSpPr>
          <p:nvPr>
            <p:ph type="body" idx="4"/>
          </p:nvPr>
        </p:nvSpPr>
        <p:spPr>
          <a:xfrm>
            <a:off x="885255" y="4833061"/>
            <a:ext cx="1585800" cy="305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100" b="1" dirty="0">
                <a:latin typeface="Poppins"/>
                <a:ea typeface="Poppins"/>
                <a:cs typeface="Poppins"/>
                <a:sym typeface="Poppins"/>
              </a:rPr>
              <a:t>Documento com o código</a:t>
            </a:r>
            <a:endParaRPr sz="110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60" name="Google Shape;4760;p422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8969" y="4399334"/>
            <a:ext cx="305151" cy="305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1" name="Google Shape;4761;p422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4457" y="4886923"/>
            <a:ext cx="309197" cy="26990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812;p61">
            <a:extLst>
              <a:ext uri="{FF2B5EF4-FFF2-40B4-BE49-F238E27FC236}">
                <a16:creationId xmlns:a16="http://schemas.microsoft.com/office/drawing/2014/main" id="{CDEA233F-3A11-3186-E2A7-39706253398F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049B3CF-AE40-56F6-5940-D332AC1D7A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4F6FC2E2-E9A3-2A66-555F-244CDBEFA1FC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 dirty="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7" name="Google Shape;4767;p423"/>
          <p:cNvSpPr txBox="1"/>
          <p:nvPr/>
        </p:nvSpPr>
        <p:spPr>
          <a:xfrm>
            <a:off x="5985888" y="6172573"/>
            <a:ext cx="4758312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Produzido pela SEDUC-SP com apoio da ferramenta ChatGPT.</a:t>
            </a:r>
            <a:endParaRPr sz="11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768" name="Google Shape;4768;p423" title="diagrama (4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5425" y="294425"/>
            <a:ext cx="6198351" cy="5867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3" name="Google Shape;4773;p424"/>
          <p:cNvSpPr txBox="1">
            <a:spLocks noGrp="1"/>
          </p:cNvSpPr>
          <p:nvPr>
            <p:ph type="body" idx="1"/>
          </p:nvPr>
        </p:nvSpPr>
        <p:spPr>
          <a:xfrm>
            <a:off x="5599049" y="1026401"/>
            <a:ext cx="5992875" cy="2535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dirty="0"/>
              <a:t>Python Docs: funções embutidas</a:t>
            </a: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/>
              <a:t>Consulte a documentação oficial da linguagem para entender como a função len() e outras funções embutidas funcionam ao trabalhar com listas, recurso utilizado para listar os produtos cadastrados no sistema desenvolvido nesta aula.</a:t>
            </a:r>
            <a:endParaRPr sz="1800" dirty="0"/>
          </a:p>
          <a:p>
            <a:pPr marL="0" lv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DOCUMENTAÇÃO PYTHON 3.14.7. Built-in Functions. </a:t>
            </a:r>
            <a:r>
              <a:rPr lang="pt-BR" sz="1800" b="1" dirty="0"/>
              <a:t>The Python Standard Library</a:t>
            </a:r>
            <a:r>
              <a:rPr lang="pt-BR" sz="1800" dirty="0"/>
              <a:t>, [s. d.]. Disponível em: </a:t>
            </a:r>
            <a:r>
              <a:rPr lang="pt-BR" sz="1800" dirty="0">
                <a:hlinkClick r:id="rId3"/>
              </a:rPr>
              <a:t>https://docs.python.org/3/library/functions.html</a:t>
            </a:r>
            <a:r>
              <a:rPr lang="pt-BR" sz="1800" dirty="0"/>
              <a:t>. Acesso em: 02 set. 2026.</a:t>
            </a:r>
            <a:endParaRPr sz="1800" b="1" dirty="0"/>
          </a:p>
          <a:p>
            <a:pPr marL="0" lv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*Caso tenha interesse, selecione a opção “Traduzir para o português”, ao clicar na tela com o botão direito do mouse.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Poppins"/>
              <a:buNone/>
            </a:pPr>
            <a:endParaRPr sz="1800" b="1" dirty="0"/>
          </a:p>
        </p:txBody>
      </p:sp>
      <p:sp>
        <p:nvSpPr>
          <p:cNvPr id="4774" name="Google Shape;4774;p424"/>
          <p:cNvSpPr txBox="1"/>
          <p:nvPr/>
        </p:nvSpPr>
        <p:spPr>
          <a:xfrm>
            <a:off x="1024125" y="1786467"/>
            <a:ext cx="31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endParaRPr sz="4000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9" name="Google Shape;4779;p425"/>
          <p:cNvSpPr txBox="1">
            <a:spLocks noGrp="1"/>
          </p:cNvSpPr>
          <p:nvPr>
            <p:ph type="body" idx="1"/>
          </p:nvPr>
        </p:nvSpPr>
        <p:spPr>
          <a:xfrm>
            <a:off x="555150" y="1568450"/>
            <a:ext cx="11351100" cy="170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dirty="0"/>
              <a:t>DOCUMENTAÇÃO PYTHON 3.14.7. Funções embutidas. </a:t>
            </a:r>
            <a:r>
              <a:rPr lang="pt-BR" b="1" dirty="0"/>
              <a:t>The Python Standard Library</a:t>
            </a:r>
            <a:r>
              <a:rPr lang="pt-BR" dirty="0"/>
              <a:t>,[s.d.]. Disponível em:</a:t>
            </a:r>
            <a:r>
              <a:rPr lang="pt-BR" dirty="0">
                <a:solidFill>
                  <a:schemeClr val="hlink"/>
                </a:solidFill>
                <a:uFill>
                  <a:noFill/>
                </a:uFill>
                <a:hlinkClick r:id="rId3"/>
              </a:rPr>
              <a:t> 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https://docs.python.org/3/library/functions.html</a:t>
            </a:r>
            <a:r>
              <a:rPr lang="pt-BR" dirty="0"/>
              <a:t>. Acesso em: 08 ago. 2026.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ANDRÉS, D. Controle de estoque: o que é, métodos e como fazer. </a:t>
            </a:r>
            <a:r>
              <a:rPr lang="pt-BR" b="1" dirty="0"/>
              <a:t>Blog da Nuvemshop</a:t>
            </a:r>
            <a:r>
              <a:rPr lang="pt-BR" dirty="0"/>
              <a:t>, 2026. Disponível em: 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https://www.nuvemshop.com.br/blog/controle-de-estoque/</a:t>
            </a:r>
            <a:r>
              <a:rPr lang="pt-BR" dirty="0"/>
              <a:t>. Acesso em: 08 ago. 2026.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Identidade visual: imagens © Getty Images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7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1" name="Google Shape;4791;p427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2" name="Google Shape;4792;p427"/>
          <p:cNvSpPr txBox="1"/>
          <p:nvPr/>
        </p:nvSpPr>
        <p:spPr>
          <a:xfrm>
            <a:off x="985520" y="785592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3" name="Google Shape;4793;p427"/>
          <p:cNvSpPr txBox="1"/>
          <p:nvPr/>
        </p:nvSpPr>
        <p:spPr>
          <a:xfrm>
            <a:off x="985520" y="1372059"/>
            <a:ext cx="10251300" cy="344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Orientações: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</a:rPr>
              <a:t>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retome que a turma esteja trabalhando no mesmo sistema da aula anterior. Agora, o foco sai do catálogo e vai para o histórico de vendas. O objetivo deste bloco é garantir um ponto de partida comum antes da nova implementação.</a:t>
            </a:r>
            <a:endParaRPr sz="10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Tempo previsto: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47 minutos.</a:t>
            </a:r>
            <a:endParaRPr sz="10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Gestão de sala de aula: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acompanhe o andamento da atividade, verificando se todos os estudantes utilizam o programa desenvolvido na Aula 3 como ponto de partida; 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incentive a programação em pares quando necessário e estimule os grupos a testar diferentes cenários antes de solicitar ajuda.</a:t>
            </a:r>
            <a:endParaRPr sz="10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Condução da dinâmica: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peça que abram a versão do sistema já ampliada com alterar_produto. Se alguma dupla não tiver o próprio arquivo funcionando, entregue o arquivo-base sistemaPapelariaPontoCerto-A4.py;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confirme oralmente três pontos: o menu já existe, a lista vendas já existe em memória e o arquivo vendas.csv ainda será criado nesta aula; 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releia a meta do material e o título da atividade prática;</a:t>
            </a: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feche dizendo que a sequência da aula será: gerar vendas.csv, criar carregar_vendas(), criar registrar_venda(produtos, vendas), criar cancelar_venda(vendas), ligar ao menu e testar a reabertura.</a:t>
            </a:r>
            <a:endParaRPr sz="10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Expectativas de respostas: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espera-se que consigam localizar menu, lista vendas e o ponto em que a nova opção será ligada. Também se espera que reconheçam a diferença entre catálogo e histórico.</a:t>
            </a:r>
            <a:endParaRPr sz="10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cxnSp>
        <p:nvCxnSpPr>
          <p:cNvPr id="4794" name="Google Shape;4794;p427"/>
          <p:cNvCxnSpPr>
            <a:cxnSpLocks/>
          </p:cNvCxnSpPr>
          <p:nvPr/>
        </p:nvCxnSpPr>
        <p:spPr>
          <a:xfrm flipV="1">
            <a:off x="685795" y="1041179"/>
            <a:ext cx="0" cy="3855286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4796" name="Google Shape;4796;p427"/>
          <p:cNvGrpSpPr/>
          <p:nvPr/>
        </p:nvGrpSpPr>
        <p:grpSpPr>
          <a:xfrm>
            <a:off x="497841" y="1318604"/>
            <a:ext cx="386100" cy="382500"/>
            <a:chOff x="497841" y="1318604"/>
            <a:chExt cx="386100" cy="382500"/>
          </a:xfrm>
        </p:grpSpPr>
        <p:sp>
          <p:nvSpPr>
            <p:cNvPr id="4797" name="Google Shape;4797;p427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8" name="Google Shape;4798;p427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9" name="Google Shape;4799;p427"/>
          <p:cNvGrpSpPr/>
          <p:nvPr/>
        </p:nvGrpSpPr>
        <p:grpSpPr>
          <a:xfrm>
            <a:off x="497841" y="2536554"/>
            <a:ext cx="386100" cy="382500"/>
            <a:chOff x="497841" y="2265726"/>
            <a:chExt cx="386100" cy="382500"/>
          </a:xfrm>
        </p:grpSpPr>
        <p:sp>
          <p:nvSpPr>
            <p:cNvPr id="4800" name="Google Shape;4800;p427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1" name="Google Shape;4801;p427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02" name="Google Shape;4802;p427"/>
          <p:cNvGrpSpPr/>
          <p:nvPr/>
        </p:nvGrpSpPr>
        <p:grpSpPr>
          <a:xfrm>
            <a:off x="497841" y="1939803"/>
            <a:ext cx="386100" cy="382500"/>
            <a:chOff x="497841" y="1802325"/>
            <a:chExt cx="386100" cy="382500"/>
          </a:xfrm>
        </p:grpSpPr>
        <p:sp>
          <p:nvSpPr>
            <p:cNvPr id="4803" name="Google Shape;4803;p427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04" name="Google Shape;4804;p4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05" name="Google Shape;4805;p427"/>
          <p:cNvGrpSpPr/>
          <p:nvPr/>
        </p:nvGrpSpPr>
        <p:grpSpPr>
          <a:xfrm>
            <a:off x="497841" y="3129169"/>
            <a:ext cx="386100" cy="382500"/>
            <a:chOff x="497841" y="3037886"/>
            <a:chExt cx="386100" cy="382500"/>
          </a:xfrm>
        </p:grpSpPr>
        <p:sp>
          <p:nvSpPr>
            <p:cNvPr id="4806" name="Google Shape;4806;p427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07" name="Google Shape;4807;p427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08" name="Google Shape;4808;p427"/>
          <p:cNvGrpSpPr/>
          <p:nvPr/>
        </p:nvGrpSpPr>
        <p:grpSpPr>
          <a:xfrm>
            <a:off x="492741" y="4355159"/>
            <a:ext cx="386100" cy="382500"/>
            <a:chOff x="497841" y="3801694"/>
            <a:chExt cx="386100" cy="382500"/>
          </a:xfrm>
        </p:grpSpPr>
        <p:sp>
          <p:nvSpPr>
            <p:cNvPr id="4809" name="Google Shape;4809;p427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795" name="Google Shape;4795;p427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5" name="Google Shape;4815;p428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6" name="Google Shape;4816;p428"/>
          <p:cNvSpPr txBox="1"/>
          <p:nvPr/>
        </p:nvSpPr>
        <p:spPr>
          <a:xfrm>
            <a:off x="985527" y="795750"/>
            <a:ext cx="85605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7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7" name="Google Shape;4817;p428"/>
          <p:cNvSpPr txBox="1"/>
          <p:nvPr/>
        </p:nvSpPr>
        <p:spPr>
          <a:xfrm>
            <a:off x="985519" y="1352395"/>
            <a:ext cx="10783800" cy="329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nós aprendemos hoje?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 o objetivo de reforçar e esclarecer os principais conceitos discutidos, incentivando os estudantes a recordarem e articularem os principais pontos da aula.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 minutos.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mantenha um tom positivo e construtivo, reforçando o aprendizado;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seja direto e objetivo nas explicações para manter a atividade dentro do tempo estipulado;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engaje os estudantes rapidamente, pedindo confirmações ou reações breves às definições apresentadas.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explique aos estudantes que esse é um momento de reflexão e esclarecimento sobre os conceitos abordados na aula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;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informe que será feita uma rápida revisão para assegurar o entendimento correto das definições e dos conceitos;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apresente o slide com os principais tópicos da aula. E retome rapidamente os conceitos representados no esquema, reiterando a importância de cada um deles e como ele se encaixa no contexto maior da aula e na vida profissional.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é esperado: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 estudantes devem sair da aula com um entendimento claro e preciso dos conceitos principais.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818" name="Google Shape;4818;p428"/>
          <p:cNvCxnSpPr>
            <a:cxnSpLocks/>
          </p:cNvCxnSpPr>
          <p:nvPr/>
        </p:nvCxnSpPr>
        <p:spPr>
          <a:xfrm flipV="1">
            <a:off x="685795" y="1049615"/>
            <a:ext cx="0" cy="354736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4820" name="Google Shape;4820;p428"/>
          <p:cNvGrpSpPr/>
          <p:nvPr/>
        </p:nvGrpSpPr>
        <p:grpSpPr>
          <a:xfrm>
            <a:off x="497841" y="1318604"/>
            <a:ext cx="386100" cy="382500"/>
            <a:chOff x="497841" y="1318604"/>
            <a:chExt cx="386100" cy="382500"/>
          </a:xfrm>
        </p:grpSpPr>
        <p:sp>
          <p:nvSpPr>
            <p:cNvPr id="4821" name="Google Shape;4821;p428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2" name="Google Shape;4822;p428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23" name="Google Shape;4823;p428"/>
          <p:cNvGrpSpPr/>
          <p:nvPr/>
        </p:nvGrpSpPr>
        <p:grpSpPr>
          <a:xfrm>
            <a:off x="497841" y="2358143"/>
            <a:ext cx="386100" cy="382500"/>
            <a:chOff x="497841" y="2265726"/>
            <a:chExt cx="386100" cy="382500"/>
          </a:xfrm>
        </p:grpSpPr>
        <p:sp>
          <p:nvSpPr>
            <p:cNvPr id="4824" name="Google Shape;4824;p428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5" name="Google Shape;4825;p428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26" name="Google Shape;4826;p428"/>
          <p:cNvGrpSpPr/>
          <p:nvPr/>
        </p:nvGrpSpPr>
        <p:grpSpPr>
          <a:xfrm>
            <a:off x="497841" y="3114086"/>
            <a:ext cx="386100" cy="382500"/>
            <a:chOff x="497841" y="3037886"/>
            <a:chExt cx="386100" cy="382500"/>
          </a:xfrm>
        </p:grpSpPr>
        <p:sp>
          <p:nvSpPr>
            <p:cNvPr id="4827" name="Google Shape;4827;p428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28" name="Google Shape;4828;p428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29" name="Google Shape;4829;p428"/>
          <p:cNvGrpSpPr/>
          <p:nvPr/>
        </p:nvGrpSpPr>
        <p:grpSpPr>
          <a:xfrm>
            <a:off x="497841" y="4030294"/>
            <a:ext cx="386100" cy="382500"/>
            <a:chOff x="497841" y="3801694"/>
            <a:chExt cx="386100" cy="382500"/>
          </a:xfrm>
        </p:grpSpPr>
        <p:sp>
          <p:nvSpPr>
            <p:cNvPr id="4830" name="Google Shape;4830;p428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19" name="Google Shape;4819;p42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31" name="Google Shape;4831;p428"/>
          <p:cNvGrpSpPr/>
          <p:nvPr/>
        </p:nvGrpSpPr>
        <p:grpSpPr>
          <a:xfrm>
            <a:off x="497841" y="1878525"/>
            <a:ext cx="386100" cy="382500"/>
            <a:chOff x="497841" y="1802325"/>
            <a:chExt cx="386100" cy="382500"/>
          </a:xfrm>
        </p:grpSpPr>
        <p:sp>
          <p:nvSpPr>
            <p:cNvPr id="4832" name="Google Shape;4832;p428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33" name="Google Shape;4833;p42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834" name="Google Shape;4834;p428"/>
          <p:cNvSpPr/>
          <p:nvPr/>
        </p:nvSpPr>
        <p:spPr>
          <a:xfrm>
            <a:off x="0" y="47479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5" name="Google Shape;4835;p428"/>
          <p:cNvSpPr txBox="1"/>
          <p:nvPr/>
        </p:nvSpPr>
        <p:spPr>
          <a:xfrm>
            <a:off x="985520" y="4758152"/>
            <a:ext cx="5923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8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36" name="Google Shape;4836;p428"/>
          <p:cNvCxnSpPr>
            <a:cxnSpLocks/>
          </p:cNvCxnSpPr>
          <p:nvPr/>
        </p:nvCxnSpPr>
        <p:spPr>
          <a:xfrm flipV="1">
            <a:off x="690876" y="4998614"/>
            <a:ext cx="0" cy="143076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838" name="Google Shape;4838;p428"/>
          <p:cNvSpPr/>
          <p:nvPr/>
        </p:nvSpPr>
        <p:spPr>
          <a:xfrm>
            <a:off x="497841" y="528100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9" name="Google Shape;4839;p428"/>
          <p:cNvSpPr/>
          <p:nvPr/>
        </p:nvSpPr>
        <p:spPr>
          <a:xfrm>
            <a:off x="569897" y="5379560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0" name="Google Shape;4840;p428"/>
          <p:cNvSpPr txBox="1"/>
          <p:nvPr/>
        </p:nvSpPr>
        <p:spPr>
          <a:xfrm>
            <a:off x="985525" y="5314800"/>
            <a:ext cx="8988300" cy="98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Saiba mai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apresenta recursos extraclasse para que os estudantes complementem sua formação. Incentive-os a continuar explorando o tema da aula.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minutos.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37" name="Google Shape;4837;p428"/>
          <p:cNvSpPr/>
          <p:nvPr/>
        </p:nvSpPr>
        <p:spPr>
          <a:xfrm>
            <a:off x="495426" y="5753039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41" name="Google Shape;4841;p4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3657" y="5846745"/>
            <a:ext cx="154445" cy="193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1006</Words>
  <Application>Microsoft Office PowerPoint</Application>
  <PresentationFormat>Ecrã Panorâmico</PresentationFormat>
  <Paragraphs>107</Paragraphs>
  <Slides>13</Slides>
  <Notes>13</Notes>
  <HiddenSlides>3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dos diapositivos</vt:lpstr>
      </vt:variant>
      <vt:variant>
        <vt:i4>13</vt:i4>
      </vt:variant>
    </vt:vector>
  </HeadingPairs>
  <TitlesOfParts>
    <vt:vector size="21" baseType="lpstr">
      <vt:lpstr>Calibri</vt:lpstr>
      <vt:lpstr>Poppins Light</vt:lpstr>
      <vt:lpstr>Poppins</vt:lpstr>
      <vt:lpstr>Arial</vt:lpstr>
      <vt:lpstr>Poppins Medium</vt:lpstr>
      <vt:lpstr>Office Theme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Gustavo Henrique da Silva Oliveira</cp:lastModifiedBy>
  <cp:revision>18</cp:revision>
  <dcterms:modified xsi:type="dcterms:W3CDTF">2026-09-11T14:53:52Z</dcterms:modified>
</cp:coreProperties>
</file>