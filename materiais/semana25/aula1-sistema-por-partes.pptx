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theme/theme2.xml" ContentType="application/vnd.openxmlformats-officedocument.theme+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theme/theme3.xml" ContentType="application/vnd.openxmlformats-officedocument.theme+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theme/theme4.xml" ContentType="application/vnd.openxmlformats-officedocument.theme+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theme/theme5.xml" ContentType="application/vnd.openxmlformats-officedocument.theme+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0.xml" ContentType="application/vnd.openxmlformats-officedocument.presentationml.slideLayout+xml"/>
  <Override PartName="/ppt/slideLayouts/slideLayout421.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990" r:id="rId1"/>
    <p:sldMasterId id="2147483991" r:id="rId2"/>
    <p:sldMasterId id="2147483992" r:id="rId3"/>
    <p:sldMasterId id="2147483993" r:id="rId4"/>
    <p:sldMasterId id="2147483994" r:id="rId5"/>
    <p:sldMasterId id="2147483995" r:id="rId6"/>
  </p:sldMasterIdLst>
  <p:notesMasterIdLst>
    <p:notesMasterId r:id="rId34"/>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569"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2000" cy="6858000"/>
  <p:notesSz cx="6858000" cy="9144000"/>
  <p:embeddedFontLst>
    <p:embeddedFont>
      <p:font typeface="Poppins" panose="00000500000000000000" pitchFamily="2" charset="0"/>
      <p:regular r:id="rId35"/>
      <p:bold r:id="rId36"/>
      <p:italic r:id="rId37"/>
      <p:boldItalic r:id="rId38"/>
    </p:embeddedFont>
    <p:embeddedFont>
      <p:font typeface="Poppins Bold" panose="00000800000000000000" pitchFamily="2" charset="0"/>
      <p:bold r:id="rId39"/>
    </p:embeddedFont>
    <p:embeddedFont>
      <p:font typeface="Poppins Light" panose="00000400000000000000" pitchFamily="2" charset="0"/>
      <p:regular r:id="rId40"/>
      <p:bold r:id="rId41"/>
      <p:italic r:id="rId42"/>
      <p:boldItalic r:id="rId43"/>
    </p:embeddedFont>
    <p:embeddedFont>
      <p:font typeface="Poppins Medium" panose="00000600000000000000" pitchFamily="2"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Aula 1" id="{CE59F024-F379-4B4F-8C12-ABD2665BAA57}">
          <p14:sldIdLst>
            <p14:sldId id="256"/>
            <p14:sldId id="257"/>
            <p14:sldId id="258"/>
            <p14:sldId id="259"/>
            <p14:sldId id="260"/>
            <p14:sldId id="261"/>
            <p14:sldId id="262"/>
            <p14:sldId id="263"/>
            <p14:sldId id="264"/>
            <p14:sldId id="265"/>
            <p14:sldId id="266"/>
            <p14:sldId id="267"/>
            <p14:sldId id="268"/>
            <p14:sldId id="269"/>
            <p14:sldId id="569"/>
            <p14:sldId id="271"/>
            <p14:sldId id="272"/>
            <p14:sldId id="273"/>
            <p14:sldId id="274"/>
            <p14:sldId id="275"/>
            <p14:sldId id="276"/>
            <p14:sldId id="277"/>
            <p14:sldId id="278"/>
            <p14:sldId id="279"/>
            <p14:sldId id="280"/>
            <p14:sldId id="281"/>
            <p14:sldId id="28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672B738-AAFE-6D6D-6C28-D7A36B5BC90A}" name="DENISE ONCKEN" initials="DO" userId="6cace8f68071a60e" providerId="Windows Live"/>
  <p188:author id="{377AEB95-F34C-FEB2-A03E-D3DA85656470}" name="Izabella Saadi Cerutti" initials="IS" userId="4295702eb40843b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566E"/>
    <a:srgbClr val="D9D9D9"/>
    <a:srgbClr val="F2F2F2"/>
    <a:srgbClr val="529AC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7CF120E-5B87-4C7C-9629-38861E7C7642}">
  <a:tblStyle styleId="{D7CF120E-5B87-4C7C-9629-38861E7C7642}"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59" autoAdjust="0"/>
    <p:restoredTop sz="94660"/>
  </p:normalViewPr>
  <p:slideViewPr>
    <p:cSldViewPr snapToGrid="0">
      <p:cViewPr varScale="1">
        <p:scale>
          <a:sx n="101" d="100"/>
          <a:sy n="101" d="100"/>
        </p:scale>
        <p:origin x="103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font" Target="fonts/font5.fntdata"/><Relationship Id="rId21" Type="http://schemas.openxmlformats.org/officeDocument/2006/relationships/slide" Target="slides/slide15.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font" Target="fonts/font2.fntdata"/><Relationship Id="rId49"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font" Target="fonts/font10.fntdata"/><Relationship Id="rId52" Type="http://schemas.microsoft.com/office/2018/10/relationships/authors" Target="author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presProps" Target="presProps.xml"/><Relationship Id="rId8" Type="http://schemas.openxmlformats.org/officeDocument/2006/relationships/slide" Target="slides/slide2.xml"/><Relationship Id="rId51"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font" Target="fonts/font4.fntdata"/><Relationship Id="rId46" Type="http://schemas.openxmlformats.org/officeDocument/2006/relationships/font" Target="fonts/font12.fntdata"/><Relationship Id="rId20" Type="http://schemas.openxmlformats.org/officeDocument/2006/relationships/slide" Target="slides/slide14.xml"/><Relationship Id="rId41"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chemeClr val="dk1"/>
                </a:solidFill>
                <a:latin typeface="Calibri"/>
                <a:ea typeface="Calibri"/>
                <a:cs typeface="Calibri"/>
                <a:sym typeface="Calibri"/>
              </a:rPr>
              <a:t>‹nº›</a:t>
            </a:fld>
            <a:endParaRPr sz="1200" b="0" i="0" u="none" strike="noStrike" cap="none" dirty="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4"/>
        <p:cNvGrpSpPr/>
        <p:nvPr/>
      </p:nvGrpSpPr>
      <p:grpSpPr>
        <a:xfrm>
          <a:off x="0" y="0"/>
          <a:ext cx="0" cy="0"/>
          <a:chOff x="0" y="0"/>
          <a:chExt cx="0" cy="0"/>
        </a:xfrm>
      </p:grpSpPr>
      <p:sp>
        <p:nvSpPr>
          <p:cNvPr id="3615" name="Google Shape;361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3616" name="Google Shape;361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pt-BR" dirty="0"/>
              <a:t>		</a:t>
            </a:r>
            <a:endParaRPr dirty="0"/>
          </a:p>
        </p:txBody>
      </p:sp>
      <p:sp>
        <p:nvSpPr>
          <p:cNvPr id="3617" name="Google Shape;361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chemeClr val="dk1"/>
                </a:solidFill>
                <a:latin typeface="Calibri"/>
                <a:ea typeface="Calibri"/>
                <a:cs typeface="Calibri"/>
                <a:sym typeface="Calibri"/>
              </a:rPr>
              <a:t>1</a:t>
            </a:fld>
            <a:endParaRPr sz="1200" b="0" i="0" u="none" strike="noStrike" cap="none" dirty="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9"/>
        <p:cNvGrpSpPr/>
        <p:nvPr/>
      </p:nvGrpSpPr>
      <p:grpSpPr>
        <a:xfrm>
          <a:off x="0" y="0"/>
          <a:ext cx="0" cy="0"/>
          <a:chOff x="0" y="0"/>
          <a:chExt cx="0" cy="0"/>
        </a:xfrm>
      </p:grpSpPr>
      <p:sp>
        <p:nvSpPr>
          <p:cNvPr id="3620" name="Google Shape;362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621" name="Google Shape;362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8"/>
        <p:cNvGrpSpPr/>
        <p:nvPr/>
      </p:nvGrpSpPr>
      <p:grpSpPr>
        <a:xfrm>
          <a:off x="0" y="0"/>
          <a:ext cx="0" cy="0"/>
          <a:chOff x="0" y="0"/>
          <a:chExt cx="0" cy="0"/>
        </a:xfrm>
      </p:grpSpPr>
      <p:sp>
        <p:nvSpPr>
          <p:cNvPr id="3629" name="Google Shape;362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3630" name="Google Shape;3630;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dirty="0"/>
          </a:p>
        </p:txBody>
      </p:sp>
      <p:sp>
        <p:nvSpPr>
          <p:cNvPr id="3631" name="Google Shape;3631;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chemeClr val="dk1"/>
                </a:solidFill>
                <a:latin typeface="Calibri"/>
                <a:ea typeface="Calibri"/>
                <a:cs typeface="Calibri"/>
                <a:sym typeface="Calibri"/>
              </a:rPr>
              <a:t>3</a:t>
            </a:fld>
            <a:endParaRPr sz="1200" b="0" i="0" u="none" strike="noStrike" cap="none" dirty="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3"/>
        <p:cNvGrpSpPr/>
        <p:nvPr/>
      </p:nvGrpSpPr>
      <p:grpSpPr>
        <a:xfrm>
          <a:off x="0" y="0"/>
          <a:ext cx="0" cy="0"/>
          <a:chOff x="0" y="0"/>
          <a:chExt cx="0" cy="0"/>
        </a:xfrm>
      </p:grpSpPr>
      <p:sp>
        <p:nvSpPr>
          <p:cNvPr id="3674" name="Google Shape;367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675" name="Google Shape;367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2"/>
        <p:cNvGrpSpPr/>
        <p:nvPr/>
      </p:nvGrpSpPr>
      <p:grpSpPr>
        <a:xfrm>
          <a:off x="0" y="0"/>
          <a:ext cx="0" cy="0"/>
          <a:chOff x="0" y="0"/>
          <a:chExt cx="0" cy="0"/>
        </a:xfrm>
      </p:grpSpPr>
      <p:sp>
        <p:nvSpPr>
          <p:cNvPr id="3693" name="Google Shape;36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694" name="Google Shape;36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1"/>
        <p:cNvGrpSpPr/>
        <p:nvPr/>
      </p:nvGrpSpPr>
      <p:grpSpPr>
        <a:xfrm>
          <a:off x="0" y="0"/>
          <a:ext cx="0" cy="0"/>
          <a:chOff x="0" y="0"/>
          <a:chExt cx="0" cy="0"/>
        </a:xfrm>
      </p:grpSpPr>
      <p:sp>
        <p:nvSpPr>
          <p:cNvPr id="3702" name="Google Shape;370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703" name="Google Shape;370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4"/>
        <p:cNvGrpSpPr/>
        <p:nvPr/>
      </p:nvGrpSpPr>
      <p:grpSpPr>
        <a:xfrm>
          <a:off x="0" y="0"/>
          <a:ext cx="0" cy="0"/>
          <a:chOff x="0" y="0"/>
          <a:chExt cx="0" cy="0"/>
        </a:xfrm>
      </p:grpSpPr>
      <p:sp>
        <p:nvSpPr>
          <p:cNvPr id="3725" name="Google Shape;3725;g3f6ee59799c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726" name="Google Shape;3726;g3f6ee59799c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6"/>
        <p:cNvGrpSpPr/>
        <p:nvPr/>
      </p:nvGrpSpPr>
      <p:grpSpPr>
        <a:xfrm>
          <a:off x="0" y="0"/>
          <a:ext cx="0" cy="0"/>
          <a:chOff x="0" y="0"/>
          <a:chExt cx="0" cy="0"/>
        </a:xfrm>
      </p:grpSpPr>
      <p:sp>
        <p:nvSpPr>
          <p:cNvPr id="3747" name="Google Shape;374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3748" name="Google Shape;3748;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r" rtl="0">
              <a:lnSpc>
                <a:spcPct val="100000"/>
              </a:lnSpc>
              <a:spcBef>
                <a:spcPts val="0"/>
              </a:spcBef>
              <a:spcAft>
                <a:spcPts val="0"/>
              </a:spcAft>
              <a:buSzPts val="1400"/>
              <a:buNone/>
            </a:pPr>
            <a:endParaRPr dirty="0"/>
          </a:p>
        </p:txBody>
      </p:sp>
      <p:sp>
        <p:nvSpPr>
          <p:cNvPr id="3749" name="Google Shape;3749;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8</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8"/>
        <p:cNvGrpSpPr/>
        <p:nvPr/>
      </p:nvGrpSpPr>
      <p:grpSpPr>
        <a:xfrm>
          <a:off x="0" y="0"/>
          <a:ext cx="0" cy="0"/>
          <a:chOff x="0" y="0"/>
          <a:chExt cx="0" cy="0"/>
        </a:xfrm>
      </p:grpSpPr>
      <p:sp>
        <p:nvSpPr>
          <p:cNvPr id="3759" name="Google Shape;3759;g3f6ee59799c_0_96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760" name="Google Shape;3760;g3f6ee59799c_0_9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0"/>
        <p:cNvGrpSpPr/>
        <p:nvPr/>
      </p:nvGrpSpPr>
      <p:grpSpPr>
        <a:xfrm>
          <a:off x="0" y="0"/>
          <a:ext cx="0" cy="0"/>
          <a:chOff x="0" y="0"/>
          <a:chExt cx="0" cy="0"/>
        </a:xfrm>
      </p:grpSpPr>
      <p:sp>
        <p:nvSpPr>
          <p:cNvPr id="3781" name="Google Shape;378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3782" name="Google Shape;3782;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r" rtl="0">
              <a:lnSpc>
                <a:spcPct val="100000"/>
              </a:lnSpc>
              <a:spcBef>
                <a:spcPts val="0"/>
              </a:spcBef>
              <a:spcAft>
                <a:spcPts val="0"/>
              </a:spcAft>
              <a:buSzPts val="1400"/>
              <a:buNone/>
            </a:pPr>
            <a:endParaRPr dirty="0"/>
          </a:p>
        </p:txBody>
      </p:sp>
      <p:sp>
        <p:nvSpPr>
          <p:cNvPr id="3783" name="Google Shape;3783;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10</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9"/>
        <p:cNvGrpSpPr/>
        <p:nvPr/>
      </p:nvGrpSpPr>
      <p:grpSpPr>
        <a:xfrm>
          <a:off x="0" y="0"/>
          <a:ext cx="0" cy="0"/>
          <a:chOff x="0" y="0"/>
          <a:chExt cx="0" cy="0"/>
        </a:xfrm>
      </p:grpSpPr>
      <p:sp>
        <p:nvSpPr>
          <p:cNvPr id="3790" name="Google Shape;3790;g3f6aa78f670_1_2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3791" name="Google Shape;3791;g3f6aa78f670_1_2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r" rtl="0">
              <a:lnSpc>
                <a:spcPct val="100000"/>
              </a:lnSpc>
              <a:spcBef>
                <a:spcPts val="0"/>
              </a:spcBef>
              <a:spcAft>
                <a:spcPts val="0"/>
              </a:spcAft>
              <a:buSzPts val="1400"/>
              <a:buNone/>
            </a:pPr>
            <a:endParaRPr dirty="0"/>
          </a:p>
        </p:txBody>
      </p:sp>
      <p:sp>
        <p:nvSpPr>
          <p:cNvPr id="3792" name="Google Shape;3792;g3f6aa78f670_1_27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11</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6"/>
        <p:cNvGrpSpPr/>
        <p:nvPr/>
      </p:nvGrpSpPr>
      <p:grpSpPr>
        <a:xfrm>
          <a:off x="0" y="0"/>
          <a:ext cx="0" cy="0"/>
          <a:chOff x="0" y="0"/>
          <a:chExt cx="0" cy="0"/>
        </a:xfrm>
      </p:grpSpPr>
      <p:sp>
        <p:nvSpPr>
          <p:cNvPr id="3797" name="Google Shape;3797;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798" name="Google Shape;379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5"/>
        <p:cNvGrpSpPr/>
        <p:nvPr/>
      </p:nvGrpSpPr>
      <p:grpSpPr>
        <a:xfrm>
          <a:off x="0" y="0"/>
          <a:ext cx="0" cy="0"/>
          <a:chOff x="0" y="0"/>
          <a:chExt cx="0" cy="0"/>
        </a:xfrm>
      </p:grpSpPr>
      <p:sp>
        <p:nvSpPr>
          <p:cNvPr id="3816" name="Google Shape;3816;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817" name="Google Shape;381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8"/>
        <p:cNvGrpSpPr/>
        <p:nvPr/>
      </p:nvGrpSpPr>
      <p:grpSpPr>
        <a:xfrm>
          <a:off x="0" y="0"/>
          <a:ext cx="0" cy="0"/>
          <a:chOff x="0" y="0"/>
          <a:chExt cx="0" cy="0"/>
        </a:xfrm>
      </p:grpSpPr>
      <p:sp>
        <p:nvSpPr>
          <p:cNvPr id="3839" name="Google Shape;3839;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840" name="Google Shape;384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4"/>
        <p:cNvGrpSpPr/>
        <p:nvPr/>
      </p:nvGrpSpPr>
      <p:grpSpPr>
        <a:xfrm>
          <a:off x="0" y="0"/>
          <a:ext cx="0" cy="0"/>
          <a:chOff x="0" y="0"/>
          <a:chExt cx="0" cy="0"/>
        </a:xfrm>
      </p:grpSpPr>
      <p:sp>
        <p:nvSpPr>
          <p:cNvPr id="1225" name="Google Shape;1225;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26" name="Google Shape;1226;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extLst>
      <p:ext uri="{BB962C8B-B14F-4D97-AF65-F5344CB8AC3E}">
        <p14:creationId xmlns:p14="http://schemas.microsoft.com/office/powerpoint/2010/main" val="16776923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3"/>
        <p:cNvGrpSpPr/>
        <p:nvPr/>
      </p:nvGrpSpPr>
      <p:grpSpPr>
        <a:xfrm>
          <a:off x="0" y="0"/>
          <a:ext cx="0" cy="0"/>
          <a:chOff x="0" y="0"/>
          <a:chExt cx="0" cy="0"/>
        </a:xfrm>
      </p:grpSpPr>
      <p:sp>
        <p:nvSpPr>
          <p:cNvPr id="3864" name="Google Shape;3864;g3f6ee59799c_0_37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865" name="Google Shape;3865;g3f6ee59799c_0_37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0"/>
        <p:cNvGrpSpPr/>
        <p:nvPr/>
      </p:nvGrpSpPr>
      <p:grpSpPr>
        <a:xfrm>
          <a:off x="0" y="0"/>
          <a:ext cx="0" cy="0"/>
          <a:chOff x="0" y="0"/>
          <a:chExt cx="0" cy="0"/>
        </a:xfrm>
      </p:grpSpPr>
      <p:sp>
        <p:nvSpPr>
          <p:cNvPr id="3871" name="Google Shape;3871;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230400" lvl="0" indent="-228600" algn="l" rtl="0">
              <a:lnSpc>
                <a:spcPct val="107000"/>
              </a:lnSpc>
              <a:spcBef>
                <a:spcPts val="0"/>
              </a:spcBef>
              <a:spcAft>
                <a:spcPts val="800"/>
              </a:spcAft>
              <a:buSzPts val="1400"/>
              <a:buNone/>
            </a:pPr>
            <a:r>
              <a:rPr lang="pt-BR" sz="1200" dirty="0">
                <a:latin typeface="Poppins"/>
                <a:ea typeface="Poppins"/>
                <a:cs typeface="Poppins"/>
                <a:sym typeface="Poppins"/>
              </a:rPr>
              <a:t>	</a:t>
            </a:r>
            <a:endParaRPr dirty="0"/>
          </a:p>
        </p:txBody>
      </p:sp>
      <p:sp>
        <p:nvSpPr>
          <p:cNvPr id="3872" name="Google Shape;3872;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6"/>
        <p:cNvGrpSpPr/>
        <p:nvPr/>
      </p:nvGrpSpPr>
      <p:grpSpPr>
        <a:xfrm>
          <a:off x="0" y="0"/>
          <a:ext cx="0" cy="0"/>
          <a:chOff x="0" y="0"/>
          <a:chExt cx="0" cy="0"/>
        </a:xfrm>
      </p:grpSpPr>
      <p:sp>
        <p:nvSpPr>
          <p:cNvPr id="3877" name="Google Shape;3877;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878" name="Google Shape;3878;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2"/>
        <p:cNvGrpSpPr/>
        <p:nvPr/>
      </p:nvGrpSpPr>
      <p:grpSpPr>
        <a:xfrm>
          <a:off x="0" y="0"/>
          <a:ext cx="0" cy="0"/>
          <a:chOff x="0" y="0"/>
          <a:chExt cx="0" cy="0"/>
        </a:xfrm>
      </p:grpSpPr>
      <p:sp>
        <p:nvSpPr>
          <p:cNvPr id="3883" name="Google Shape;3883;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884" name="Google Shape;388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8"/>
        <p:cNvGrpSpPr/>
        <p:nvPr/>
      </p:nvGrpSpPr>
      <p:grpSpPr>
        <a:xfrm>
          <a:off x="0" y="0"/>
          <a:ext cx="0" cy="0"/>
          <a:chOff x="0" y="0"/>
          <a:chExt cx="0" cy="0"/>
        </a:xfrm>
      </p:grpSpPr>
      <p:sp>
        <p:nvSpPr>
          <p:cNvPr id="3889" name="Google Shape;3889;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3890" name="Google Shape;3890;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pt-BR" dirty="0"/>
              <a:t>      </a:t>
            </a:r>
            <a:endParaRPr dirty="0"/>
          </a:p>
        </p:txBody>
      </p:sp>
      <p:sp>
        <p:nvSpPr>
          <p:cNvPr id="3891" name="Google Shape;3891;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20</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3"/>
        <p:cNvGrpSpPr/>
        <p:nvPr/>
      </p:nvGrpSpPr>
      <p:grpSpPr>
        <a:xfrm>
          <a:off x="0" y="0"/>
          <a:ext cx="0" cy="0"/>
          <a:chOff x="0" y="0"/>
          <a:chExt cx="0" cy="0"/>
        </a:xfrm>
      </p:grpSpPr>
      <p:sp>
        <p:nvSpPr>
          <p:cNvPr id="3894" name="Google Shape;3894;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3895" name="Google Shape;3895;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pt-BR" dirty="0"/>
              <a:t>      </a:t>
            </a:r>
            <a:endParaRPr dirty="0"/>
          </a:p>
        </p:txBody>
      </p:sp>
      <p:sp>
        <p:nvSpPr>
          <p:cNvPr id="3896" name="Google Shape;3896;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21</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4"/>
        <p:cNvGrpSpPr/>
        <p:nvPr/>
      </p:nvGrpSpPr>
      <p:grpSpPr>
        <a:xfrm>
          <a:off x="0" y="0"/>
          <a:ext cx="0" cy="0"/>
          <a:chOff x="0" y="0"/>
          <a:chExt cx="0" cy="0"/>
        </a:xfrm>
      </p:grpSpPr>
      <p:sp>
        <p:nvSpPr>
          <p:cNvPr id="3915" name="Google Shape;3915;g3f6ee59799c_0_37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3916" name="Google Shape;3916;g3f6ee59799c_0_37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pt-BR" dirty="0"/>
              <a:t>      </a:t>
            </a:r>
            <a:endParaRPr dirty="0"/>
          </a:p>
        </p:txBody>
      </p:sp>
      <p:sp>
        <p:nvSpPr>
          <p:cNvPr id="3917" name="Google Shape;3917;g3f6ee59799c_0_37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22</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5"/>
        <p:cNvGrpSpPr/>
        <p:nvPr/>
      </p:nvGrpSpPr>
      <p:grpSpPr>
        <a:xfrm>
          <a:off x="0" y="0"/>
          <a:ext cx="0" cy="0"/>
          <a:chOff x="0" y="0"/>
          <a:chExt cx="0" cy="0"/>
        </a:xfrm>
      </p:grpSpPr>
      <p:sp>
        <p:nvSpPr>
          <p:cNvPr id="3936" name="Google Shape;3936;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3937" name="Google Shape;3937;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pt-BR" dirty="0"/>
              <a:t>      </a:t>
            </a:r>
            <a:endParaRPr dirty="0"/>
          </a:p>
        </p:txBody>
      </p:sp>
      <p:sp>
        <p:nvSpPr>
          <p:cNvPr id="3938" name="Google Shape;3938;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23</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6"/>
        <p:cNvGrpSpPr/>
        <p:nvPr/>
      </p:nvGrpSpPr>
      <p:grpSpPr>
        <a:xfrm>
          <a:off x="0" y="0"/>
          <a:ext cx="0" cy="0"/>
          <a:chOff x="0" y="0"/>
          <a:chExt cx="0" cy="0"/>
        </a:xfrm>
      </p:grpSpPr>
      <p:sp>
        <p:nvSpPr>
          <p:cNvPr id="3957" name="Google Shape;3957;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3958" name="Google Shape;3958;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pt-BR" dirty="0"/>
              <a:t>      </a:t>
            </a:r>
            <a:endParaRPr dirty="0"/>
          </a:p>
        </p:txBody>
      </p:sp>
      <p:sp>
        <p:nvSpPr>
          <p:cNvPr id="3959" name="Google Shape;3959;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24</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2"/>
        <p:cNvGrpSpPr/>
        <p:nvPr/>
      </p:nvGrpSpPr>
      <p:grpSpPr>
        <a:xfrm>
          <a:off x="0" y="0"/>
          <a:ext cx="0" cy="0"/>
          <a:chOff x="0" y="0"/>
          <a:chExt cx="0" cy="0"/>
        </a:xfrm>
      </p:grpSpPr>
      <p:sp>
        <p:nvSpPr>
          <p:cNvPr id="3973" name="Google Shape;3973;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3974" name="Google Shape;3974;p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pt-BR" dirty="0"/>
              <a:t>      </a:t>
            </a:r>
            <a:endParaRPr dirty="0"/>
          </a:p>
        </p:txBody>
      </p:sp>
      <p:sp>
        <p:nvSpPr>
          <p:cNvPr id="3975" name="Google Shape;3975;p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25</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6"/>
        <p:cNvGrpSpPr/>
        <p:nvPr/>
      </p:nvGrpSpPr>
      <p:grpSpPr>
        <a:xfrm>
          <a:off x="0" y="0"/>
          <a:ext cx="0" cy="0"/>
          <a:chOff x="0" y="0"/>
          <a:chExt cx="0" cy="0"/>
        </a:xfrm>
      </p:grpSpPr>
      <p:sp>
        <p:nvSpPr>
          <p:cNvPr id="3997" name="Google Shape;3997;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3998" name="Google Shape;3998;p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pt-BR" dirty="0"/>
              <a:t>      </a:t>
            </a:r>
            <a:endParaRPr dirty="0"/>
          </a:p>
        </p:txBody>
      </p:sp>
      <p:sp>
        <p:nvSpPr>
          <p:cNvPr id="3999" name="Google Shape;3999;p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26</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8"/>
        <p:cNvGrpSpPr/>
        <p:nvPr/>
      </p:nvGrpSpPr>
      <p:grpSpPr>
        <a:xfrm>
          <a:off x="0" y="0"/>
          <a:ext cx="0" cy="0"/>
          <a:chOff x="0" y="0"/>
          <a:chExt cx="0" cy="0"/>
        </a:xfrm>
      </p:grpSpPr>
      <p:sp>
        <p:nvSpPr>
          <p:cNvPr id="4029" name="Google Shape;4029;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4030" name="Google Shape;4030;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pt-BR" dirty="0"/>
              <a:t>		</a:t>
            </a:r>
            <a:endParaRPr dirty="0"/>
          </a:p>
        </p:txBody>
      </p:sp>
      <p:sp>
        <p:nvSpPr>
          <p:cNvPr id="4031" name="Google Shape;4031;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chemeClr val="dk1"/>
                </a:solidFill>
                <a:latin typeface="Calibri"/>
                <a:ea typeface="Calibri"/>
                <a:cs typeface="Calibri"/>
                <a:sym typeface="Calibri"/>
              </a:rPr>
              <a:t>27</a:t>
            </a:fld>
            <a:endParaRPr sz="1200" b="0" i="0" u="none" strike="noStrike" cap="none" dirty="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2.xml"/><Relationship Id="rId4" Type="http://schemas.openxmlformats.org/officeDocument/2006/relationships/image" Target="../media/image23.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Master" Target="../slideMasters/slideMaster2.xml"/><Relationship Id="rId4" Type="http://schemas.openxmlformats.org/officeDocument/2006/relationships/image" Target="../media/image27.png"/></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 Id="rId6" Type="http://schemas.openxmlformats.org/officeDocument/2006/relationships/image" Target="../media/image31.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15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7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7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8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8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8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8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8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8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8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8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8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9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9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19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19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19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19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20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0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20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4.xml"/></Relationships>
</file>

<file path=ppt/slideLayouts/_rels/slideLayout20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 Id="rId6" Type="http://schemas.openxmlformats.org/officeDocument/2006/relationships/image" Target="../media/image31.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0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0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4.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4.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2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23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23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2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2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2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2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5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25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25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25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25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25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5.xml"/><Relationship Id="rId4" Type="http://schemas.openxmlformats.org/officeDocument/2006/relationships/image" Target="../media/image23.png"/></Relationships>
</file>

<file path=ppt/slideLayouts/_rels/slideLayout2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26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26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26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26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26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27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271.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5.xml"/></Relationships>
</file>

<file path=ppt/slideLayouts/_rels/slideLayout27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27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27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27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27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27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28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28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28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28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5.xml"/></Relationships>
</file>

<file path=ppt/slideLayouts/_rels/slideLayout28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28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28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28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28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28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29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29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29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29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5.xml"/></Relationships>
</file>

<file path=ppt/slideLayouts/_rels/slideLayout29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Master" Target="../slideMasters/slideMaster5.xml"/><Relationship Id="rId4" Type="http://schemas.openxmlformats.org/officeDocument/2006/relationships/image" Target="../media/image27.png"/></Relationships>
</file>

<file path=ppt/slideLayouts/_rels/slideLayout29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5.xml"/></Relationships>
</file>

<file path=ppt/slideLayouts/_rels/slideLayout29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0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0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0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0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0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0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0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0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30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0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31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31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3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5.xml"/></Relationships>
</file>

<file path=ppt/slideLayouts/_rels/slideLayout31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3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3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5.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32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3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3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6.xml"/></Relationships>
</file>

<file path=ppt/slideLayouts/_rels/slideLayout3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6.xml"/><Relationship Id="rId6" Type="http://schemas.openxmlformats.org/officeDocument/2006/relationships/image" Target="../media/image35.png"/><Relationship Id="rId5" Type="http://schemas.openxmlformats.org/officeDocument/2006/relationships/image" Target="../media/image5.png"/><Relationship Id="rId4" Type="http://schemas.openxmlformats.org/officeDocument/2006/relationships/image" Target="../media/image34.png"/></Relationships>
</file>

<file path=ppt/slideLayouts/_rels/slideLayout3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34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6.xml"/></Relationships>
</file>

<file path=ppt/slideLayouts/_rels/slideLayout34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6.xml"/></Relationships>
</file>

<file path=ppt/slideLayouts/_rels/slideLayout34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png"/><Relationship Id="rId1" Type="http://schemas.openxmlformats.org/officeDocument/2006/relationships/slideMaster" Target="../slideMasters/slideMaster6.xml"/><Relationship Id="rId6" Type="http://schemas.openxmlformats.org/officeDocument/2006/relationships/image" Target="../media/image36.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34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3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3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35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35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35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3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35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35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6.xml"/></Relationships>
</file>

<file path=ppt/slideLayouts/_rels/slideLayout36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6.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4.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emf"/><Relationship Id="rId1" Type="http://schemas.openxmlformats.org/officeDocument/2006/relationships/slideMaster" Target="../slideMasters/slideMaster6.xml"/><Relationship Id="rId4" Type="http://schemas.openxmlformats.org/officeDocument/2006/relationships/image" Target="../media/image39.svg"/></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36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37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6.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37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12.png"/><Relationship Id="rId1" Type="http://schemas.openxmlformats.org/officeDocument/2006/relationships/slideMaster" Target="../slideMasters/slideMaster6.xml"/></Relationships>
</file>

<file path=ppt/slideLayouts/_rels/slideLayout37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12.png"/><Relationship Id="rId1" Type="http://schemas.openxmlformats.org/officeDocument/2006/relationships/slideMaster" Target="../slideMasters/slideMaster6.xml"/></Relationships>
</file>

<file path=ppt/slideLayouts/_rels/slideLayout37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37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37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37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38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38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38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38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38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38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38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38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 Id="rId5" Type="http://schemas.openxmlformats.org/officeDocument/2006/relationships/image" Target="../media/image34.png"/><Relationship Id="rId4" Type="http://schemas.openxmlformats.org/officeDocument/2006/relationships/image" Target="../media/image3.png"/></Relationships>
</file>

<file path=ppt/slideLayouts/_rels/slideLayout38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38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39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39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6.xml"/></Relationships>
</file>

<file path=ppt/slideLayouts/_rels/slideLayout39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6.xml"/></Relationships>
</file>

<file path=ppt/slideLayouts/_rels/slideLayout39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6.xml"/></Relationships>
</file>

<file path=ppt/slideLayouts/_rels/slideLayout39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39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39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39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39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39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40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40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6.png"/><Relationship Id="rId1" Type="http://schemas.openxmlformats.org/officeDocument/2006/relationships/slideMaster" Target="../slideMasters/slideMaster6.xml"/></Relationships>
</file>

<file path=ppt/slideLayouts/_rels/slideLayout40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png"/><Relationship Id="rId1" Type="http://schemas.openxmlformats.org/officeDocument/2006/relationships/slideMaster" Target="../slideMasters/slideMaster6.xml"/></Relationships>
</file>

<file path=ppt/slideLayouts/_rels/slideLayout40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6.png"/><Relationship Id="rId1" Type="http://schemas.openxmlformats.org/officeDocument/2006/relationships/slideMaster" Target="../slideMasters/slideMaster6.xml"/></Relationships>
</file>

<file path=ppt/slideLayouts/_rels/slideLayout404.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16.png"/><Relationship Id="rId1" Type="http://schemas.openxmlformats.org/officeDocument/2006/relationships/slideMaster" Target="../slideMasters/slideMaster6.xml"/></Relationships>
</file>

<file path=ppt/slideLayouts/_rels/slideLayout40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6.png"/><Relationship Id="rId1" Type="http://schemas.openxmlformats.org/officeDocument/2006/relationships/slideMaster" Target="../slideMasters/slideMaster6.xml"/></Relationships>
</file>

<file path=ppt/slideLayouts/_rels/slideLayout40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16.png"/><Relationship Id="rId1" Type="http://schemas.openxmlformats.org/officeDocument/2006/relationships/slideMaster" Target="../slideMasters/slideMaster6.xml"/></Relationships>
</file>

<file path=ppt/slideLayouts/_rels/slideLayout40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6.xml"/></Relationships>
</file>

<file path=ppt/slideLayouts/_rels/slideLayout40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6.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1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6.xml"/></Relationships>
</file>

<file path=ppt/slideLayouts/_rels/slideLayout4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4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4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4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4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4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4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4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4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3_Layout Personalizado">
  <p:cSld name="3_Layout Personalizado">
    <p:spTree>
      <p:nvGrpSpPr>
        <p:cNvPr id="1" name="Shape 10"/>
        <p:cNvGrpSpPr/>
        <p:nvPr/>
      </p:nvGrpSpPr>
      <p:grpSpPr>
        <a:xfrm>
          <a:off x="0" y="0"/>
          <a:ext cx="0" cy="0"/>
          <a:chOff x="0" y="0"/>
          <a:chExt cx="0" cy="0"/>
        </a:xfrm>
      </p:grpSpPr>
      <p:sp>
        <p:nvSpPr>
          <p:cNvPr id="11" name="Google Shape;11;p2"/>
          <p:cNvSpPr/>
          <p:nvPr/>
        </p:nvSpPr>
        <p:spPr>
          <a:xfrm>
            <a:off x="0" y="0"/>
            <a:ext cx="12192000" cy="6858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12" name="Google Shape;12;p2"/>
          <p:cNvSpPr/>
          <p:nvPr/>
        </p:nvSpPr>
        <p:spPr>
          <a:xfrm>
            <a:off x="5802699" y="1543035"/>
            <a:ext cx="4205858" cy="3044205"/>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3" name="Google Shape;13;p2"/>
          <p:cNvSpPr txBox="1"/>
          <p:nvPr/>
        </p:nvSpPr>
        <p:spPr>
          <a:xfrm>
            <a:off x="2149362" y="2398780"/>
            <a:ext cx="3401671" cy="1574726"/>
          </a:xfrm>
          <a:prstGeom prst="rect">
            <a:avLst/>
          </a:prstGeom>
          <a:noFill/>
          <a:ln>
            <a:noFill/>
          </a:ln>
        </p:spPr>
        <p:txBody>
          <a:bodyPr spcFirstLastPara="1" wrap="square" lIns="0" tIns="0" rIns="0" bIns="0" anchor="t" anchorCtr="0">
            <a:spAutoFit/>
          </a:bodyPr>
          <a:lstStyle/>
          <a:p>
            <a:pPr marL="0" marR="0" lvl="0" indent="0" algn="r" rtl="0">
              <a:lnSpc>
                <a:spcPct val="93999"/>
              </a:lnSpc>
              <a:spcBef>
                <a:spcPts val="0"/>
              </a:spcBef>
              <a:spcAft>
                <a:spcPts val="0"/>
              </a:spcAft>
              <a:buClr>
                <a:srgbClr val="000000"/>
              </a:buClr>
              <a:buSzPts val="4266"/>
              <a:buFont typeface="Arial"/>
              <a:buNone/>
            </a:pPr>
            <a:r>
              <a:rPr lang="pt-BR" sz="4266" b="1" i="0" u="none" strike="noStrike" cap="none" dirty="0">
                <a:solidFill>
                  <a:srgbClr val="000000"/>
                </a:solidFill>
                <a:latin typeface="Poppins"/>
                <a:ea typeface="Poppins"/>
                <a:cs typeface="Poppins"/>
                <a:sym typeface="Poppins"/>
              </a:rPr>
              <a:t>Educação Profissional Paulista</a:t>
            </a:r>
            <a:endParaRPr sz="1400" b="0" i="0" u="none" strike="noStrike" cap="none" dirty="0">
              <a:solidFill>
                <a:srgbClr val="000000"/>
              </a:solidFill>
              <a:latin typeface="Arial"/>
              <a:ea typeface="Arial"/>
              <a:cs typeface="Arial"/>
              <a:sym typeface="Arial"/>
            </a:endParaRPr>
          </a:p>
        </p:txBody>
      </p:sp>
      <p:sp>
        <p:nvSpPr>
          <p:cNvPr id="14" name="Google Shape;14;p2"/>
          <p:cNvSpPr txBox="1"/>
          <p:nvPr/>
        </p:nvSpPr>
        <p:spPr>
          <a:xfrm>
            <a:off x="6069602" y="2317274"/>
            <a:ext cx="3578455" cy="570669"/>
          </a:xfrm>
          <a:prstGeom prst="rect">
            <a:avLst/>
          </a:prstGeom>
          <a:noFill/>
          <a:ln>
            <a:noFill/>
          </a:ln>
        </p:spPr>
        <p:txBody>
          <a:bodyPr spcFirstLastPara="1" wrap="square" lIns="0" tIns="0" rIns="0" bIns="0" anchor="t" anchorCtr="0">
            <a:spAutoFit/>
          </a:bodyPr>
          <a:lstStyle/>
          <a:p>
            <a:pPr marL="0" marR="0" lvl="0" indent="0" algn="l" rtl="0">
              <a:lnSpc>
                <a:spcPct val="136892"/>
              </a:lnSpc>
              <a:spcBef>
                <a:spcPts val="0"/>
              </a:spcBef>
              <a:spcAft>
                <a:spcPts val="0"/>
              </a:spcAft>
              <a:buClr>
                <a:srgbClr val="000000"/>
              </a:buClr>
              <a:buSzPts val="3334"/>
              <a:buFont typeface="Arial"/>
              <a:buNone/>
            </a:pPr>
            <a:r>
              <a:rPr lang="pt-BR" sz="3334" b="0" i="0" u="none" strike="noStrike" cap="none" dirty="0">
                <a:solidFill>
                  <a:srgbClr val="FFFFFF"/>
                </a:solidFill>
                <a:latin typeface="Poppins Light"/>
                <a:ea typeface="Poppins Light"/>
                <a:cs typeface="Poppins Light"/>
                <a:sym typeface="Poppins Light"/>
              </a:rPr>
              <a:t>Técnico em </a:t>
            </a:r>
            <a:endParaRPr sz="1400" b="0" i="0" u="none" strike="noStrike" cap="none" dirty="0">
              <a:solidFill>
                <a:srgbClr val="000000"/>
              </a:solidFill>
              <a:latin typeface="Arial"/>
              <a:ea typeface="Arial"/>
              <a:cs typeface="Arial"/>
              <a:sym typeface="Arial"/>
            </a:endParaRPr>
          </a:p>
        </p:txBody>
      </p:sp>
      <p:sp>
        <p:nvSpPr>
          <p:cNvPr id="15" name="Google Shape;15;p2"/>
          <p:cNvSpPr txBox="1"/>
          <p:nvPr/>
        </p:nvSpPr>
        <p:spPr>
          <a:xfrm>
            <a:off x="6116400" y="2896479"/>
            <a:ext cx="3673776" cy="96423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133"/>
              <a:buFont typeface="Arial"/>
              <a:buNone/>
            </a:pPr>
            <a:r>
              <a:rPr lang="pt-BR" sz="3133" b="1" i="0" u="none" strike="noStrike" cap="none" dirty="0">
                <a:solidFill>
                  <a:srgbClr val="FFFFFF"/>
                </a:solidFill>
                <a:latin typeface="Poppins"/>
                <a:ea typeface="Poppins"/>
                <a:cs typeface="Poppins"/>
                <a:sym typeface="Poppins"/>
              </a:rPr>
              <a:t>Desenvolvimento de Sistemas</a:t>
            </a:r>
            <a:endParaRPr sz="1400" b="0" i="0" u="none" strike="noStrike" cap="none" dirty="0">
              <a:solidFill>
                <a:srgbClr val="000000"/>
              </a:solidFill>
              <a:latin typeface="Arial"/>
              <a:ea typeface="Arial"/>
              <a:cs typeface="Arial"/>
              <a:sym typeface="Arial"/>
            </a:endParaRPr>
          </a:p>
        </p:txBody>
      </p:sp>
      <p:pic>
        <p:nvPicPr>
          <p:cNvPr id="16" name="Google Shape;16;p2" descr="Logotipo&#10;&#10;O conteúdo gerado por IA pode estar incorreto."/>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4828111" y="5385674"/>
            <a:ext cx="2535779" cy="114745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Personalizado">
  <p:cSld name="Layout Personalizado">
    <p:spTree>
      <p:nvGrpSpPr>
        <p:cNvPr id="1" name="Shape 17"/>
        <p:cNvGrpSpPr/>
        <p:nvPr/>
      </p:nvGrpSpPr>
      <p:grpSpPr>
        <a:xfrm>
          <a:off x="0" y="0"/>
          <a:ext cx="0" cy="0"/>
          <a:chOff x="0" y="0"/>
          <a:chExt cx="0" cy="0"/>
        </a:xfrm>
      </p:grpSpPr>
      <p:pic>
        <p:nvPicPr>
          <p:cNvPr id="18" name="Google Shape;18;p3"/>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0" y="0"/>
            <a:ext cx="8566485" cy="6858000"/>
          </a:xfrm>
          <a:prstGeom prst="rect">
            <a:avLst/>
          </a:prstGeom>
          <a:noFill/>
          <a:ln>
            <a:noFill/>
          </a:ln>
        </p:spPr>
      </p:pic>
      <p:grpSp>
        <p:nvGrpSpPr>
          <p:cNvPr id="19" name="Google Shape;19;p3"/>
          <p:cNvGrpSpPr/>
          <p:nvPr/>
        </p:nvGrpSpPr>
        <p:grpSpPr>
          <a:xfrm>
            <a:off x="9766737" y="6378809"/>
            <a:ext cx="2435595" cy="499855"/>
            <a:chOff x="14634602" y="9537218"/>
            <a:chExt cx="3653392" cy="749782"/>
          </a:xfrm>
        </p:grpSpPr>
        <p:pic>
          <p:nvPicPr>
            <p:cNvPr id="20" name="Google Shape;20;p3"/>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21" name="Google Shape;21;p3" descr="Logotipo"/>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22" name="Google Shape;22;p3"/>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23" name="Google Shape;23;p3"/>
          <p:cNvPicPr preferRelativeResize="0"/>
          <p:nvPr/>
        </p:nvPicPr>
        <p:blipFill rotWithShape="1">
          <a:blip r:embed="rId5">
            <a:alphaModFix/>
          </a:blip>
          <a:srcRect/>
          <a:stretch/>
        </p:blipFill>
        <p:spPr>
          <a:xfrm>
            <a:off x="0" y="0"/>
            <a:ext cx="12192000" cy="6859200"/>
          </a:xfrm>
          <a:prstGeom prst="rect">
            <a:avLst/>
          </a:prstGeom>
          <a:noFill/>
          <a:ln>
            <a:noFill/>
          </a:ln>
        </p:spPr>
      </p:pic>
      <p:grpSp>
        <p:nvGrpSpPr>
          <p:cNvPr id="24" name="Google Shape;24;p3"/>
          <p:cNvGrpSpPr/>
          <p:nvPr/>
        </p:nvGrpSpPr>
        <p:grpSpPr>
          <a:xfrm>
            <a:off x="10400796" y="6090630"/>
            <a:ext cx="1791203" cy="767370"/>
            <a:chOff x="10400796" y="6090630"/>
            <a:chExt cx="1791203" cy="767370"/>
          </a:xfrm>
        </p:grpSpPr>
        <p:sp>
          <p:nvSpPr>
            <p:cNvPr id="25" name="Google Shape;25;p3"/>
            <p:cNvSpPr/>
            <p:nvPr/>
          </p:nvSpPr>
          <p:spPr>
            <a:xfrm>
              <a:off x="10400796" y="6090630"/>
              <a:ext cx="1791203" cy="767370"/>
            </a:xfrm>
            <a:prstGeom prst="round2SameRect">
              <a:avLst>
                <a:gd name="adj1" fmla="val 15454"/>
                <a:gd name="adj2" fmla="val 0"/>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6" name="Google Shape;26;p3"/>
            <p:cNvSpPr/>
            <p:nvPr/>
          </p:nvSpPr>
          <p:spPr>
            <a:xfrm>
              <a:off x="11842890" y="6090630"/>
              <a:ext cx="349109" cy="306142"/>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pic>
        <p:nvPicPr>
          <p:cNvPr id="27" name="Google Shape;27;p3" descr="Logotipo&#10;&#10;O conteúdo gerado por IA pode estar incorreto."/>
          <p:cNvPicPr preferRelativeResize="0"/>
          <p:nvPr/>
        </p:nvPicPr>
        <p:blipFill rotWithShape="1">
          <a:blip r:embed="rId6" cstate="hqprint">
            <a:alphaModFix/>
            <a:extLst>
              <a:ext uri="{28A0092B-C50C-407E-A947-70E740481C1C}">
                <a14:useLocalDpi xmlns:a14="http://schemas.microsoft.com/office/drawing/2010/main"/>
              </a:ext>
            </a:extLst>
          </a:blip>
          <a:srcRect/>
          <a:stretch/>
        </p:blipFill>
        <p:spPr>
          <a:xfrm>
            <a:off x="10534930" y="6126882"/>
            <a:ext cx="1539046" cy="696429"/>
          </a:xfrm>
          <a:prstGeom prst="rect">
            <a:avLst/>
          </a:prstGeom>
          <a:noFill/>
          <a:ln>
            <a:noFill/>
          </a:ln>
        </p:spPr>
      </p:pic>
      <p:grpSp>
        <p:nvGrpSpPr>
          <p:cNvPr id="28" name="Google Shape;28;p3"/>
          <p:cNvGrpSpPr/>
          <p:nvPr/>
        </p:nvGrpSpPr>
        <p:grpSpPr>
          <a:xfrm>
            <a:off x="0" y="1"/>
            <a:ext cx="8566485" cy="5380264"/>
            <a:chOff x="0" y="0"/>
            <a:chExt cx="8566485" cy="5808133"/>
          </a:xfrm>
        </p:grpSpPr>
        <p:sp>
          <p:nvSpPr>
            <p:cNvPr id="29" name="Google Shape;29;p3"/>
            <p:cNvSpPr/>
            <p:nvPr/>
          </p:nvSpPr>
          <p:spPr>
            <a:xfrm>
              <a:off x="0" y="0"/>
              <a:ext cx="8566485" cy="465666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0" name="Google Shape;30;p3"/>
            <p:cNvSpPr/>
            <p:nvPr/>
          </p:nvSpPr>
          <p:spPr>
            <a:xfrm>
              <a:off x="0" y="0"/>
              <a:ext cx="8566485" cy="5808133"/>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1" name="Google Shape;31;p3"/>
            <p:cNvSpPr/>
            <p:nvPr/>
          </p:nvSpPr>
          <p:spPr>
            <a:xfrm>
              <a:off x="0" y="3890433"/>
              <a:ext cx="1109133" cy="19177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Atividade_embranco">
  <p:cSld name="2_Atividade_embranco">
    <p:spTree>
      <p:nvGrpSpPr>
        <p:cNvPr id="1" name="Shape 32"/>
        <p:cNvGrpSpPr/>
        <p:nvPr/>
      </p:nvGrpSpPr>
      <p:grpSpPr>
        <a:xfrm>
          <a:off x="0" y="0"/>
          <a:ext cx="0" cy="0"/>
          <a:chOff x="0" y="0"/>
          <a:chExt cx="0" cy="0"/>
        </a:xfrm>
      </p:grpSpPr>
      <p:sp>
        <p:nvSpPr>
          <p:cNvPr id="33" name="Google Shape;33;p4"/>
          <p:cNvSpPr>
            <a:spLocks noGrp="1"/>
          </p:cNvSpPr>
          <p:nvPr>
            <p:ph type="pic" idx="2"/>
          </p:nvPr>
        </p:nvSpPr>
        <p:spPr>
          <a:xfrm>
            <a:off x="0" y="0"/>
            <a:ext cx="12192000" cy="6858000"/>
          </a:xfrm>
          <a:prstGeom prst="rect">
            <a:avLst/>
          </a:prstGeom>
          <a:solidFill>
            <a:srgbClr val="D8D8D8"/>
          </a:solidFill>
          <a:ln>
            <a:noFill/>
          </a:ln>
        </p:spPr>
        <p:txBody>
          <a:bodyPr/>
          <a:lstStyle/>
          <a:p>
            <a:endParaRPr lang="pt-BR" dirty="0"/>
          </a:p>
        </p:txBody>
      </p:sp>
      <p:sp>
        <p:nvSpPr>
          <p:cNvPr id="34" name="Google Shape;34;p4"/>
          <p:cNvSpPr>
            <a:spLocks noGrp="1"/>
          </p:cNvSpPr>
          <p:nvPr>
            <p:ph type="media" idx="3"/>
          </p:nvPr>
        </p:nvSpPr>
        <p:spPr>
          <a:xfrm>
            <a:off x="862542" y="887942"/>
            <a:ext cx="4092575" cy="3605741"/>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1. Conteudo">
  <p:cSld name="2_1. Conteudo">
    <p:spTree>
      <p:nvGrpSpPr>
        <p:cNvPr id="1" name="Shape 35"/>
        <p:cNvGrpSpPr/>
        <p:nvPr/>
      </p:nvGrpSpPr>
      <p:grpSpPr>
        <a:xfrm>
          <a:off x="0" y="0"/>
          <a:ext cx="0" cy="0"/>
          <a:chOff x="0" y="0"/>
          <a:chExt cx="0" cy="0"/>
        </a:xfrm>
      </p:grpSpPr>
      <p:cxnSp>
        <p:nvCxnSpPr>
          <p:cNvPr id="36" name="Google Shape;36;p5"/>
          <p:cNvCxnSpPr/>
          <p:nvPr/>
        </p:nvCxnSpPr>
        <p:spPr>
          <a:xfrm>
            <a:off x="6090044" y="840916"/>
            <a:ext cx="0" cy="5101049"/>
          </a:xfrm>
          <a:prstGeom prst="straightConnector1">
            <a:avLst/>
          </a:prstGeom>
          <a:noFill/>
          <a:ln w="38100" cap="flat" cmpd="sng">
            <a:solidFill>
              <a:srgbClr val="BFBFBF"/>
            </a:solidFill>
            <a:prstDash val="solid"/>
            <a:round/>
            <a:headEnd type="none" w="sm" len="sm"/>
            <a:tailEnd type="none" w="sm" len="sm"/>
          </a:ln>
        </p:spPr>
      </p:cxnSp>
      <p:sp>
        <p:nvSpPr>
          <p:cNvPr id="37" name="Google Shape;37;p5"/>
          <p:cNvSpPr txBox="1"/>
          <p:nvPr/>
        </p:nvSpPr>
        <p:spPr>
          <a:xfrm>
            <a:off x="1467545" y="885957"/>
            <a:ext cx="4045354" cy="446276"/>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Objetivos da aula</a:t>
            </a:r>
            <a:endParaRPr sz="2000" b="1" i="0" u="none" strike="noStrike" cap="none" dirty="0">
              <a:solidFill>
                <a:srgbClr val="000000"/>
              </a:solidFill>
              <a:latin typeface="Poppins"/>
              <a:ea typeface="Poppins"/>
              <a:cs typeface="Poppins"/>
              <a:sym typeface="Poppins"/>
            </a:endParaRPr>
          </a:p>
        </p:txBody>
      </p:sp>
      <p:sp>
        <p:nvSpPr>
          <p:cNvPr id="38" name="Google Shape;38;p5"/>
          <p:cNvSpPr txBox="1"/>
          <p:nvPr/>
        </p:nvSpPr>
        <p:spPr>
          <a:xfrm>
            <a:off x="7467011" y="885654"/>
            <a:ext cx="4301563" cy="446276"/>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técnicas</a:t>
            </a:r>
            <a:endParaRPr sz="2000" b="0" i="0" u="none" strike="noStrike" cap="none" dirty="0">
              <a:solidFill>
                <a:srgbClr val="000000"/>
              </a:solidFill>
              <a:latin typeface="Poppins"/>
              <a:ea typeface="Poppins"/>
              <a:cs typeface="Poppins"/>
              <a:sym typeface="Poppins"/>
            </a:endParaRPr>
          </a:p>
        </p:txBody>
      </p:sp>
      <p:sp>
        <p:nvSpPr>
          <p:cNvPr id="39" name="Google Shape;39;p5"/>
          <p:cNvSpPr txBox="1"/>
          <p:nvPr/>
        </p:nvSpPr>
        <p:spPr>
          <a:xfrm>
            <a:off x="1433188" y="2910758"/>
            <a:ext cx="3369028" cy="446276"/>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Recursos didáticos</a:t>
            </a:r>
            <a:endParaRPr sz="2000" b="0" i="0" u="none" strike="noStrike" cap="none" dirty="0">
              <a:solidFill>
                <a:srgbClr val="000000"/>
              </a:solidFill>
              <a:latin typeface="Poppins"/>
              <a:ea typeface="Poppins"/>
              <a:cs typeface="Poppins"/>
              <a:sym typeface="Poppins"/>
            </a:endParaRPr>
          </a:p>
        </p:txBody>
      </p:sp>
      <p:sp>
        <p:nvSpPr>
          <p:cNvPr id="40" name="Google Shape;40;p5"/>
          <p:cNvSpPr txBox="1"/>
          <p:nvPr/>
        </p:nvSpPr>
        <p:spPr>
          <a:xfrm>
            <a:off x="1445466" y="4992552"/>
            <a:ext cx="3267249" cy="446276"/>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Duração da aula</a:t>
            </a:r>
            <a:endParaRPr sz="2000" b="0" i="0" u="none" strike="noStrike" cap="none" dirty="0">
              <a:solidFill>
                <a:srgbClr val="000000"/>
              </a:solidFill>
              <a:latin typeface="Poppins"/>
              <a:ea typeface="Poppins"/>
              <a:cs typeface="Poppins"/>
              <a:sym typeface="Poppins"/>
            </a:endParaRPr>
          </a:p>
        </p:txBody>
      </p:sp>
      <p:sp>
        <p:nvSpPr>
          <p:cNvPr id="41" name="Google Shape;41;p5"/>
          <p:cNvSpPr txBox="1"/>
          <p:nvPr/>
        </p:nvSpPr>
        <p:spPr>
          <a:xfrm>
            <a:off x="7467011" y="2916473"/>
            <a:ext cx="4381080" cy="446276"/>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socioemocionais</a:t>
            </a:r>
            <a:endParaRPr sz="2000" b="0" i="0" u="none" strike="noStrike" cap="none" dirty="0">
              <a:solidFill>
                <a:srgbClr val="000000"/>
              </a:solidFill>
              <a:latin typeface="Poppins"/>
              <a:ea typeface="Poppins"/>
              <a:cs typeface="Poppins"/>
              <a:sym typeface="Poppins"/>
            </a:endParaRPr>
          </a:p>
        </p:txBody>
      </p:sp>
      <p:sp>
        <p:nvSpPr>
          <p:cNvPr id="42" name="Google Shape;42;p5"/>
          <p:cNvSpPr txBox="1"/>
          <p:nvPr/>
        </p:nvSpPr>
        <p:spPr>
          <a:xfrm>
            <a:off x="4717774" y="224403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43" name="Google Shape;43;p5"/>
          <p:cNvSpPr txBox="1"/>
          <p:nvPr/>
        </p:nvSpPr>
        <p:spPr>
          <a:xfrm>
            <a:off x="1395562" y="5422396"/>
            <a:ext cx="1723806" cy="292361"/>
          </a:xfrm>
          <a:prstGeom prst="rect">
            <a:avLst/>
          </a:prstGeom>
          <a:solidFill>
            <a:schemeClr val="lt1"/>
          </a:solid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1500" b="0" i="0" u="none" strike="noStrike" cap="none" dirty="0">
                <a:solidFill>
                  <a:srgbClr val="000000"/>
                </a:solidFill>
                <a:latin typeface="Poppins"/>
                <a:ea typeface="Poppins"/>
                <a:cs typeface="Poppins"/>
                <a:sym typeface="Poppins"/>
              </a:rPr>
              <a:t>50 minutos.</a:t>
            </a:r>
            <a:endParaRPr sz="1400" b="0" i="0" u="none" strike="noStrike" cap="none" dirty="0">
              <a:solidFill>
                <a:srgbClr val="000000"/>
              </a:solidFill>
              <a:latin typeface="Arial"/>
              <a:ea typeface="Arial"/>
              <a:cs typeface="Arial"/>
              <a:sym typeface="Arial"/>
            </a:endParaRPr>
          </a:p>
        </p:txBody>
      </p:sp>
      <p:sp>
        <p:nvSpPr>
          <p:cNvPr id="44" name="Google Shape;44;p5"/>
          <p:cNvSpPr txBox="1">
            <a:spLocks noGrp="1"/>
          </p:cNvSpPr>
          <p:nvPr>
            <p:ph type="body" idx="1"/>
          </p:nvPr>
        </p:nvSpPr>
        <p:spPr>
          <a:xfrm>
            <a:off x="1467909" y="1390650"/>
            <a:ext cx="4044985" cy="1397696"/>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chemeClr val="dk1"/>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5" name="Google Shape;45;p5"/>
          <p:cNvSpPr txBox="1">
            <a:spLocks noGrp="1"/>
          </p:cNvSpPr>
          <p:nvPr>
            <p:ph type="body" idx="2"/>
          </p:nvPr>
        </p:nvSpPr>
        <p:spPr>
          <a:xfrm>
            <a:off x="7467375" y="1355465"/>
            <a:ext cx="4044985" cy="1555292"/>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6" name="Google Shape;46;p5"/>
          <p:cNvSpPr txBox="1">
            <a:spLocks noGrp="1"/>
          </p:cNvSpPr>
          <p:nvPr>
            <p:ph type="body" idx="3"/>
          </p:nvPr>
        </p:nvSpPr>
        <p:spPr>
          <a:xfrm>
            <a:off x="7467375" y="3456843"/>
            <a:ext cx="4044985" cy="1590171"/>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7" name="Google Shape;47;p5"/>
          <p:cNvSpPr txBox="1">
            <a:spLocks noGrp="1"/>
          </p:cNvSpPr>
          <p:nvPr>
            <p:ph type="body" idx="4"/>
          </p:nvPr>
        </p:nvSpPr>
        <p:spPr>
          <a:xfrm>
            <a:off x="1443515" y="3489566"/>
            <a:ext cx="4044985" cy="1045573"/>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grpSp>
        <p:nvGrpSpPr>
          <p:cNvPr id="48" name="Google Shape;48;p5"/>
          <p:cNvGrpSpPr/>
          <p:nvPr/>
        </p:nvGrpSpPr>
        <p:grpSpPr>
          <a:xfrm>
            <a:off x="9756405" y="6381592"/>
            <a:ext cx="2435595" cy="499855"/>
            <a:chOff x="14634602" y="9537218"/>
            <a:chExt cx="3653392" cy="749782"/>
          </a:xfrm>
        </p:grpSpPr>
        <p:pic>
          <p:nvPicPr>
            <p:cNvPr id="49" name="Google Shape;49;p5"/>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50" name="Google Shape;50;p5" descr="Logotipo"/>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51" name="Google Shape;51;p5"/>
          <p:cNvSpPr txBox="1"/>
          <p:nvPr/>
        </p:nvSpPr>
        <p:spPr>
          <a:xfrm>
            <a:off x="13188461" y="47244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52" name="Google Shape;52;p5"/>
          <p:cNvPicPr preferRelativeResize="0"/>
          <p:nvPr/>
        </p:nvPicPr>
        <p:blipFill rotWithShape="1">
          <a:blip r:embed="rId4">
            <a:alphaModFix/>
          </a:blip>
          <a:srcRect/>
          <a:stretch/>
        </p:blipFill>
        <p:spPr>
          <a:xfrm>
            <a:off x="0" y="6281734"/>
            <a:ext cx="12192000" cy="595317"/>
          </a:xfrm>
          <a:prstGeom prst="rect">
            <a:avLst/>
          </a:prstGeom>
          <a:noFill/>
          <a:ln>
            <a:noFill/>
          </a:ln>
        </p:spPr>
      </p:pic>
      <p:pic>
        <p:nvPicPr>
          <p:cNvPr id="53" name="Google Shape;53;p5"/>
          <p:cNvPicPr preferRelativeResize="0"/>
          <p:nvPr/>
        </p:nvPicPr>
        <p:blipFill rotWithShape="1">
          <a:blip r:embed="rId5">
            <a:alphaModFix/>
          </a:blip>
          <a:srcRect/>
          <a:stretch/>
        </p:blipFill>
        <p:spPr>
          <a:xfrm>
            <a:off x="0" y="1434"/>
            <a:ext cx="12192000" cy="568301"/>
          </a:xfrm>
          <a:prstGeom prst="rect">
            <a:avLst/>
          </a:prstGeom>
          <a:noFill/>
          <a:ln>
            <a:noFill/>
          </a:ln>
        </p:spPr>
      </p:pic>
      <p:sp>
        <p:nvSpPr>
          <p:cNvPr id="54" name="Google Shape;54;p5"/>
          <p:cNvSpPr/>
          <p:nvPr/>
        </p:nvSpPr>
        <p:spPr>
          <a:xfrm>
            <a:off x="538284" y="960081"/>
            <a:ext cx="667589" cy="667589"/>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55" name="Google Shape;55;p5"/>
          <p:cNvSpPr/>
          <p:nvPr/>
        </p:nvSpPr>
        <p:spPr>
          <a:xfrm>
            <a:off x="514540" y="2965834"/>
            <a:ext cx="667589" cy="667589"/>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56" name="Google Shape;56;p5"/>
          <p:cNvGrpSpPr/>
          <p:nvPr/>
        </p:nvGrpSpPr>
        <p:grpSpPr>
          <a:xfrm>
            <a:off x="632680" y="3096505"/>
            <a:ext cx="486839" cy="481169"/>
            <a:chOff x="8278989" y="8660410"/>
            <a:chExt cx="569755" cy="563121"/>
          </a:xfrm>
        </p:grpSpPr>
        <p:grpSp>
          <p:nvGrpSpPr>
            <p:cNvPr id="57" name="Google Shape;57;p5"/>
            <p:cNvGrpSpPr/>
            <p:nvPr/>
          </p:nvGrpSpPr>
          <p:grpSpPr>
            <a:xfrm>
              <a:off x="8278989" y="8852628"/>
              <a:ext cx="265651" cy="370903"/>
              <a:chOff x="8278989" y="8852628"/>
              <a:chExt cx="265651" cy="370903"/>
            </a:xfrm>
          </p:grpSpPr>
          <p:sp>
            <p:nvSpPr>
              <p:cNvPr id="58" name="Google Shape;58;p5"/>
              <p:cNvSpPr/>
              <p:nvPr/>
            </p:nvSpPr>
            <p:spPr>
              <a:xfrm>
                <a:off x="8358808" y="8932768"/>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59" name="Google Shape;59;p5"/>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60" name="Google Shape;60;p5"/>
            <p:cNvSpPr/>
            <p:nvPr/>
          </p:nvSpPr>
          <p:spPr>
            <a:xfrm>
              <a:off x="8397765" y="8660410"/>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61" name="Google Shape;61;p5"/>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62" name="Google Shape;62;p5"/>
            <p:cNvSpPr/>
            <p:nvPr/>
          </p:nvSpPr>
          <p:spPr>
            <a:xfrm>
              <a:off x="8534039" y="8750044"/>
              <a:ext cx="314705" cy="225170"/>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63" name="Google Shape;63;p5"/>
          <p:cNvSpPr/>
          <p:nvPr/>
        </p:nvSpPr>
        <p:spPr>
          <a:xfrm>
            <a:off x="516205" y="5043000"/>
            <a:ext cx="667589" cy="667589"/>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pic>
        <p:nvPicPr>
          <p:cNvPr id="64" name="Google Shape;64;p5"/>
          <p:cNvPicPr preferRelativeResize="0"/>
          <p:nvPr/>
        </p:nvPicPr>
        <p:blipFill rotWithShape="1">
          <a:blip r:embed="rId6">
            <a:alphaModFix/>
          </a:blip>
          <a:srcRect/>
          <a:stretch/>
        </p:blipFill>
        <p:spPr>
          <a:xfrm>
            <a:off x="658917" y="5201482"/>
            <a:ext cx="380919" cy="380919"/>
          </a:xfrm>
          <a:prstGeom prst="rect">
            <a:avLst/>
          </a:prstGeom>
          <a:noFill/>
          <a:ln>
            <a:noFill/>
          </a:ln>
        </p:spPr>
      </p:pic>
      <p:sp>
        <p:nvSpPr>
          <p:cNvPr id="65" name="Google Shape;65;p5"/>
          <p:cNvSpPr/>
          <p:nvPr/>
        </p:nvSpPr>
        <p:spPr>
          <a:xfrm>
            <a:off x="6537750" y="974816"/>
            <a:ext cx="667589" cy="667589"/>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66" name="Google Shape;66;p5"/>
          <p:cNvGrpSpPr/>
          <p:nvPr/>
        </p:nvGrpSpPr>
        <p:grpSpPr>
          <a:xfrm>
            <a:off x="6643328" y="1077215"/>
            <a:ext cx="472784" cy="435244"/>
            <a:chOff x="8560697" y="2808577"/>
            <a:chExt cx="496370" cy="456957"/>
          </a:xfrm>
        </p:grpSpPr>
        <p:sp>
          <p:nvSpPr>
            <p:cNvPr id="67" name="Google Shape;67;p5"/>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68" name="Google Shape;68;p5"/>
            <p:cNvGrpSpPr/>
            <p:nvPr/>
          </p:nvGrpSpPr>
          <p:grpSpPr>
            <a:xfrm>
              <a:off x="8560697" y="2875026"/>
              <a:ext cx="496370" cy="324059"/>
              <a:chOff x="8560697" y="2875026"/>
              <a:chExt cx="496370" cy="324059"/>
            </a:xfrm>
          </p:grpSpPr>
          <p:sp>
            <p:nvSpPr>
              <p:cNvPr id="69" name="Google Shape;69;p5"/>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0" name="Google Shape;70;p5"/>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1" name="Google Shape;71;p5"/>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2" name="Google Shape;72;p5"/>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3" name="Google Shape;73;p5"/>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4" name="Google Shape;74;p5"/>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grpSp>
      <p:sp>
        <p:nvSpPr>
          <p:cNvPr id="75" name="Google Shape;75;p5"/>
          <p:cNvSpPr/>
          <p:nvPr/>
        </p:nvSpPr>
        <p:spPr>
          <a:xfrm>
            <a:off x="6537750" y="2952204"/>
            <a:ext cx="667589" cy="667589"/>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76" name="Google Shape;76;p5"/>
          <p:cNvSpPr/>
          <p:nvPr/>
        </p:nvSpPr>
        <p:spPr>
          <a:xfrm>
            <a:off x="6637986" y="3060122"/>
            <a:ext cx="458663" cy="458561"/>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77" name="Google Shape;77;p5"/>
          <p:cNvGrpSpPr/>
          <p:nvPr/>
        </p:nvGrpSpPr>
        <p:grpSpPr>
          <a:xfrm>
            <a:off x="664474" y="1066003"/>
            <a:ext cx="428502" cy="428501"/>
            <a:chOff x="9358184" y="2764785"/>
            <a:chExt cx="495514" cy="495513"/>
          </a:xfrm>
        </p:grpSpPr>
        <p:grpSp>
          <p:nvGrpSpPr>
            <p:cNvPr id="78" name="Google Shape;78;p5"/>
            <p:cNvGrpSpPr/>
            <p:nvPr/>
          </p:nvGrpSpPr>
          <p:grpSpPr>
            <a:xfrm>
              <a:off x="9358184" y="2802389"/>
              <a:ext cx="457909" cy="457909"/>
              <a:chOff x="9358184" y="2802389"/>
              <a:chExt cx="457909" cy="457909"/>
            </a:xfrm>
          </p:grpSpPr>
          <p:sp>
            <p:nvSpPr>
              <p:cNvPr id="79" name="Google Shape;79;p5"/>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80" name="Google Shape;80;p5"/>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81" name="Google Shape;81;p5"/>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82" name="Google Shape;82;p5"/>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83" name="Google Shape;83;p5"/>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 Conteudo">
  <p:cSld name="3. Ponto de partida">
    <p:spTree>
      <p:nvGrpSpPr>
        <p:cNvPr id="1" name="Shape 84"/>
        <p:cNvGrpSpPr/>
        <p:nvPr/>
      </p:nvGrpSpPr>
      <p:grpSpPr>
        <a:xfrm>
          <a:off x="0" y="0"/>
          <a:ext cx="0" cy="0"/>
          <a:chOff x="0" y="0"/>
          <a:chExt cx="0" cy="0"/>
        </a:xfrm>
      </p:grpSpPr>
      <p:pic>
        <p:nvPicPr>
          <p:cNvPr id="85" name="Google Shape;85;p6"/>
          <p:cNvPicPr preferRelativeResize="0"/>
          <p:nvPr/>
        </p:nvPicPr>
        <p:blipFill rotWithShape="1">
          <a:blip r:embed="rId2">
            <a:alphaModFix/>
          </a:blip>
          <a:srcRect/>
          <a:stretch/>
        </p:blipFill>
        <p:spPr>
          <a:xfrm>
            <a:off x="-3" y="0"/>
            <a:ext cx="3095627" cy="6857983"/>
          </a:xfrm>
          <a:prstGeom prst="rect">
            <a:avLst/>
          </a:prstGeom>
          <a:noFill/>
          <a:ln>
            <a:noFill/>
          </a:ln>
        </p:spPr>
      </p:pic>
      <p:sp>
        <p:nvSpPr>
          <p:cNvPr id="86" name="Google Shape;86;p6"/>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87" name="Google Shape;87;p6"/>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88" name="Google Shape;88;p6"/>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89" name="Google Shape;89;p6"/>
          <p:cNvSpPr txBox="1">
            <a:spLocks noGrp="1"/>
          </p:cNvSpPr>
          <p:nvPr>
            <p:ph type="body" idx="1"/>
          </p:nvPr>
        </p:nvSpPr>
        <p:spPr>
          <a:xfrm>
            <a:off x="3598334" y="2009776"/>
            <a:ext cx="8080375" cy="3739091"/>
          </a:xfrm>
          <a:prstGeom prst="rect">
            <a:avLst/>
          </a:prstGeom>
          <a:solidFill>
            <a:srgbClr val="D9D9D9"/>
          </a:solid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0" name="Google Shape;90;p6"/>
          <p:cNvSpPr/>
          <p:nvPr/>
        </p:nvSpPr>
        <p:spPr>
          <a:xfrm>
            <a:off x="200185" y="269162"/>
            <a:ext cx="2290073" cy="1671398"/>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91" name="Google Shape;91;p6"/>
          <p:cNvSpPr txBox="1"/>
          <p:nvPr/>
        </p:nvSpPr>
        <p:spPr>
          <a:xfrm>
            <a:off x="727002" y="749326"/>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a:ea typeface="Poppins Light"/>
                <a:cs typeface="Poppins Light"/>
                <a:sym typeface="Poppins Light"/>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ítulo e Conteúdo">
  <p:cSld name="Título e Conteúdo">
    <p:spTree>
      <p:nvGrpSpPr>
        <p:cNvPr id="1" name="Shape 92"/>
        <p:cNvGrpSpPr/>
        <p:nvPr/>
      </p:nvGrpSpPr>
      <p:grpSpPr>
        <a:xfrm>
          <a:off x="0" y="0"/>
          <a:ext cx="0" cy="0"/>
          <a:chOff x="0" y="0"/>
          <a:chExt cx="0" cy="0"/>
        </a:xfrm>
      </p:grpSpPr>
      <p:pic>
        <p:nvPicPr>
          <p:cNvPr id="93" name="Google Shape;93;p7"/>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94" name="Google Shape;94;p7"/>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95" name="Google Shape;95;p7"/>
          <p:cNvSpPr txBox="1">
            <a:spLocks noGrp="1"/>
          </p:cNvSpPr>
          <p:nvPr>
            <p:ph type="body" idx="1"/>
          </p:nvPr>
        </p:nvSpPr>
        <p:spPr>
          <a:xfrm>
            <a:off x="3178176" y="1031875"/>
            <a:ext cx="4616450" cy="5365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6" name="Google Shape;96;p7"/>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97" name="Google Shape;97;p7"/>
          <p:cNvSpPr txBox="1"/>
          <p:nvPr/>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Atividade">
  <p:cSld name="1_Atividade">
    <p:spTree>
      <p:nvGrpSpPr>
        <p:cNvPr id="1" name="Shape 98"/>
        <p:cNvGrpSpPr/>
        <p:nvPr/>
      </p:nvGrpSpPr>
      <p:grpSpPr>
        <a:xfrm>
          <a:off x="0" y="0"/>
          <a:ext cx="0" cy="0"/>
          <a:chOff x="0" y="0"/>
          <a:chExt cx="0" cy="0"/>
        </a:xfrm>
      </p:grpSpPr>
      <p:pic>
        <p:nvPicPr>
          <p:cNvPr id="99" name="Google Shape;99;p8"/>
          <p:cNvPicPr preferRelativeResize="0"/>
          <p:nvPr/>
        </p:nvPicPr>
        <p:blipFill rotWithShape="1">
          <a:blip r:embed="rId2">
            <a:alphaModFix/>
          </a:blip>
          <a:srcRect/>
          <a:stretch/>
        </p:blipFill>
        <p:spPr>
          <a:xfrm>
            <a:off x="4" y="0"/>
            <a:ext cx="12192000" cy="6857989"/>
          </a:xfrm>
          <a:prstGeom prst="rect">
            <a:avLst/>
          </a:prstGeom>
          <a:noFill/>
          <a:ln>
            <a:noFill/>
          </a:ln>
        </p:spPr>
      </p:pic>
      <p:sp>
        <p:nvSpPr>
          <p:cNvPr id="100" name="Google Shape;100;p8"/>
          <p:cNvSpPr txBox="1"/>
          <p:nvPr/>
        </p:nvSpPr>
        <p:spPr>
          <a:xfrm>
            <a:off x="2510117" y="-585694"/>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01" name="Google Shape;101;p8"/>
          <p:cNvSpPr txBox="1">
            <a:spLocks noGrp="1"/>
          </p:cNvSpPr>
          <p:nvPr>
            <p:ph type="body" idx="1"/>
          </p:nvPr>
        </p:nvSpPr>
        <p:spPr>
          <a:xfrm>
            <a:off x="3026388" y="1395942"/>
            <a:ext cx="7107154" cy="515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2533" b="1" i="0" u="none" strike="noStrike" cap="none">
                <a:solidFill>
                  <a:schemeClr val="lt1"/>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02" name="Google Shape;102;p8"/>
          <p:cNvSpPr txBox="1">
            <a:spLocks noGrp="1"/>
          </p:cNvSpPr>
          <p:nvPr>
            <p:ph type="body" idx="2"/>
          </p:nvPr>
        </p:nvSpPr>
        <p:spPr>
          <a:xfrm>
            <a:off x="3026389" y="2075496"/>
            <a:ext cx="7107153" cy="73258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467" b="0" i="0" u="none" strike="noStrike" cap="none">
                <a:solidFill>
                  <a:schemeClr val="lt1"/>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03" name="Google Shape;103;p8"/>
          <p:cNvSpPr/>
          <p:nvPr/>
        </p:nvSpPr>
        <p:spPr>
          <a:xfrm>
            <a:off x="200184" y="44804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04" name="Google Shape;104;p8"/>
          <p:cNvSpPr txBox="1"/>
          <p:nvPr/>
        </p:nvSpPr>
        <p:spPr>
          <a:xfrm>
            <a:off x="629139" y="882775"/>
            <a:ext cx="1528469"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Pause 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responda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5_OqueAprendemos">
  <p:cSld name="5_OqueAprendemos">
    <p:spTree>
      <p:nvGrpSpPr>
        <p:cNvPr id="1" name="Shape 105"/>
        <p:cNvGrpSpPr/>
        <p:nvPr/>
      </p:nvGrpSpPr>
      <p:grpSpPr>
        <a:xfrm>
          <a:off x="0" y="0"/>
          <a:ext cx="0" cy="0"/>
          <a:chOff x="0" y="0"/>
          <a:chExt cx="0" cy="0"/>
        </a:xfrm>
      </p:grpSpPr>
      <p:pic>
        <p:nvPicPr>
          <p:cNvPr id="106" name="Google Shape;106;p9"/>
          <p:cNvPicPr preferRelativeResize="0"/>
          <p:nvPr/>
        </p:nvPicPr>
        <p:blipFill rotWithShape="1">
          <a:blip r:embed="rId2">
            <a:alphaModFix/>
          </a:blip>
          <a:srcRect/>
          <a:stretch/>
        </p:blipFill>
        <p:spPr>
          <a:xfrm>
            <a:off x="0" y="0"/>
            <a:ext cx="3775249" cy="6857983"/>
          </a:xfrm>
          <a:prstGeom prst="rect">
            <a:avLst/>
          </a:prstGeom>
          <a:noFill/>
          <a:ln>
            <a:noFill/>
          </a:ln>
        </p:spPr>
      </p:pic>
      <p:pic>
        <p:nvPicPr>
          <p:cNvPr id="107" name="Google Shape;107;p9"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32497" y="695158"/>
            <a:ext cx="3823136" cy="3899277"/>
          </a:xfrm>
          <a:prstGeom prst="ellipse">
            <a:avLst/>
          </a:prstGeom>
          <a:noFill/>
          <a:ln>
            <a:noFill/>
          </a:ln>
        </p:spPr>
      </p:pic>
      <p:sp>
        <p:nvSpPr>
          <p:cNvPr id="108" name="Google Shape;108;p9"/>
          <p:cNvSpPr txBox="1"/>
          <p:nvPr/>
        </p:nvSpPr>
        <p:spPr>
          <a:xfrm>
            <a:off x="918094" y="4658787"/>
            <a:ext cx="833169" cy="1487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800" b="0" i="0" u="none" strike="noStrike" cap="none" dirty="0">
              <a:solidFill>
                <a:schemeClr val="lt1"/>
              </a:solidFill>
              <a:latin typeface="Poppins Light"/>
              <a:ea typeface="Poppins Light"/>
              <a:cs typeface="Poppins Light"/>
              <a:sym typeface="Poppins Light"/>
            </a:endParaRPr>
          </a:p>
        </p:txBody>
      </p:sp>
      <p:sp>
        <p:nvSpPr>
          <p:cNvPr id="109" name="Google Shape;109;p9"/>
          <p:cNvSpPr txBox="1">
            <a:spLocks noGrp="1"/>
          </p:cNvSpPr>
          <p:nvPr>
            <p:ph type="body" idx="1"/>
          </p:nvPr>
        </p:nvSpPr>
        <p:spPr>
          <a:xfrm>
            <a:off x="4867932" y="1691622"/>
            <a:ext cx="6354575" cy="1268957"/>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10" name="Google Shape;110;p9"/>
          <p:cNvSpPr txBox="1">
            <a:spLocks noGrp="1"/>
          </p:cNvSpPr>
          <p:nvPr>
            <p:ph type="body" idx="2"/>
          </p:nvPr>
        </p:nvSpPr>
        <p:spPr>
          <a:xfrm>
            <a:off x="4867932" y="3080015"/>
            <a:ext cx="6354575" cy="1268957"/>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11" name="Google Shape;111;p9"/>
          <p:cNvSpPr txBox="1">
            <a:spLocks noGrp="1"/>
          </p:cNvSpPr>
          <p:nvPr>
            <p:ph type="body" idx="3"/>
          </p:nvPr>
        </p:nvSpPr>
        <p:spPr>
          <a:xfrm>
            <a:off x="4867932" y="4490837"/>
            <a:ext cx="6354575" cy="1268957"/>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12" name="Google Shape;112;p9"/>
          <p:cNvSpPr txBox="1"/>
          <p:nvPr/>
        </p:nvSpPr>
        <p:spPr>
          <a:xfrm>
            <a:off x="4603178" y="173762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1</a:t>
            </a:r>
            <a:endParaRPr sz="933" b="0" i="0" u="none" strike="noStrike" cap="none" dirty="0">
              <a:solidFill>
                <a:schemeClr val="dk1"/>
              </a:solidFill>
              <a:latin typeface="Arial"/>
              <a:ea typeface="Arial"/>
              <a:cs typeface="Arial"/>
              <a:sym typeface="Arial"/>
            </a:endParaRPr>
          </a:p>
        </p:txBody>
      </p:sp>
      <p:sp>
        <p:nvSpPr>
          <p:cNvPr id="113" name="Google Shape;113;p9"/>
          <p:cNvSpPr txBox="1"/>
          <p:nvPr/>
        </p:nvSpPr>
        <p:spPr>
          <a:xfrm>
            <a:off x="4574825" y="293423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2</a:t>
            </a:r>
            <a:endParaRPr sz="933" b="0" i="0" u="none" strike="noStrike" cap="none" dirty="0">
              <a:solidFill>
                <a:schemeClr val="dk1"/>
              </a:solidFill>
              <a:latin typeface="Arial"/>
              <a:ea typeface="Arial"/>
              <a:cs typeface="Arial"/>
              <a:sym typeface="Arial"/>
            </a:endParaRPr>
          </a:p>
        </p:txBody>
      </p:sp>
      <p:sp>
        <p:nvSpPr>
          <p:cNvPr id="114" name="Google Shape;114;p9"/>
          <p:cNvSpPr txBox="1"/>
          <p:nvPr/>
        </p:nvSpPr>
        <p:spPr>
          <a:xfrm>
            <a:off x="4574825" y="413084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3</a:t>
            </a:r>
            <a:endParaRPr sz="933" b="0" i="0" u="none" strike="noStrike" cap="none" dirty="0">
              <a:solidFill>
                <a:schemeClr val="dk1"/>
              </a:solidFill>
              <a:latin typeface="Arial"/>
              <a:ea typeface="Arial"/>
              <a:cs typeface="Arial"/>
              <a:sym typeface="Arial"/>
            </a:endParaRPr>
          </a:p>
        </p:txBody>
      </p:sp>
      <p:sp>
        <p:nvSpPr>
          <p:cNvPr id="115" name="Google Shape;115;p9"/>
          <p:cNvSpPr txBox="1"/>
          <p:nvPr/>
        </p:nvSpPr>
        <p:spPr>
          <a:xfrm>
            <a:off x="12302837" y="90516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16" name="Google Shape;116;p9"/>
          <p:cNvSpPr/>
          <p:nvPr/>
        </p:nvSpPr>
        <p:spPr>
          <a:xfrm>
            <a:off x="1827147" y="369589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17" name="Google Shape;117;p9"/>
          <p:cNvSpPr txBox="1"/>
          <p:nvPr/>
        </p:nvSpPr>
        <p:spPr>
          <a:xfrm>
            <a:off x="2025947" y="3952324"/>
            <a:ext cx="2001764" cy="107702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O que nós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aprendemos hoje?</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4. Exposição">
  <p:cSld name="1_4. Exposição">
    <p:spTree>
      <p:nvGrpSpPr>
        <p:cNvPr id="1" name="Shape 118"/>
        <p:cNvGrpSpPr/>
        <p:nvPr/>
      </p:nvGrpSpPr>
      <p:grpSpPr>
        <a:xfrm>
          <a:off x="0" y="0"/>
          <a:ext cx="0" cy="0"/>
          <a:chOff x="0" y="0"/>
          <a:chExt cx="0" cy="0"/>
        </a:xfrm>
      </p:grpSpPr>
      <p:pic>
        <p:nvPicPr>
          <p:cNvPr id="119" name="Google Shape;119;p10"/>
          <p:cNvPicPr preferRelativeResize="0"/>
          <p:nvPr/>
        </p:nvPicPr>
        <p:blipFill rotWithShape="1">
          <a:blip r:embed="rId2">
            <a:alphaModFix/>
          </a:blip>
          <a:srcRect/>
          <a:stretch/>
        </p:blipFill>
        <p:spPr>
          <a:xfrm>
            <a:off x="4" y="0"/>
            <a:ext cx="12192000" cy="6857989"/>
          </a:xfrm>
          <a:prstGeom prst="rect">
            <a:avLst/>
          </a:prstGeom>
          <a:noFill/>
          <a:ln>
            <a:noFill/>
          </a:ln>
        </p:spPr>
      </p:pic>
      <p:sp>
        <p:nvSpPr>
          <p:cNvPr id="120" name="Google Shape;120;p10"/>
          <p:cNvSpPr/>
          <p:nvPr/>
        </p:nvSpPr>
        <p:spPr>
          <a:xfrm>
            <a:off x="5260792" y="304269"/>
            <a:ext cx="6553729" cy="5568211"/>
          </a:xfrm>
          <a:prstGeom prst="roundRect">
            <a:avLst>
              <a:gd name="adj" fmla="val 16667"/>
            </a:avLst>
          </a:prstGeom>
          <a:solidFill>
            <a:schemeClr val="lt1"/>
          </a:solidFill>
          <a:ln>
            <a:noFill/>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21" name="Google Shape;121;p10"/>
          <p:cNvSpPr txBox="1">
            <a:spLocks noGrp="1"/>
          </p:cNvSpPr>
          <p:nvPr>
            <p:ph type="body" idx="1"/>
          </p:nvPr>
        </p:nvSpPr>
        <p:spPr>
          <a:xfrm>
            <a:off x="6087875" y="1378003"/>
            <a:ext cx="5071800" cy="22962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22" name="Google Shape;122;p10"/>
          <p:cNvSpPr txBox="1"/>
          <p:nvPr/>
        </p:nvSpPr>
        <p:spPr>
          <a:xfrm>
            <a:off x="3178098" y="-289932"/>
            <a:ext cx="0" cy="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2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_Atividade_Seminario">
  <p:cSld name="4_Atividade_Seminario">
    <p:spTree>
      <p:nvGrpSpPr>
        <p:cNvPr id="1" name="Shape 123"/>
        <p:cNvGrpSpPr/>
        <p:nvPr/>
      </p:nvGrpSpPr>
      <p:grpSpPr>
        <a:xfrm>
          <a:off x="0" y="0"/>
          <a:ext cx="0" cy="0"/>
          <a:chOff x="0" y="0"/>
          <a:chExt cx="0" cy="0"/>
        </a:xfrm>
      </p:grpSpPr>
      <p:pic>
        <p:nvPicPr>
          <p:cNvPr id="124" name="Google Shape;124;p11"/>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125" name="Google Shape;125;p11"/>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126" name="Google Shape;126;p11"/>
          <p:cNvSpPr txBox="1">
            <a:spLocks noGrp="1"/>
          </p:cNvSpPr>
          <p:nvPr>
            <p:ph type="body" idx="1"/>
          </p:nvPr>
        </p:nvSpPr>
        <p:spPr>
          <a:xfrm>
            <a:off x="632648" y="1701800"/>
            <a:ext cx="11081832" cy="4145147"/>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00"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27" name="Google Shape;127;p11"/>
          <p:cNvSpPr txBox="1"/>
          <p:nvPr/>
        </p:nvSpPr>
        <p:spPr>
          <a:xfrm>
            <a:off x="632648" y="1011053"/>
            <a:ext cx="6345600"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3200" b="1" i="0" u="none" strike="noStrike" cap="none" dirty="0">
                <a:solidFill>
                  <a:srgbClr val="FF161F"/>
                </a:solidFill>
                <a:latin typeface="Poppins"/>
                <a:ea typeface="Poppins"/>
                <a:cs typeface="Poppins"/>
                <a:sym typeface="Poppins"/>
              </a:rPr>
              <a:t>Referências da aula</a:t>
            </a:r>
            <a:endParaRPr sz="3200" b="0" i="0" u="none" strike="noStrike" cap="none" dirty="0">
              <a:solidFill>
                <a:srgbClr val="FF161F"/>
              </a:solidFill>
              <a:latin typeface="Poppins"/>
              <a:ea typeface="Poppins"/>
              <a:cs typeface="Poppins"/>
              <a:sym typeface="Poppin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Layout Personalizado">
  <p:cSld name="2_Layout Personalizado">
    <p:spTree>
      <p:nvGrpSpPr>
        <p:cNvPr id="1" name="Shape 128"/>
        <p:cNvGrpSpPr/>
        <p:nvPr/>
      </p:nvGrpSpPr>
      <p:grpSpPr>
        <a:xfrm>
          <a:off x="0" y="0"/>
          <a:ext cx="0" cy="0"/>
          <a:chOff x="0" y="0"/>
          <a:chExt cx="0" cy="0"/>
        </a:xfrm>
      </p:grpSpPr>
      <p:pic>
        <p:nvPicPr>
          <p:cNvPr id="129" name="Google Shape;129;p12"/>
          <p:cNvPicPr preferRelativeResize="0"/>
          <p:nvPr/>
        </p:nvPicPr>
        <p:blipFill rotWithShape="1">
          <a:blip r:embed="rId2">
            <a:alphaModFix/>
          </a:blip>
          <a:srcRect/>
          <a:stretch/>
        </p:blipFill>
        <p:spPr>
          <a:xfrm>
            <a:off x="0" y="0"/>
            <a:ext cx="12192000" cy="6859200"/>
          </a:xfrm>
          <a:prstGeom prst="rect">
            <a:avLst/>
          </a:prstGeom>
          <a:noFill/>
          <a:ln>
            <a:noFill/>
          </a:ln>
        </p:spPr>
      </p:pic>
      <p:grpSp>
        <p:nvGrpSpPr>
          <p:cNvPr id="130" name="Google Shape;130;p12"/>
          <p:cNvGrpSpPr/>
          <p:nvPr/>
        </p:nvGrpSpPr>
        <p:grpSpPr>
          <a:xfrm>
            <a:off x="0" y="1"/>
            <a:ext cx="8566485" cy="5380264"/>
            <a:chOff x="0" y="0"/>
            <a:chExt cx="8566485" cy="5808133"/>
          </a:xfrm>
        </p:grpSpPr>
        <p:sp>
          <p:nvSpPr>
            <p:cNvPr id="131" name="Google Shape;131;p12"/>
            <p:cNvSpPr/>
            <p:nvPr/>
          </p:nvSpPr>
          <p:spPr>
            <a:xfrm>
              <a:off x="0" y="0"/>
              <a:ext cx="8566485" cy="465666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32" name="Google Shape;132;p12"/>
            <p:cNvSpPr/>
            <p:nvPr/>
          </p:nvSpPr>
          <p:spPr>
            <a:xfrm>
              <a:off x="0" y="0"/>
              <a:ext cx="8566485" cy="5808133"/>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33" name="Google Shape;133;p12"/>
            <p:cNvSpPr/>
            <p:nvPr/>
          </p:nvSpPr>
          <p:spPr>
            <a:xfrm>
              <a:off x="0" y="3890433"/>
              <a:ext cx="1109133" cy="19177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
        <p:nvSpPr>
          <p:cNvPr id="134" name="Google Shape;134;p12"/>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35" name="Google Shape;135;p12"/>
          <p:cNvSpPr txBox="1"/>
          <p:nvPr/>
        </p:nvSpPr>
        <p:spPr>
          <a:xfrm>
            <a:off x="625132" y="2553290"/>
            <a:ext cx="6814747" cy="53543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chemeClr val="dk1"/>
              </a:buClr>
              <a:buSzPts val="4500"/>
              <a:buFont typeface="Arial"/>
              <a:buNone/>
            </a:pPr>
            <a:r>
              <a:rPr lang="pt-BR" sz="3000" b="1" i="0" u="none" strike="noStrike" cap="none" dirty="0">
                <a:solidFill>
                  <a:srgbClr val="FF161F"/>
                </a:solidFill>
                <a:latin typeface="Poppins"/>
                <a:ea typeface="Poppins"/>
                <a:cs typeface="Poppins"/>
                <a:sym typeface="Poppins"/>
              </a:rPr>
              <a:t>Orientações ao Professor</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2_Linha do Tempo1">
  <p:cSld name="3_Linha do Tempo1">
    <p:spTree>
      <p:nvGrpSpPr>
        <p:cNvPr id="1" name="Shape 136"/>
        <p:cNvGrpSpPr/>
        <p:nvPr/>
      </p:nvGrpSpPr>
      <p:grpSpPr>
        <a:xfrm>
          <a:off x="0" y="0"/>
          <a:ext cx="0" cy="0"/>
          <a:chOff x="0" y="0"/>
          <a:chExt cx="0" cy="0"/>
        </a:xfrm>
      </p:grpSpPr>
      <p:pic>
        <p:nvPicPr>
          <p:cNvPr id="137" name="Google Shape;137;p13"/>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138" name="Google Shape;138;p13"/>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139" name="Google Shape;139;p13"/>
          <p:cNvSpPr txBox="1">
            <a:spLocks noGrp="1"/>
          </p:cNvSpPr>
          <p:nvPr>
            <p:ph type="body" idx="1"/>
          </p:nvPr>
        </p:nvSpPr>
        <p:spPr>
          <a:xfrm>
            <a:off x="3276600" y="1188174"/>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0" name="Google Shape;140;p13"/>
          <p:cNvSpPr txBox="1">
            <a:spLocks noGrp="1"/>
          </p:cNvSpPr>
          <p:nvPr>
            <p:ph type="body" idx="2"/>
          </p:nvPr>
        </p:nvSpPr>
        <p:spPr>
          <a:xfrm>
            <a:off x="3276600" y="1808050"/>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1" name="Google Shape;141;p13"/>
          <p:cNvSpPr txBox="1">
            <a:spLocks noGrp="1"/>
          </p:cNvSpPr>
          <p:nvPr>
            <p:ph type="body" idx="3"/>
          </p:nvPr>
        </p:nvSpPr>
        <p:spPr>
          <a:xfrm>
            <a:off x="3276600" y="2442212"/>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2" name="Google Shape;142;p13"/>
          <p:cNvSpPr txBox="1">
            <a:spLocks noGrp="1"/>
          </p:cNvSpPr>
          <p:nvPr>
            <p:ph type="body" idx="4"/>
          </p:nvPr>
        </p:nvSpPr>
        <p:spPr>
          <a:xfrm>
            <a:off x="3276600" y="3108857"/>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3" name="Google Shape;143;p13"/>
          <p:cNvSpPr txBox="1">
            <a:spLocks noGrp="1"/>
          </p:cNvSpPr>
          <p:nvPr>
            <p:ph type="body" idx="5"/>
          </p:nvPr>
        </p:nvSpPr>
        <p:spPr>
          <a:xfrm>
            <a:off x="3276600" y="3805543"/>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4" name="Google Shape;144;p13"/>
          <p:cNvSpPr txBox="1">
            <a:spLocks noGrp="1"/>
          </p:cNvSpPr>
          <p:nvPr>
            <p:ph type="body" idx="6"/>
          </p:nvPr>
        </p:nvSpPr>
        <p:spPr>
          <a:xfrm>
            <a:off x="3276600" y="4513114"/>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5" name="Google Shape;145;p13"/>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46" name="Google Shape;146;p13"/>
          <p:cNvSpPr txBox="1"/>
          <p:nvPr/>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4. Exposição">
  <p:cSld name="2_4. Exposição">
    <p:spTree>
      <p:nvGrpSpPr>
        <p:cNvPr id="1" name="Shape 147"/>
        <p:cNvGrpSpPr/>
        <p:nvPr/>
      </p:nvGrpSpPr>
      <p:grpSpPr>
        <a:xfrm>
          <a:off x="0" y="0"/>
          <a:ext cx="0" cy="0"/>
          <a:chOff x="0" y="0"/>
          <a:chExt cx="0" cy="0"/>
        </a:xfrm>
      </p:grpSpPr>
      <p:sp>
        <p:nvSpPr>
          <p:cNvPr id="148" name="Google Shape;148;p14"/>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p:cSld name="1_Construindo o conceito">
    <p:spTree>
      <p:nvGrpSpPr>
        <p:cNvPr id="1" name="Shape 149"/>
        <p:cNvGrpSpPr/>
        <p:nvPr/>
      </p:nvGrpSpPr>
      <p:grpSpPr>
        <a:xfrm>
          <a:off x="0" y="0"/>
          <a:ext cx="0" cy="0"/>
          <a:chOff x="0" y="0"/>
          <a:chExt cx="0" cy="0"/>
        </a:xfrm>
      </p:grpSpPr>
      <p:pic>
        <p:nvPicPr>
          <p:cNvPr id="150" name="Google Shape;150;p15"/>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151" name="Google Shape;151;p15"/>
          <p:cNvSpPr/>
          <p:nvPr/>
        </p:nvSpPr>
        <p:spPr>
          <a:xfrm>
            <a:off x="3426936" y="0"/>
            <a:ext cx="8781698" cy="688608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152" name="Google Shape;152;p15"/>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53" name="Google Shape;153;p15"/>
          <p:cNvSpPr txBox="1">
            <a:spLocks noGrp="1"/>
          </p:cNvSpPr>
          <p:nvPr>
            <p:ph type="body" idx="1"/>
          </p:nvPr>
        </p:nvSpPr>
        <p:spPr>
          <a:xfrm>
            <a:off x="6095993" y="2930526"/>
            <a:ext cx="5714599" cy="138535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54" name="Google Shape;154;p15"/>
          <p:cNvSpPr txBox="1">
            <a:spLocks noGrp="1"/>
          </p:cNvSpPr>
          <p:nvPr>
            <p:ph type="body" idx="2"/>
          </p:nvPr>
        </p:nvSpPr>
        <p:spPr>
          <a:xfrm>
            <a:off x="6095995" y="328084"/>
            <a:ext cx="5714598" cy="3454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155" name="Google Shape;155;p15"/>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156" name="Google Shape;156;p15"/>
          <p:cNvSpPr>
            <a:spLocks noGrp="1"/>
          </p:cNvSpPr>
          <p:nvPr>
            <p:ph type="pic" idx="3"/>
          </p:nvPr>
        </p:nvSpPr>
        <p:spPr>
          <a:xfrm>
            <a:off x="2916086" y="2386130"/>
            <a:ext cx="2615142" cy="1630053"/>
          </a:xfrm>
          <a:prstGeom prst="rect">
            <a:avLst/>
          </a:prstGeom>
          <a:solidFill>
            <a:srgbClr val="D8D8D8"/>
          </a:solidFill>
          <a:ln>
            <a:noFill/>
          </a:ln>
        </p:spPr>
        <p:txBody>
          <a:bodyPr/>
          <a:lstStyle/>
          <a:p>
            <a:endParaRPr lang="pt-BR" dirty="0"/>
          </a:p>
        </p:txBody>
      </p:sp>
      <p:sp>
        <p:nvSpPr>
          <p:cNvPr id="157" name="Google Shape;157;p15"/>
          <p:cNvSpPr>
            <a:spLocks noGrp="1"/>
          </p:cNvSpPr>
          <p:nvPr>
            <p:ph type="pic" idx="4"/>
          </p:nvPr>
        </p:nvSpPr>
        <p:spPr>
          <a:xfrm>
            <a:off x="2916086" y="4507889"/>
            <a:ext cx="2615142" cy="1674500"/>
          </a:xfrm>
          <a:prstGeom prst="rect">
            <a:avLst/>
          </a:prstGeom>
          <a:solidFill>
            <a:srgbClr val="D8D8D8"/>
          </a:solidFill>
          <a:ln>
            <a:noFill/>
          </a:ln>
        </p:spPr>
        <p:txBody>
          <a:bodyPr/>
          <a:lstStyle/>
          <a:p>
            <a:endParaRPr lang="pt-BR" dirty="0"/>
          </a:p>
        </p:txBody>
      </p:sp>
      <p:sp>
        <p:nvSpPr>
          <p:cNvPr id="158" name="Google Shape;158;p15"/>
          <p:cNvSpPr txBox="1">
            <a:spLocks noGrp="1"/>
          </p:cNvSpPr>
          <p:nvPr>
            <p:ph type="body" idx="5"/>
          </p:nvPr>
        </p:nvSpPr>
        <p:spPr>
          <a:xfrm>
            <a:off x="2909636" y="1999635"/>
            <a:ext cx="2628705" cy="199867"/>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59" name="Google Shape;159;p15"/>
          <p:cNvSpPr txBox="1">
            <a:spLocks noGrp="1"/>
          </p:cNvSpPr>
          <p:nvPr>
            <p:ph type="body" idx="6"/>
          </p:nvPr>
        </p:nvSpPr>
        <p:spPr>
          <a:xfrm>
            <a:off x="2909636" y="4093478"/>
            <a:ext cx="2628705" cy="199867"/>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0" name="Google Shape;160;p15"/>
          <p:cNvSpPr txBox="1">
            <a:spLocks noGrp="1"/>
          </p:cNvSpPr>
          <p:nvPr>
            <p:ph type="body" idx="7"/>
          </p:nvPr>
        </p:nvSpPr>
        <p:spPr>
          <a:xfrm>
            <a:off x="2909636" y="6265047"/>
            <a:ext cx="2628705" cy="199867"/>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1" name="Google Shape;161;p15"/>
          <p:cNvSpPr txBox="1">
            <a:spLocks noGrp="1"/>
          </p:cNvSpPr>
          <p:nvPr>
            <p:ph type="body" idx="8"/>
          </p:nvPr>
        </p:nvSpPr>
        <p:spPr>
          <a:xfrm>
            <a:off x="6095995" y="2453217"/>
            <a:ext cx="5714598" cy="3454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2" name="Google Shape;162;p15"/>
          <p:cNvSpPr txBox="1">
            <a:spLocks noGrp="1"/>
          </p:cNvSpPr>
          <p:nvPr>
            <p:ph type="body" idx="9"/>
          </p:nvPr>
        </p:nvSpPr>
        <p:spPr>
          <a:xfrm>
            <a:off x="6095995" y="4586817"/>
            <a:ext cx="5714598" cy="3454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3" name="Google Shape;163;p15"/>
          <p:cNvSpPr txBox="1">
            <a:spLocks noGrp="1"/>
          </p:cNvSpPr>
          <p:nvPr>
            <p:ph type="body" idx="13"/>
          </p:nvPr>
        </p:nvSpPr>
        <p:spPr>
          <a:xfrm>
            <a:off x="6095993" y="813859"/>
            <a:ext cx="5714599" cy="138535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4" name="Google Shape;164;p15"/>
          <p:cNvSpPr txBox="1">
            <a:spLocks noGrp="1"/>
          </p:cNvSpPr>
          <p:nvPr>
            <p:ph type="body" idx="14"/>
          </p:nvPr>
        </p:nvSpPr>
        <p:spPr>
          <a:xfrm>
            <a:off x="6095993" y="5072592"/>
            <a:ext cx="5714599" cy="138535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5" name="Google Shape;165;p15"/>
          <p:cNvSpPr>
            <a:spLocks noGrp="1"/>
          </p:cNvSpPr>
          <p:nvPr>
            <p:ph type="pic" idx="15"/>
          </p:nvPr>
        </p:nvSpPr>
        <p:spPr>
          <a:xfrm>
            <a:off x="2916086" y="300154"/>
            <a:ext cx="2615142" cy="1630053"/>
          </a:xfrm>
          <a:prstGeom prst="rect">
            <a:avLst/>
          </a:prstGeom>
          <a:solidFill>
            <a:srgbClr val="D8D8D8"/>
          </a:solidFill>
          <a:ln>
            <a:noFill/>
          </a:ln>
        </p:spPr>
        <p:txBody>
          <a:bodyPr/>
          <a:lstStyle/>
          <a:p>
            <a:endParaRPr lang="pt-BR" dirty="0"/>
          </a:p>
        </p:txBody>
      </p:sp>
      <p:sp>
        <p:nvSpPr>
          <p:cNvPr id="166" name="Google Shape;166;p15"/>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67" name="Google Shape;167;p15"/>
          <p:cNvSpPr txBox="1"/>
          <p:nvPr/>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168"/>
        <p:cNvGrpSpPr/>
        <p:nvPr/>
      </p:nvGrpSpPr>
      <p:grpSpPr>
        <a:xfrm>
          <a:off x="0" y="0"/>
          <a:ext cx="0" cy="0"/>
          <a:chOff x="0" y="0"/>
          <a:chExt cx="0" cy="0"/>
        </a:xfrm>
      </p:grpSpPr>
      <p:pic>
        <p:nvPicPr>
          <p:cNvPr id="169" name="Google Shape;169;p16"/>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170" name="Google Shape;170;p16"/>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71" name="Google Shape;171;p16"/>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2" name="Google Shape;172;p16"/>
          <p:cNvSpPr txBox="1">
            <a:spLocks noGrp="1"/>
          </p:cNvSpPr>
          <p:nvPr>
            <p:ph type="body" idx="1"/>
          </p:nvPr>
        </p:nvSpPr>
        <p:spPr>
          <a:xfrm>
            <a:off x="6095993" y="2930526"/>
            <a:ext cx="5714599" cy="138535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3" name="Google Shape;173;p16"/>
          <p:cNvSpPr txBox="1">
            <a:spLocks noGrp="1"/>
          </p:cNvSpPr>
          <p:nvPr>
            <p:ph type="body" idx="2"/>
          </p:nvPr>
        </p:nvSpPr>
        <p:spPr>
          <a:xfrm>
            <a:off x="6095995" y="328084"/>
            <a:ext cx="5714598" cy="3454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174" name="Google Shape;174;p16"/>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175" name="Google Shape;175;p16"/>
          <p:cNvSpPr>
            <a:spLocks noGrp="1"/>
          </p:cNvSpPr>
          <p:nvPr>
            <p:ph type="pic" idx="3"/>
          </p:nvPr>
        </p:nvSpPr>
        <p:spPr>
          <a:xfrm>
            <a:off x="2916086" y="2386130"/>
            <a:ext cx="2615142" cy="1630053"/>
          </a:xfrm>
          <a:prstGeom prst="rect">
            <a:avLst/>
          </a:prstGeom>
          <a:solidFill>
            <a:srgbClr val="D8D8D8"/>
          </a:solidFill>
          <a:ln>
            <a:noFill/>
          </a:ln>
        </p:spPr>
        <p:txBody>
          <a:bodyPr/>
          <a:lstStyle/>
          <a:p>
            <a:endParaRPr lang="pt-BR" dirty="0"/>
          </a:p>
        </p:txBody>
      </p:sp>
      <p:sp>
        <p:nvSpPr>
          <p:cNvPr id="176" name="Google Shape;176;p16"/>
          <p:cNvSpPr>
            <a:spLocks noGrp="1"/>
          </p:cNvSpPr>
          <p:nvPr>
            <p:ph type="pic" idx="4"/>
          </p:nvPr>
        </p:nvSpPr>
        <p:spPr>
          <a:xfrm>
            <a:off x="2916086" y="4507889"/>
            <a:ext cx="2615142" cy="1674500"/>
          </a:xfrm>
          <a:prstGeom prst="rect">
            <a:avLst/>
          </a:prstGeom>
          <a:solidFill>
            <a:srgbClr val="D8D8D8"/>
          </a:solidFill>
          <a:ln>
            <a:noFill/>
          </a:ln>
        </p:spPr>
        <p:txBody>
          <a:bodyPr/>
          <a:lstStyle/>
          <a:p>
            <a:endParaRPr lang="pt-BR" dirty="0"/>
          </a:p>
        </p:txBody>
      </p:sp>
      <p:sp>
        <p:nvSpPr>
          <p:cNvPr id="177" name="Google Shape;177;p16"/>
          <p:cNvSpPr txBox="1">
            <a:spLocks noGrp="1"/>
          </p:cNvSpPr>
          <p:nvPr>
            <p:ph type="body" idx="5"/>
          </p:nvPr>
        </p:nvSpPr>
        <p:spPr>
          <a:xfrm>
            <a:off x="2909636" y="1999635"/>
            <a:ext cx="2628705" cy="199867"/>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8" name="Google Shape;178;p16"/>
          <p:cNvSpPr txBox="1">
            <a:spLocks noGrp="1"/>
          </p:cNvSpPr>
          <p:nvPr>
            <p:ph type="body" idx="6"/>
          </p:nvPr>
        </p:nvSpPr>
        <p:spPr>
          <a:xfrm>
            <a:off x="2909636" y="4093478"/>
            <a:ext cx="2628705" cy="199867"/>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9" name="Google Shape;179;p16"/>
          <p:cNvSpPr txBox="1">
            <a:spLocks noGrp="1"/>
          </p:cNvSpPr>
          <p:nvPr>
            <p:ph type="body" idx="7"/>
          </p:nvPr>
        </p:nvSpPr>
        <p:spPr>
          <a:xfrm>
            <a:off x="2909636" y="6265047"/>
            <a:ext cx="2628705" cy="199867"/>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0" name="Google Shape;180;p16"/>
          <p:cNvSpPr txBox="1">
            <a:spLocks noGrp="1"/>
          </p:cNvSpPr>
          <p:nvPr>
            <p:ph type="body" idx="8"/>
          </p:nvPr>
        </p:nvSpPr>
        <p:spPr>
          <a:xfrm>
            <a:off x="6095995" y="2453217"/>
            <a:ext cx="5714598" cy="3454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1" name="Google Shape;181;p16"/>
          <p:cNvSpPr txBox="1">
            <a:spLocks noGrp="1"/>
          </p:cNvSpPr>
          <p:nvPr>
            <p:ph type="body" idx="9"/>
          </p:nvPr>
        </p:nvSpPr>
        <p:spPr>
          <a:xfrm>
            <a:off x="6095995" y="4586817"/>
            <a:ext cx="5714598" cy="3454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2" name="Google Shape;182;p16"/>
          <p:cNvSpPr txBox="1">
            <a:spLocks noGrp="1"/>
          </p:cNvSpPr>
          <p:nvPr>
            <p:ph type="body" idx="13"/>
          </p:nvPr>
        </p:nvSpPr>
        <p:spPr>
          <a:xfrm>
            <a:off x="6095993" y="813859"/>
            <a:ext cx="5714599" cy="138535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3" name="Google Shape;183;p16"/>
          <p:cNvSpPr txBox="1">
            <a:spLocks noGrp="1"/>
          </p:cNvSpPr>
          <p:nvPr>
            <p:ph type="body" idx="14"/>
          </p:nvPr>
        </p:nvSpPr>
        <p:spPr>
          <a:xfrm>
            <a:off x="6095993" y="5072592"/>
            <a:ext cx="5714599" cy="138535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4" name="Google Shape;184;p16"/>
          <p:cNvSpPr>
            <a:spLocks noGrp="1"/>
          </p:cNvSpPr>
          <p:nvPr>
            <p:ph type="pic" idx="15"/>
          </p:nvPr>
        </p:nvSpPr>
        <p:spPr>
          <a:xfrm>
            <a:off x="2916086" y="300154"/>
            <a:ext cx="2615142" cy="1630053"/>
          </a:xfrm>
          <a:prstGeom prst="rect">
            <a:avLst/>
          </a:prstGeom>
          <a:solidFill>
            <a:srgbClr val="D8D8D8"/>
          </a:solidFill>
          <a:ln>
            <a:noFill/>
          </a:ln>
        </p:spPr>
        <p:txBody>
          <a:bodyPr/>
          <a:lstStyle/>
          <a:p>
            <a:endParaRPr lang="pt-BR" dirty="0"/>
          </a:p>
        </p:txBody>
      </p:sp>
      <p:sp>
        <p:nvSpPr>
          <p:cNvPr id="185" name="Google Shape;185;p16"/>
          <p:cNvSpPr txBox="1"/>
          <p:nvPr/>
        </p:nvSpPr>
        <p:spPr>
          <a:xfrm>
            <a:off x="727002" y="749326"/>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 Conteudo">
  <p:cSld name="2_1. Conteudo 2">
    <p:spTree>
      <p:nvGrpSpPr>
        <p:cNvPr id="1" name="Shape 186"/>
        <p:cNvGrpSpPr/>
        <p:nvPr/>
      </p:nvGrpSpPr>
      <p:grpSpPr>
        <a:xfrm>
          <a:off x="0" y="0"/>
          <a:ext cx="0" cy="0"/>
          <a:chOff x="0" y="0"/>
          <a:chExt cx="0" cy="0"/>
        </a:xfrm>
      </p:grpSpPr>
      <p:sp>
        <p:nvSpPr>
          <p:cNvPr id="187" name="Google Shape;187;p17"/>
          <p:cNvSpPr txBox="1">
            <a:spLocks noGrp="1"/>
          </p:cNvSpPr>
          <p:nvPr>
            <p:ph type="body" idx="1"/>
          </p:nvPr>
        </p:nvSpPr>
        <p:spPr>
          <a:xfrm>
            <a:off x="3751838" y="2170264"/>
            <a:ext cx="4044985" cy="7209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8" name="Google Shape;188;p17"/>
          <p:cNvSpPr txBox="1">
            <a:spLocks noGrp="1"/>
          </p:cNvSpPr>
          <p:nvPr>
            <p:ph type="body" idx="2"/>
          </p:nvPr>
        </p:nvSpPr>
        <p:spPr>
          <a:xfrm>
            <a:off x="3751838" y="3122764"/>
            <a:ext cx="4044985" cy="7209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9" name="Google Shape;189;p17"/>
          <p:cNvSpPr txBox="1">
            <a:spLocks noGrp="1"/>
          </p:cNvSpPr>
          <p:nvPr>
            <p:ph type="body" idx="3"/>
          </p:nvPr>
        </p:nvSpPr>
        <p:spPr>
          <a:xfrm>
            <a:off x="3751838" y="4049864"/>
            <a:ext cx="4044985" cy="7209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0" name="Google Shape;190;p17"/>
          <p:cNvSpPr txBox="1">
            <a:spLocks noGrp="1"/>
          </p:cNvSpPr>
          <p:nvPr>
            <p:ph type="body" idx="4"/>
          </p:nvPr>
        </p:nvSpPr>
        <p:spPr>
          <a:xfrm>
            <a:off x="3751838" y="4989664"/>
            <a:ext cx="4044985" cy="7209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1" name="Google Shape;191;p17"/>
          <p:cNvSpPr txBox="1">
            <a:spLocks noGrp="1"/>
          </p:cNvSpPr>
          <p:nvPr>
            <p:ph type="body" idx="5"/>
          </p:nvPr>
        </p:nvSpPr>
        <p:spPr>
          <a:xfrm>
            <a:off x="3514725" y="559205"/>
            <a:ext cx="7208308" cy="126062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2" name="Google Shape;192;p17"/>
          <p:cNvSpPr/>
          <p:nvPr/>
        </p:nvSpPr>
        <p:spPr>
          <a:xfrm>
            <a:off x="214209" y="372431"/>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93" name="Google Shape;193;p17"/>
          <p:cNvSpPr txBox="1"/>
          <p:nvPr/>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3. Conteudo">
  <p:cSld name="2_3. Conteudo">
    <p:spTree>
      <p:nvGrpSpPr>
        <p:cNvPr id="1" name="Shape 194"/>
        <p:cNvGrpSpPr/>
        <p:nvPr/>
      </p:nvGrpSpPr>
      <p:grpSpPr>
        <a:xfrm>
          <a:off x="0" y="0"/>
          <a:ext cx="0" cy="0"/>
          <a:chOff x="0" y="0"/>
          <a:chExt cx="0" cy="0"/>
        </a:xfrm>
      </p:grpSpPr>
      <p:pic>
        <p:nvPicPr>
          <p:cNvPr id="195" name="Google Shape;195;p18"/>
          <p:cNvPicPr preferRelativeResize="0"/>
          <p:nvPr/>
        </p:nvPicPr>
        <p:blipFill rotWithShape="1">
          <a:blip r:embed="rId2">
            <a:alphaModFix/>
          </a:blip>
          <a:srcRect/>
          <a:stretch/>
        </p:blipFill>
        <p:spPr>
          <a:xfrm>
            <a:off x="-3" y="0"/>
            <a:ext cx="3095627" cy="6857983"/>
          </a:xfrm>
          <a:prstGeom prst="rect">
            <a:avLst/>
          </a:prstGeom>
          <a:noFill/>
          <a:ln>
            <a:noFill/>
          </a:ln>
        </p:spPr>
      </p:pic>
      <p:sp>
        <p:nvSpPr>
          <p:cNvPr id="196" name="Google Shape;196;p18"/>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97" name="Google Shape;197;p18"/>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98" name="Google Shape;198;p18"/>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99" name="Google Shape;199;p18"/>
          <p:cNvSpPr txBox="1">
            <a:spLocks noGrp="1"/>
          </p:cNvSpPr>
          <p:nvPr>
            <p:ph type="body" idx="1"/>
          </p:nvPr>
        </p:nvSpPr>
        <p:spPr>
          <a:xfrm>
            <a:off x="3707268" y="641350"/>
            <a:ext cx="7366062" cy="173249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0" name="Google Shape;200;p18"/>
          <p:cNvSpPr txBox="1">
            <a:spLocks noGrp="1"/>
          </p:cNvSpPr>
          <p:nvPr>
            <p:ph type="body" idx="2"/>
          </p:nvPr>
        </p:nvSpPr>
        <p:spPr>
          <a:xfrm>
            <a:off x="4428690" y="2540104"/>
            <a:ext cx="6644640" cy="348648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1" name="Google Shape;201;p18"/>
          <p:cNvSpPr/>
          <p:nvPr/>
        </p:nvSpPr>
        <p:spPr>
          <a:xfrm>
            <a:off x="214209" y="372431"/>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02" name="Google Shape;202;p18"/>
          <p:cNvSpPr txBox="1"/>
          <p:nvPr/>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3. Conteudo">
  <p:cSld name="2_3. Conteudo 2">
    <p:spTree>
      <p:nvGrpSpPr>
        <p:cNvPr id="1" name="Shape 203"/>
        <p:cNvGrpSpPr/>
        <p:nvPr/>
      </p:nvGrpSpPr>
      <p:grpSpPr>
        <a:xfrm>
          <a:off x="0" y="0"/>
          <a:ext cx="0" cy="0"/>
          <a:chOff x="0" y="0"/>
          <a:chExt cx="0" cy="0"/>
        </a:xfrm>
      </p:grpSpPr>
      <p:pic>
        <p:nvPicPr>
          <p:cNvPr id="204" name="Google Shape;204;p19"/>
          <p:cNvPicPr preferRelativeResize="0"/>
          <p:nvPr/>
        </p:nvPicPr>
        <p:blipFill rotWithShape="1">
          <a:blip r:embed="rId2">
            <a:alphaModFix/>
          </a:blip>
          <a:srcRect/>
          <a:stretch/>
        </p:blipFill>
        <p:spPr>
          <a:xfrm>
            <a:off x="-3" y="0"/>
            <a:ext cx="3095627" cy="6857983"/>
          </a:xfrm>
          <a:prstGeom prst="rect">
            <a:avLst/>
          </a:prstGeom>
          <a:noFill/>
          <a:ln>
            <a:noFill/>
          </a:ln>
        </p:spPr>
      </p:pic>
      <p:sp>
        <p:nvSpPr>
          <p:cNvPr id="205" name="Google Shape;205;p19"/>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6" name="Google Shape;206;p19"/>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7" name="Google Shape;207;p19"/>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8" name="Google Shape;208;p19"/>
          <p:cNvSpPr txBox="1">
            <a:spLocks noGrp="1"/>
          </p:cNvSpPr>
          <p:nvPr>
            <p:ph type="body" idx="1"/>
          </p:nvPr>
        </p:nvSpPr>
        <p:spPr>
          <a:xfrm>
            <a:off x="3598410" y="633942"/>
            <a:ext cx="8052782" cy="11620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9" name="Google Shape;209;p19"/>
          <p:cNvSpPr txBox="1">
            <a:spLocks noGrp="1"/>
          </p:cNvSpPr>
          <p:nvPr>
            <p:ph type="body" idx="2"/>
          </p:nvPr>
        </p:nvSpPr>
        <p:spPr>
          <a:xfrm>
            <a:off x="6374268" y="2372801"/>
            <a:ext cx="5276924" cy="357248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0" name="Google Shape;210;p19"/>
          <p:cNvSpPr txBox="1">
            <a:spLocks noGrp="1"/>
          </p:cNvSpPr>
          <p:nvPr>
            <p:ph type="body" idx="3"/>
          </p:nvPr>
        </p:nvSpPr>
        <p:spPr>
          <a:xfrm>
            <a:off x="3596090" y="5702430"/>
            <a:ext cx="2497589" cy="24285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1" name="Google Shape;211;p19"/>
          <p:cNvSpPr>
            <a:spLocks noGrp="1"/>
          </p:cNvSpPr>
          <p:nvPr>
            <p:ph type="pic" idx="4"/>
          </p:nvPr>
        </p:nvSpPr>
        <p:spPr>
          <a:xfrm>
            <a:off x="3596091" y="2364317"/>
            <a:ext cx="2497793" cy="3216275"/>
          </a:xfrm>
          <a:prstGeom prst="rect">
            <a:avLst/>
          </a:prstGeom>
          <a:solidFill>
            <a:srgbClr val="D9D9D9"/>
          </a:solidFill>
          <a:ln>
            <a:noFill/>
          </a:ln>
        </p:spPr>
        <p:txBody>
          <a:bodyPr/>
          <a:lstStyle/>
          <a:p>
            <a:endParaRPr lang="pt-BR" dirty="0"/>
          </a:p>
        </p:txBody>
      </p:sp>
      <p:sp>
        <p:nvSpPr>
          <p:cNvPr id="212" name="Google Shape;212;p19"/>
          <p:cNvSpPr/>
          <p:nvPr/>
        </p:nvSpPr>
        <p:spPr>
          <a:xfrm>
            <a:off x="214209" y="372431"/>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3" name="Google Shape;213;p19"/>
          <p:cNvSpPr txBox="1"/>
          <p:nvPr/>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3. Conteudo">
  <p:cSld name="2_3. Conteudo 3">
    <p:spTree>
      <p:nvGrpSpPr>
        <p:cNvPr id="1" name="Shape 214"/>
        <p:cNvGrpSpPr/>
        <p:nvPr/>
      </p:nvGrpSpPr>
      <p:grpSpPr>
        <a:xfrm>
          <a:off x="0" y="0"/>
          <a:ext cx="0" cy="0"/>
          <a:chOff x="0" y="0"/>
          <a:chExt cx="0" cy="0"/>
        </a:xfrm>
      </p:grpSpPr>
      <p:pic>
        <p:nvPicPr>
          <p:cNvPr id="215" name="Google Shape;215;p20"/>
          <p:cNvPicPr preferRelativeResize="0"/>
          <p:nvPr/>
        </p:nvPicPr>
        <p:blipFill rotWithShape="1">
          <a:blip r:embed="rId2">
            <a:alphaModFix/>
          </a:blip>
          <a:srcRect/>
          <a:stretch/>
        </p:blipFill>
        <p:spPr>
          <a:xfrm>
            <a:off x="-3" y="0"/>
            <a:ext cx="3095627" cy="6857983"/>
          </a:xfrm>
          <a:prstGeom prst="rect">
            <a:avLst/>
          </a:prstGeom>
          <a:noFill/>
          <a:ln>
            <a:noFill/>
          </a:ln>
        </p:spPr>
      </p:pic>
      <p:sp>
        <p:nvSpPr>
          <p:cNvPr id="216" name="Google Shape;216;p20"/>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17" name="Google Shape;217;p20"/>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18" name="Google Shape;218;p20"/>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19" name="Google Shape;219;p20"/>
          <p:cNvSpPr txBox="1">
            <a:spLocks noGrp="1"/>
          </p:cNvSpPr>
          <p:nvPr>
            <p:ph type="body" idx="1"/>
          </p:nvPr>
        </p:nvSpPr>
        <p:spPr>
          <a:xfrm>
            <a:off x="3598409" y="619125"/>
            <a:ext cx="8052783" cy="118956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0" name="Google Shape;220;p20"/>
          <p:cNvSpPr txBox="1">
            <a:spLocks noGrp="1"/>
          </p:cNvSpPr>
          <p:nvPr>
            <p:ph type="body" idx="2"/>
          </p:nvPr>
        </p:nvSpPr>
        <p:spPr>
          <a:xfrm>
            <a:off x="3598409" y="5860191"/>
            <a:ext cx="8052716" cy="29564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1" name="Google Shape;221;p20"/>
          <p:cNvSpPr txBox="1"/>
          <p:nvPr/>
        </p:nvSpPr>
        <p:spPr>
          <a:xfrm>
            <a:off x="12032105" y="578620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2" name="Google Shape;222;p20"/>
          <p:cNvSpPr txBox="1">
            <a:spLocks noGrp="1"/>
          </p:cNvSpPr>
          <p:nvPr>
            <p:ph type="body" idx="3"/>
          </p:nvPr>
        </p:nvSpPr>
        <p:spPr>
          <a:xfrm>
            <a:off x="3598409" y="2012716"/>
            <a:ext cx="8052716" cy="373615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3" name="Google Shape;223;p20"/>
          <p:cNvSpPr/>
          <p:nvPr/>
        </p:nvSpPr>
        <p:spPr>
          <a:xfrm>
            <a:off x="214209" y="372431"/>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24" name="Google Shape;224;p20"/>
          <p:cNvSpPr txBox="1"/>
          <p:nvPr/>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3. Conteudo">
  <p:cSld name="2_3. Conteudo 4">
    <p:spTree>
      <p:nvGrpSpPr>
        <p:cNvPr id="1" name="Shape 225"/>
        <p:cNvGrpSpPr/>
        <p:nvPr/>
      </p:nvGrpSpPr>
      <p:grpSpPr>
        <a:xfrm>
          <a:off x="0" y="0"/>
          <a:ext cx="0" cy="0"/>
          <a:chOff x="0" y="0"/>
          <a:chExt cx="0" cy="0"/>
        </a:xfrm>
      </p:grpSpPr>
      <p:pic>
        <p:nvPicPr>
          <p:cNvPr id="226" name="Google Shape;226;p21"/>
          <p:cNvPicPr preferRelativeResize="0"/>
          <p:nvPr/>
        </p:nvPicPr>
        <p:blipFill rotWithShape="1">
          <a:blip r:embed="rId2">
            <a:alphaModFix/>
          </a:blip>
          <a:srcRect/>
          <a:stretch/>
        </p:blipFill>
        <p:spPr>
          <a:xfrm>
            <a:off x="-3" y="0"/>
            <a:ext cx="3095627" cy="6857983"/>
          </a:xfrm>
          <a:prstGeom prst="rect">
            <a:avLst/>
          </a:prstGeom>
          <a:noFill/>
          <a:ln>
            <a:noFill/>
          </a:ln>
        </p:spPr>
      </p:pic>
      <p:sp>
        <p:nvSpPr>
          <p:cNvPr id="227" name="Google Shape;227;p21"/>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8" name="Google Shape;228;p21"/>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9" name="Google Shape;229;p21"/>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30" name="Google Shape;230;p21"/>
          <p:cNvSpPr>
            <a:spLocks noGrp="1"/>
          </p:cNvSpPr>
          <p:nvPr>
            <p:ph type="pic" idx="2"/>
          </p:nvPr>
        </p:nvSpPr>
        <p:spPr>
          <a:xfrm>
            <a:off x="3598408" y="2027345"/>
            <a:ext cx="8052717" cy="3699799"/>
          </a:xfrm>
          <a:prstGeom prst="rect">
            <a:avLst/>
          </a:prstGeom>
          <a:solidFill>
            <a:srgbClr val="D8D8D8"/>
          </a:solidFill>
          <a:ln>
            <a:noFill/>
          </a:ln>
        </p:spPr>
        <p:txBody>
          <a:bodyPr/>
          <a:lstStyle/>
          <a:p>
            <a:endParaRPr lang="pt-BR" dirty="0"/>
          </a:p>
        </p:txBody>
      </p:sp>
      <p:sp>
        <p:nvSpPr>
          <p:cNvPr id="231" name="Google Shape;231;p21"/>
          <p:cNvSpPr txBox="1">
            <a:spLocks noGrp="1"/>
          </p:cNvSpPr>
          <p:nvPr>
            <p:ph type="body" idx="1"/>
          </p:nvPr>
        </p:nvSpPr>
        <p:spPr>
          <a:xfrm>
            <a:off x="3598407" y="633942"/>
            <a:ext cx="8052785" cy="11620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2" name="Google Shape;232;p21"/>
          <p:cNvSpPr txBox="1">
            <a:spLocks noGrp="1"/>
          </p:cNvSpPr>
          <p:nvPr>
            <p:ph type="body" idx="3"/>
          </p:nvPr>
        </p:nvSpPr>
        <p:spPr>
          <a:xfrm>
            <a:off x="3598407" y="5842824"/>
            <a:ext cx="8052785" cy="3103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3" name="Google Shape;233;p21"/>
          <p:cNvSpPr/>
          <p:nvPr/>
        </p:nvSpPr>
        <p:spPr>
          <a:xfrm>
            <a:off x="214209" y="372431"/>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34" name="Google Shape;234;p21"/>
          <p:cNvSpPr txBox="1"/>
          <p:nvPr/>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3. Conteudo">
  <p:cSld name="2_3. Conteudo 5">
    <p:spTree>
      <p:nvGrpSpPr>
        <p:cNvPr id="1" name="Shape 235"/>
        <p:cNvGrpSpPr/>
        <p:nvPr/>
      </p:nvGrpSpPr>
      <p:grpSpPr>
        <a:xfrm>
          <a:off x="0" y="0"/>
          <a:ext cx="0" cy="0"/>
          <a:chOff x="0" y="0"/>
          <a:chExt cx="0" cy="0"/>
        </a:xfrm>
      </p:grpSpPr>
      <p:pic>
        <p:nvPicPr>
          <p:cNvPr id="236" name="Google Shape;236;p22"/>
          <p:cNvPicPr preferRelativeResize="0"/>
          <p:nvPr/>
        </p:nvPicPr>
        <p:blipFill rotWithShape="1">
          <a:blip r:embed="rId2">
            <a:alphaModFix/>
          </a:blip>
          <a:srcRect/>
          <a:stretch/>
        </p:blipFill>
        <p:spPr>
          <a:xfrm>
            <a:off x="-3" y="0"/>
            <a:ext cx="3095627" cy="6857983"/>
          </a:xfrm>
          <a:prstGeom prst="rect">
            <a:avLst/>
          </a:prstGeom>
          <a:noFill/>
          <a:ln>
            <a:noFill/>
          </a:ln>
        </p:spPr>
      </p:pic>
      <p:sp>
        <p:nvSpPr>
          <p:cNvPr id="237" name="Google Shape;237;p22"/>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38" name="Google Shape;238;p22"/>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39" name="Google Shape;239;p22"/>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40" name="Google Shape;240;p22"/>
          <p:cNvSpPr txBox="1">
            <a:spLocks noGrp="1"/>
          </p:cNvSpPr>
          <p:nvPr>
            <p:ph type="body" idx="1"/>
          </p:nvPr>
        </p:nvSpPr>
        <p:spPr>
          <a:xfrm>
            <a:off x="3598410" y="633520"/>
            <a:ext cx="3803877" cy="546501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41" name="Google Shape;241;p22"/>
          <p:cNvSpPr txBox="1">
            <a:spLocks noGrp="1"/>
          </p:cNvSpPr>
          <p:nvPr>
            <p:ph type="body" idx="2"/>
          </p:nvPr>
        </p:nvSpPr>
        <p:spPr>
          <a:xfrm>
            <a:off x="7767637" y="630987"/>
            <a:ext cx="3803877" cy="546501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42" name="Google Shape;242;p22"/>
          <p:cNvSpPr/>
          <p:nvPr/>
        </p:nvSpPr>
        <p:spPr>
          <a:xfrm>
            <a:off x="200185" y="269162"/>
            <a:ext cx="2290073" cy="1671398"/>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43" name="Google Shape;243;p22"/>
          <p:cNvSpPr txBox="1"/>
          <p:nvPr/>
        </p:nvSpPr>
        <p:spPr>
          <a:xfrm>
            <a:off x="727002" y="749326"/>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a:ea typeface="Poppins Light"/>
                <a:cs typeface="Poppins Light"/>
                <a:sym typeface="Poppins Light"/>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3. Conteudo">
  <p:cSld name="2_3. Conteudo 6">
    <p:spTree>
      <p:nvGrpSpPr>
        <p:cNvPr id="1" name="Shape 244"/>
        <p:cNvGrpSpPr/>
        <p:nvPr/>
      </p:nvGrpSpPr>
      <p:grpSpPr>
        <a:xfrm>
          <a:off x="0" y="0"/>
          <a:ext cx="0" cy="0"/>
          <a:chOff x="0" y="0"/>
          <a:chExt cx="0" cy="0"/>
        </a:xfrm>
      </p:grpSpPr>
      <p:pic>
        <p:nvPicPr>
          <p:cNvPr id="245" name="Google Shape;245;p23"/>
          <p:cNvPicPr preferRelativeResize="0"/>
          <p:nvPr/>
        </p:nvPicPr>
        <p:blipFill rotWithShape="1">
          <a:blip r:embed="rId2">
            <a:alphaModFix/>
          </a:blip>
          <a:srcRect/>
          <a:stretch/>
        </p:blipFill>
        <p:spPr>
          <a:xfrm>
            <a:off x="-3" y="0"/>
            <a:ext cx="3095627" cy="6857983"/>
          </a:xfrm>
          <a:prstGeom prst="rect">
            <a:avLst/>
          </a:prstGeom>
          <a:noFill/>
          <a:ln>
            <a:noFill/>
          </a:ln>
        </p:spPr>
      </p:pic>
      <p:sp>
        <p:nvSpPr>
          <p:cNvPr id="246" name="Google Shape;246;p23"/>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47" name="Google Shape;247;p23"/>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48" name="Google Shape;248;p23"/>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49" name="Google Shape;249;p23"/>
          <p:cNvSpPr txBox="1">
            <a:spLocks noGrp="1"/>
          </p:cNvSpPr>
          <p:nvPr>
            <p:ph type="body" idx="1"/>
          </p:nvPr>
        </p:nvSpPr>
        <p:spPr>
          <a:xfrm>
            <a:off x="3598410" y="633520"/>
            <a:ext cx="3803877" cy="546501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50" name="Google Shape;250;p23"/>
          <p:cNvSpPr txBox="1">
            <a:spLocks noGrp="1"/>
          </p:cNvSpPr>
          <p:nvPr>
            <p:ph type="body" idx="2"/>
          </p:nvPr>
        </p:nvSpPr>
        <p:spPr>
          <a:xfrm>
            <a:off x="7767637" y="630987"/>
            <a:ext cx="3803877" cy="546501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51" name="Google Shape;251;p23"/>
          <p:cNvSpPr/>
          <p:nvPr/>
        </p:nvSpPr>
        <p:spPr>
          <a:xfrm>
            <a:off x="214209" y="372431"/>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52" name="Google Shape;252;p23"/>
          <p:cNvSpPr txBox="1"/>
          <p:nvPr/>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2_Linha do Tempo1">
  <p:cSld name="3_Linha do Tempo1 2">
    <p:spTree>
      <p:nvGrpSpPr>
        <p:cNvPr id="1" name="Shape 253"/>
        <p:cNvGrpSpPr/>
        <p:nvPr/>
      </p:nvGrpSpPr>
      <p:grpSpPr>
        <a:xfrm>
          <a:off x="0" y="0"/>
          <a:ext cx="0" cy="0"/>
          <a:chOff x="0" y="0"/>
          <a:chExt cx="0" cy="0"/>
        </a:xfrm>
      </p:grpSpPr>
      <p:cxnSp>
        <p:nvCxnSpPr>
          <p:cNvPr id="254" name="Google Shape;254;p24"/>
          <p:cNvCxnSpPr/>
          <p:nvPr/>
        </p:nvCxnSpPr>
        <p:spPr>
          <a:xfrm rot="10800000">
            <a:off x="4997465" y="2618483"/>
            <a:ext cx="6017865" cy="0"/>
          </a:xfrm>
          <a:prstGeom prst="straightConnector1">
            <a:avLst/>
          </a:prstGeom>
          <a:noFill/>
          <a:ln w="19050" cap="flat" cmpd="sng">
            <a:solidFill>
              <a:srgbClr val="F4F4F4"/>
            </a:solidFill>
            <a:prstDash val="solid"/>
            <a:round/>
            <a:headEnd type="diamond" w="med" len="med"/>
            <a:tailEnd type="none" w="sm" len="sm"/>
          </a:ln>
        </p:spPr>
      </p:cxnSp>
      <p:sp>
        <p:nvSpPr>
          <p:cNvPr id="255" name="Google Shape;255;p24"/>
          <p:cNvSpPr>
            <a:spLocks noGrp="1"/>
          </p:cNvSpPr>
          <p:nvPr>
            <p:ph type="pic" idx="2"/>
          </p:nvPr>
        </p:nvSpPr>
        <p:spPr>
          <a:xfrm>
            <a:off x="2204323" y="2276371"/>
            <a:ext cx="2793140" cy="1677459"/>
          </a:xfrm>
          <a:prstGeom prst="rect">
            <a:avLst/>
          </a:prstGeom>
          <a:solidFill>
            <a:srgbClr val="D8D8D8"/>
          </a:solidFill>
          <a:ln>
            <a:noFill/>
          </a:ln>
        </p:spPr>
        <p:txBody>
          <a:bodyPr/>
          <a:lstStyle/>
          <a:p>
            <a:endParaRPr lang="pt-BR" dirty="0"/>
          </a:p>
        </p:txBody>
      </p:sp>
      <p:sp>
        <p:nvSpPr>
          <p:cNvPr id="256" name="Google Shape;256;p24"/>
          <p:cNvSpPr txBox="1">
            <a:spLocks noGrp="1"/>
          </p:cNvSpPr>
          <p:nvPr>
            <p:ph type="body" idx="1"/>
          </p:nvPr>
        </p:nvSpPr>
        <p:spPr>
          <a:xfrm>
            <a:off x="5572275" y="2819872"/>
            <a:ext cx="5443055" cy="11307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2100"/>
              <a:buFont typeface="Poppins"/>
              <a:buNone/>
              <a:defRPr sz="1400" b="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cxnSp>
        <p:nvCxnSpPr>
          <p:cNvPr id="257" name="Google Shape;257;p24"/>
          <p:cNvCxnSpPr/>
          <p:nvPr/>
        </p:nvCxnSpPr>
        <p:spPr>
          <a:xfrm rot="10800000">
            <a:off x="4997465" y="4669769"/>
            <a:ext cx="5961159" cy="0"/>
          </a:xfrm>
          <a:prstGeom prst="straightConnector1">
            <a:avLst/>
          </a:prstGeom>
          <a:noFill/>
          <a:ln w="19050" cap="flat" cmpd="sng">
            <a:solidFill>
              <a:srgbClr val="F4F4F4"/>
            </a:solidFill>
            <a:prstDash val="solid"/>
            <a:round/>
            <a:headEnd type="diamond" w="med" len="med"/>
            <a:tailEnd type="none" w="sm" len="sm"/>
          </a:ln>
        </p:spPr>
      </p:cxnSp>
      <p:sp>
        <p:nvSpPr>
          <p:cNvPr id="258" name="Google Shape;258;p24"/>
          <p:cNvSpPr>
            <a:spLocks noGrp="1"/>
          </p:cNvSpPr>
          <p:nvPr>
            <p:ph type="pic" idx="3"/>
          </p:nvPr>
        </p:nvSpPr>
        <p:spPr>
          <a:xfrm>
            <a:off x="2204323" y="4327657"/>
            <a:ext cx="2793140" cy="1677459"/>
          </a:xfrm>
          <a:prstGeom prst="rect">
            <a:avLst/>
          </a:prstGeom>
          <a:solidFill>
            <a:srgbClr val="D8D8D8"/>
          </a:solidFill>
          <a:ln>
            <a:noFill/>
          </a:ln>
        </p:spPr>
        <p:txBody>
          <a:bodyPr/>
          <a:lstStyle/>
          <a:p>
            <a:endParaRPr lang="pt-BR" dirty="0"/>
          </a:p>
        </p:txBody>
      </p:sp>
      <p:sp>
        <p:nvSpPr>
          <p:cNvPr id="259" name="Google Shape;259;p24"/>
          <p:cNvSpPr txBox="1">
            <a:spLocks noGrp="1"/>
          </p:cNvSpPr>
          <p:nvPr>
            <p:ph type="body" idx="4"/>
          </p:nvPr>
        </p:nvSpPr>
        <p:spPr>
          <a:xfrm>
            <a:off x="5572274" y="4871158"/>
            <a:ext cx="5443053" cy="11307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2100"/>
              <a:buFont typeface="Poppins"/>
              <a:buNone/>
              <a:defRPr sz="1400" b="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260" name="Google Shape;260;p24"/>
          <p:cNvSpPr txBox="1">
            <a:spLocks noGrp="1"/>
          </p:cNvSpPr>
          <p:nvPr>
            <p:ph type="body" idx="5"/>
          </p:nvPr>
        </p:nvSpPr>
        <p:spPr>
          <a:xfrm>
            <a:off x="2204324" y="1484525"/>
            <a:ext cx="8811006" cy="616192"/>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2200"/>
              <a:buFont typeface="Poppins"/>
              <a:buNone/>
              <a:defRPr sz="1467" b="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261" name="Google Shape;261;p24"/>
          <p:cNvSpPr txBox="1">
            <a:spLocks noGrp="1"/>
          </p:cNvSpPr>
          <p:nvPr>
            <p:ph type="body" idx="6"/>
          </p:nvPr>
        </p:nvSpPr>
        <p:spPr>
          <a:xfrm>
            <a:off x="2204323" y="454165"/>
            <a:ext cx="8811005" cy="82897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2_Linha do Tempo1">
  <p:cSld name="3_Linha do Tempo1 3">
    <p:spTree>
      <p:nvGrpSpPr>
        <p:cNvPr id="1" name="Shape 262"/>
        <p:cNvGrpSpPr/>
        <p:nvPr/>
      </p:nvGrpSpPr>
      <p:grpSpPr>
        <a:xfrm>
          <a:off x="0" y="0"/>
          <a:ext cx="0" cy="0"/>
          <a:chOff x="0" y="0"/>
          <a:chExt cx="0" cy="0"/>
        </a:xfrm>
      </p:grpSpPr>
      <p:pic>
        <p:nvPicPr>
          <p:cNvPr id="263" name="Google Shape;263;p25"/>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264" name="Google Shape;264;p25"/>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265" name="Google Shape;265;p25"/>
          <p:cNvSpPr txBox="1">
            <a:spLocks noGrp="1"/>
          </p:cNvSpPr>
          <p:nvPr>
            <p:ph type="body" idx="1"/>
          </p:nvPr>
        </p:nvSpPr>
        <p:spPr>
          <a:xfrm>
            <a:off x="3276600" y="1188174"/>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66" name="Google Shape;266;p25"/>
          <p:cNvSpPr txBox="1">
            <a:spLocks noGrp="1"/>
          </p:cNvSpPr>
          <p:nvPr>
            <p:ph type="body" idx="2"/>
          </p:nvPr>
        </p:nvSpPr>
        <p:spPr>
          <a:xfrm>
            <a:off x="3276600" y="1808050"/>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67" name="Google Shape;267;p25"/>
          <p:cNvSpPr txBox="1">
            <a:spLocks noGrp="1"/>
          </p:cNvSpPr>
          <p:nvPr>
            <p:ph type="body" idx="3"/>
          </p:nvPr>
        </p:nvSpPr>
        <p:spPr>
          <a:xfrm>
            <a:off x="3276600" y="2442212"/>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68" name="Google Shape;268;p25"/>
          <p:cNvSpPr txBox="1">
            <a:spLocks noGrp="1"/>
          </p:cNvSpPr>
          <p:nvPr>
            <p:ph type="body" idx="4"/>
          </p:nvPr>
        </p:nvSpPr>
        <p:spPr>
          <a:xfrm>
            <a:off x="3276600" y="3108857"/>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69" name="Google Shape;269;p25"/>
          <p:cNvSpPr txBox="1">
            <a:spLocks noGrp="1"/>
          </p:cNvSpPr>
          <p:nvPr>
            <p:ph type="body" idx="5"/>
          </p:nvPr>
        </p:nvSpPr>
        <p:spPr>
          <a:xfrm>
            <a:off x="3276600" y="3805543"/>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0" name="Google Shape;270;p25"/>
          <p:cNvSpPr txBox="1">
            <a:spLocks noGrp="1"/>
          </p:cNvSpPr>
          <p:nvPr>
            <p:ph type="body" idx="6"/>
          </p:nvPr>
        </p:nvSpPr>
        <p:spPr>
          <a:xfrm>
            <a:off x="3276600" y="4513114"/>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1" name="Google Shape;271;p25"/>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72" name="Google Shape;272;p25"/>
          <p:cNvSpPr txBox="1"/>
          <p:nvPr/>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2_Linha do Tempo1">
  <p:cSld name="3_Linha do Tempo1 4">
    <p:spTree>
      <p:nvGrpSpPr>
        <p:cNvPr id="1" name="Shape 273"/>
        <p:cNvGrpSpPr/>
        <p:nvPr/>
      </p:nvGrpSpPr>
      <p:grpSpPr>
        <a:xfrm>
          <a:off x="0" y="0"/>
          <a:ext cx="0" cy="0"/>
          <a:chOff x="0" y="0"/>
          <a:chExt cx="0" cy="0"/>
        </a:xfrm>
      </p:grpSpPr>
      <p:pic>
        <p:nvPicPr>
          <p:cNvPr id="274" name="Google Shape;274;p26"/>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275" name="Google Shape;275;p26"/>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276" name="Google Shape;276;p26"/>
          <p:cNvSpPr txBox="1">
            <a:spLocks noGrp="1"/>
          </p:cNvSpPr>
          <p:nvPr>
            <p:ph type="body" idx="1"/>
          </p:nvPr>
        </p:nvSpPr>
        <p:spPr>
          <a:xfrm>
            <a:off x="3562371" y="2421299"/>
            <a:ext cx="3075909"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7" name="Google Shape;277;p26"/>
          <p:cNvSpPr txBox="1">
            <a:spLocks noGrp="1"/>
          </p:cNvSpPr>
          <p:nvPr>
            <p:ph type="body" idx="2"/>
          </p:nvPr>
        </p:nvSpPr>
        <p:spPr>
          <a:xfrm>
            <a:off x="3562371" y="3864517"/>
            <a:ext cx="3094789"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8" name="Google Shape;278;p26"/>
          <p:cNvSpPr txBox="1">
            <a:spLocks noGrp="1"/>
          </p:cNvSpPr>
          <p:nvPr>
            <p:ph type="body" idx="3"/>
          </p:nvPr>
        </p:nvSpPr>
        <p:spPr>
          <a:xfrm>
            <a:off x="3562371" y="5222027"/>
            <a:ext cx="3120376"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9" name="Google Shape;279;p26"/>
          <p:cNvSpPr txBox="1">
            <a:spLocks noGrp="1"/>
          </p:cNvSpPr>
          <p:nvPr>
            <p:ph type="body" idx="4"/>
          </p:nvPr>
        </p:nvSpPr>
        <p:spPr>
          <a:xfrm>
            <a:off x="8011122" y="2421299"/>
            <a:ext cx="3057657"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0" name="Google Shape;280;p26"/>
          <p:cNvSpPr txBox="1">
            <a:spLocks noGrp="1"/>
          </p:cNvSpPr>
          <p:nvPr>
            <p:ph type="body" idx="5"/>
          </p:nvPr>
        </p:nvSpPr>
        <p:spPr>
          <a:xfrm>
            <a:off x="8021910" y="3864492"/>
            <a:ext cx="3046869"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1" name="Google Shape;281;p26"/>
          <p:cNvSpPr txBox="1">
            <a:spLocks noGrp="1"/>
          </p:cNvSpPr>
          <p:nvPr>
            <p:ph type="body" idx="6"/>
          </p:nvPr>
        </p:nvSpPr>
        <p:spPr>
          <a:xfrm>
            <a:off x="8011122" y="5229761"/>
            <a:ext cx="3057657"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2" name="Google Shape;282;p26"/>
          <p:cNvSpPr txBox="1">
            <a:spLocks noGrp="1"/>
          </p:cNvSpPr>
          <p:nvPr>
            <p:ph type="body" idx="7"/>
          </p:nvPr>
        </p:nvSpPr>
        <p:spPr>
          <a:xfrm>
            <a:off x="2789174" y="919259"/>
            <a:ext cx="6425888" cy="5031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3" name="Google Shape;283;p26"/>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84" name="Google Shape;284;p26"/>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2_Linha do Tempo1">
  <p:cSld name="3_Linha do Tempo1 5">
    <p:spTree>
      <p:nvGrpSpPr>
        <p:cNvPr id="1" name="Shape 285"/>
        <p:cNvGrpSpPr/>
        <p:nvPr/>
      </p:nvGrpSpPr>
      <p:grpSpPr>
        <a:xfrm>
          <a:off x="0" y="0"/>
          <a:ext cx="0" cy="0"/>
          <a:chOff x="0" y="0"/>
          <a:chExt cx="0" cy="0"/>
        </a:xfrm>
      </p:grpSpPr>
      <p:pic>
        <p:nvPicPr>
          <p:cNvPr id="286" name="Google Shape;286;p27"/>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287" name="Google Shape;287;p27"/>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288" name="Google Shape;288;p27"/>
          <p:cNvSpPr txBox="1">
            <a:spLocks noGrp="1"/>
          </p:cNvSpPr>
          <p:nvPr>
            <p:ph type="body" idx="1"/>
          </p:nvPr>
        </p:nvSpPr>
        <p:spPr>
          <a:xfrm>
            <a:off x="3557090" y="3556357"/>
            <a:ext cx="2160687" cy="238238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9" name="Google Shape;289;p27"/>
          <p:cNvSpPr txBox="1">
            <a:spLocks noGrp="1"/>
          </p:cNvSpPr>
          <p:nvPr>
            <p:ph type="body" idx="2"/>
          </p:nvPr>
        </p:nvSpPr>
        <p:spPr>
          <a:xfrm>
            <a:off x="6054957" y="3555846"/>
            <a:ext cx="2399155" cy="78507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0" name="Google Shape;290;p27"/>
          <p:cNvSpPr txBox="1">
            <a:spLocks noGrp="1"/>
          </p:cNvSpPr>
          <p:nvPr>
            <p:ph type="body" idx="3"/>
          </p:nvPr>
        </p:nvSpPr>
        <p:spPr>
          <a:xfrm>
            <a:off x="8983149" y="3555846"/>
            <a:ext cx="2492083" cy="187975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1" name="Google Shape;291;p27"/>
          <p:cNvSpPr txBox="1">
            <a:spLocks noGrp="1"/>
          </p:cNvSpPr>
          <p:nvPr>
            <p:ph type="body" idx="4"/>
          </p:nvPr>
        </p:nvSpPr>
        <p:spPr>
          <a:xfrm>
            <a:off x="2789174" y="919259"/>
            <a:ext cx="6425888" cy="5031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2" name="Google Shape;292;p27"/>
          <p:cNvSpPr txBox="1">
            <a:spLocks noGrp="1"/>
          </p:cNvSpPr>
          <p:nvPr>
            <p:ph type="body" idx="5"/>
          </p:nvPr>
        </p:nvSpPr>
        <p:spPr>
          <a:xfrm>
            <a:off x="3548026" y="2796830"/>
            <a:ext cx="1892055" cy="62120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3" name="Google Shape;293;p27"/>
          <p:cNvSpPr txBox="1">
            <a:spLocks noGrp="1"/>
          </p:cNvSpPr>
          <p:nvPr>
            <p:ph type="body" idx="6"/>
          </p:nvPr>
        </p:nvSpPr>
        <p:spPr>
          <a:xfrm>
            <a:off x="6042197" y="2807800"/>
            <a:ext cx="1901246" cy="62120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4" name="Google Shape;294;p27"/>
          <p:cNvSpPr txBox="1">
            <a:spLocks noGrp="1"/>
          </p:cNvSpPr>
          <p:nvPr>
            <p:ph type="body" idx="7"/>
          </p:nvPr>
        </p:nvSpPr>
        <p:spPr>
          <a:xfrm>
            <a:off x="8983148" y="2807800"/>
            <a:ext cx="1989537" cy="62120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5" name="Google Shape;295;p27"/>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6" name="Google Shape;296;p27"/>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2_Linha do Tempo1">
  <p:cSld name="3_Linha do Tempo1 6">
    <p:spTree>
      <p:nvGrpSpPr>
        <p:cNvPr id="1" name="Shape 297"/>
        <p:cNvGrpSpPr/>
        <p:nvPr/>
      </p:nvGrpSpPr>
      <p:grpSpPr>
        <a:xfrm>
          <a:off x="0" y="0"/>
          <a:ext cx="0" cy="0"/>
          <a:chOff x="0" y="0"/>
          <a:chExt cx="0" cy="0"/>
        </a:xfrm>
      </p:grpSpPr>
      <p:pic>
        <p:nvPicPr>
          <p:cNvPr id="298" name="Google Shape;298;p28"/>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299" name="Google Shape;299;p28"/>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300" name="Google Shape;300;p28"/>
          <p:cNvSpPr txBox="1">
            <a:spLocks noGrp="1"/>
          </p:cNvSpPr>
          <p:nvPr>
            <p:ph type="body" idx="1"/>
          </p:nvPr>
        </p:nvSpPr>
        <p:spPr>
          <a:xfrm>
            <a:off x="3276600" y="1188174"/>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1" name="Google Shape;301;p28"/>
          <p:cNvSpPr txBox="1">
            <a:spLocks noGrp="1"/>
          </p:cNvSpPr>
          <p:nvPr>
            <p:ph type="body" idx="2"/>
          </p:nvPr>
        </p:nvSpPr>
        <p:spPr>
          <a:xfrm>
            <a:off x="3276600" y="1808050"/>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2" name="Google Shape;302;p28"/>
          <p:cNvSpPr txBox="1">
            <a:spLocks noGrp="1"/>
          </p:cNvSpPr>
          <p:nvPr>
            <p:ph type="body" idx="3"/>
          </p:nvPr>
        </p:nvSpPr>
        <p:spPr>
          <a:xfrm>
            <a:off x="3276600" y="2442212"/>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3" name="Google Shape;303;p28"/>
          <p:cNvSpPr txBox="1">
            <a:spLocks noGrp="1"/>
          </p:cNvSpPr>
          <p:nvPr>
            <p:ph type="body" idx="4"/>
          </p:nvPr>
        </p:nvSpPr>
        <p:spPr>
          <a:xfrm>
            <a:off x="3276600" y="3108857"/>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4" name="Google Shape;304;p28"/>
          <p:cNvSpPr txBox="1">
            <a:spLocks noGrp="1"/>
          </p:cNvSpPr>
          <p:nvPr>
            <p:ph type="body" idx="5"/>
          </p:nvPr>
        </p:nvSpPr>
        <p:spPr>
          <a:xfrm>
            <a:off x="3276600" y="3805543"/>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5" name="Google Shape;305;p28"/>
          <p:cNvSpPr txBox="1">
            <a:spLocks noGrp="1"/>
          </p:cNvSpPr>
          <p:nvPr>
            <p:ph type="body" idx="6"/>
          </p:nvPr>
        </p:nvSpPr>
        <p:spPr>
          <a:xfrm>
            <a:off x="3276600" y="4513114"/>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6" name="Google Shape;306;p28"/>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07" name="Google Shape;307;p28"/>
          <p:cNvSpPr txBox="1"/>
          <p:nvPr/>
        </p:nvSpPr>
        <p:spPr>
          <a:xfrm>
            <a:off x="473493" y="697144"/>
            <a:ext cx="1829795"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1" i="0" u="none" strike="noStrike" cap="none" dirty="0">
              <a:solidFill>
                <a:schemeClr val="lt1"/>
              </a:solidFill>
              <a:latin typeface="Poppins"/>
              <a:ea typeface="Poppins"/>
              <a:cs typeface="Poppins"/>
              <a:sym typeface="Poppin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Atividade">
  <p:cSld name="3_Atividade">
    <p:spTree>
      <p:nvGrpSpPr>
        <p:cNvPr id="1" name="Shape 308"/>
        <p:cNvGrpSpPr/>
        <p:nvPr/>
      </p:nvGrpSpPr>
      <p:grpSpPr>
        <a:xfrm>
          <a:off x="0" y="0"/>
          <a:ext cx="0" cy="0"/>
          <a:chOff x="0" y="0"/>
          <a:chExt cx="0" cy="0"/>
        </a:xfrm>
      </p:grpSpPr>
      <p:sp>
        <p:nvSpPr>
          <p:cNvPr id="309" name="Google Shape;309;p29"/>
          <p:cNvSpPr/>
          <p:nvPr/>
        </p:nvSpPr>
        <p:spPr>
          <a:xfrm>
            <a:off x="0" y="0"/>
            <a:ext cx="12192000"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1_Layout Personalizado">
  <p:cSld name="1_Layout Personalizado">
    <p:spTree>
      <p:nvGrpSpPr>
        <p:cNvPr id="1" name="Shape 310"/>
        <p:cNvGrpSpPr/>
        <p:nvPr/>
      </p:nvGrpSpPr>
      <p:grpSpPr>
        <a:xfrm>
          <a:off x="0" y="0"/>
          <a:ext cx="0" cy="0"/>
          <a:chOff x="0" y="0"/>
          <a:chExt cx="0" cy="0"/>
        </a:xfrm>
      </p:grpSpPr>
      <p:pic>
        <p:nvPicPr>
          <p:cNvPr id="311" name="Google Shape;311;p30"/>
          <p:cNvPicPr preferRelativeResize="0"/>
          <p:nvPr/>
        </p:nvPicPr>
        <p:blipFill rotWithShape="1">
          <a:blip r:embed="rId2">
            <a:alphaModFix/>
          </a:blip>
          <a:srcRect/>
          <a:stretch/>
        </p:blipFill>
        <p:spPr>
          <a:xfrm>
            <a:off x="4" y="0"/>
            <a:ext cx="12192000" cy="6857989"/>
          </a:xfrm>
          <a:prstGeom prst="rect">
            <a:avLst/>
          </a:prstGeom>
          <a:noFill/>
          <a:ln>
            <a:noFill/>
          </a:ln>
        </p:spPr>
      </p:pic>
      <p:grpSp>
        <p:nvGrpSpPr>
          <p:cNvPr id="312" name="Google Shape;312;p30"/>
          <p:cNvGrpSpPr/>
          <p:nvPr/>
        </p:nvGrpSpPr>
        <p:grpSpPr>
          <a:xfrm>
            <a:off x="0" y="0"/>
            <a:ext cx="8566485" cy="5808133"/>
            <a:chOff x="0" y="0"/>
            <a:chExt cx="8566485" cy="5808133"/>
          </a:xfrm>
        </p:grpSpPr>
        <p:sp>
          <p:nvSpPr>
            <p:cNvPr id="313" name="Google Shape;313;p30"/>
            <p:cNvSpPr/>
            <p:nvPr/>
          </p:nvSpPr>
          <p:spPr>
            <a:xfrm>
              <a:off x="0" y="0"/>
              <a:ext cx="8566485" cy="465666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14" name="Google Shape;314;p30"/>
            <p:cNvSpPr/>
            <p:nvPr/>
          </p:nvSpPr>
          <p:spPr>
            <a:xfrm>
              <a:off x="0" y="0"/>
              <a:ext cx="8566485" cy="5808133"/>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15" name="Google Shape;315;p30"/>
            <p:cNvSpPr/>
            <p:nvPr/>
          </p:nvSpPr>
          <p:spPr>
            <a:xfrm>
              <a:off x="0" y="3890433"/>
              <a:ext cx="1109133" cy="19177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
        <p:nvSpPr>
          <p:cNvPr id="316" name="Google Shape;316;p30"/>
          <p:cNvSpPr txBox="1">
            <a:spLocks noGrp="1"/>
          </p:cNvSpPr>
          <p:nvPr>
            <p:ph type="body" idx="1"/>
          </p:nvPr>
        </p:nvSpPr>
        <p:spPr>
          <a:xfrm>
            <a:off x="1472540" y="999139"/>
            <a:ext cx="5135423" cy="312843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17" name="Google Shape;317;p30"/>
          <p:cNvSpPr txBox="1">
            <a:spLocks noGrp="1"/>
          </p:cNvSpPr>
          <p:nvPr>
            <p:ph type="body" idx="2"/>
          </p:nvPr>
        </p:nvSpPr>
        <p:spPr>
          <a:xfrm>
            <a:off x="1472540" y="4248213"/>
            <a:ext cx="3345391" cy="40428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1_Atividade_Resposta">
  <p:cSld name="3_Atividade_Resposta">
    <p:spTree>
      <p:nvGrpSpPr>
        <p:cNvPr id="1" name="Shape 318"/>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2_Atividade_Resposta">
  <p:cSld name="3_Atividade_Resposta 2">
    <p:spTree>
      <p:nvGrpSpPr>
        <p:cNvPr id="1" name="Shape 319"/>
        <p:cNvGrpSpPr/>
        <p:nvPr/>
      </p:nvGrpSpPr>
      <p:grpSpPr>
        <a:xfrm>
          <a:off x="0" y="0"/>
          <a:ext cx="0" cy="0"/>
          <a:chOff x="0" y="0"/>
          <a:chExt cx="0" cy="0"/>
        </a:xfrm>
      </p:grpSpPr>
      <p:sp>
        <p:nvSpPr>
          <p:cNvPr id="320" name="Google Shape;320;p32"/>
          <p:cNvSpPr txBox="1">
            <a:spLocks noGrp="1"/>
          </p:cNvSpPr>
          <p:nvPr>
            <p:ph type="body" idx="1"/>
          </p:nvPr>
        </p:nvSpPr>
        <p:spPr>
          <a:xfrm>
            <a:off x="2633811" y="1324949"/>
            <a:ext cx="4998509" cy="8371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1" name="Google Shape;321;p32"/>
          <p:cNvSpPr txBox="1">
            <a:spLocks noGrp="1"/>
          </p:cNvSpPr>
          <p:nvPr>
            <p:ph type="body" idx="2"/>
          </p:nvPr>
        </p:nvSpPr>
        <p:spPr>
          <a:xfrm>
            <a:off x="2633811" y="2340949"/>
            <a:ext cx="4998509" cy="8371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2" name="Google Shape;322;p32"/>
          <p:cNvSpPr txBox="1">
            <a:spLocks noGrp="1"/>
          </p:cNvSpPr>
          <p:nvPr>
            <p:ph type="body" idx="3"/>
          </p:nvPr>
        </p:nvSpPr>
        <p:spPr>
          <a:xfrm>
            <a:off x="2633811" y="3365077"/>
            <a:ext cx="4998509" cy="8371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3" name="Google Shape;323;p32"/>
          <p:cNvSpPr txBox="1">
            <a:spLocks noGrp="1"/>
          </p:cNvSpPr>
          <p:nvPr>
            <p:ph type="body" idx="4"/>
          </p:nvPr>
        </p:nvSpPr>
        <p:spPr>
          <a:xfrm>
            <a:off x="2633811" y="4486741"/>
            <a:ext cx="4998509" cy="8371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4_Atividade_Resposta">
  <p:cSld name="5_Atividade_Resposta">
    <p:spTree>
      <p:nvGrpSpPr>
        <p:cNvPr id="1" name="Shape 324"/>
        <p:cNvGrpSpPr/>
        <p:nvPr/>
      </p:nvGrpSpPr>
      <p:grpSpPr>
        <a:xfrm>
          <a:off x="0" y="0"/>
          <a:ext cx="0" cy="0"/>
          <a:chOff x="0" y="0"/>
          <a:chExt cx="0" cy="0"/>
        </a:xfrm>
      </p:grpSpPr>
      <p:pic>
        <p:nvPicPr>
          <p:cNvPr id="325" name="Google Shape;325;p33"/>
          <p:cNvPicPr preferRelativeResize="0"/>
          <p:nvPr/>
        </p:nvPicPr>
        <p:blipFill rotWithShape="1">
          <a:blip r:embed="rId2">
            <a:alphaModFix/>
          </a:blip>
          <a:srcRect/>
          <a:stretch/>
        </p:blipFill>
        <p:spPr>
          <a:xfrm>
            <a:off x="0" y="9526"/>
            <a:ext cx="12192000" cy="568301"/>
          </a:xfrm>
          <a:prstGeom prst="rect">
            <a:avLst/>
          </a:prstGeom>
          <a:noFill/>
          <a:ln>
            <a:noFill/>
          </a:ln>
        </p:spPr>
      </p:pic>
      <p:sp>
        <p:nvSpPr>
          <p:cNvPr id="326" name="Google Shape;326;p33"/>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pic>
        <p:nvPicPr>
          <p:cNvPr id="327" name="Google Shape;327;p33"/>
          <p:cNvPicPr preferRelativeResize="0"/>
          <p:nvPr/>
        </p:nvPicPr>
        <p:blipFill rotWithShape="1">
          <a:blip r:embed="rId3">
            <a:alphaModFix/>
          </a:blip>
          <a:srcRect/>
          <a:stretch/>
        </p:blipFill>
        <p:spPr>
          <a:xfrm>
            <a:off x="0" y="6281734"/>
            <a:ext cx="12192000" cy="595317"/>
          </a:xfrm>
          <a:prstGeom prst="rect">
            <a:avLst/>
          </a:prstGeom>
          <a:noFill/>
          <a:ln>
            <a:noFill/>
          </a:ln>
        </p:spPr>
      </p:pic>
      <p:sp>
        <p:nvSpPr>
          <p:cNvPr id="328" name="Google Shape;328;p33"/>
          <p:cNvSpPr txBox="1">
            <a:spLocks noGrp="1"/>
          </p:cNvSpPr>
          <p:nvPr>
            <p:ph type="body" idx="1"/>
          </p:nvPr>
        </p:nvSpPr>
        <p:spPr>
          <a:xfrm>
            <a:off x="3136759" y="1056217"/>
            <a:ext cx="2958041" cy="52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9" name="Google Shape;329;p33"/>
          <p:cNvSpPr txBox="1">
            <a:spLocks noGrp="1"/>
          </p:cNvSpPr>
          <p:nvPr>
            <p:ph type="body" idx="2"/>
          </p:nvPr>
        </p:nvSpPr>
        <p:spPr>
          <a:xfrm>
            <a:off x="3136759" y="1771481"/>
            <a:ext cx="2958041" cy="52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0" name="Google Shape;330;p33"/>
          <p:cNvSpPr txBox="1">
            <a:spLocks noGrp="1"/>
          </p:cNvSpPr>
          <p:nvPr>
            <p:ph type="body" idx="3"/>
          </p:nvPr>
        </p:nvSpPr>
        <p:spPr>
          <a:xfrm>
            <a:off x="3136759" y="2584281"/>
            <a:ext cx="2958041" cy="52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1" name="Google Shape;331;p33"/>
          <p:cNvSpPr txBox="1">
            <a:spLocks noGrp="1"/>
          </p:cNvSpPr>
          <p:nvPr>
            <p:ph type="body" idx="4"/>
          </p:nvPr>
        </p:nvSpPr>
        <p:spPr>
          <a:xfrm>
            <a:off x="6501751" y="1056217"/>
            <a:ext cx="2958041" cy="52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2" name="Google Shape;332;p33"/>
          <p:cNvSpPr txBox="1">
            <a:spLocks noGrp="1"/>
          </p:cNvSpPr>
          <p:nvPr>
            <p:ph type="body" idx="5"/>
          </p:nvPr>
        </p:nvSpPr>
        <p:spPr>
          <a:xfrm>
            <a:off x="6501751" y="1771481"/>
            <a:ext cx="2958041" cy="52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3" name="Google Shape;333;p33"/>
          <p:cNvSpPr txBox="1">
            <a:spLocks noGrp="1"/>
          </p:cNvSpPr>
          <p:nvPr>
            <p:ph type="body" idx="6"/>
          </p:nvPr>
        </p:nvSpPr>
        <p:spPr>
          <a:xfrm>
            <a:off x="6501751" y="2584281"/>
            <a:ext cx="2958041" cy="52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4" name="Google Shape;334;p33"/>
          <p:cNvSpPr txBox="1"/>
          <p:nvPr/>
        </p:nvSpPr>
        <p:spPr>
          <a:xfrm>
            <a:off x="727002" y="749326"/>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335"/>
        <p:cNvGrpSpPr/>
        <p:nvPr/>
      </p:nvGrpSpPr>
      <p:grpSpPr>
        <a:xfrm>
          <a:off x="0" y="0"/>
          <a:ext cx="0" cy="0"/>
          <a:chOff x="0" y="0"/>
          <a:chExt cx="0" cy="0"/>
        </a:xfrm>
      </p:grpSpPr>
      <p:sp>
        <p:nvSpPr>
          <p:cNvPr id="336" name="Google Shape;336;p34"/>
          <p:cNvSpPr txBox="1"/>
          <p:nvPr/>
        </p:nvSpPr>
        <p:spPr>
          <a:xfrm>
            <a:off x="12971489" y="493676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37" name="Google Shape;337;p34"/>
          <p:cNvSpPr txBox="1"/>
          <p:nvPr/>
        </p:nvSpPr>
        <p:spPr>
          <a:xfrm>
            <a:off x="12691672" y="388744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38" name="Google Shape;338;p34"/>
          <p:cNvSpPr txBox="1">
            <a:spLocks noGrp="1"/>
          </p:cNvSpPr>
          <p:nvPr>
            <p:ph type="body" idx="1"/>
          </p:nvPr>
        </p:nvSpPr>
        <p:spPr>
          <a:xfrm>
            <a:off x="878472" y="4705246"/>
            <a:ext cx="2509305" cy="306793"/>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400"/>
              <a:buFont typeface="Arial"/>
              <a:buNone/>
              <a:defRPr sz="11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9" name="Google Shape;339;p34"/>
          <p:cNvSpPr txBox="1">
            <a:spLocks noGrp="1"/>
          </p:cNvSpPr>
          <p:nvPr>
            <p:ph type="body" idx="2"/>
          </p:nvPr>
        </p:nvSpPr>
        <p:spPr>
          <a:xfrm>
            <a:off x="878472" y="5194925"/>
            <a:ext cx="2509305" cy="306793"/>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400"/>
              <a:buFont typeface="Arial"/>
              <a:buNone/>
              <a:defRPr sz="11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0" name="Google Shape;340;p34"/>
          <p:cNvSpPr txBox="1"/>
          <p:nvPr/>
        </p:nvSpPr>
        <p:spPr>
          <a:xfrm>
            <a:off x="3609788" y="-1039906"/>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41" name="Google Shape;341;p34"/>
          <p:cNvSpPr txBox="1"/>
          <p:nvPr/>
        </p:nvSpPr>
        <p:spPr>
          <a:xfrm>
            <a:off x="4535254" y="1129596"/>
            <a:ext cx="546847" cy="484094"/>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1</a:t>
            </a:r>
            <a:endParaRPr sz="1400" b="0" i="0" u="none" strike="noStrike" cap="none" dirty="0">
              <a:solidFill>
                <a:srgbClr val="000000"/>
              </a:solidFill>
              <a:latin typeface="Arial"/>
              <a:ea typeface="Arial"/>
              <a:cs typeface="Arial"/>
              <a:sym typeface="Arial"/>
            </a:endParaRPr>
          </a:p>
        </p:txBody>
      </p:sp>
      <p:cxnSp>
        <p:nvCxnSpPr>
          <p:cNvPr id="342" name="Google Shape;342;p34"/>
          <p:cNvCxnSpPr/>
          <p:nvPr/>
        </p:nvCxnSpPr>
        <p:spPr>
          <a:xfrm>
            <a:off x="4535253" y="1685408"/>
            <a:ext cx="6858888" cy="0"/>
          </a:xfrm>
          <a:prstGeom prst="straightConnector1">
            <a:avLst/>
          </a:prstGeom>
          <a:noFill/>
          <a:ln w="19050" cap="flat" cmpd="sng">
            <a:solidFill>
              <a:srgbClr val="A5A5A5"/>
            </a:solidFill>
            <a:prstDash val="solid"/>
            <a:round/>
            <a:headEnd type="oval" w="med" len="med"/>
            <a:tailEnd type="oval" w="med" len="med"/>
          </a:ln>
        </p:spPr>
      </p:cxnSp>
      <p:sp>
        <p:nvSpPr>
          <p:cNvPr id="343" name="Google Shape;343;p34"/>
          <p:cNvSpPr txBox="1"/>
          <p:nvPr/>
        </p:nvSpPr>
        <p:spPr>
          <a:xfrm>
            <a:off x="4535254" y="2594775"/>
            <a:ext cx="546847" cy="484094"/>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2</a:t>
            </a:r>
            <a:endParaRPr sz="1400" b="0" i="0" u="none" strike="noStrike" cap="none" dirty="0">
              <a:solidFill>
                <a:srgbClr val="000000"/>
              </a:solidFill>
              <a:latin typeface="Arial"/>
              <a:ea typeface="Arial"/>
              <a:cs typeface="Arial"/>
              <a:sym typeface="Arial"/>
            </a:endParaRPr>
          </a:p>
        </p:txBody>
      </p:sp>
      <p:cxnSp>
        <p:nvCxnSpPr>
          <p:cNvPr id="344" name="Google Shape;344;p34"/>
          <p:cNvCxnSpPr/>
          <p:nvPr/>
        </p:nvCxnSpPr>
        <p:spPr>
          <a:xfrm>
            <a:off x="4535253" y="3150587"/>
            <a:ext cx="6858888" cy="0"/>
          </a:xfrm>
          <a:prstGeom prst="straightConnector1">
            <a:avLst/>
          </a:prstGeom>
          <a:noFill/>
          <a:ln w="19050" cap="flat" cmpd="sng">
            <a:solidFill>
              <a:srgbClr val="A5A5A5"/>
            </a:solidFill>
            <a:prstDash val="solid"/>
            <a:round/>
            <a:headEnd type="oval" w="med" len="med"/>
            <a:tailEnd type="oval" w="med" len="med"/>
          </a:ln>
        </p:spPr>
      </p:cxnSp>
      <p:sp>
        <p:nvSpPr>
          <p:cNvPr id="345" name="Google Shape;345;p34"/>
          <p:cNvSpPr txBox="1"/>
          <p:nvPr/>
        </p:nvSpPr>
        <p:spPr>
          <a:xfrm>
            <a:off x="4535254" y="4059954"/>
            <a:ext cx="546847" cy="484094"/>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3</a:t>
            </a:r>
            <a:endParaRPr sz="1400" b="0" i="0" u="none" strike="noStrike" cap="none" dirty="0">
              <a:solidFill>
                <a:srgbClr val="000000"/>
              </a:solidFill>
              <a:latin typeface="Arial"/>
              <a:ea typeface="Arial"/>
              <a:cs typeface="Arial"/>
              <a:sym typeface="Arial"/>
            </a:endParaRPr>
          </a:p>
        </p:txBody>
      </p:sp>
      <p:cxnSp>
        <p:nvCxnSpPr>
          <p:cNvPr id="346" name="Google Shape;346;p34"/>
          <p:cNvCxnSpPr/>
          <p:nvPr/>
        </p:nvCxnSpPr>
        <p:spPr>
          <a:xfrm>
            <a:off x="4535253" y="4615765"/>
            <a:ext cx="6858888" cy="0"/>
          </a:xfrm>
          <a:prstGeom prst="straightConnector1">
            <a:avLst/>
          </a:prstGeom>
          <a:noFill/>
          <a:ln w="19050" cap="flat" cmpd="sng">
            <a:solidFill>
              <a:srgbClr val="A5A5A5"/>
            </a:solidFill>
            <a:prstDash val="solid"/>
            <a:round/>
            <a:headEnd type="oval" w="med" len="med"/>
            <a:tailEnd type="oval" w="med" len="med"/>
          </a:ln>
        </p:spPr>
      </p:cxnSp>
      <p:sp>
        <p:nvSpPr>
          <p:cNvPr id="347" name="Google Shape;347;p34"/>
          <p:cNvSpPr txBox="1"/>
          <p:nvPr/>
        </p:nvSpPr>
        <p:spPr>
          <a:xfrm>
            <a:off x="4535254" y="5525133"/>
            <a:ext cx="546847" cy="484094"/>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4</a:t>
            </a:r>
            <a:endParaRPr sz="1400" b="0" i="0" u="none" strike="noStrike" cap="none" dirty="0">
              <a:solidFill>
                <a:srgbClr val="000000"/>
              </a:solidFill>
              <a:latin typeface="Arial"/>
              <a:ea typeface="Arial"/>
              <a:cs typeface="Arial"/>
              <a:sym typeface="Arial"/>
            </a:endParaRPr>
          </a:p>
        </p:txBody>
      </p:sp>
      <p:cxnSp>
        <p:nvCxnSpPr>
          <p:cNvPr id="348" name="Google Shape;348;p34"/>
          <p:cNvCxnSpPr/>
          <p:nvPr/>
        </p:nvCxnSpPr>
        <p:spPr>
          <a:xfrm>
            <a:off x="4535253" y="6080945"/>
            <a:ext cx="6858888" cy="0"/>
          </a:xfrm>
          <a:prstGeom prst="straightConnector1">
            <a:avLst/>
          </a:prstGeom>
          <a:noFill/>
          <a:ln w="19050" cap="flat" cmpd="sng">
            <a:solidFill>
              <a:srgbClr val="A5A5A5"/>
            </a:solidFill>
            <a:prstDash val="solid"/>
            <a:round/>
            <a:headEnd type="oval" w="med" len="med"/>
            <a:tailEnd type="oval" w="med" len="med"/>
          </a:ln>
        </p:spPr>
      </p:cxnSp>
      <p:sp>
        <p:nvSpPr>
          <p:cNvPr id="349" name="Google Shape;349;p34"/>
          <p:cNvSpPr txBox="1">
            <a:spLocks noGrp="1"/>
          </p:cNvSpPr>
          <p:nvPr>
            <p:ph type="body" idx="3"/>
          </p:nvPr>
        </p:nvSpPr>
        <p:spPr>
          <a:xfrm>
            <a:off x="5207001" y="609602"/>
            <a:ext cx="6035675" cy="92441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50" name="Google Shape;350;p34"/>
          <p:cNvSpPr txBox="1">
            <a:spLocks noGrp="1"/>
          </p:cNvSpPr>
          <p:nvPr>
            <p:ph type="body" idx="4"/>
          </p:nvPr>
        </p:nvSpPr>
        <p:spPr>
          <a:xfrm>
            <a:off x="5207001" y="2078638"/>
            <a:ext cx="6035675" cy="92441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51" name="Google Shape;351;p34"/>
          <p:cNvSpPr txBox="1">
            <a:spLocks noGrp="1"/>
          </p:cNvSpPr>
          <p:nvPr>
            <p:ph type="body" idx="5"/>
          </p:nvPr>
        </p:nvSpPr>
        <p:spPr>
          <a:xfrm>
            <a:off x="5207001" y="3537680"/>
            <a:ext cx="6035675" cy="92441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52" name="Google Shape;352;p34"/>
          <p:cNvSpPr txBox="1">
            <a:spLocks noGrp="1"/>
          </p:cNvSpPr>
          <p:nvPr>
            <p:ph type="body" idx="6"/>
          </p:nvPr>
        </p:nvSpPr>
        <p:spPr>
          <a:xfrm>
            <a:off x="5207001" y="5006716"/>
            <a:ext cx="6035675" cy="92441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53" name="Google Shape;353;p34"/>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54" name="Google Shape;354;p34"/>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5_OqueAprendemos">
  <p:cSld name="6_OqueAprendemos">
    <p:spTree>
      <p:nvGrpSpPr>
        <p:cNvPr id="1" name="Shape 355"/>
        <p:cNvGrpSpPr/>
        <p:nvPr/>
      </p:nvGrpSpPr>
      <p:grpSpPr>
        <a:xfrm>
          <a:off x="0" y="0"/>
          <a:ext cx="0" cy="0"/>
          <a:chOff x="0" y="0"/>
          <a:chExt cx="0" cy="0"/>
        </a:xfrm>
      </p:grpSpPr>
      <p:pic>
        <p:nvPicPr>
          <p:cNvPr id="356" name="Google Shape;356;p35"/>
          <p:cNvPicPr preferRelativeResize="0"/>
          <p:nvPr/>
        </p:nvPicPr>
        <p:blipFill rotWithShape="1">
          <a:blip r:embed="rId2">
            <a:alphaModFix/>
          </a:blip>
          <a:srcRect/>
          <a:stretch/>
        </p:blipFill>
        <p:spPr>
          <a:xfrm>
            <a:off x="0" y="0"/>
            <a:ext cx="3775249" cy="6857983"/>
          </a:xfrm>
          <a:prstGeom prst="rect">
            <a:avLst/>
          </a:prstGeom>
          <a:noFill/>
          <a:ln>
            <a:noFill/>
          </a:ln>
        </p:spPr>
      </p:pic>
      <p:pic>
        <p:nvPicPr>
          <p:cNvPr id="357" name="Google Shape;357;p35"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32497" y="695158"/>
            <a:ext cx="3823136" cy="3899277"/>
          </a:xfrm>
          <a:prstGeom prst="ellipse">
            <a:avLst/>
          </a:prstGeom>
          <a:noFill/>
          <a:ln>
            <a:noFill/>
          </a:ln>
        </p:spPr>
      </p:pic>
      <p:sp>
        <p:nvSpPr>
          <p:cNvPr id="358" name="Google Shape;358;p35"/>
          <p:cNvSpPr txBox="1"/>
          <p:nvPr/>
        </p:nvSpPr>
        <p:spPr>
          <a:xfrm>
            <a:off x="918094" y="4658787"/>
            <a:ext cx="833169" cy="1487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800" b="0" i="0" u="none" strike="noStrike" cap="none" dirty="0">
              <a:solidFill>
                <a:schemeClr val="lt1"/>
              </a:solidFill>
              <a:latin typeface="Poppins Light"/>
              <a:ea typeface="Poppins Light"/>
              <a:cs typeface="Poppins Light"/>
              <a:sym typeface="Poppins Light"/>
            </a:endParaRPr>
          </a:p>
        </p:txBody>
      </p:sp>
      <p:sp>
        <p:nvSpPr>
          <p:cNvPr id="359" name="Google Shape;359;p35"/>
          <p:cNvSpPr>
            <a:spLocks noGrp="1"/>
          </p:cNvSpPr>
          <p:nvPr>
            <p:ph type="pic" idx="2"/>
          </p:nvPr>
        </p:nvSpPr>
        <p:spPr>
          <a:xfrm>
            <a:off x="4868334" y="1691217"/>
            <a:ext cx="6354233" cy="4068233"/>
          </a:xfrm>
          <a:prstGeom prst="rect">
            <a:avLst/>
          </a:prstGeom>
          <a:solidFill>
            <a:srgbClr val="D8D8D8"/>
          </a:solidFill>
          <a:ln>
            <a:noFill/>
          </a:ln>
        </p:spPr>
        <p:txBody>
          <a:bodyPr/>
          <a:lstStyle/>
          <a:p>
            <a:endParaRPr lang="pt-BR" dirty="0"/>
          </a:p>
        </p:txBody>
      </p:sp>
      <p:sp>
        <p:nvSpPr>
          <p:cNvPr id="360" name="Google Shape;360;p35"/>
          <p:cNvSpPr txBox="1"/>
          <p:nvPr/>
        </p:nvSpPr>
        <p:spPr>
          <a:xfrm>
            <a:off x="4676921" y="734022"/>
            <a:ext cx="5440600" cy="718283"/>
          </a:xfrm>
          <a:prstGeom prst="rect">
            <a:avLst/>
          </a:prstGeom>
          <a:noFill/>
          <a:ln>
            <a:noFill/>
          </a:ln>
        </p:spPr>
        <p:txBody>
          <a:bodyPr spcFirstLastPara="1" wrap="square" lIns="60950" tIns="30450" rIns="60950" bIns="30450" anchor="t" anchorCtr="0">
            <a:normAutofit/>
          </a:bodyPr>
          <a:lstStyle/>
          <a:p>
            <a:pPr marL="304815" marR="0" lvl="0" indent="-152408" algn="l" rtl="0">
              <a:lnSpc>
                <a:spcPct val="100000"/>
              </a:lnSpc>
              <a:spcBef>
                <a:spcPts val="600"/>
              </a:spcBef>
              <a:spcAft>
                <a:spcPts val="0"/>
              </a:spcAft>
              <a:buClr>
                <a:schemeClr val="dk1"/>
              </a:buClr>
              <a:buSzPts val="4500"/>
              <a:buFont typeface="Poppins"/>
              <a:buNone/>
            </a:pPr>
            <a:r>
              <a:rPr lang="pt-BR" sz="3000" b="1" i="0" u="none" strike="noStrike" cap="none" dirty="0">
                <a:solidFill>
                  <a:srgbClr val="FF0000"/>
                </a:solidFill>
                <a:latin typeface="Poppins"/>
                <a:ea typeface="Poppins"/>
                <a:cs typeface="Poppins"/>
                <a:sym typeface="Poppins"/>
              </a:rPr>
              <a:t>Nuvem de palavras</a:t>
            </a:r>
            <a:endParaRPr sz="1400" b="0" i="0" u="none" strike="noStrike" cap="none" dirty="0">
              <a:solidFill>
                <a:srgbClr val="000000"/>
              </a:solidFill>
              <a:latin typeface="Arial"/>
              <a:ea typeface="Arial"/>
              <a:cs typeface="Arial"/>
              <a:sym typeface="Arial"/>
            </a:endParaRPr>
          </a:p>
        </p:txBody>
      </p:sp>
      <p:sp>
        <p:nvSpPr>
          <p:cNvPr id="361" name="Google Shape;361;p35"/>
          <p:cNvSpPr/>
          <p:nvPr/>
        </p:nvSpPr>
        <p:spPr>
          <a:xfrm>
            <a:off x="1827147" y="369589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62" name="Google Shape;362;p35"/>
          <p:cNvSpPr txBox="1"/>
          <p:nvPr/>
        </p:nvSpPr>
        <p:spPr>
          <a:xfrm>
            <a:off x="2025947" y="3952324"/>
            <a:ext cx="2001764" cy="107702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O que nós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aprendemos hoje?</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p:spTree>
      <p:nvGrpSpPr>
        <p:cNvPr id="1" name="Shape 363"/>
        <p:cNvGrpSpPr/>
        <p:nvPr/>
      </p:nvGrpSpPr>
      <p:grpSpPr>
        <a:xfrm>
          <a:off x="0" y="0"/>
          <a:ext cx="0" cy="0"/>
          <a:chOff x="0" y="0"/>
          <a:chExt cx="0" cy="0"/>
        </a:xfrm>
      </p:grpSpPr>
      <p:pic>
        <p:nvPicPr>
          <p:cNvPr id="364" name="Google Shape;364;p36"/>
          <p:cNvPicPr preferRelativeResize="0"/>
          <p:nvPr/>
        </p:nvPicPr>
        <p:blipFill rotWithShape="1">
          <a:blip r:embed="rId2">
            <a:alphaModFix/>
          </a:blip>
          <a:srcRect/>
          <a:stretch/>
        </p:blipFill>
        <p:spPr>
          <a:xfrm>
            <a:off x="0" y="9526"/>
            <a:ext cx="12192000" cy="568301"/>
          </a:xfrm>
          <a:prstGeom prst="rect">
            <a:avLst/>
          </a:prstGeom>
          <a:noFill/>
          <a:ln>
            <a:noFill/>
          </a:ln>
        </p:spPr>
      </p:pic>
      <p:pic>
        <p:nvPicPr>
          <p:cNvPr id="365" name="Google Shape;365;p36"/>
          <p:cNvPicPr preferRelativeResize="0"/>
          <p:nvPr/>
        </p:nvPicPr>
        <p:blipFill rotWithShape="1">
          <a:blip r:embed="rId3">
            <a:alphaModFix/>
          </a:blip>
          <a:srcRect/>
          <a:stretch/>
        </p:blipFill>
        <p:spPr>
          <a:xfrm>
            <a:off x="0" y="6281734"/>
            <a:ext cx="12192000" cy="595317"/>
          </a:xfrm>
          <a:prstGeom prst="rect">
            <a:avLst/>
          </a:prstGeom>
          <a:noFill/>
          <a:ln>
            <a:noFill/>
          </a:ln>
        </p:spPr>
      </p:pic>
      <p:sp>
        <p:nvSpPr>
          <p:cNvPr id="366" name="Google Shape;366;p36"/>
          <p:cNvSpPr txBox="1">
            <a:spLocks noGrp="1"/>
          </p:cNvSpPr>
          <p:nvPr>
            <p:ph type="body" idx="1"/>
          </p:nvPr>
        </p:nvSpPr>
        <p:spPr>
          <a:xfrm>
            <a:off x="2832629" y="929217"/>
            <a:ext cx="8512278" cy="40990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4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67" name="Google Shape;367;p36"/>
          <p:cNvSpPr txBox="1">
            <a:spLocks noGrp="1"/>
          </p:cNvSpPr>
          <p:nvPr>
            <p:ph type="body" idx="2"/>
          </p:nvPr>
        </p:nvSpPr>
        <p:spPr>
          <a:xfrm>
            <a:off x="3117954" y="1598778"/>
            <a:ext cx="8226953" cy="261279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68" name="Google Shape;368;p36"/>
          <p:cNvSpPr txBox="1">
            <a:spLocks noGrp="1"/>
          </p:cNvSpPr>
          <p:nvPr>
            <p:ph type="body" idx="3"/>
          </p:nvPr>
        </p:nvSpPr>
        <p:spPr>
          <a:xfrm>
            <a:off x="4282082" y="4997173"/>
            <a:ext cx="6770665" cy="90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69" name="Google Shape;369;p36"/>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70" name="Google Shape;370;p36"/>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Linha do Tempo2">
  <p:cSld name="1_Linha do Tempo2">
    <p:bg>
      <p:bgPr>
        <a:solidFill>
          <a:schemeClr val="lt1"/>
        </a:solidFill>
        <a:effectLst/>
      </p:bgPr>
    </p:bg>
    <p:spTree>
      <p:nvGrpSpPr>
        <p:cNvPr id="1" name="Shape 371"/>
        <p:cNvGrpSpPr/>
        <p:nvPr/>
      </p:nvGrpSpPr>
      <p:grpSpPr>
        <a:xfrm>
          <a:off x="0" y="0"/>
          <a:ext cx="0" cy="0"/>
          <a:chOff x="0" y="0"/>
          <a:chExt cx="0" cy="0"/>
        </a:xfrm>
      </p:grpSpPr>
      <p:pic>
        <p:nvPicPr>
          <p:cNvPr id="372" name="Google Shape;372;p37"/>
          <p:cNvPicPr preferRelativeResize="0"/>
          <p:nvPr/>
        </p:nvPicPr>
        <p:blipFill rotWithShape="1">
          <a:blip r:embed="rId2">
            <a:alphaModFix/>
          </a:blip>
          <a:srcRect/>
          <a:stretch/>
        </p:blipFill>
        <p:spPr>
          <a:xfrm>
            <a:off x="0" y="9526"/>
            <a:ext cx="12192000" cy="568301"/>
          </a:xfrm>
          <a:prstGeom prst="rect">
            <a:avLst/>
          </a:prstGeom>
          <a:noFill/>
          <a:ln>
            <a:noFill/>
          </a:ln>
        </p:spPr>
      </p:pic>
      <p:pic>
        <p:nvPicPr>
          <p:cNvPr id="373" name="Google Shape;373;p37"/>
          <p:cNvPicPr preferRelativeResize="0"/>
          <p:nvPr/>
        </p:nvPicPr>
        <p:blipFill rotWithShape="1">
          <a:blip r:embed="rId3">
            <a:alphaModFix/>
          </a:blip>
          <a:srcRect/>
          <a:stretch/>
        </p:blipFill>
        <p:spPr>
          <a:xfrm>
            <a:off x="0" y="6281734"/>
            <a:ext cx="12192000" cy="595317"/>
          </a:xfrm>
          <a:prstGeom prst="rect">
            <a:avLst/>
          </a:prstGeom>
          <a:noFill/>
          <a:ln>
            <a:noFill/>
          </a:ln>
        </p:spPr>
      </p:pic>
      <p:cxnSp>
        <p:nvCxnSpPr>
          <p:cNvPr id="374" name="Google Shape;374;p37"/>
          <p:cNvCxnSpPr/>
          <p:nvPr/>
        </p:nvCxnSpPr>
        <p:spPr>
          <a:xfrm>
            <a:off x="460698" y="3353252"/>
            <a:ext cx="11844716" cy="0"/>
          </a:xfrm>
          <a:prstGeom prst="straightConnector1">
            <a:avLst/>
          </a:prstGeom>
          <a:noFill/>
          <a:ln w="28575" cap="flat" cmpd="sng">
            <a:solidFill>
              <a:schemeClr val="dk1"/>
            </a:solidFill>
            <a:prstDash val="dot"/>
            <a:round/>
            <a:headEnd type="none" w="sm" len="sm"/>
            <a:tailEnd type="none" w="sm" len="sm"/>
          </a:ln>
        </p:spPr>
      </p:cxnSp>
      <p:sp>
        <p:nvSpPr>
          <p:cNvPr id="375" name="Google Shape;375;p37"/>
          <p:cNvSpPr txBox="1">
            <a:spLocks noGrp="1"/>
          </p:cNvSpPr>
          <p:nvPr>
            <p:ph type="body" idx="1"/>
          </p:nvPr>
        </p:nvSpPr>
        <p:spPr>
          <a:xfrm>
            <a:off x="3104707" y="1639685"/>
            <a:ext cx="8240200" cy="225767"/>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2200"/>
              <a:buFont typeface="Poppins"/>
              <a:buNone/>
              <a:defRPr sz="1467" b="0" i="0" u="none" strike="noStrike" cap="none">
                <a:solidFill>
                  <a:srgbClr val="000000"/>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376" name="Google Shape;376;p37"/>
          <p:cNvSpPr txBox="1">
            <a:spLocks noGrp="1"/>
          </p:cNvSpPr>
          <p:nvPr>
            <p:ph type="body" idx="2"/>
          </p:nvPr>
        </p:nvSpPr>
        <p:spPr>
          <a:xfrm>
            <a:off x="3104707" y="1090293"/>
            <a:ext cx="7173432" cy="417775"/>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000"/>
              <a:buFont typeface="Poppins"/>
              <a:buNone/>
              <a:defRPr sz="2000" b="1" i="0" u="none" strike="noStrike" cap="none">
                <a:solidFill>
                  <a:srgbClr val="FF161F"/>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377" name="Google Shape;377;p37"/>
          <p:cNvSpPr txBox="1"/>
          <p:nvPr/>
        </p:nvSpPr>
        <p:spPr>
          <a:xfrm>
            <a:off x="1635512" y="498087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78" name="Google Shape;378;p37"/>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79" name="Google Shape;379;p37"/>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1_Linha do Tempo1">
  <p:cSld name="3_Linha do Tempo1 7">
    <p:bg>
      <p:bgPr>
        <a:solidFill>
          <a:schemeClr val="lt1"/>
        </a:solidFill>
        <a:effectLst/>
      </p:bgPr>
    </p:bg>
    <p:spTree>
      <p:nvGrpSpPr>
        <p:cNvPr id="1" name="Shape 380"/>
        <p:cNvGrpSpPr/>
        <p:nvPr/>
      </p:nvGrpSpPr>
      <p:grpSpPr>
        <a:xfrm>
          <a:off x="0" y="0"/>
          <a:ext cx="0" cy="0"/>
          <a:chOff x="0" y="0"/>
          <a:chExt cx="0" cy="0"/>
        </a:xfrm>
      </p:grpSpPr>
      <p:pic>
        <p:nvPicPr>
          <p:cNvPr id="381" name="Google Shape;381;p38"/>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382" name="Google Shape;382;p38"/>
          <p:cNvPicPr preferRelativeResize="0"/>
          <p:nvPr/>
        </p:nvPicPr>
        <p:blipFill rotWithShape="1">
          <a:blip r:embed="rId3">
            <a:alphaModFix/>
          </a:blip>
          <a:srcRect/>
          <a:stretch/>
        </p:blipFill>
        <p:spPr>
          <a:xfrm>
            <a:off x="0" y="9526"/>
            <a:ext cx="12192000" cy="568301"/>
          </a:xfrm>
          <a:prstGeom prst="rect">
            <a:avLst/>
          </a:prstGeom>
          <a:noFill/>
          <a:ln>
            <a:noFill/>
          </a:ln>
        </p:spPr>
      </p:pic>
      <p:cxnSp>
        <p:nvCxnSpPr>
          <p:cNvPr id="383" name="Google Shape;383;p38"/>
          <p:cNvCxnSpPr/>
          <p:nvPr/>
        </p:nvCxnSpPr>
        <p:spPr>
          <a:xfrm>
            <a:off x="1559442"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384" name="Google Shape;384;p38"/>
          <p:cNvCxnSpPr/>
          <p:nvPr/>
        </p:nvCxnSpPr>
        <p:spPr>
          <a:xfrm rot="10800000">
            <a:off x="1147295" y="4639450"/>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385" name="Google Shape;385;p38"/>
          <p:cNvCxnSpPr/>
          <p:nvPr/>
        </p:nvCxnSpPr>
        <p:spPr>
          <a:xfrm rot="10800000">
            <a:off x="6787299"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386" name="Google Shape;386;p38"/>
          <p:cNvCxnSpPr/>
          <p:nvPr/>
        </p:nvCxnSpPr>
        <p:spPr>
          <a:xfrm>
            <a:off x="3961499"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387" name="Google Shape;387;p38"/>
          <p:cNvCxnSpPr/>
          <p:nvPr/>
        </p:nvCxnSpPr>
        <p:spPr>
          <a:xfrm>
            <a:off x="9587327"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388" name="Google Shape;388;p38"/>
          <p:cNvSpPr>
            <a:spLocks noGrp="1"/>
          </p:cNvSpPr>
          <p:nvPr>
            <p:ph type="pic" idx="2"/>
          </p:nvPr>
        </p:nvSpPr>
        <p:spPr>
          <a:xfrm>
            <a:off x="778432" y="3092450"/>
            <a:ext cx="2016125" cy="1677459"/>
          </a:xfrm>
          <a:prstGeom prst="rect">
            <a:avLst/>
          </a:prstGeom>
          <a:solidFill>
            <a:srgbClr val="D8D8D8"/>
          </a:solidFill>
          <a:ln>
            <a:noFill/>
          </a:ln>
        </p:spPr>
        <p:txBody>
          <a:bodyPr/>
          <a:lstStyle/>
          <a:p>
            <a:endParaRPr lang="pt-BR" dirty="0"/>
          </a:p>
        </p:txBody>
      </p:sp>
      <p:sp>
        <p:nvSpPr>
          <p:cNvPr id="389" name="Google Shape;389;p38"/>
          <p:cNvSpPr>
            <a:spLocks noGrp="1"/>
          </p:cNvSpPr>
          <p:nvPr>
            <p:ph type="pic" idx="3"/>
          </p:nvPr>
        </p:nvSpPr>
        <p:spPr>
          <a:xfrm>
            <a:off x="3615829" y="3092450"/>
            <a:ext cx="2016125" cy="1677459"/>
          </a:xfrm>
          <a:prstGeom prst="rect">
            <a:avLst/>
          </a:prstGeom>
          <a:solidFill>
            <a:srgbClr val="D8D8D8"/>
          </a:solidFill>
          <a:ln>
            <a:noFill/>
          </a:ln>
        </p:spPr>
        <p:txBody>
          <a:bodyPr/>
          <a:lstStyle/>
          <a:p>
            <a:endParaRPr lang="pt-BR" dirty="0"/>
          </a:p>
        </p:txBody>
      </p:sp>
      <p:sp>
        <p:nvSpPr>
          <p:cNvPr id="390" name="Google Shape;390;p38"/>
          <p:cNvSpPr>
            <a:spLocks noGrp="1"/>
          </p:cNvSpPr>
          <p:nvPr>
            <p:ph type="pic" idx="4"/>
          </p:nvPr>
        </p:nvSpPr>
        <p:spPr>
          <a:xfrm>
            <a:off x="6432270" y="3092450"/>
            <a:ext cx="2016125" cy="1677459"/>
          </a:xfrm>
          <a:prstGeom prst="rect">
            <a:avLst/>
          </a:prstGeom>
          <a:solidFill>
            <a:srgbClr val="D8D8D8"/>
          </a:solidFill>
          <a:ln>
            <a:noFill/>
          </a:ln>
        </p:spPr>
        <p:txBody>
          <a:bodyPr/>
          <a:lstStyle/>
          <a:p>
            <a:endParaRPr lang="pt-BR" dirty="0"/>
          </a:p>
        </p:txBody>
      </p:sp>
      <p:sp>
        <p:nvSpPr>
          <p:cNvPr id="391" name="Google Shape;391;p38"/>
          <p:cNvSpPr>
            <a:spLocks noGrp="1"/>
          </p:cNvSpPr>
          <p:nvPr>
            <p:ph type="pic" idx="5"/>
          </p:nvPr>
        </p:nvSpPr>
        <p:spPr>
          <a:xfrm>
            <a:off x="9269667" y="3092450"/>
            <a:ext cx="2016125" cy="1677459"/>
          </a:xfrm>
          <a:prstGeom prst="rect">
            <a:avLst/>
          </a:prstGeom>
          <a:solidFill>
            <a:srgbClr val="D8D8D8"/>
          </a:solidFill>
          <a:ln>
            <a:noFill/>
          </a:ln>
        </p:spPr>
        <p:txBody>
          <a:bodyPr/>
          <a:lstStyle/>
          <a:p>
            <a:endParaRPr lang="pt-BR" dirty="0"/>
          </a:p>
        </p:txBody>
      </p:sp>
      <p:sp>
        <p:nvSpPr>
          <p:cNvPr id="392" name="Google Shape;392;p38"/>
          <p:cNvSpPr txBox="1">
            <a:spLocks noGrp="1"/>
          </p:cNvSpPr>
          <p:nvPr>
            <p:ph type="body" idx="1"/>
          </p:nvPr>
        </p:nvSpPr>
        <p:spPr>
          <a:xfrm>
            <a:off x="3005292" y="958054"/>
            <a:ext cx="8280499" cy="4519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93" name="Google Shape;393;p38"/>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94" name="Google Shape;394;p38"/>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1_Linha do Tempo1">
  <p:cSld name="3_Linha do Tempo1 8">
    <p:bg>
      <p:bgPr>
        <a:solidFill>
          <a:schemeClr val="lt1"/>
        </a:solidFill>
        <a:effectLst/>
      </p:bgPr>
    </p:bg>
    <p:spTree>
      <p:nvGrpSpPr>
        <p:cNvPr id="1" name="Shape 395"/>
        <p:cNvGrpSpPr/>
        <p:nvPr/>
      </p:nvGrpSpPr>
      <p:grpSpPr>
        <a:xfrm>
          <a:off x="0" y="0"/>
          <a:ext cx="0" cy="0"/>
          <a:chOff x="0" y="0"/>
          <a:chExt cx="0" cy="0"/>
        </a:xfrm>
      </p:grpSpPr>
      <p:pic>
        <p:nvPicPr>
          <p:cNvPr id="396" name="Google Shape;396;p39"/>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397" name="Google Shape;397;p39"/>
          <p:cNvPicPr preferRelativeResize="0"/>
          <p:nvPr/>
        </p:nvPicPr>
        <p:blipFill rotWithShape="1">
          <a:blip r:embed="rId3">
            <a:alphaModFix/>
          </a:blip>
          <a:srcRect/>
          <a:stretch/>
        </p:blipFill>
        <p:spPr>
          <a:xfrm>
            <a:off x="0" y="9526"/>
            <a:ext cx="12192000" cy="568301"/>
          </a:xfrm>
          <a:prstGeom prst="rect">
            <a:avLst/>
          </a:prstGeom>
          <a:noFill/>
          <a:ln>
            <a:noFill/>
          </a:ln>
        </p:spPr>
      </p:pic>
      <p:cxnSp>
        <p:nvCxnSpPr>
          <p:cNvPr id="398" name="Google Shape;398;p39"/>
          <p:cNvCxnSpPr/>
          <p:nvPr/>
        </p:nvCxnSpPr>
        <p:spPr>
          <a:xfrm>
            <a:off x="1559442"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399" name="Google Shape;399;p39"/>
          <p:cNvCxnSpPr/>
          <p:nvPr/>
        </p:nvCxnSpPr>
        <p:spPr>
          <a:xfrm rot="10800000">
            <a:off x="1147295" y="4639450"/>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00" name="Google Shape;400;p39"/>
          <p:cNvCxnSpPr/>
          <p:nvPr/>
        </p:nvCxnSpPr>
        <p:spPr>
          <a:xfrm rot="10800000">
            <a:off x="6787299"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01" name="Google Shape;401;p39"/>
          <p:cNvCxnSpPr/>
          <p:nvPr/>
        </p:nvCxnSpPr>
        <p:spPr>
          <a:xfrm>
            <a:off x="3961499"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402" name="Google Shape;402;p39"/>
          <p:cNvCxnSpPr/>
          <p:nvPr/>
        </p:nvCxnSpPr>
        <p:spPr>
          <a:xfrm>
            <a:off x="9587327"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403" name="Google Shape;403;p39"/>
          <p:cNvSpPr>
            <a:spLocks noGrp="1"/>
          </p:cNvSpPr>
          <p:nvPr>
            <p:ph type="pic" idx="2"/>
          </p:nvPr>
        </p:nvSpPr>
        <p:spPr>
          <a:xfrm>
            <a:off x="778432" y="3092450"/>
            <a:ext cx="2016125" cy="1677459"/>
          </a:xfrm>
          <a:prstGeom prst="rect">
            <a:avLst/>
          </a:prstGeom>
          <a:solidFill>
            <a:srgbClr val="D8D8D8"/>
          </a:solidFill>
          <a:ln>
            <a:noFill/>
          </a:ln>
        </p:spPr>
        <p:txBody>
          <a:bodyPr/>
          <a:lstStyle/>
          <a:p>
            <a:endParaRPr lang="pt-BR" dirty="0"/>
          </a:p>
        </p:txBody>
      </p:sp>
      <p:sp>
        <p:nvSpPr>
          <p:cNvPr id="404" name="Google Shape;404;p39"/>
          <p:cNvSpPr>
            <a:spLocks noGrp="1"/>
          </p:cNvSpPr>
          <p:nvPr>
            <p:ph type="pic" idx="3"/>
          </p:nvPr>
        </p:nvSpPr>
        <p:spPr>
          <a:xfrm>
            <a:off x="3615829" y="3092450"/>
            <a:ext cx="2016125" cy="1677459"/>
          </a:xfrm>
          <a:prstGeom prst="rect">
            <a:avLst/>
          </a:prstGeom>
          <a:solidFill>
            <a:srgbClr val="D8D8D8"/>
          </a:solidFill>
          <a:ln>
            <a:noFill/>
          </a:ln>
        </p:spPr>
        <p:txBody>
          <a:bodyPr/>
          <a:lstStyle/>
          <a:p>
            <a:endParaRPr lang="pt-BR" dirty="0"/>
          </a:p>
        </p:txBody>
      </p:sp>
      <p:sp>
        <p:nvSpPr>
          <p:cNvPr id="405" name="Google Shape;405;p39"/>
          <p:cNvSpPr>
            <a:spLocks noGrp="1"/>
          </p:cNvSpPr>
          <p:nvPr>
            <p:ph type="pic" idx="4"/>
          </p:nvPr>
        </p:nvSpPr>
        <p:spPr>
          <a:xfrm>
            <a:off x="6432270" y="3092450"/>
            <a:ext cx="2016125" cy="1677459"/>
          </a:xfrm>
          <a:prstGeom prst="rect">
            <a:avLst/>
          </a:prstGeom>
          <a:solidFill>
            <a:srgbClr val="D8D8D8"/>
          </a:solidFill>
          <a:ln>
            <a:noFill/>
          </a:ln>
        </p:spPr>
        <p:txBody>
          <a:bodyPr/>
          <a:lstStyle/>
          <a:p>
            <a:endParaRPr lang="pt-BR" dirty="0"/>
          </a:p>
        </p:txBody>
      </p:sp>
      <p:sp>
        <p:nvSpPr>
          <p:cNvPr id="406" name="Google Shape;406;p39"/>
          <p:cNvSpPr>
            <a:spLocks noGrp="1"/>
          </p:cNvSpPr>
          <p:nvPr>
            <p:ph type="pic" idx="5"/>
          </p:nvPr>
        </p:nvSpPr>
        <p:spPr>
          <a:xfrm>
            <a:off x="9269667" y="3092450"/>
            <a:ext cx="2016125" cy="1677459"/>
          </a:xfrm>
          <a:prstGeom prst="rect">
            <a:avLst/>
          </a:prstGeom>
          <a:solidFill>
            <a:srgbClr val="D8D8D8"/>
          </a:solidFill>
          <a:ln>
            <a:noFill/>
          </a:ln>
        </p:spPr>
        <p:txBody>
          <a:bodyPr/>
          <a:lstStyle/>
          <a:p>
            <a:endParaRPr lang="pt-BR" dirty="0"/>
          </a:p>
        </p:txBody>
      </p:sp>
      <p:sp>
        <p:nvSpPr>
          <p:cNvPr id="407" name="Google Shape;407;p39"/>
          <p:cNvSpPr txBox="1">
            <a:spLocks noGrp="1"/>
          </p:cNvSpPr>
          <p:nvPr>
            <p:ph type="body" idx="1"/>
          </p:nvPr>
        </p:nvSpPr>
        <p:spPr>
          <a:xfrm>
            <a:off x="3005292" y="958054"/>
            <a:ext cx="8280499" cy="4519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08" name="Google Shape;408;p39"/>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09" name="Google Shape;409;p39"/>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1_Linha do Tempo1">
  <p:cSld name="3_Linha do Tempo1 9">
    <p:bg>
      <p:bgPr>
        <a:solidFill>
          <a:schemeClr val="lt1"/>
        </a:solidFill>
        <a:effectLst/>
      </p:bgPr>
    </p:bg>
    <p:spTree>
      <p:nvGrpSpPr>
        <p:cNvPr id="1" name="Shape 410"/>
        <p:cNvGrpSpPr/>
        <p:nvPr/>
      </p:nvGrpSpPr>
      <p:grpSpPr>
        <a:xfrm>
          <a:off x="0" y="0"/>
          <a:ext cx="0" cy="0"/>
          <a:chOff x="0" y="0"/>
          <a:chExt cx="0" cy="0"/>
        </a:xfrm>
      </p:grpSpPr>
      <p:pic>
        <p:nvPicPr>
          <p:cNvPr id="411" name="Google Shape;411;p40"/>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412" name="Google Shape;412;p40"/>
          <p:cNvPicPr preferRelativeResize="0"/>
          <p:nvPr/>
        </p:nvPicPr>
        <p:blipFill rotWithShape="1">
          <a:blip r:embed="rId3">
            <a:alphaModFix/>
          </a:blip>
          <a:srcRect/>
          <a:stretch/>
        </p:blipFill>
        <p:spPr>
          <a:xfrm>
            <a:off x="0" y="9526"/>
            <a:ext cx="12192000" cy="568301"/>
          </a:xfrm>
          <a:prstGeom prst="rect">
            <a:avLst/>
          </a:prstGeom>
          <a:noFill/>
          <a:ln>
            <a:noFill/>
          </a:ln>
        </p:spPr>
      </p:pic>
      <p:cxnSp>
        <p:nvCxnSpPr>
          <p:cNvPr id="413" name="Google Shape;413;p40"/>
          <p:cNvCxnSpPr/>
          <p:nvPr/>
        </p:nvCxnSpPr>
        <p:spPr>
          <a:xfrm>
            <a:off x="1185264"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414" name="Google Shape;414;p40"/>
          <p:cNvCxnSpPr/>
          <p:nvPr/>
        </p:nvCxnSpPr>
        <p:spPr>
          <a:xfrm rot="10800000">
            <a:off x="620355"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15" name="Google Shape;415;p40"/>
          <p:cNvCxnSpPr/>
          <p:nvPr/>
        </p:nvCxnSpPr>
        <p:spPr>
          <a:xfrm rot="10800000">
            <a:off x="5263300"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16" name="Google Shape;416;p40"/>
          <p:cNvCxnSpPr/>
          <p:nvPr/>
        </p:nvCxnSpPr>
        <p:spPr>
          <a:xfrm>
            <a:off x="2959237"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417" name="Google Shape;417;p40"/>
          <p:cNvCxnSpPr/>
          <p:nvPr/>
        </p:nvCxnSpPr>
        <p:spPr>
          <a:xfrm>
            <a:off x="7589194"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418" name="Google Shape;418;p40"/>
          <p:cNvSpPr>
            <a:spLocks noGrp="1"/>
          </p:cNvSpPr>
          <p:nvPr>
            <p:ph type="pic" idx="2"/>
          </p:nvPr>
        </p:nvSpPr>
        <p:spPr>
          <a:xfrm>
            <a:off x="466617" y="3092450"/>
            <a:ext cx="1973681" cy="1677459"/>
          </a:xfrm>
          <a:prstGeom prst="rect">
            <a:avLst/>
          </a:prstGeom>
          <a:solidFill>
            <a:srgbClr val="D8D8D8"/>
          </a:solidFill>
          <a:ln>
            <a:noFill/>
          </a:ln>
        </p:spPr>
        <p:txBody>
          <a:bodyPr/>
          <a:lstStyle/>
          <a:p>
            <a:endParaRPr lang="pt-BR" dirty="0"/>
          </a:p>
        </p:txBody>
      </p:sp>
      <p:sp>
        <p:nvSpPr>
          <p:cNvPr id="419" name="Google Shape;419;p40"/>
          <p:cNvSpPr>
            <a:spLocks noGrp="1"/>
          </p:cNvSpPr>
          <p:nvPr>
            <p:ph type="pic" idx="3"/>
          </p:nvPr>
        </p:nvSpPr>
        <p:spPr>
          <a:xfrm>
            <a:off x="2769806" y="3092450"/>
            <a:ext cx="1973681" cy="1677459"/>
          </a:xfrm>
          <a:prstGeom prst="rect">
            <a:avLst/>
          </a:prstGeom>
          <a:solidFill>
            <a:srgbClr val="D8D8D8"/>
          </a:solidFill>
          <a:ln>
            <a:noFill/>
          </a:ln>
        </p:spPr>
        <p:txBody>
          <a:bodyPr/>
          <a:lstStyle/>
          <a:p>
            <a:endParaRPr lang="pt-BR" dirty="0"/>
          </a:p>
        </p:txBody>
      </p:sp>
      <p:sp>
        <p:nvSpPr>
          <p:cNvPr id="420" name="Google Shape;420;p40"/>
          <p:cNvSpPr>
            <a:spLocks noGrp="1"/>
          </p:cNvSpPr>
          <p:nvPr>
            <p:ph type="pic" idx="4"/>
          </p:nvPr>
        </p:nvSpPr>
        <p:spPr>
          <a:xfrm>
            <a:off x="5072996" y="3092450"/>
            <a:ext cx="1973681" cy="1677459"/>
          </a:xfrm>
          <a:prstGeom prst="rect">
            <a:avLst/>
          </a:prstGeom>
          <a:solidFill>
            <a:srgbClr val="D8D8D8"/>
          </a:solidFill>
          <a:ln>
            <a:noFill/>
          </a:ln>
        </p:spPr>
        <p:txBody>
          <a:bodyPr/>
          <a:lstStyle/>
          <a:p>
            <a:endParaRPr lang="pt-BR" dirty="0"/>
          </a:p>
        </p:txBody>
      </p:sp>
      <p:sp>
        <p:nvSpPr>
          <p:cNvPr id="421" name="Google Shape;421;p40"/>
          <p:cNvSpPr>
            <a:spLocks noGrp="1"/>
          </p:cNvSpPr>
          <p:nvPr>
            <p:ph type="pic" idx="5"/>
          </p:nvPr>
        </p:nvSpPr>
        <p:spPr>
          <a:xfrm>
            <a:off x="7376185" y="3092450"/>
            <a:ext cx="1973681" cy="1677459"/>
          </a:xfrm>
          <a:prstGeom prst="rect">
            <a:avLst/>
          </a:prstGeom>
          <a:solidFill>
            <a:srgbClr val="D8D8D8"/>
          </a:solidFill>
          <a:ln>
            <a:noFill/>
          </a:ln>
        </p:spPr>
        <p:txBody>
          <a:bodyPr/>
          <a:lstStyle/>
          <a:p>
            <a:endParaRPr lang="pt-BR" dirty="0"/>
          </a:p>
        </p:txBody>
      </p:sp>
      <p:sp>
        <p:nvSpPr>
          <p:cNvPr id="422" name="Google Shape;422;p40"/>
          <p:cNvSpPr txBox="1">
            <a:spLocks noGrp="1"/>
          </p:cNvSpPr>
          <p:nvPr>
            <p:ph type="body" idx="1"/>
          </p:nvPr>
        </p:nvSpPr>
        <p:spPr>
          <a:xfrm>
            <a:off x="3005292" y="958054"/>
            <a:ext cx="8280499" cy="4519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23" name="Google Shape;423;p40"/>
          <p:cNvSpPr>
            <a:spLocks noGrp="1"/>
          </p:cNvSpPr>
          <p:nvPr>
            <p:ph type="pic" idx="6"/>
          </p:nvPr>
        </p:nvSpPr>
        <p:spPr>
          <a:xfrm>
            <a:off x="9679374" y="3092450"/>
            <a:ext cx="1973681" cy="1677459"/>
          </a:xfrm>
          <a:prstGeom prst="rect">
            <a:avLst/>
          </a:prstGeom>
          <a:solidFill>
            <a:srgbClr val="D8D8D8"/>
          </a:solidFill>
          <a:ln>
            <a:noFill/>
          </a:ln>
        </p:spPr>
        <p:txBody>
          <a:bodyPr/>
          <a:lstStyle/>
          <a:p>
            <a:endParaRPr lang="pt-BR" dirty="0"/>
          </a:p>
        </p:txBody>
      </p:sp>
      <p:cxnSp>
        <p:nvCxnSpPr>
          <p:cNvPr id="424" name="Google Shape;424;p40"/>
          <p:cNvCxnSpPr/>
          <p:nvPr/>
        </p:nvCxnSpPr>
        <p:spPr>
          <a:xfrm rot="10800000">
            <a:off x="9869167" y="4624656"/>
            <a:ext cx="0" cy="1399041"/>
          </a:xfrm>
          <a:prstGeom prst="straightConnector1">
            <a:avLst/>
          </a:prstGeom>
          <a:noFill/>
          <a:ln w="19050" cap="flat" cmpd="sng">
            <a:solidFill>
              <a:schemeClr val="dk1"/>
            </a:solidFill>
            <a:prstDash val="solid"/>
            <a:round/>
            <a:headEnd type="diamond" w="med" len="med"/>
            <a:tailEnd type="none" w="sm" len="sm"/>
          </a:ln>
        </p:spPr>
      </p:cxnSp>
      <p:sp>
        <p:nvSpPr>
          <p:cNvPr id="425" name="Google Shape;425;p40"/>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26" name="Google Shape;426;p40"/>
          <p:cNvSpPr txBox="1"/>
          <p:nvPr/>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1_Linha do Tempo1">
  <p:cSld name="3_Linha do Tempo1 10">
    <p:bg>
      <p:bgPr>
        <a:solidFill>
          <a:schemeClr val="lt1"/>
        </a:solidFill>
        <a:effectLst/>
      </p:bgPr>
    </p:bg>
    <p:spTree>
      <p:nvGrpSpPr>
        <p:cNvPr id="1" name="Shape 427"/>
        <p:cNvGrpSpPr/>
        <p:nvPr/>
      </p:nvGrpSpPr>
      <p:grpSpPr>
        <a:xfrm>
          <a:off x="0" y="0"/>
          <a:ext cx="0" cy="0"/>
          <a:chOff x="0" y="0"/>
          <a:chExt cx="0" cy="0"/>
        </a:xfrm>
      </p:grpSpPr>
      <p:pic>
        <p:nvPicPr>
          <p:cNvPr id="428" name="Google Shape;428;p41"/>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429" name="Google Shape;429;p41"/>
          <p:cNvPicPr preferRelativeResize="0"/>
          <p:nvPr/>
        </p:nvPicPr>
        <p:blipFill rotWithShape="1">
          <a:blip r:embed="rId3">
            <a:alphaModFix/>
          </a:blip>
          <a:srcRect/>
          <a:stretch/>
        </p:blipFill>
        <p:spPr>
          <a:xfrm>
            <a:off x="0" y="9526"/>
            <a:ext cx="12192000" cy="568301"/>
          </a:xfrm>
          <a:prstGeom prst="rect">
            <a:avLst/>
          </a:prstGeom>
          <a:noFill/>
          <a:ln>
            <a:noFill/>
          </a:ln>
        </p:spPr>
      </p:pic>
      <p:cxnSp>
        <p:nvCxnSpPr>
          <p:cNvPr id="430" name="Google Shape;430;p41"/>
          <p:cNvCxnSpPr/>
          <p:nvPr/>
        </p:nvCxnSpPr>
        <p:spPr>
          <a:xfrm>
            <a:off x="1185264"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431" name="Google Shape;431;p41"/>
          <p:cNvCxnSpPr/>
          <p:nvPr/>
        </p:nvCxnSpPr>
        <p:spPr>
          <a:xfrm rot="10800000">
            <a:off x="620355"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32" name="Google Shape;432;p41"/>
          <p:cNvCxnSpPr/>
          <p:nvPr/>
        </p:nvCxnSpPr>
        <p:spPr>
          <a:xfrm rot="10800000">
            <a:off x="5263300"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33" name="Google Shape;433;p41"/>
          <p:cNvCxnSpPr/>
          <p:nvPr/>
        </p:nvCxnSpPr>
        <p:spPr>
          <a:xfrm>
            <a:off x="2959237"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434" name="Google Shape;434;p41"/>
          <p:cNvCxnSpPr/>
          <p:nvPr/>
        </p:nvCxnSpPr>
        <p:spPr>
          <a:xfrm>
            <a:off x="7589194"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435" name="Google Shape;435;p41"/>
          <p:cNvSpPr>
            <a:spLocks noGrp="1"/>
          </p:cNvSpPr>
          <p:nvPr>
            <p:ph type="pic" idx="2"/>
          </p:nvPr>
        </p:nvSpPr>
        <p:spPr>
          <a:xfrm>
            <a:off x="466617" y="3092450"/>
            <a:ext cx="1973681" cy="1677459"/>
          </a:xfrm>
          <a:prstGeom prst="rect">
            <a:avLst/>
          </a:prstGeom>
          <a:solidFill>
            <a:srgbClr val="D8D8D8"/>
          </a:solidFill>
          <a:ln>
            <a:noFill/>
          </a:ln>
        </p:spPr>
        <p:txBody>
          <a:bodyPr/>
          <a:lstStyle/>
          <a:p>
            <a:endParaRPr lang="pt-BR" dirty="0"/>
          </a:p>
        </p:txBody>
      </p:sp>
      <p:sp>
        <p:nvSpPr>
          <p:cNvPr id="436" name="Google Shape;436;p41"/>
          <p:cNvSpPr>
            <a:spLocks noGrp="1"/>
          </p:cNvSpPr>
          <p:nvPr>
            <p:ph type="pic" idx="3"/>
          </p:nvPr>
        </p:nvSpPr>
        <p:spPr>
          <a:xfrm>
            <a:off x="2769806" y="3092450"/>
            <a:ext cx="1973681" cy="1677459"/>
          </a:xfrm>
          <a:prstGeom prst="rect">
            <a:avLst/>
          </a:prstGeom>
          <a:solidFill>
            <a:srgbClr val="D8D8D8"/>
          </a:solidFill>
          <a:ln>
            <a:noFill/>
          </a:ln>
        </p:spPr>
        <p:txBody>
          <a:bodyPr/>
          <a:lstStyle/>
          <a:p>
            <a:endParaRPr lang="pt-BR" dirty="0"/>
          </a:p>
        </p:txBody>
      </p:sp>
      <p:sp>
        <p:nvSpPr>
          <p:cNvPr id="437" name="Google Shape;437;p41"/>
          <p:cNvSpPr>
            <a:spLocks noGrp="1"/>
          </p:cNvSpPr>
          <p:nvPr>
            <p:ph type="pic" idx="4"/>
          </p:nvPr>
        </p:nvSpPr>
        <p:spPr>
          <a:xfrm>
            <a:off x="5072996" y="3092450"/>
            <a:ext cx="1973681" cy="1677459"/>
          </a:xfrm>
          <a:prstGeom prst="rect">
            <a:avLst/>
          </a:prstGeom>
          <a:solidFill>
            <a:srgbClr val="D8D8D8"/>
          </a:solidFill>
          <a:ln>
            <a:noFill/>
          </a:ln>
        </p:spPr>
        <p:txBody>
          <a:bodyPr/>
          <a:lstStyle/>
          <a:p>
            <a:endParaRPr lang="pt-BR" dirty="0"/>
          </a:p>
        </p:txBody>
      </p:sp>
      <p:sp>
        <p:nvSpPr>
          <p:cNvPr id="438" name="Google Shape;438;p41"/>
          <p:cNvSpPr>
            <a:spLocks noGrp="1"/>
          </p:cNvSpPr>
          <p:nvPr>
            <p:ph type="pic" idx="5"/>
          </p:nvPr>
        </p:nvSpPr>
        <p:spPr>
          <a:xfrm>
            <a:off x="7376185" y="3092450"/>
            <a:ext cx="1973681" cy="1677459"/>
          </a:xfrm>
          <a:prstGeom prst="rect">
            <a:avLst/>
          </a:prstGeom>
          <a:solidFill>
            <a:srgbClr val="D8D8D8"/>
          </a:solidFill>
          <a:ln>
            <a:noFill/>
          </a:ln>
        </p:spPr>
        <p:txBody>
          <a:bodyPr/>
          <a:lstStyle/>
          <a:p>
            <a:endParaRPr lang="pt-BR" dirty="0"/>
          </a:p>
        </p:txBody>
      </p:sp>
      <p:sp>
        <p:nvSpPr>
          <p:cNvPr id="439" name="Google Shape;439;p41"/>
          <p:cNvSpPr txBox="1">
            <a:spLocks noGrp="1"/>
          </p:cNvSpPr>
          <p:nvPr>
            <p:ph type="body" idx="1"/>
          </p:nvPr>
        </p:nvSpPr>
        <p:spPr>
          <a:xfrm>
            <a:off x="3005292" y="958054"/>
            <a:ext cx="8280499" cy="4519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40" name="Google Shape;440;p41"/>
          <p:cNvSpPr>
            <a:spLocks noGrp="1"/>
          </p:cNvSpPr>
          <p:nvPr>
            <p:ph type="pic" idx="6"/>
          </p:nvPr>
        </p:nvSpPr>
        <p:spPr>
          <a:xfrm>
            <a:off x="9679374" y="3092450"/>
            <a:ext cx="1973681" cy="1677459"/>
          </a:xfrm>
          <a:prstGeom prst="rect">
            <a:avLst/>
          </a:prstGeom>
          <a:solidFill>
            <a:srgbClr val="D8D8D8"/>
          </a:solidFill>
          <a:ln>
            <a:noFill/>
          </a:ln>
        </p:spPr>
        <p:txBody>
          <a:bodyPr/>
          <a:lstStyle/>
          <a:p>
            <a:endParaRPr lang="pt-BR" dirty="0"/>
          </a:p>
        </p:txBody>
      </p:sp>
      <p:cxnSp>
        <p:nvCxnSpPr>
          <p:cNvPr id="441" name="Google Shape;441;p41"/>
          <p:cNvCxnSpPr/>
          <p:nvPr/>
        </p:nvCxnSpPr>
        <p:spPr>
          <a:xfrm rot="10800000">
            <a:off x="9869167" y="4624656"/>
            <a:ext cx="0" cy="1399041"/>
          </a:xfrm>
          <a:prstGeom prst="straightConnector1">
            <a:avLst/>
          </a:prstGeom>
          <a:noFill/>
          <a:ln w="19050" cap="flat" cmpd="sng">
            <a:solidFill>
              <a:schemeClr val="dk1"/>
            </a:solidFill>
            <a:prstDash val="solid"/>
            <a:round/>
            <a:headEnd type="diamond" w="med" len="med"/>
            <a:tailEnd type="none" w="sm" len="sm"/>
          </a:ln>
        </p:spPr>
      </p:cxnSp>
      <p:sp>
        <p:nvSpPr>
          <p:cNvPr id="442" name="Google Shape;442;p41"/>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43" name="Google Shape;443;p41"/>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1_Linha do Tempo1">
  <p:cSld name="3_Linha do Tempo1 11">
    <p:bg>
      <p:bgPr>
        <a:solidFill>
          <a:schemeClr val="lt1"/>
        </a:solidFill>
        <a:effectLst/>
      </p:bgPr>
    </p:bg>
    <p:spTree>
      <p:nvGrpSpPr>
        <p:cNvPr id="1" name="Shape 444"/>
        <p:cNvGrpSpPr/>
        <p:nvPr/>
      </p:nvGrpSpPr>
      <p:grpSpPr>
        <a:xfrm>
          <a:off x="0" y="0"/>
          <a:ext cx="0" cy="0"/>
          <a:chOff x="0" y="0"/>
          <a:chExt cx="0" cy="0"/>
        </a:xfrm>
      </p:grpSpPr>
      <p:pic>
        <p:nvPicPr>
          <p:cNvPr id="445" name="Google Shape;445;p42"/>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446" name="Google Shape;446;p42"/>
          <p:cNvPicPr preferRelativeResize="0"/>
          <p:nvPr/>
        </p:nvPicPr>
        <p:blipFill rotWithShape="1">
          <a:blip r:embed="rId3">
            <a:alphaModFix/>
          </a:blip>
          <a:srcRect/>
          <a:stretch/>
        </p:blipFill>
        <p:spPr>
          <a:xfrm>
            <a:off x="0" y="9526"/>
            <a:ext cx="12192000" cy="568301"/>
          </a:xfrm>
          <a:prstGeom prst="rect">
            <a:avLst/>
          </a:prstGeom>
          <a:noFill/>
          <a:ln>
            <a:noFill/>
          </a:ln>
        </p:spPr>
      </p:pic>
      <p:cxnSp>
        <p:nvCxnSpPr>
          <p:cNvPr id="447" name="Google Shape;447;p42"/>
          <p:cNvCxnSpPr/>
          <p:nvPr/>
        </p:nvCxnSpPr>
        <p:spPr>
          <a:xfrm>
            <a:off x="1185264"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448" name="Google Shape;448;p42"/>
          <p:cNvCxnSpPr/>
          <p:nvPr/>
        </p:nvCxnSpPr>
        <p:spPr>
          <a:xfrm rot="10800000">
            <a:off x="620355"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49" name="Google Shape;449;p42"/>
          <p:cNvCxnSpPr/>
          <p:nvPr/>
        </p:nvCxnSpPr>
        <p:spPr>
          <a:xfrm rot="10800000">
            <a:off x="5263300"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50" name="Google Shape;450;p42"/>
          <p:cNvCxnSpPr/>
          <p:nvPr/>
        </p:nvCxnSpPr>
        <p:spPr>
          <a:xfrm>
            <a:off x="2959237"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451" name="Google Shape;451;p42"/>
          <p:cNvCxnSpPr/>
          <p:nvPr/>
        </p:nvCxnSpPr>
        <p:spPr>
          <a:xfrm>
            <a:off x="7589194"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452" name="Google Shape;452;p42"/>
          <p:cNvSpPr>
            <a:spLocks noGrp="1"/>
          </p:cNvSpPr>
          <p:nvPr>
            <p:ph type="pic" idx="2"/>
          </p:nvPr>
        </p:nvSpPr>
        <p:spPr>
          <a:xfrm>
            <a:off x="466617" y="3092450"/>
            <a:ext cx="1973681" cy="1677459"/>
          </a:xfrm>
          <a:prstGeom prst="rect">
            <a:avLst/>
          </a:prstGeom>
          <a:solidFill>
            <a:srgbClr val="D8D8D8"/>
          </a:solidFill>
          <a:ln>
            <a:noFill/>
          </a:ln>
        </p:spPr>
        <p:txBody>
          <a:bodyPr/>
          <a:lstStyle/>
          <a:p>
            <a:endParaRPr lang="pt-BR" dirty="0"/>
          </a:p>
        </p:txBody>
      </p:sp>
      <p:sp>
        <p:nvSpPr>
          <p:cNvPr id="453" name="Google Shape;453;p42"/>
          <p:cNvSpPr>
            <a:spLocks noGrp="1"/>
          </p:cNvSpPr>
          <p:nvPr>
            <p:ph type="pic" idx="3"/>
          </p:nvPr>
        </p:nvSpPr>
        <p:spPr>
          <a:xfrm>
            <a:off x="2769806" y="3092450"/>
            <a:ext cx="1973681" cy="1677459"/>
          </a:xfrm>
          <a:prstGeom prst="rect">
            <a:avLst/>
          </a:prstGeom>
          <a:solidFill>
            <a:srgbClr val="D8D8D8"/>
          </a:solidFill>
          <a:ln>
            <a:noFill/>
          </a:ln>
        </p:spPr>
        <p:txBody>
          <a:bodyPr/>
          <a:lstStyle/>
          <a:p>
            <a:endParaRPr lang="pt-BR" dirty="0"/>
          </a:p>
        </p:txBody>
      </p:sp>
      <p:sp>
        <p:nvSpPr>
          <p:cNvPr id="454" name="Google Shape;454;p42"/>
          <p:cNvSpPr>
            <a:spLocks noGrp="1"/>
          </p:cNvSpPr>
          <p:nvPr>
            <p:ph type="pic" idx="4"/>
          </p:nvPr>
        </p:nvSpPr>
        <p:spPr>
          <a:xfrm>
            <a:off x="5072996" y="3092450"/>
            <a:ext cx="1973681" cy="1677459"/>
          </a:xfrm>
          <a:prstGeom prst="rect">
            <a:avLst/>
          </a:prstGeom>
          <a:solidFill>
            <a:srgbClr val="D8D8D8"/>
          </a:solidFill>
          <a:ln>
            <a:noFill/>
          </a:ln>
        </p:spPr>
        <p:txBody>
          <a:bodyPr/>
          <a:lstStyle/>
          <a:p>
            <a:endParaRPr lang="pt-BR" dirty="0"/>
          </a:p>
        </p:txBody>
      </p:sp>
      <p:sp>
        <p:nvSpPr>
          <p:cNvPr id="455" name="Google Shape;455;p42"/>
          <p:cNvSpPr>
            <a:spLocks noGrp="1"/>
          </p:cNvSpPr>
          <p:nvPr>
            <p:ph type="pic" idx="5"/>
          </p:nvPr>
        </p:nvSpPr>
        <p:spPr>
          <a:xfrm>
            <a:off x="7376185" y="3092450"/>
            <a:ext cx="1973681" cy="1677459"/>
          </a:xfrm>
          <a:prstGeom prst="rect">
            <a:avLst/>
          </a:prstGeom>
          <a:solidFill>
            <a:srgbClr val="D8D8D8"/>
          </a:solidFill>
          <a:ln>
            <a:noFill/>
          </a:ln>
        </p:spPr>
        <p:txBody>
          <a:bodyPr/>
          <a:lstStyle/>
          <a:p>
            <a:endParaRPr lang="pt-BR" dirty="0"/>
          </a:p>
        </p:txBody>
      </p:sp>
      <p:sp>
        <p:nvSpPr>
          <p:cNvPr id="456" name="Google Shape;456;p42"/>
          <p:cNvSpPr txBox="1">
            <a:spLocks noGrp="1"/>
          </p:cNvSpPr>
          <p:nvPr>
            <p:ph type="body" idx="1"/>
          </p:nvPr>
        </p:nvSpPr>
        <p:spPr>
          <a:xfrm>
            <a:off x="3005292" y="958054"/>
            <a:ext cx="8280499" cy="4519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57" name="Google Shape;457;p42"/>
          <p:cNvSpPr>
            <a:spLocks noGrp="1"/>
          </p:cNvSpPr>
          <p:nvPr>
            <p:ph type="pic" idx="6"/>
          </p:nvPr>
        </p:nvSpPr>
        <p:spPr>
          <a:xfrm>
            <a:off x="9679374" y="3092450"/>
            <a:ext cx="1973681" cy="1677459"/>
          </a:xfrm>
          <a:prstGeom prst="rect">
            <a:avLst/>
          </a:prstGeom>
          <a:solidFill>
            <a:srgbClr val="D8D8D8"/>
          </a:solidFill>
          <a:ln>
            <a:noFill/>
          </a:ln>
        </p:spPr>
        <p:txBody>
          <a:bodyPr/>
          <a:lstStyle/>
          <a:p>
            <a:endParaRPr lang="pt-BR" dirty="0"/>
          </a:p>
        </p:txBody>
      </p:sp>
      <p:cxnSp>
        <p:nvCxnSpPr>
          <p:cNvPr id="458" name="Google Shape;458;p42"/>
          <p:cNvCxnSpPr/>
          <p:nvPr/>
        </p:nvCxnSpPr>
        <p:spPr>
          <a:xfrm rot="10800000">
            <a:off x="9869167" y="4624656"/>
            <a:ext cx="0" cy="1399041"/>
          </a:xfrm>
          <a:prstGeom prst="straightConnector1">
            <a:avLst/>
          </a:prstGeom>
          <a:noFill/>
          <a:ln w="19050" cap="flat" cmpd="sng">
            <a:solidFill>
              <a:schemeClr val="dk1"/>
            </a:solidFill>
            <a:prstDash val="solid"/>
            <a:round/>
            <a:headEnd type="diamond" w="med" len="med"/>
            <a:tailEnd type="none" w="sm" len="sm"/>
          </a:ln>
        </p:spPr>
      </p:cxnSp>
      <p:sp>
        <p:nvSpPr>
          <p:cNvPr id="459" name="Google Shape;459;p42"/>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60" name="Google Shape;460;p42"/>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1_Linha do Tempo1">
  <p:cSld name="3_Linha do Tempo1 12">
    <p:bg>
      <p:bgPr>
        <a:solidFill>
          <a:schemeClr val="lt1"/>
        </a:solidFill>
        <a:effectLst/>
      </p:bgPr>
    </p:bg>
    <p:spTree>
      <p:nvGrpSpPr>
        <p:cNvPr id="1" name="Shape 461"/>
        <p:cNvGrpSpPr/>
        <p:nvPr/>
      </p:nvGrpSpPr>
      <p:grpSpPr>
        <a:xfrm>
          <a:off x="0" y="0"/>
          <a:ext cx="0" cy="0"/>
          <a:chOff x="0" y="0"/>
          <a:chExt cx="0" cy="0"/>
        </a:xfrm>
      </p:grpSpPr>
      <p:pic>
        <p:nvPicPr>
          <p:cNvPr id="462" name="Google Shape;462;p43"/>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463" name="Google Shape;463;p43"/>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464" name="Google Shape;464;p43"/>
          <p:cNvSpPr>
            <a:spLocks noGrp="1"/>
          </p:cNvSpPr>
          <p:nvPr>
            <p:ph type="pic" idx="2"/>
          </p:nvPr>
        </p:nvSpPr>
        <p:spPr>
          <a:xfrm>
            <a:off x="3127810" y="1084585"/>
            <a:ext cx="2481584" cy="1744787"/>
          </a:xfrm>
          <a:prstGeom prst="rect">
            <a:avLst/>
          </a:prstGeom>
          <a:solidFill>
            <a:srgbClr val="D8D8D8"/>
          </a:solidFill>
          <a:ln>
            <a:noFill/>
          </a:ln>
        </p:spPr>
        <p:txBody>
          <a:bodyPr/>
          <a:lstStyle/>
          <a:p>
            <a:endParaRPr lang="pt-BR" dirty="0"/>
          </a:p>
        </p:txBody>
      </p:sp>
      <p:sp>
        <p:nvSpPr>
          <p:cNvPr id="465" name="Google Shape;465;p43"/>
          <p:cNvSpPr>
            <a:spLocks noGrp="1"/>
          </p:cNvSpPr>
          <p:nvPr>
            <p:ph type="pic" idx="3"/>
          </p:nvPr>
        </p:nvSpPr>
        <p:spPr>
          <a:xfrm>
            <a:off x="3127810" y="3837265"/>
            <a:ext cx="2481584" cy="1744787"/>
          </a:xfrm>
          <a:prstGeom prst="rect">
            <a:avLst/>
          </a:prstGeom>
          <a:solidFill>
            <a:srgbClr val="D8D8D8"/>
          </a:solidFill>
          <a:ln>
            <a:noFill/>
          </a:ln>
        </p:spPr>
        <p:txBody>
          <a:bodyPr/>
          <a:lstStyle/>
          <a:p>
            <a:endParaRPr lang="pt-BR" dirty="0"/>
          </a:p>
        </p:txBody>
      </p:sp>
      <p:sp>
        <p:nvSpPr>
          <p:cNvPr id="466" name="Google Shape;466;p43"/>
          <p:cNvSpPr>
            <a:spLocks noGrp="1"/>
          </p:cNvSpPr>
          <p:nvPr>
            <p:ph type="pic" idx="4"/>
          </p:nvPr>
        </p:nvSpPr>
        <p:spPr>
          <a:xfrm>
            <a:off x="8759529" y="3837265"/>
            <a:ext cx="2481584" cy="1744787"/>
          </a:xfrm>
          <a:prstGeom prst="rect">
            <a:avLst/>
          </a:prstGeom>
          <a:solidFill>
            <a:srgbClr val="D8D8D8"/>
          </a:solidFill>
          <a:ln>
            <a:noFill/>
          </a:ln>
        </p:spPr>
        <p:txBody>
          <a:bodyPr/>
          <a:lstStyle/>
          <a:p>
            <a:endParaRPr lang="pt-BR" dirty="0"/>
          </a:p>
        </p:txBody>
      </p:sp>
      <p:sp>
        <p:nvSpPr>
          <p:cNvPr id="467" name="Google Shape;467;p43"/>
          <p:cNvSpPr>
            <a:spLocks noGrp="1"/>
          </p:cNvSpPr>
          <p:nvPr>
            <p:ph type="pic" idx="5"/>
          </p:nvPr>
        </p:nvSpPr>
        <p:spPr>
          <a:xfrm>
            <a:off x="8759529" y="1084585"/>
            <a:ext cx="2481584" cy="1744787"/>
          </a:xfrm>
          <a:prstGeom prst="rect">
            <a:avLst/>
          </a:prstGeom>
          <a:solidFill>
            <a:srgbClr val="D8D8D8"/>
          </a:solidFill>
          <a:ln>
            <a:noFill/>
          </a:ln>
        </p:spPr>
        <p:txBody>
          <a:bodyPr/>
          <a:lstStyle/>
          <a:p>
            <a:endParaRPr lang="pt-BR" dirty="0"/>
          </a:p>
        </p:txBody>
      </p:sp>
      <p:grpSp>
        <p:nvGrpSpPr>
          <p:cNvPr id="468" name="Google Shape;468;p43"/>
          <p:cNvGrpSpPr/>
          <p:nvPr/>
        </p:nvGrpSpPr>
        <p:grpSpPr>
          <a:xfrm>
            <a:off x="9756405" y="6381592"/>
            <a:ext cx="2435595" cy="499855"/>
            <a:chOff x="14634602" y="9537218"/>
            <a:chExt cx="3653392" cy="749782"/>
          </a:xfrm>
        </p:grpSpPr>
        <p:pic>
          <p:nvPicPr>
            <p:cNvPr id="469" name="Google Shape;469;p43"/>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470" name="Google Shape;470;p43" descr="Logotipo"/>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471" name="Google Shape;471;p43"/>
          <p:cNvSpPr>
            <a:spLocks noGrp="1"/>
          </p:cNvSpPr>
          <p:nvPr>
            <p:ph type="pic" idx="6"/>
          </p:nvPr>
        </p:nvSpPr>
        <p:spPr>
          <a:xfrm>
            <a:off x="5943669" y="2636294"/>
            <a:ext cx="2481584" cy="1744787"/>
          </a:xfrm>
          <a:prstGeom prst="rect">
            <a:avLst/>
          </a:prstGeom>
          <a:solidFill>
            <a:srgbClr val="D8D8D8"/>
          </a:solidFill>
          <a:ln>
            <a:noFill/>
          </a:ln>
        </p:spPr>
        <p:txBody>
          <a:bodyPr/>
          <a:lstStyle/>
          <a:p>
            <a:endParaRPr lang="pt-BR" dirty="0"/>
          </a:p>
        </p:txBody>
      </p:sp>
      <p:sp>
        <p:nvSpPr>
          <p:cNvPr id="472" name="Google Shape;472;p43"/>
          <p:cNvSpPr txBox="1">
            <a:spLocks noGrp="1"/>
          </p:cNvSpPr>
          <p:nvPr>
            <p:ph type="body" idx="1"/>
          </p:nvPr>
        </p:nvSpPr>
        <p:spPr>
          <a:xfrm>
            <a:off x="3127811" y="2908275"/>
            <a:ext cx="2481583" cy="26390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3" name="Google Shape;473;p43"/>
          <p:cNvSpPr txBox="1">
            <a:spLocks noGrp="1"/>
          </p:cNvSpPr>
          <p:nvPr>
            <p:ph type="body" idx="7"/>
          </p:nvPr>
        </p:nvSpPr>
        <p:spPr>
          <a:xfrm>
            <a:off x="3127811" y="5656962"/>
            <a:ext cx="2481583" cy="26390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4" name="Google Shape;474;p43"/>
          <p:cNvSpPr txBox="1">
            <a:spLocks noGrp="1"/>
          </p:cNvSpPr>
          <p:nvPr>
            <p:ph type="body" idx="8"/>
          </p:nvPr>
        </p:nvSpPr>
        <p:spPr>
          <a:xfrm>
            <a:off x="8760967" y="2908275"/>
            <a:ext cx="2481583" cy="26390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5" name="Google Shape;475;p43"/>
          <p:cNvSpPr txBox="1">
            <a:spLocks noGrp="1"/>
          </p:cNvSpPr>
          <p:nvPr>
            <p:ph type="body" idx="9"/>
          </p:nvPr>
        </p:nvSpPr>
        <p:spPr>
          <a:xfrm>
            <a:off x="8760967" y="5656962"/>
            <a:ext cx="2481583" cy="26390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6" name="Google Shape;476;p43"/>
          <p:cNvSpPr txBox="1">
            <a:spLocks noGrp="1"/>
          </p:cNvSpPr>
          <p:nvPr>
            <p:ph type="body" idx="13"/>
          </p:nvPr>
        </p:nvSpPr>
        <p:spPr>
          <a:xfrm>
            <a:off x="5950033" y="4443564"/>
            <a:ext cx="2481583" cy="26390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7" name="Google Shape;477;p43"/>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78" name="Google Shape;478;p43"/>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3_1. Desenvolvimento">
  <p:cSld name="4_1. Desenvolvimento">
    <p:spTree>
      <p:nvGrpSpPr>
        <p:cNvPr id="1" name="Shape 479"/>
        <p:cNvGrpSpPr/>
        <p:nvPr/>
      </p:nvGrpSpPr>
      <p:grpSpPr>
        <a:xfrm>
          <a:off x="0" y="0"/>
          <a:ext cx="0" cy="0"/>
          <a:chOff x="0" y="0"/>
          <a:chExt cx="0" cy="0"/>
        </a:xfrm>
      </p:grpSpPr>
      <p:pic>
        <p:nvPicPr>
          <p:cNvPr id="480" name="Google Shape;480;p44"/>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481" name="Google Shape;481;p44"/>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482" name="Google Shape;482;p44"/>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483" name="Google Shape;483;p44"/>
          <p:cNvSpPr txBox="1">
            <a:spLocks noGrp="1"/>
          </p:cNvSpPr>
          <p:nvPr>
            <p:ph type="body" idx="1"/>
          </p:nvPr>
        </p:nvSpPr>
        <p:spPr>
          <a:xfrm>
            <a:off x="3005293" y="958054"/>
            <a:ext cx="8280499" cy="4519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84" name="Google Shape;484;p44"/>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85" name="Google Shape;485;p44"/>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3_1. Desenvolvimento">
  <p:cSld name="4_1. Desenvolvimento 2">
    <p:spTree>
      <p:nvGrpSpPr>
        <p:cNvPr id="1" name="Shape 486"/>
        <p:cNvGrpSpPr/>
        <p:nvPr/>
      </p:nvGrpSpPr>
      <p:grpSpPr>
        <a:xfrm>
          <a:off x="0" y="0"/>
          <a:ext cx="0" cy="0"/>
          <a:chOff x="0" y="0"/>
          <a:chExt cx="0" cy="0"/>
        </a:xfrm>
      </p:grpSpPr>
      <p:pic>
        <p:nvPicPr>
          <p:cNvPr id="487" name="Google Shape;487;p45"/>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488" name="Google Shape;488;p45"/>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489" name="Google Shape;489;p45"/>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490" name="Google Shape;490;p45"/>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91" name="Google Shape;491;p45"/>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Quadro">
  <p:cSld name="1_Quadro">
    <p:spTree>
      <p:nvGrpSpPr>
        <p:cNvPr id="1" name="Shape 492"/>
        <p:cNvGrpSpPr/>
        <p:nvPr/>
      </p:nvGrpSpPr>
      <p:grpSpPr>
        <a:xfrm>
          <a:off x="0" y="0"/>
          <a:ext cx="0" cy="0"/>
          <a:chOff x="0" y="0"/>
          <a:chExt cx="0" cy="0"/>
        </a:xfrm>
      </p:grpSpPr>
      <p:pic>
        <p:nvPicPr>
          <p:cNvPr id="493" name="Google Shape;493;p46"/>
          <p:cNvPicPr preferRelativeResize="0"/>
          <p:nvPr/>
        </p:nvPicPr>
        <p:blipFill rotWithShape="1">
          <a:blip r:embed="rId2">
            <a:alphaModFix/>
          </a:blip>
          <a:srcRect/>
          <a:stretch/>
        </p:blipFill>
        <p:spPr>
          <a:xfrm>
            <a:off x="4" y="0"/>
            <a:ext cx="12192000" cy="6857989"/>
          </a:xfrm>
          <a:prstGeom prst="rect">
            <a:avLst/>
          </a:prstGeom>
          <a:noFill/>
          <a:ln>
            <a:noFill/>
          </a:ln>
        </p:spPr>
      </p:pic>
      <p:sp>
        <p:nvSpPr>
          <p:cNvPr id="494" name="Google Shape;494;p46"/>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95" name="Google Shape;495;p46"/>
          <p:cNvSpPr txBox="1">
            <a:spLocks noGrp="1"/>
          </p:cNvSpPr>
          <p:nvPr>
            <p:ph type="body" idx="1"/>
          </p:nvPr>
        </p:nvSpPr>
        <p:spPr>
          <a:xfrm>
            <a:off x="500292" y="3098664"/>
            <a:ext cx="2435595" cy="130352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496" name="Google Shape;496;p46"/>
          <p:cNvSpPr txBox="1"/>
          <p:nvPr/>
        </p:nvSpPr>
        <p:spPr>
          <a:xfrm>
            <a:off x="779302" y="669715"/>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Quadro">
  <p:cSld name="1_Quadro 2">
    <p:spTree>
      <p:nvGrpSpPr>
        <p:cNvPr id="1" name="Shape 497"/>
        <p:cNvGrpSpPr/>
        <p:nvPr/>
      </p:nvGrpSpPr>
      <p:grpSpPr>
        <a:xfrm>
          <a:off x="0" y="0"/>
          <a:ext cx="0" cy="0"/>
          <a:chOff x="0" y="0"/>
          <a:chExt cx="0" cy="0"/>
        </a:xfrm>
      </p:grpSpPr>
      <p:pic>
        <p:nvPicPr>
          <p:cNvPr id="498" name="Google Shape;498;p47"/>
          <p:cNvPicPr preferRelativeResize="0"/>
          <p:nvPr/>
        </p:nvPicPr>
        <p:blipFill rotWithShape="1">
          <a:blip r:embed="rId2">
            <a:alphaModFix/>
          </a:blip>
          <a:srcRect/>
          <a:stretch/>
        </p:blipFill>
        <p:spPr>
          <a:xfrm>
            <a:off x="4" y="0"/>
            <a:ext cx="12192000" cy="6857989"/>
          </a:xfrm>
          <a:prstGeom prst="rect">
            <a:avLst/>
          </a:prstGeom>
          <a:noFill/>
          <a:ln>
            <a:noFill/>
          </a:ln>
        </p:spPr>
      </p:pic>
      <p:sp>
        <p:nvSpPr>
          <p:cNvPr id="499" name="Google Shape;499;p47"/>
          <p:cNvSpPr txBox="1">
            <a:spLocks noGrp="1"/>
          </p:cNvSpPr>
          <p:nvPr>
            <p:ph type="body" idx="1"/>
          </p:nvPr>
        </p:nvSpPr>
        <p:spPr>
          <a:xfrm>
            <a:off x="500292" y="3098664"/>
            <a:ext cx="2601182" cy="130352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500" name="Google Shape;500;p47"/>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01" name="Google Shape;501;p47"/>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2">
    <p:spTree>
      <p:nvGrpSpPr>
        <p:cNvPr id="1" name="Shape 502"/>
        <p:cNvGrpSpPr/>
        <p:nvPr/>
      </p:nvGrpSpPr>
      <p:grpSpPr>
        <a:xfrm>
          <a:off x="0" y="0"/>
          <a:ext cx="0" cy="0"/>
          <a:chOff x="0" y="0"/>
          <a:chExt cx="0" cy="0"/>
        </a:xfrm>
      </p:grpSpPr>
      <p:pic>
        <p:nvPicPr>
          <p:cNvPr id="503" name="Google Shape;503;p48"/>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504" name="Google Shape;504;p48"/>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505" name="Google Shape;505;p48"/>
          <p:cNvSpPr txBox="1">
            <a:spLocks noGrp="1"/>
          </p:cNvSpPr>
          <p:nvPr>
            <p:ph type="body" idx="1"/>
          </p:nvPr>
        </p:nvSpPr>
        <p:spPr>
          <a:xfrm>
            <a:off x="3163359" y="1023409"/>
            <a:ext cx="4888441" cy="108161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06" name="Google Shape;506;p48"/>
          <p:cNvSpPr txBox="1">
            <a:spLocks noGrp="1"/>
          </p:cNvSpPr>
          <p:nvPr>
            <p:ph type="body" idx="2"/>
          </p:nvPr>
        </p:nvSpPr>
        <p:spPr>
          <a:xfrm>
            <a:off x="3163359" y="2334624"/>
            <a:ext cx="4888441" cy="108161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07" name="Google Shape;507;p48"/>
          <p:cNvSpPr>
            <a:spLocks noGrp="1"/>
          </p:cNvSpPr>
          <p:nvPr>
            <p:ph type="pic" idx="3"/>
          </p:nvPr>
        </p:nvSpPr>
        <p:spPr>
          <a:xfrm>
            <a:off x="3163359" y="3645959"/>
            <a:ext cx="4888441" cy="1667933"/>
          </a:xfrm>
          <a:prstGeom prst="rect">
            <a:avLst/>
          </a:prstGeom>
          <a:noFill/>
          <a:ln>
            <a:noFill/>
          </a:ln>
        </p:spPr>
        <p:txBody>
          <a:bodyPr/>
          <a:lstStyle/>
          <a:p>
            <a:endParaRPr lang="pt-BR" dirty="0"/>
          </a:p>
        </p:txBody>
      </p:sp>
      <p:sp>
        <p:nvSpPr>
          <p:cNvPr id="508" name="Google Shape;508;p48"/>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09" name="Google Shape;509;p48"/>
          <p:cNvSpPr txBox="1"/>
          <p:nvPr/>
        </p:nvSpPr>
        <p:spPr>
          <a:xfrm>
            <a:off x="779302" y="669715"/>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3">
    <p:spTree>
      <p:nvGrpSpPr>
        <p:cNvPr id="1" name="Shape 510"/>
        <p:cNvGrpSpPr/>
        <p:nvPr/>
      </p:nvGrpSpPr>
      <p:grpSpPr>
        <a:xfrm>
          <a:off x="0" y="0"/>
          <a:ext cx="0" cy="0"/>
          <a:chOff x="0" y="0"/>
          <a:chExt cx="0" cy="0"/>
        </a:xfrm>
      </p:grpSpPr>
      <p:pic>
        <p:nvPicPr>
          <p:cNvPr id="511" name="Google Shape;511;p49"/>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512" name="Google Shape;512;p49"/>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513" name="Google Shape;513;p49"/>
          <p:cNvSpPr>
            <a:spLocks noGrp="1"/>
          </p:cNvSpPr>
          <p:nvPr>
            <p:ph type="pic" idx="2"/>
          </p:nvPr>
        </p:nvSpPr>
        <p:spPr>
          <a:xfrm>
            <a:off x="2805141" y="2431243"/>
            <a:ext cx="9004568" cy="3295901"/>
          </a:xfrm>
          <a:prstGeom prst="rect">
            <a:avLst/>
          </a:prstGeom>
          <a:solidFill>
            <a:srgbClr val="D8D8D8"/>
          </a:solidFill>
          <a:ln>
            <a:noFill/>
          </a:ln>
        </p:spPr>
        <p:txBody>
          <a:bodyPr/>
          <a:lstStyle/>
          <a:p>
            <a:endParaRPr lang="pt-BR" dirty="0"/>
          </a:p>
        </p:txBody>
      </p:sp>
      <p:sp>
        <p:nvSpPr>
          <p:cNvPr id="514" name="Google Shape;514;p49"/>
          <p:cNvSpPr txBox="1">
            <a:spLocks noGrp="1"/>
          </p:cNvSpPr>
          <p:nvPr>
            <p:ph type="body" idx="1"/>
          </p:nvPr>
        </p:nvSpPr>
        <p:spPr>
          <a:xfrm>
            <a:off x="2805142" y="5860191"/>
            <a:ext cx="9004801" cy="27935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15" name="Google Shape;515;p49"/>
          <p:cNvSpPr txBox="1">
            <a:spLocks noGrp="1"/>
          </p:cNvSpPr>
          <p:nvPr>
            <p:ph type="body" idx="3"/>
          </p:nvPr>
        </p:nvSpPr>
        <p:spPr>
          <a:xfrm>
            <a:off x="2805142" y="823383"/>
            <a:ext cx="9004801" cy="136311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16" name="Google Shape;516;p49"/>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17" name="Google Shape;517;p49"/>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4">
    <p:spTree>
      <p:nvGrpSpPr>
        <p:cNvPr id="1" name="Shape 518"/>
        <p:cNvGrpSpPr/>
        <p:nvPr/>
      </p:nvGrpSpPr>
      <p:grpSpPr>
        <a:xfrm>
          <a:off x="0" y="0"/>
          <a:ext cx="0" cy="0"/>
          <a:chOff x="0" y="0"/>
          <a:chExt cx="0" cy="0"/>
        </a:xfrm>
      </p:grpSpPr>
      <p:pic>
        <p:nvPicPr>
          <p:cNvPr id="519" name="Google Shape;519;p50"/>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520" name="Google Shape;520;p50"/>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521" name="Google Shape;521;p50"/>
          <p:cNvSpPr txBox="1">
            <a:spLocks noGrp="1"/>
          </p:cNvSpPr>
          <p:nvPr>
            <p:ph type="body" idx="1"/>
          </p:nvPr>
        </p:nvSpPr>
        <p:spPr>
          <a:xfrm>
            <a:off x="2967826" y="931395"/>
            <a:ext cx="8540120" cy="52069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22" name="Google Shape;522;p50"/>
          <p:cNvSpPr txBox="1">
            <a:spLocks noGrp="1"/>
          </p:cNvSpPr>
          <p:nvPr>
            <p:ph type="body" idx="2"/>
          </p:nvPr>
        </p:nvSpPr>
        <p:spPr>
          <a:xfrm>
            <a:off x="2967826" y="2012830"/>
            <a:ext cx="3829789" cy="376111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23" name="Google Shape;523;p50"/>
          <p:cNvSpPr>
            <a:spLocks noGrp="1"/>
          </p:cNvSpPr>
          <p:nvPr>
            <p:ph type="pic" idx="3"/>
          </p:nvPr>
        </p:nvSpPr>
        <p:spPr>
          <a:xfrm>
            <a:off x="7131171" y="2012830"/>
            <a:ext cx="4376775" cy="3761117"/>
          </a:xfrm>
          <a:prstGeom prst="rect">
            <a:avLst/>
          </a:prstGeom>
          <a:solidFill>
            <a:srgbClr val="D8D8D8"/>
          </a:solidFill>
          <a:ln>
            <a:noFill/>
          </a:ln>
        </p:spPr>
        <p:txBody>
          <a:bodyPr/>
          <a:lstStyle/>
          <a:p>
            <a:endParaRPr lang="pt-BR" dirty="0"/>
          </a:p>
        </p:txBody>
      </p:sp>
      <p:sp>
        <p:nvSpPr>
          <p:cNvPr id="524" name="Google Shape;524;p50"/>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25" name="Google Shape;525;p50"/>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1. Conteudo">
  <p:cSld name="2_1. Conteudo 3">
    <p:spTree>
      <p:nvGrpSpPr>
        <p:cNvPr id="1" name="Shape 526"/>
        <p:cNvGrpSpPr/>
        <p:nvPr/>
      </p:nvGrpSpPr>
      <p:grpSpPr>
        <a:xfrm>
          <a:off x="0" y="0"/>
          <a:ext cx="0" cy="0"/>
          <a:chOff x="0" y="0"/>
          <a:chExt cx="0" cy="0"/>
        </a:xfrm>
      </p:grpSpPr>
      <p:pic>
        <p:nvPicPr>
          <p:cNvPr id="527" name="Google Shape;527;p51"/>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528" name="Google Shape;528;p51"/>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529" name="Google Shape;529;p51"/>
          <p:cNvSpPr txBox="1">
            <a:spLocks noGrp="1"/>
          </p:cNvSpPr>
          <p:nvPr>
            <p:ph type="body" idx="1"/>
          </p:nvPr>
        </p:nvSpPr>
        <p:spPr>
          <a:xfrm>
            <a:off x="3236779" y="2362200"/>
            <a:ext cx="7240049" cy="163942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30" name="Google Shape;530;p51"/>
          <p:cNvSpPr txBox="1">
            <a:spLocks noGrp="1"/>
          </p:cNvSpPr>
          <p:nvPr>
            <p:ph type="body" idx="2"/>
          </p:nvPr>
        </p:nvSpPr>
        <p:spPr>
          <a:xfrm>
            <a:off x="3236867" y="1170031"/>
            <a:ext cx="5625143"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31" name="Google Shape;531;p51"/>
          <p:cNvSpPr txBox="1">
            <a:spLocks noGrp="1"/>
          </p:cNvSpPr>
          <p:nvPr>
            <p:ph type="body" idx="3"/>
          </p:nvPr>
        </p:nvSpPr>
        <p:spPr>
          <a:xfrm>
            <a:off x="3236778" y="4403072"/>
            <a:ext cx="7240049" cy="163942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32" name="Google Shape;532;p51"/>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33" name="Google Shape;533;p51"/>
          <p:cNvSpPr txBox="1"/>
          <p:nvPr/>
        </p:nvSpPr>
        <p:spPr>
          <a:xfrm>
            <a:off x="779302" y="669715"/>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1. Conteudo">
  <p:cSld name="2_1. Conteudo 4">
    <p:spTree>
      <p:nvGrpSpPr>
        <p:cNvPr id="1" name="Shape 534"/>
        <p:cNvGrpSpPr/>
        <p:nvPr/>
      </p:nvGrpSpPr>
      <p:grpSpPr>
        <a:xfrm>
          <a:off x="0" y="0"/>
          <a:ext cx="0" cy="0"/>
          <a:chOff x="0" y="0"/>
          <a:chExt cx="0" cy="0"/>
        </a:xfrm>
      </p:grpSpPr>
      <p:pic>
        <p:nvPicPr>
          <p:cNvPr id="535" name="Google Shape;535;p52"/>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536" name="Google Shape;536;p52"/>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537" name="Google Shape;537;p52"/>
          <p:cNvSpPr txBox="1">
            <a:spLocks noGrp="1"/>
          </p:cNvSpPr>
          <p:nvPr>
            <p:ph type="body" idx="1"/>
          </p:nvPr>
        </p:nvSpPr>
        <p:spPr>
          <a:xfrm>
            <a:off x="3236779" y="2362200"/>
            <a:ext cx="7240049" cy="163942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38" name="Google Shape;538;p52"/>
          <p:cNvSpPr txBox="1">
            <a:spLocks noGrp="1"/>
          </p:cNvSpPr>
          <p:nvPr>
            <p:ph type="body" idx="2"/>
          </p:nvPr>
        </p:nvSpPr>
        <p:spPr>
          <a:xfrm>
            <a:off x="3236867" y="1170031"/>
            <a:ext cx="5625143"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39" name="Google Shape;539;p52"/>
          <p:cNvSpPr txBox="1">
            <a:spLocks noGrp="1"/>
          </p:cNvSpPr>
          <p:nvPr>
            <p:ph type="body" idx="3"/>
          </p:nvPr>
        </p:nvSpPr>
        <p:spPr>
          <a:xfrm>
            <a:off x="3236778" y="4403072"/>
            <a:ext cx="7240049" cy="163942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40" name="Google Shape;540;p52"/>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41" name="Google Shape;541;p52"/>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1_3. Conteudo">
  <p:cSld name="2_3. Conteudo 7">
    <p:bg>
      <p:bgPr>
        <a:solidFill>
          <a:srgbClr val="28566E"/>
        </a:solidFill>
        <a:effectLst/>
      </p:bgPr>
    </p:bg>
    <p:spTree>
      <p:nvGrpSpPr>
        <p:cNvPr id="1" name="Shape 542"/>
        <p:cNvGrpSpPr/>
        <p:nvPr/>
      </p:nvGrpSpPr>
      <p:grpSpPr>
        <a:xfrm>
          <a:off x="0" y="0"/>
          <a:ext cx="0" cy="0"/>
          <a:chOff x="0" y="0"/>
          <a:chExt cx="0" cy="0"/>
        </a:xfrm>
      </p:grpSpPr>
      <p:pic>
        <p:nvPicPr>
          <p:cNvPr id="543" name="Google Shape;543;p53"/>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544" name="Google Shape;544;p53"/>
          <p:cNvSpPr/>
          <p:nvPr/>
        </p:nvSpPr>
        <p:spPr>
          <a:xfrm>
            <a:off x="448134" y="414865"/>
            <a:ext cx="3223941" cy="3223928"/>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a:alphaModFix/>
            </a:blip>
            <a:stretch>
              <a:fillRect/>
            </a:stretch>
          </a:blip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545" name="Google Shape;545;p53"/>
          <p:cNvSpPr/>
          <p:nvPr/>
        </p:nvSpPr>
        <p:spPr>
          <a:xfrm>
            <a:off x="2256369" y="2700818"/>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46" name="Google Shape;546;p53"/>
          <p:cNvSpPr txBox="1"/>
          <p:nvPr/>
        </p:nvSpPr>
        <p:spPr>
          <a:xfrm>
            <a:off x="485664" y="3463802"/>
            <a:ext cx="833169" cy="1487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547" name="Google Shape;547;p53"/>
          <p:cNvSpPr txBox="1">
            <a:spLocks noGrp="1"/>
          </p:cNvSpPr>
          <p:nvPr>
            <p:ph type="body" idx="1"/>
          </p:nvPr>
        </p:nvSpPr>
        <p:spPr>
          <a:xfrm>
            <a:off x="5128182" y="414865"/>
            <a:ext cx="5625143"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48" name="Google Shape;548;p53"/>
          <p:cNvSpPr txBox="1">
            <a:spLocks noGrp="1"/>
          </p:cNvSpPr>
          <p:nvPr>
            <p:ph type="body" idx="2"/>
          </p:nvPr>
        </p:nvSpPr>
        <p:spPr>
          <a:xfrm>
            <a:off x="5128182" y="1447420"/>
            <a:ext cx="6553730" cy="95768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49" name="Google Shape;549;p53"/>
          <p:cNvSpPr txBox="1"/>
          <p:nvPr/>
        </p:nvSpPr>
        <p:spPr>
          <a:xfrm>
            <a:off x="12279086" y="384144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50" name="Google Shape;550;p53"/>
          <p:cNvSpPr txBox="1"/>
          <p:nvPr/>
        </p:nvSpPr>
        <p:spPr>
          <a:xfrm>
            <a:off x="4744995" y="191117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51" name="Google Shape;551;p53"/>
          <p:cNvSpPr txBox="1">
            <a:spLocks noGrp="1"/>
          </p:cNvSpPr>
          <p:nvPr>
            <p:ph type="body" idx="3"/>
          </p:nvPr>
        </p:nvSpPr>
        <p:spPr>
          <a:xfrm>
            <a:off x="5128181" y="5971893"/>
            <a:ext cx="6553200" cy="14875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552" name="Google Shape;552;p53"/>
          <p:cNvSpPr txBox="1">
            <a:spLocks noGrp="1"/>
          </p:cNvSpPr>
          <p:nvPr>
            <p:ph type="body" idx="4"/>
          </p:nvPr>
        </p:nvSpPr>
        <p:spPr>
          <a:xfrm>
            <a:off x="5128181" y="2547964"/>
            <a:ext cx="6553200" cy="331712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53" name="Google Shape;553;p53"/>
          <p:cNvSpPr txBox="1"/>
          <p:nvPr/>
        </p:nvSpPr>
        <p:spPr>
          <a:xfrm>
            <a:off x="6265889" y="14990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54" name="Google Shape;554;p53"/>
          <p:cNvSpPr txBox="1"/>
          <p:nvPr/>
        </p:nvSpPr>
        <p:spPr>
          <a:xfrm>
            <a:off x="2806376" y="3120112"/>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1_3. Conteudo">
  <p:cSld name="2_3. Conteudo 8">
    <p:bg>
      <p:bgPr>
        <a:solidFill>
          <a:srgbClr val="28566E"/>
        </a:solidFill>
        <a:effectLst/>
      </p:bgPr>
    </p:bg>
    <p:spTree>
      <p:nvGrpSpPr>
        <p:cNvPr id="1" name="Shape 555"/>
        <p:cNvGrpSpPr/>
        <p:nvPr/>
      </p:nvGrpSpPr>
      <p:grpSpPr>
        <a:xfrm>
          <a:off x="0" y="0"/>
          <a:ext cx="0" cy="0"/>
          <a:chOff x="0" y="0"/>
          <a:chExt cx="0" cy="0"/>
        </a:xfrm>
      </p:grpSpPr>
      <p:pic>
        <p:nvPicPr>
          <p:cNvPr id="556" name="Google Shape;556;p54"/>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557" name="Google Shape;557;p54"/>
          <p:cNvSpPr/>
          <p:nvPr/>
        </p:nvSpPr>
        <p:spPr>
          <a:xfrm>
            <a:off x="448134" y="414865"/>
            <a:ext cx="3223941" cy="3223928"/>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cstate="hqprint">
              <a:alphaModFix/>
              <a:extLst>
                <a:ext uri="{28A0092B-C50C-407E-A947-70E740481C1C}">
                  <a14:useLocalDpi xmlns:a14="http://schemas.microsoft.com/office/drawing/2010/main"/>
                </a:ext>
              </a:extLst>
            </a:blip>
            <a:stretch>
              <a:fillRect/>
            </a:stretch>
          </a:blip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558" name="Google Shape;558;p54"/>
          <p:cNvSpPr txBox="1"/>
          <p:nvPr/>
        </p:nvSpPr>
        <p:spPr>
          <a:xfrm>
            <a:off x="485664" y="3463802"/>
            <a:ext cx="833169" cy="1487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559" name="Google Shape;559;p54"/>
          <p:cNvSpPr txBox="1">
            <a:spLocks noGrp="1"/>
          </p:cNvSpPr>
          <p:nvPr>
            <p:ph type="body" idx="1"/>
          </p:nvPr>
        </p:nvSpPr>
        <p:spPr>
          <a:xfrm>
            <a:off x="5128182" y="414865"/>
            <a:ext cx="5625143"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60" name="Google Shape;560;p54"/>
          <p:cNvSpPr txBox="1">
            <a:spLocks noGrp="1"/>
          </p:cNvSpPr>
          <p:nvPr>
            <p:ph type="body" idx="2"/>
          </p:nvPr>
        </p:nvSpPr>
        <p:spPr>
          <a:xfrm>
            <a:off x="5128182" y="1447420"/>
            <a:ext cx="6553730" cy="95768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61" name="Google Shape;561;p54"/>
          <p:cNvSpPr txBox="1"/>
          <p:nvPr/>
        </p:nvSpPr>
        <p:spPr>
          <a:xfrm>
            <a:off x="12279086" y="384144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62" name="Google Shape;562;p54"/>
          <p:cNvSpPr txBox="1"/>
          <p:nvPr/>
        </p:nvSpPr>
        <p:spPr>
          <a:xfrm>
            <a:off x="4744995" y="191117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63" name="Google Shape;563;p54"/>
          <p:cNvSpPr txBox="1">
            <a:spLocks noGrp="1"/>
          </p:cNvSpPr>
          <p:nvPr>
            <p:ph type="body" idx="3"/>
          </p:nvPr>
        </p:nvSpPr>
        <p:spPr>
          <a:xfrm>
            <a:off x="5128181" y="5971893"/>
            <a:ext cx="6553200" cy="14875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564" name="Google Shape;564;p54"/>
          <p:cNvSpPr txBox="1">
            <a:spLocks noGrp="1"/>
          </p:cNvSpPr>
          <p:nvPr>
            <p:ph type="body" idx="4"/>
          </p:nvPr>
        </p:nvSpPr>
        <p:spPr>
          <a:xfrm>
            <a:off x="5128181" y="2547964"/>
            <a:ext cx="6553200" cy="331712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65" name="Google Shape;565;p54"/>
          <p:cNvSpPr txBox="1"/>
          <p:nvPr/>
        </p:nvSpPr>
        <p:spPr>
          <a:xfrm>
            <a:off x="12638314" y="383177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66" name="Google Shape;566;p54"/>
          <p:cNvSpPr txBox="1"/>
          <p:nvPr/>
        </p:nvSpPr>
        <p:spPr>
          <a:xfrm>
            <a:off x="12442371" y="124097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67" name="Google Shape;567;p54"/>
          <p:cNvSpPr/>
          <p:nvPr/>
        </p:nvSpPr>
        <p:spPr>
          <a:xfrm>
            <a:off x="2256369" y="2700818"/>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68" name="Google Shape;568;p54"/>
          <p:cNvSpPr txBox="1"/>
          <p:nvPr/>
        </p:nvSpPr>
        <p:spPr>
          <a:xfrm>
            <a:off x="2578394" y="3162010"/>
            <a:ext cx="1600935" cy="65646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133" b="0" i="0" u="none" strike="noStrike" cap="none" dirty="0">
                <a:solidFill>
                  <a:srgbClr val="FFFFFF"/>
                </a:solidFill>
                <a:latin typeface="Poppins Light"/>
                <a:ea typeface="Poppins Light"/>
                <a:cs typeface="Poppins Light"/>
                <a:sym typeface="Poppins Light"/>
              </a:rPr>
              <a:t>Colocando</a:t>
            </a:r>
            <a:br>
              <a:rPr lang="pt-BR" sz="2133" b="0" i="0" u="none" strike="noStrike" cap="none" dirty="0">
                <a:solidFill>
                  <a:srgbClr val="FFFFFF"/>
                </a:solidFill>
                <a:latin typeface="Poppins Light"/>
                <a:ea typeface="Poppins Light"/>
                <a:cs typeface="Poppins Light"/>
                <a:sym typeface="Poppins Light"/>
              </a:rPr>
            </a:br>
            <a:r>
              <a:rPr lang="pt-BR" sz="2133" b="0" i="0" u="none" strike="noStrike" cap="none" dirty="0">
                <a:solidFill>
                  <a:srgbClr val="FFFFFF"/>
                </a:solidFill>
                <a:latin typeface="Poppins Light"/>
                <a:ea typeface="Poppins Light"/>
                <a:cs typeface="Poppins Light"/>
                <a:sym typeface="Poppins Light"/>
              </a:rPr>
              <a:t>em </a:t>
            </a:r>
            <a:r>
              <a:rPr lang="pt-BR" sz="2133" b="1" i="0" u="none" strike="noStrike" cap="none" dirty="0">
                <a:solidFill>
                  <a:srgbClr val="FFFFFF"/>
                </a:solidFill>
                <a:latin typeface="Poppins"/>
                <a:ea typeface="Poppins"/>
                <a:cs typeface="Poppins"/>
                <a:sym typeface="Poppins"/>
              </a:rPr>
              <a:t>prática</a:t>
            </a:r>
            <a:endParaRPr sz="21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1_3. Conteudo">
  <p:cSld name="2_3. Conteudo 9">
    <p:bg>
      <p:bgPr>
        <a:solidFill>
          <a:srgbClr val="28566E"/>
        </a:solidFill>
        <a:effectLst/>
      </p:bgPr>
    </p:bg>
    <p:spTree>
      <p:nvGrpSpPr>
        <p:cNvPr id="1" name="Shape 569"/>
        <p:cNvGrpSpPr/>
        <p:nvPr/>
      </p:nvGrpSpPr>
      <p:grpSpPr>
        <a:xfrm>
          <a:off x="0" y="0"/>
          <a:ext cx="0" cy="0"/>
          <a:chOff x="0" y="0"/>
          <a:chExt cx="0" cy="0"/>
        </a:xfrm>
      </p:grpSpPr>
      <p:pic>
        <p:nvPicPr>
          <p:cNvPr id="570" name="Google Shape;570;p55"/>
          <p:cNvPicPr preferRelativeResize="0"/>
          <p:nvPr/>
        </p:nvPicPr>
        <p:blipFill rotWithShape="1">
          <a:blip r:embed="rId2">
            <a:alphaModFix/>
          </a:blip>
          <a:srcRect/>
          <a:stretch/>
        </p:blipFill>
        <p:spPr>
          <a:xfrm>
            <a:off x="0" y="17"/>
            <a:ext cx="4630818" cy="6857983"/>
          </a:xfrm>
          <a:prstGeom prst="rect">
            <a:avLst/>
          </a:prstGeom>
          <a:noFill/>
          <a:ln>
            <a:noFill/>
          </a:ln>
        </p:spPr>
      </p:pic>
      <p:pic>
        <p:nvPicPr>
          <p:cNvPr id="571" name="Google Shape;571;p55" descr="Câmera fotográfica preta&#10;&#10;Descrição gerada automaticamente"/>
          <p:cNvPicPr preferRelativeResize="0"/>
          <p:nvPr/>
        </p:nvPicPr>
        <p:blipFill rotWithShape="1">
          <a:blip r:embed="rId3" cstate="hqprint">
            <a:alphaModFix/>
            <a:extLst>
              <a:ext uri="{28A0092B-C50C-407E-A947-70E740481C1C}">
                <a14:useLocalDpi xmlns:a14="http://schemas.microsoft.com/office/drawing/2010/main"/>
              </a:ext>
            </a:extLst>
          </a:blip>
          <a:srcRect t="-268"/>
          <a:stretch/>
        </p:blipFill>
        <p:spPr>
          <a:xfrm>
            <a:off x="428798" y="386760"/>
            <a:ext cx="3243277" cy="3243277"/>
          </a:xfrm>
          <a:prstGeom prst="ellipse">
            <a:avLst/>
          </a:prstGeom>
          <a:noFill/>
          <a:ln>
            <a:noFill/>
          </a:ln>
        </p:spPr>
      </p:pic>
      <p:sp>
        <p:nvSpPr>
          <p:cNvPr id="572" name="Google Shape;572;p55"/>
          <p:cNvSpPr txBox="1"/>
          <p:nvPr/>
        </p:nvSpPr>
        <p:spPr>
          <a:xfrm>
            <a:off x="485664" y="3463802"/>
            <a:ext cx="833169" cy="1487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573" name="Google Shape;573;p55"/>
          <p:cNvSpPr txBox="1">
            <a:spLocks noGrp="1"/>
          </p:cNvSpPr>
          <p:nvPr>
            <p:ph type="body" idx="1"/>
          </p:nvPr>
        </p:nvSpPr>
        <p:spPr>
          <a:xfrm>
            <a:off x="5128182" y="414865"/>
            <a:ext cx="5625143"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74" name="Google Shape;574;p55"/>
          <p:cNvSpPr txBox="1">
            <a:spLocks noGrp="1"/>
          </p:cNvSpPr>
          <p:nvPr>
            <p:ph type="body" idx="2"/>
          </p:nvPr>
        </p:nvSpPr>
        <p:spPr>
          <a:xfrm>
            <a:off x="5128182" y="1447420"/>
            <a:ext cx="6553730" cy="95768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75" name="Google Shape;575;p55"/>
          <p:cNvSpPr txBox="1">
            <a:spLocks noGrp="1"/>
          </p:cNvSpPr>
          <p:nvPr>
            <p:ph type="body" idx="3"/>
          </p:nvPr>
        </p:nvSpPr>
        <p:spPr>
          <a:xfrm>
            <a:off x="5128181" y="5971893"/>
            <a:ext cx="6553200" cy="14875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576" name="Google Shape;576;p55"/>
          <p:cNvSpPr txBox="1">
            <a:spLocks noGrp="1"/>
          </p:cNvSpPr>
          <p:nvPr>
            <p:ph type="body" idx="4"/>
          </p:nvPr>
        </p:nvSpPr>
        <p:spPr>
          <a:xfrm>
            <a:off x="5128181" y="2547964"/>
            <a:ext cx="6553200" cy="331712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77" name="Google Shape;577;p55"/>
          <p:cNvSpPr/>
          <p:nvPr/>
        </p:nvSpPr>
        <p:spPr>
          <a:xfrm>
            <a:off x="2256369" y="2700818"/>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78" name="Google Shape;578;p55"/>
          <p:cNvSpPr txBox="1"/>
          <p:nvPr/>
        </p:nvSpPr>
        <p:spPr>
          <a:xfrm>
            <a:off x="2806376" y="3120112"/>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1_3. Conteudo">
  <p:cSld name="2_3. Conteudo 10">
    <p:bg>
      <p:bgPr>
        <a:solidFill>
          <a:srgbClr val="28566E"/>
        </a:solidFill>
        <a:effectLst/>
      </p:bgPr>
    </p:bg>
    <p:spTree>
      <p:nvGrpSpPr>
        <p:cNvPr id="1" name="Shape 579"/>
        <p:cNvGrpSpPr/>
        <p:nvPr/>
      </p:nvGrpSpPr>
      <p:grpSpPr>
        <a:xfrm>
          <a:off x="0" y="0"/>
          <a:ext cx="0" cy="0"/>
          <a:chOff x="0" y="0"/>
          <a:chExt cx="0" cy="0"/>
        </a:xfrm>
      </p:grpSpPr>
      <p:pic>
        <p:nvPicPr>
          <p:cNvPr id="580" name="Google Shape;580;p56"/>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581" name="Google Shape;581;p56" descr="Câmera fotográfica preta&#10;&#10;Descrição gerada automaticamente"/>
          <p:cNvSpPr/>
          <p:nvPr/>
        </p:nvSpPr>
        <p:spPr>
          <a:xfrm>
            <a:off x="428798" y="386760"/>
            <a:ext cx="3243277" cy="3243277"/>
          </a:xfrm>
          <a:prstGeom prst="ellipse">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582" name="Google Shape;582;p56"/>
          <p:cNvSpPr txBox="1"/>
          <p:nvPr/>
        </p:nvSpPr>
        <p:spPr>
          <a:xfrm>
            <a:off x="485664" y="3463802"/>
            <a:ext cx="833169" cy="1487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583" name="Google Shape;583;p56"/>
          <p:cNvSpPr txBox="1">
            <a:spLocks noGrp="1"/>
          </p:cNvSpPr>
          <p:nvPr>
            <p:ph type="body" idx="1"/>
          </p:nvPr>
        </p:nvSpPr>
        <p:spPr>
          <a:xfrm>
            <a:off x="5128182" y="414865"/>
            <a:ext cx="5625143"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84" name="Google Shape;584;p56"/>
          <p:cNvSpPr txBox="1">
            <a:spLocks noGrp="1"/>
          </p:cNvSpPr>
          <p:nvPr>
            <p:ph type="body" idx="2"/>
          </p:nvPr>
        </p:nvSpPr>
        <p:spPr>
          <a:xfrm>
            <a:off x="5128182" y="1447420"/>
            <a:ext cx="6553730" cy="95768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85" name="Google Shape;585;p56"/>
          <p:cNvSpPr txBox="1">
            <a:spLocks noGrp="1"/>
          </p:cNvSpPr>
          <p:nvPr>
            <p:ph type="body" idx="3"/>
          </p:nvPr>
        </p:nvSpPr>
        <p:spPr>
          <a:xfrm>
            <a:off x="5128181" y="5971893"/>
            <a:ext cx="6553200" cy="14875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586" name="Google Shape;586;p56"/>
          <p:cNvSpPr txBox="1">
            <a:spLocks noGrp="1"/>
          </p:cNvSpPr>
          <p:nvPr>
            <p:ph type="body" idx="4"/>
          </p:nvPr>
        </p:nvSpPr>
        <p:spPr>
          <a:xfrm>
            <a:off x="5128181" y="2547964"/>
            <a:ext cx="6553200" cy="331712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87" name="Google Shape;587;p56"/>
          <p:cNvSpPr/>
          <p:nvPr/>
        </p:nvSpPr>
        <p:spPr>
          <a:xfrm>
            <a:off x="2256369" y="2700818"/>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88" name="Google Shape;588;p56"/>
          <p:cNvSpPr txBox="1"/>
          <p:nvPr/>
        </p:nvSpPr>
        <p:spPr>
          <a:xfrm>
            <a:off x="2578394" y="3162010"/>
            <a:ext cx="1600935" cy="65646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133" b="0" i="0" u="none" strike="noStrike" cap="none" dirty="0">
                <a:solidFill>
                  <a:srgbClr val="FFFFFF"/>
                </a:solidFill>
                <a:latin typeface="Poppins Light"/>
                <a:ea typeface="Poppins Light"/>
                <a:cs typeface="Poppins Light"/>
                <a:sym typeface="Poppins Light"/>
              </a:rPr>
              <a:t>Colocando</a:t>
            </a:r>
            <a:br>
              <a:rPr lang="pt-BR" sz="2133" b="0" i="0" u="none" strike="noStrike" cap="none" dirty="0">
                <a:solidFill>
                  <a:srgbClr val="FFFFFF"/>
                </a:solidFill>
                <a:latin typeface="Poppins Light"/>
                <a:ea typeface="Poppins Light"/>
                <a:cs typeface="Poppins Light"/>
                <a:sym typeface="Poppins Light"/>
              </a:rPr>
            </a:br>
            <a:r>
              <a:rPr lang="pt-BR" sz="2133" b="0" i="0" u="none" strike="noStrike" cap="none" dirty="0">
                <a:solidFill>
                  <a:srgbClr val="FFFFFF"/>
                </a:solidFill>
                <a:latin typeface="Poppins Light"/>
                <a:ea typeface="Poppins Light"/>
                <a:cs typeface="Poppins Light"/>
                <a:sym typeface="Poppins Light"/>
              </a:rPr>
              <a:t>em </a:t>
            </a:r>
            <a:r>
              <a:rPr lang="pt-BR" sz="2133" b="1" i="0" u="none" strike="noStrike" cap="none" dirty="0">
                <a:solidFill>
                  <a:srgbClr val="FFFFFF"/>
                </a:solidFill>
                <a:latin typeface="Poppins"/>
                <a:ea typeface="Poppins"/>
                <a:cs typeface="Poppins"/>
                <a:sym typeface="Poppins"/>
              </a:rPr>
              <a:t>prática</a:t>
            </a:r>
            <a:endParaRPr sz="21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4. Exposição">
  <p:cSld name="2_4. Exposição 2">
    <p:spTree>
      <p:nvGrpSpPr>
        <p:cNvPr id="1" name="Shape 589"/>
        <p:cNvGrpSpPr/>
        <p:nvPr/>
      </p:nvGrpSpPr>
      <p:grpSpPr>
        <a:xfrm>
          <a:off x="0" y="0"/>
          <a:ext cx="0" cy="0"/>
          <a:chOff x="0" y="0"/>
          <a:chExt cx="0" cy="0"/>
        </a:xfrm>
      </p:grpSpPr>
      <p:pic>
        <p:nvPicPr>
          <p:cNvPr id="590" name="Google Shape;590;p57"/>
          <p:cNvPicPr preferRelativeResize="0"/>
          <p:nvPr/>
        </p:nvPicPr>
        <p:blipFill rotWithShape="1">
          <a:blip r:embed="rId2">
            <a:alphaModFix/>
          </a:blip>
          <a:srcRect/>
          <a:stretch/>
        </p:blipFill>
        <p:spPr>
          <a:xfrm>
            <a:off x="-3" y="0"/>
            <a:ext cx="3218118" cy="6857983"/>
          </a:xfrm>
          <a:prstGeom prst="rect">
            <a:avLst/>
          </a:prstGeom>
          <a:noFill/>
          <a:ln>
            <a:noFill/>
          </a:ln>
        </p:spPr>
      </p:pic>
      <p:sp>
        <p:nvSpPr>
          <p:cNvPr id="591" name="Google Shape;591;p57"/>
          <p:cNvSpPr txBox="1">
            <a:spLocks noGrp="1"/>
          </p:cNvSpPr>
          <p:nvPr>
            <p:ph type="body" idx="1"/>
          </p:nvPr>
        </p:nvSpPr>
        <p:spPr>
          <a:xfrm>
            <a:off x="3969778" y="768737"/>
            <a:ext cx="6553730"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92" name="Google Shape;592;p57"/>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93" name="Google Shape;593;p57"/>
          <p:cNvSpPr>
            <a:spLocks noGrp="1"/>
          </p:cNvSpPr>
          <p:nvPr>
            <p:ph type="pic" idx="2"/>
          </p:nvPr>
        </p:nvSpPr>
        <p:spPr>
          <a:xfrm>
            <a:off x="3979525" y="1953131"/>
            <a:ext cx="7268633" cy="3781425"/>
          </a:xfrm>
          <a:prstGeom prst="rect">
            <a:avLst/>
          </a:prstGeom>
          <a:noFill/>
          <a:ln>
            <a:noFill/>
          </a:ln>
        </p:spPr>
        <p:txBody>
          <a:bodyPr/>
          <a:lstStyle/>
          <a:p>
            <a:endParaRPr lang="pt-BR" dirty="0"/>
          </a:p>
        </p:txBody>
      </p:sp>
      <p:sp>
        <p:nvSpPr>
          <p:cNvPr id="594" name="Google Shape;594;p57"/>
          <p:cNvSpPr txBox="1">
            <a:spLocks noGrp="1"/>
          </p:cNvSpPr>
          <p:nvPr>
            <p:ph type="body" idx="3"/>
          </p:nvPr>
        </p:nvSpPr>
        <p:spPr>
          <a:xfrm>
            <a:off x="3969778" y="5831202"/>
            <a:ext cx="7268600" cy="14875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dk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595" name="Google Shape;595;p57"/>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96" name="Google Shape;596;p57"/>
          <p:cNvSpPr txBox="1"/>
          <p:nvPr/>
        </p:nvSpPr>
        <p:spPr>
          <a:xfrm>
            <a:off x="779302" y="669715"/>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4. Exposição">
  <p:cSld name="2_4. Exposição 3">
    <p:spTree>
      <p:nvGrpSpPr>
        <p:cNvPr id="1" name="Shape 597"/>
        <p:cNvGrpSpPr/>
        <p:nvPr/>
      </p:nvGrpSpPr>
      <p:grpSpPr>
        <a:xfrm>
          <a:off x="0" y="0"/>
          <a:ext cx="0" cy="0"/>
          <a:chOff x="0" y="0"/>
          <a:chExt cx="0" cy="0"/>
        </a:xfrm>
      </p:grpSpPr>
      <p:sp>
        <p:nvSpPr>
          <p:cNvPr id="598" name="Google Shape;598;p58"/>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cxnSp>
        <p:nvCxnSpPr>
          <p:cNvPr id="599" name="Google Shape;599;p58"/>
          <p:cNvCxnSpPr/>
          <p:nvPr/>
        </p:nvCxnSpPr>
        <p:spPr>
          <a:xfrm>
            <a:off x="343022" y="609127"/>
            <a:ext cx="7496113" cy="0"/>
          </a:xfrm>
          <a:prstGeom prst="straightConnector1">
            <a:avLst/>
          </a:prstGeom>
          <a:noFill/>
          <a:ln w="12700" cap="flat" cmpd="sng">
            <a:solidFill>
              <a:schemeClr val="dk1"/>
            </a:solidFill>
            <a:prstDash val="solid"/>
            <a:round/>
            <a:headEnd type="none" w="sm" len="sm"/>
            <a:tailEnd type="none" w="sm" len="sm"/>
          </a:ln>
        </p:spPr>
      </p:cxnSp>
      <p:sp>
        <p:nvSpPr>
          <p:cNvPr id="600" name="Google Shape;600;p58"/>
          <p:cNvSpPr txBox="1"/>
          <p:nvPr/>
        </p:nvSpPr>
        <p:spPr>
          <a:xfrm>
            <a:off x="343021" y="409155"/>
            <a:ext cx="4153598" cy="233185"/>
          </a:xfrm>
          <a:prstGeom prst="rect">
            <a:avLst/>
          </a:prstGeom>
          <a:noFill/>
          <a:ln>
            <a:noFill/>
          </a:ln>
        </p:spPr>
        <p:txBody>
          <a:bodyPr spcFirstLastPara="1" wrap="square" lIns="60950" tIns="60950" rIns="60950" bIns="60950" anchor="ctr" anchorCtr="0">
            <a:spAutoFit/>
          </a:bodyPr>
          <a:lstStyle/>
          <a:p>
            <a:pPr marL="0" marR="0" lvl="0" indent="0" algn="l" rtl="0">
              <a:lnSpc>
                <a:spcPct val="115000"/>
              </a:lnSpc>
              <a:spcBef>
                <a:spcPts val="0"/>
              </a:spcBef>
              <a:spcAft>
                <a:spcPts val="0"/>
              </a:spcAft>
              <a:buClr>
                <a:srgbClr val="000000"/>
              </a:buClr>
              <a:buSzPts val="3400"/>
              <a:buFont typeface="Arial"/>
              <a:buNone/>
            </a:pPr>
            <a:r>
              <a:rPr lang="pt-BR" sz="622" b="1" i="0" u="none" strike="noStrike" cap="none" dirty="0">
                <a:solidFill>
                  <a:srgbClr val="000000"/>
                </a:solidFill>
                <a:latin typeface="Arial"/>
                <a:ea typeface="Arial"/>
                <a:cs typeface="Arial"/>
                <a:sym typeface="Arial"/>
              </a:rPr>
              <a:t>Diversas aplicações</a:t>
            </a:r>
            <a:endParaRPr sz="933" b="1"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4. Exposição">
  <p:cSld name="2_4. Exposição 4">
    <p:spTree>
      <p:nvGrpSpPr>
        <p:cNvPr id="1" name="Shape 601"/>
        <p:cNvGrpSpPr/>
        <p:nvPr/>
      </p:nvGrpSpPr>
      <p:grpSpPr>
        <a:xfrm>
          <a:off x="0" y="0"/>
          <a:ext cx="0" cy="0"/>
          <a:chOff x="0" y="0"/>
          <a:chExt cx="0" cy="0"/>
        </a:xfrm>
      </p:grpSpPr>
      <p:sp>
        <p:nvSpPr>
          <p:cNvPr id="602" name="Google Shape;602;p59"/>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1_Atividade_embranco">
  <p:cSld name="2_Atividade_embranco">
    <p:spTree>
      <p:nvGrpSpPr>
        <p:cNvPr id="1" name="Shape 604"/>
        <p:cNvGrpSpPr/>
        <p:nvPr/>
      </p:nvGrpSpPr>
      <p:grpSpPr>
        <a:xfrm>
          <a:off x="0" y="0"/>
          <a:ext cx="0" cy="0"/>
          <a:chOff x="0" y="0"/>
          <a:chExt cx="0" cy="0"/>
        </a:xfrm>
      </p:grpSpPr>
      <p:sp>
        <p:nvSpPr>
          <p:cNvPr id="605" name="Google Shape;605;p61"/>
          <p:cNvSpPr>
            <a:spLocks noGrp="1"/>
          </p:cNvSpPr>
          <p:nvPr>
            <p:ph type="pic" idx="2"/>
          </p:nvPr>
        </p:nvSpPr>
        <p:spPr>
          <a:xfrm>
            <a:off x="0" y="0"/>
            <a:ext cx="12192000" cy="6858000"/>
          </a:xfrm>
          <a:prstGeom prst="rect">
            <a:avLst/>
          </a:prstGeom>
          <a:solidFill>
            <a:srgbClr val="D8D8D8"/>
          </a:solidFill>
          <a:ln>
            <a:noFill/>
          </a:ln>
        </p:spPr>
        <p:txBody>
          <a:bodyPr/>
          <a:lstStyle/>
          <a:p>
            <a:endParaRPr lang="pt-BR" dirty="0"/>
          </a:p>
        </p:txBody>
      </p:sp>
      <p:sp>
        <p:nvSpPr>
          <p:cNvPr id="606" name="Google Shape;606;p61"/>
          <p:cNvSpPr>
            <a:spLocks noGrp="1"/>
          </p:cNvSpPr>
          <p:nvPr>
            <p:ph type="media" idx="3"/>
          </p:nvPr>
        </p:nvSpPr>
        <p:spPr>
          <a:xfrm>
            <a:off x="862542" y="887942"/>
            <a:ext cx="4092600" cy="36057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dirty="0"/>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607"/>
        <p:cNvGrpSpPr/>
        <p:nvPr/>
      </p:nvGrpSpPr>
      <p:grpSpPr>
        <a:xfrm>
          <a:off x="0" y="0"/>
          <a:ext cx="0" cy="0"/>
          <a:chOff x="0" y="0"/>
          <a:chExt cx="0" cy="0"/>
        </a:xfrm>
      </p:grpSpPr>
      <p:sp>
        <p:nvSpPr>
          <p:cNvPr id="608" name="Google Shape;608;p62"/>
          <p:cNvSpPr txBox="1"/>
          <p:nvPr/>
        </p:nvSpPr>
        <p:spPr>
          <a:xfrm>
            <a:off x="12971489" y="493676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609" name="Google Shape;609;p62"/>
          <p:cNvSpPr txBox="1"/>
          <p:nvPr/>
        </p:nvSpPr>
        <p:spPr>
          <a:xfrm>
            <a:off x="12691672" y="388744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610" name="Google Shape;610;p62"/>
          <p:cNvSpPr txBox="1">
            <a:spLocks noGrp="1"/>
          </p:cNvSpPr>
          <p:nvPr>
            <p:ph type="body" idx="1"/>
          </p:nvPr>
        </p:nvSpPr>
        <p:spPr>
          <a:xfrm>
            <a:off x="878472" y="4705246"/>
            <a:ext cx="2509200" cy="306900"/>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400"/>
              <a:buFont typeface="Arial"/>
              <a:buNone/>
              <a:defRPr sz="11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611" name="Google Shape;611;p62"/>
          <p:cNvSpPr txBox="1">
            <a:spLocks noGrp="1"/>
          </p:cNvSpPr>
          <p:nvPr>
            <p:ph type="body" idx="2"/>
          </p:nvPr>
        </p:nvSpPr>
        <p:spPr>
          <a:xfrm>
            <a:off x="878472" y="5194925"/>
            <a:ext cx="2509200" cy="306900"/>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400"/>
              <a:buFont typeface="Arial"/>
              <a:buNone/>
              <a:defRPr sz="11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612" name="Google Shape;612;p62"/>
          <p:cNvSpPr txBox="1"/>
          <p:nvPr/>
        </p:nvSpPr>
        <p:spPr>
          <a:xfrm>
            <a:off x="3609788" y="-1039906"/>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613" name="Google Shape;613;p62"/>
          <p:cNvSpPr txBox="1"/>
          <p:nvPr/>
        </p:nvSpPr>
        <p:spPr>
          <a:xfrm>
            <a:off x="4535254" y="1129596"/>
            <a:ext cx="546900" cy="484200"/>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1</a:t>
            </a:r>
            <a:endParaRPr sz="1400" b="0" i="0" u="none" strike="noStrike" cap="none" dirty="0">
              <a:solidFill>
                <a:srgbClr val="000000"/>
              </a:solidFill>
              <a:latin typeface="Arial"/>
              <a:ea typeface="Arial"/>
              <a:cs typeface="Arial"/>
              <a:sym typeface="Arial"/>
            </a:endParaRPr>
          </a:p>
        </p:txBody>
      </p:sp>
      <p:cxnSp>
        <p:nvCxnSpPr>
          <p:cNvPr id="614" name="Google Shape;614;p62"/>
          <p:cNvCxnSpPr/>
          <p:nvPr/>
        </p:nvCxnSpPr>
        <p:spPr>
          <a:xfrm>
            <a:off x="4535253" y="1685408"/>
            <a:ext cx="6858900" cy="0"/>
          </a:xfrm>
          <a:prstGeom prst="straightConnector1">
            <a:avLst/>
          </a:prstGeom>
          <a:noFill/>
          <a:ln w="19050" cap="flat" cmpd="sng">
            <a:solidFill>
              <a:srgbClr val="A5A5A5"/>
            </a:solidFill>
            <a:prstDash val="solid"/>
            <a:round/>
            <a:headEnd type="oval" w="med" len="med"/>
            <a:tailEnd type="oval" w="med" len="med"/>
          </a:ln>
        </p:spPr>
      </p:cxnSp>
      <p:sp>
        <p:nvSpPr>
          <p:cNvPr id="615" name="Google Shape;615;p62"/>
          <p:cNvSpPr txBox="1"/>
          <p:nvPr/>
        </p:nvSpPr>
        <p:spPr>
          <a:xfrm>
            <a:off x="4535254" y="2594775"/>
            <a:ext cx="546900" cy="484200"/>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2</a:t>
            </a:r>
            <a:endParaRPr sz="1400" b="0" i="0" u="none" strike="noStrike" cap="none" dirty="0">
              <a:solidFill>
                <a:srgbClr val="000000"/>
              </a:solidFill>
              <a:latin typeface="Arial"/>
              <a:ea typeface="Arial"/>
              <a:cs typeface="Arial"/>
              <a:sym typeface="Arial"/>
            </a:endParaRPr>
          </a:p>
        </p:txBody>
      </p:sp>
      <p:cxnSp>
        <p:nvCxnSpPr>
          <p:cNvPr id="616" name="Google Shape;616;p62"/>
          <p:cNvCxnSpPr/>
          <p:nvPr/>
        </p:nvCxnSpPr>
        <p:spPr>
          <a:xfrm>
            <a:off x="4535253" y="3150587"/>
            <a:ext cx="6858900" cy="0"/>
          </a:xfrm>
          <a:prstGeom prst="straightConnector1">
            <a:avLst/>
          </a:prstGeom>
          <a:noFill/>
          <a:ln w="19050" cap="flat" cmpd="sng">
            <a:solidFill>
              <a:srgbClr val="A5A5A5"/>
            </a:solidFill>
            <a:prstDash val="solid"/>
            <a:round/>
            <a:headEnd type="oval" w="med" len="med"/>
            <a:tailEnd type="oval" w="med" len="med"/>
          </a:ln>
        </p:spPr>
      </p:cxnSp>
      <p:sp>
        <p:nvSpPr>
          <p:cNvPr id="617" name="Google Shape;617;p62"/>
          <p:cNvSpPr txBox="1"/>
          <p:nvPr/>
        </p:nvSpPr>
        <p:spPr>
          <a:xfrm>
            <a:off x="4535254" y="4059954"/>
            <a:ext cx="546900" cy="484200"/>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3</a:t>
            </a:r>
            <a:endParaRPr sz="1400" b="0" i="0" u="none" strike="noStrike" cap="none" dirty="0">
              <a:solidFill>
                <a:srgbClr val="000000"/>
              </a:solidFill>
              <a:latin typeface="Arial"/>
              <a:ea typeface="Arial"/>
              <a:cs typeface="Arial"/>
              <a:sym typeface="Arial"/>
            </a:endParaRPr>
          </a:p>
        </p:txBody>
      </p:sp>
      <p:cxnSp>
        <p:nvCxnSpPr>
          <p:cNvPr id="618" name="Google Shape;618;p62"/>
          <p:cNvCxnSpPr/>
          <p:nvPr/>
        </p:nvCxnSpPr>
        <p:spPr>
          <a:xfrm>
            <a:off x="4535253" y="4615765"/>
            <a:ext cx="6858900" cy="0"/>
          </a:xfrm>
          <a:prstGeom prst="straightConnector1">
            <a:avLst/>
          </a:prstGeom>
          <a:noFill/>
          <a:ln w="19050" cap="flat" cmpd="sng">
            <a:solidFill>
              <a:srgbClr val="A5A5A5"/>
            </a:solidFill>
            <a:prstDash val="solid"/>
            <a:round/>
            <a:headEnd type="oval" w="med" len="med"/>
            <a:tailEnd type="oval" w="med" len="med"/>
          </a:ln>
        </p:spPr>
      </p:cxnSp>
      <p:sp>
        <p:nvSpPr>
          <p:cNvPr id="619" name="Google Shape;619;p62"/>
          <p:cNvSpPr txBox="1"/>
          <p:nvPr/>
        </p:nvSpPr>
        <p:spPr>
          <a:xfrm>
            <a:off x="4535254" y="5525133"/>
            <a:ext cx="546900" cy="484200"/>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4</a:t>
            </a:r>
            <a:endParaRPr sz="1400" b="0" i="0" u="none" strike="noStrike" cap="none" dirty="0">
              <a:solidFill>
                <a:srgbClr val="000000"/>
              </a:solidFill>
              <a:latin typeface="Arial"/>
              <a:ea typeface="Arial"/>
              <a:cs typeface="Arial"/>
              <a:sym typeface="Arial"/>
            </a:endParaRPr>
          </a:p>
        </p:txBody>
      </p:sp>
      <p:cxnSp>
        <p:nvCxnSpPr>
          <p:cNvPr id="620" name="Google Shape;620;p62"/>
          <p:cNvCxnSpPr/>
          <p:nvPr/>
        </p:nvCxnSpPr>
        <p:spPr>
          <a:xfrm>
            <a:off x="4535253" y="6080945"/>
            <a:ext cx="6858900" cy="0"/>
          </a:xfrm>
          <a:prstGeom prst="straightConnector1">
            <a:avLst/>
          </a:prstGeom>
          <a:noFill/>
          <a:ln w="19050" cap="flat" cmpd="sng">
            <a:solidFill>
              <a:srgbClr val="A5A5A5"/>
            </a:solidFill>
            <a:prstDash val="solid"/>
            <a:round/>
            <a:headEnd type="oval" w="med" len="med"/>
            <a:tailEnd type="oval" w="med" len="med"/>
          </a:ln>
        </p:spPr>
      </p:cxnSp>
      <p:sp>
        <p:nvSpPr>
          <p:cNvPr id="621" name="Google Shape;621;p62"/>
          <p:cNvSpPr txBox="1">
            <a:spLocks noGrp="1"/>
          </p:cNvSpPr>
          <p:nvPr>
            <p:ph type="body" idx="3"/>
          </p:nvPr>
        </p:nvSpPr>
        <p:spPr>
          <a:xfrm>
            <a:off x="5207001" y="609602"/>
            <a:ext cx="6035700" cy="924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622" name="Google Shape;622;p62"/>
          <p:cNvSpPr txBox="1">
            <a:spLocks noGrp="1"/>
          </p:cNvSpPr>
          <p:nvPr>
            <p:ph type="body" idx="4"/>
          </p:nvPr>
        </p:nvSpPr>
        <p:spPr>
          <a:xfrm>
            <a:off x="5207001" y="2078638"/>
            <a:ext cx="6035700" cy="924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623" name="Google Shape;623;p62"/>
          <p:cNvSpPr txBox="1">
            <a:spLocks noGrp="1"/>
          </p:cNvSpPr>
          <p:nvPr>
            <p:ph type="body" idx="5"/>
          </p:nvPr>
        </p:nvSpPr>
        <p:spPr>
          <a:xfrm>
            <a:off x="5207001" y="3537680"/>
            <a:ext cx="6035700" cy="924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624" name="Google Shape;624;p62"/>
          <p:cNvSpPr txBox="1">
            <a:spLocks noGrp="1"/>
          </p:cNvSpPr>
          <p:nvPr>
            <p:ph type="body" idx="6"/>
          </p:nvPr>
        </p:nvSpPr>
        <p:spPr>
          <a:xfrm>
            <a:off x="5207001" y="5006716"/>
            <a:ext cx="6035700" cy="924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625" name="Google Shape;625;p62"/>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626" name="Google Shape;626;p62"/>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3_Layout Personalizado">
  <p:cSld name="3_Layout Personalizado">
    <p:spTree>
      <p:nvGrpSpPr>
        <p:cNvPr id="1" name="Shape 627"/>
        <p:cNvGrpSpPr/>
        <p:nvPr/>
      </p:nvGrpSpPr>
      <p:grpSpPr>
        <a:xfrm>
          <a:off x="0" y="0"/>
          <a:ext cx="0" cy="0"/>
          <a:chOff x="0" y="0"/>
          <a:chExt cx="0" cy="0"/>
        </a:xfrm>
      </p:grpSpPr>
      <p:sp>
        <p:nvSpPr>
          <p:cNvPr id="628" name="Google Shape;628;p63"/>
          <p:cNvSpPr/>
          <p:nvPr/>
        </p:nvSpPr>
        <p:spPr>
          <a:xfrm>
            <a:off x="0" y="0"/>
            <a:ext cx="12192000" cy="6858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629" name="Google Shape;629;p63"/>
          <p:cNvSpPr/>
          <p:nvPr/>
        </p:nvSpPr>
        <p:spPr>
          <a:xfrm>
            <a:off x="5802699" y="1543035"/>
            <a:ext cx="4206000" cy="3044100"/>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630" name="Google Shape;630;p63"/>
          <p:cNvSpPr txBox="1"/>
          <p:nvPr/>
        </p:nvSpPr>
        <p:spPr>
          <a:xfrm>
            <a:off x="2149362" y="2398780"/>
            <a:ext cx="3401700" cy="1851600"/>
          </a:xfrm>
          <a:prstGeom prst="rect">
            <a:avLst/>
          </a:prstGeom>
          <a:noFill/>
          <a:ln>
            <a:noFill/>
          </a:ln>
        </p:spPr>
        <p:txBody>
          <a:bodyPr spcFirstLastPara="1" wrap="square" lIns="0" tIns="0" rIns="0" bIns="0" anchor="t" anchorCtr="0">
            <a:spAutoFit/>
          </a:bodyPr>
          <a:lstStyle/>
          <a:p>
            <a:pPr marL="0" marR="0" lvl="0" indent="0" algn="r" rtl="0">
              <a:lnSpc>
                <a:spcPct val="93999"/>
              </a:lnSpc>
              <a:spcBef>
                <a:spcPts val="0"/>
              </a:spcBef>
              <a:spcAft>
                <a:spcPts val="0"/>
              </a:spcAft>
              <a:buClr>
                <a:srgbClr val="000000"/>
              </a:buClr>
              <a:buSzPts val="4266"/>
              <a:buFont typeface="Arial"/>
              <a:buNone/>
            </a:pPr>
            <a:r>
              <a:rPr lang="pt-BR" sz="4266" b="1" i="0" u="none" strike="noStrike" cap="none" dirty="0">
                <a:solidFill>
                  <a:srgbClr val="000000"/>
                </a:solidFill>
                <a:latin typeface="Poppins"/>
                <a:ea typeface="Poppins"/>
                <a:cs typeface="Poppins"/>
                <a:sym typeface="Poppins"/>
              </a:rPr>
              <a:t>Educação Profissional Paulista</a:t>
            </a:r>
            <a:endParaRPr sz="1400" b="0" i="0" u="none" strike="noStrike" cap="none" dirty="0">
              <a:solidFill>
                <a:srgbClr val="000000"/>
              </a:solidFill>
              <a:latin typeface="Arial"/>
              <a:ea typeface="Arial"/>
              <a:cs typeface="Arial"/>
              <a:sym typeface="Arial"/>
            </a:endParaRPr>
          </a:p>
        </p:txBody>
      </p:sp>
      <p:sp>
        <p:nvSpPr>
          <p:cNvPr id="631" name="Google Shape;631;p63"/>
          <p:cNvSpPr txBox="1"/>
          <p:nvPr/>
        </p:nvSpPr>
        <p:spPr>
          <a:xfrm>
            <a:off x="6069602" y="2317274"/>
            <a:ext cx="3578400" cy="513300"/>
          </a:xfrm>
          <a:prstGeom prst="rect">
            <a:avLst/>
          </a:prstGeom>
          <a:noFill/>
          <a:ln>
            <a:noFill/>
          </a:ln>
        </p:spPr>
        <p:txBody>
          <a:bodyPr spcFirstLastPara="1" wrap="square" lIns="0" tIns="0" rIns="0" bIns="0" anchor="t" anchorCtr="0">
            <a:spAutoFit/>
          </a:bodyPr>
          <a:lstStyle/>
          <a:p>
            <a:pPr marL="0" marR="0" lvl="0" indent="0" algn="l" rtl="0">
              <a:lnSpc>
                <a:spcPct val="136892"/>
              </a:lnSpc>
              <a:spcBef>
                <a:spcPts val="0"/>
              </a:spcBef>
              <a:spcAft>
                <a:spcPts val="0"/>
              </a:spcAft>
              <a:buClr>
                <a:srgbClr val="000000"/>
              </a:buClr>
              <a:buSzPts val="3334"/>
              <a:buFont typeface="Arial"/>
              <a:buNone/>
            </a:pPr>
            <a:r>
              <a:rPr lang="pt-BR" sz="3334" b="0" i="0" u="none" strike="noStrike" cap="none" dirty="0">
                <a:solidFill>
                  <a:srgbClr val="FFFFFF"/>
                </a:solidFill>
                <a:latin typeface="Poppins Light"/>
                <a:ea typeface="Poppins Light"/>
                <a:cs typeface="Poppins Light"/>
                <a:sym typeface="Poppins Light"/>
              </a:rPr>
              <a:t>Técnico em </a:t>
            </a:r>
            <a:endParaRPr sz="1400" b="0" i="0" u="none" strike="noStrike" cap="none" dirty="0">
              <a:solidFill>
                <a:srgbClr val="000000"/>
              </a:solidFill>
              <a:latin typeface="Arial"/>
              <a:ea typeface="Arial"/>
              <a:cs typeface="Arial"/>
              <a:sym typeface="Arial"/>
            </a:endParaRPr>
          </a:p>
        </p:txBody>
      </p:sp>
      <p:sp>
        <p:nvSpPr>
          <p:cNvPr id="632" name="Google Shape;632;p63"/>
          <p:cNvSpPr txBox="1"/>
          <p:nvPr/>
        </p:nvSpPr>
        <p:spPr>
          <a:xfrm>
            <a:off x="6116400" y="2896479"/>
            <a:ext cx="3673800" cy="964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133"/>
              <a:buFont typeface="Arial"/>
              <a:buNone/>
            </a:pPr>
            <a:r>
              <a:rPr lang="pt-BR" sz="3133" b="1" i="0" u="none" strike="noStrike" cap="none" dirty="0">
                <a:solidFill>
                  <a:srgbClr val="FFFFFF"/>
                </a:solidFill>
                <a:latin typeface="Poppins"/>
                <a:ea typeface="Poppins"/>
                <a:cs typeface="Poppins"/>
                <a:sym typeface="Poppins"/>
              </a:rPr>
              <a:t>Desenvolvimento de Sistemas</a:t>
            </a:r>
            <a:endParaRPr sz="1400" b="0" i="0" u="none" strike="noStrike" cap="none" dirty="0">
              <a:solidFill>
                <a:srgbClr val="000000"/>
              </a:solidFill>
              <a:latin typeface="Arial"/>
              <a:ea typeface="Arial"/>
              <a:cs typeface="Arial"/>
              <a:sym typeface="Arial"/>
            </a:endParaRPr>
          </a:p>
        </p:txBody>
      </p:sp>
      <p:pic>
        <p:nvPicPr>
          <p:cNvPr id="633" name="Google Shape;633;p63" descr="Logotipo&#10;&#10;O conteúdo gerado por IA pode estar incorreto."/>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4828111" y="5385674"/>
            <a:ext cx="2535781" cy="1147459"/>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michoca">
  <p:cSld name="CUSTOM">
    <p:spTree>
      <p:nvGrpSpPr>
        <p:cNvPr id="1" name="Shape 634"/>
        <p:cNvGrpSpPr/>
        <p:nvPr/>
      </p:nvGrpSpPr>
      <p:grpSpPr>
        <a:xfrm>
          <a:off x="0" y="0"/>
          <a:ext cx="0" cy="0"/>
          <a:chOff x="0" y="0"/>
          <a:chExt cx="0" cy="0"/>
        </a:xfrm>
      </p:grpSpPr>
      <p:pic>
        <p:nvPicPr>
          <p:cNvPr id="635" name="Google Shape;635;p64"/>
          <p:cNvPicPr preferRelativeResize="0"/>
          <p:nvPr/>
        </p:nvPicPr>
        <p:blipFill rotWithShape="1">
          <a:blip r:embed="rId2" cstate="hqprint">
            <a:alphaModFix/>
            <a:extLst>
              <a:ext uri="{28A0092B-C50C-407E-A947-70E740481C1C}">
                <a14:useLocalDpi xmlns:a14="http://schemas.microsoft.com/office/drawing/2010/main"/>
              </a:ext>
            </a:extLst>
          </a:blip>
          <a:srcRect l="1999" r="951"/>
          <a:stretch/>
        </p:blipFill>
        <p:spPr>
          <a:xfrm>
            <a:off x="-5171" y="1336655"/>
            <a:ext cx="12197169" cy="4987270"/>
          </a:xfrm>
          <a:prstGeom prst="rect">
            <a:avLst/>
          </a:prstGeom>
          <a:noFill/>
          <a:ln>
            <a:noFill/>
          </a:ln>
        </p:spPr>
      </p:pic>
      <p:sp>
        <p:nvSpPr>
          <p:cNvPr id="636" name="Google Shape;636;p64"/>
          <p:cNvSpPr/>
          <p:nvPr/>
        </p:nvSpPr>
        <p:spPr>
          <a:xfrm rot="-3439711">
            <a:off x="3101904" y="4687022"/>
            <a:ext cx="210625" cy="210625"/>
          </a:xfrm>
          <a:prstGeom prst="ellipse">
            <a:avLst/>
          </a:prstGeom>
          <a:solidFill>
            <a:srgbClr val="FA161E"/>
          </a:solidFill>
          <a:ln>
            <a:noFill/>
          </a:ln>
        </p:spPr>
        <p:txBody>
          <a:bodyPr spcFirstLastPara="1" wrap="square" lIns="60950" tIns="30450" rIns="60950" bIns="3045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637" name="Google Shape;637;p64"/>
          <p:cNvSpPr/>
          <p:nvPr/>
        </p:nvSpPr>
        <p:spPr>
          <a:xfrm rot="8953936">
            <a:off x="6038159" y="1499754"/>
            <a:ext cx="210533" cy="210533"/>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638" name="Google Shape;638;p64"/>
          <p:cNvSpPr/>
          <p:nvPr/>
        </p:nvSpPr>
        <p:spPr>
          <a:xfrm rot="-4953060">
            <a:off x="7445868" y="2445423"/>
            <a:ext cx="210577" cy="210577"/>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639" name="Google Shape;639;p64"/>
          <p:cNvSpPr/>
          <p:nvPr/>
        </p:nvSpPr>
        <p:spPr>
          <a:xfrm rot="-2290533">
            <a:off x="8128906" y="5906016"/>
            <a:ext cx="210655" cy="210655"/>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640" name="Google Shape;640;p64"/>
          <p:cNvSpPr/>
          <p:nvPr/>
        </p:nvSpPr>
        <p:spPr>
          <a:xfrm rot="4159189">
            <a:off x="9504251" y="4023316"/>
            <a:ext cx="210675" cy="210675"/>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grpSp>
        <p:nvGrpSpPr>
          <p:cNvPr id="641" name="Google Shape;641;p64"/>
          <p:cNvGrpSpPr/>
          <p:nvPr/>
        </p:nvGrpSpPr>
        <p:grpSpPr>
          <a:xfrm>
            <a:off x="587322" y="1618499"/>
            <a:ext cx="11456514" cy="4435193"/>
            <a:chOff x="880938" y="2427626"/>
            <a:chExt cx="17183911" cy="6652457"/>
          </a:xfrm>
        </p:grpSpPr>
        <p:sp>
          <p:nvSpPr>
            <p:cNvPr id="642" name="Google Shape;642;p64"/>
            <p:cNvSpPr/>
            <p:nvPr/>
          </p:nvSpPr>
          <p:spPr>
            <a:xfrm>
              <a:off x="880938" y="8194174"/>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643" name="Google Shape;643;p64"/>
            <p:cNvSpPr/>
            <p:nvPr/>
          </p:nvSpPr>
          <p:spPr>
            <a:xfrm>
              <a:off x="2332293" y="8194174"/>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644" name="Google Shape;644;p64"/>
            <p:cNvSpPr/>
            <p:nvPr/>
          </p:nvSpPr>
          <p:spPr>
            <a:xfrm>
              <a:off x="3751845" y="8108805"/>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645" name="Google Shape;645;p64"/>
            <p:cNvSpPr/>
            <p:nvPr/>
          </p:nvSpPr>
          <p:spPr>
            <a:xfrm rot="-3437456">
              <a:off x="5201675" y="5679979"/>
              <a:ext cx="315893" cy="315893"/>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646" name="Google Shape;646;p64"/>
            <p:cNvSpPr/>
            <p:nvPr/>
          </p:nvSpPr>
          <p:spPr>
            <a:xfrm rot="-911871">
              <a:off x="6624196" y="5419647"/>
              <a:ext cx="315846" cy="31584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647" name="Google Shape;647;p64"/>
            <p:cNvSpPr/>
            <p:nvPr/>
          </p:nvSpPr>
          <p:spPr>
            <a:xfrm rot="-911871">
              <a:off x="7693784" y="4751289"/>
              <a:ext cx="315846" cy="31584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648" name="Google Shape;648;p64"/>
            <p:cNvSpPr/>
            <p:nvPr/>
          </p:nvSpPr>
          <p:spPr>
            <a:xfrm rot="8951697">
              <a:off x="10518648" y="2486202"/>
              <a:ext cx="315747" cy="31574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649" name="Google Shape;649;p64"/>
            <p:cNvSpPr/>
            <p:nvPr/>
          </p:nvSpPr>
          <p:spPr>
            <a:xfrm rot="8951697">
              <a:off x="8026147" y="3148552"/>
              <a:ext cx="315747" cy="31574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650" name="Google Shape;650;p64"/>
            <p:cNvSpPr/>
            <p:nvPr/>
          </p:nvSpPr>
          <p:spPr>
            <a:xfrm rot="-4951441">
              <a:off x="11180622" y="6509015"/>
              <a:ext cx="315885" cy="315885"/>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651" name="Google Shape;651;p64"/>
            <p:cNvSpPr/>
            <p:nvPr/>
          </p:nvSpPr>
          <p:spPr>
            <a:xfrm rot="-4951441">
              <a:off x="11209836" y="5069980"/>
              <a:ext cx="315885" cy="315885"/>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652" name="Google Shape;652;p64"/>
            <p:cNvSpPr/>
            <p:nvPr/>
          </p:nvSpPr>
          <p:spPr>
            <a:xfrm rot="-2287966">
              <a:off x="13545981" y="8700484"/>
              <a:ext cx="315797" cy="31579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653" name="Google Shape;653;p64"/>
            <p:cNvSpPr/>
            <p:nvPr/>
          </p:nvSpPr>
          <p:spPr>
            <a:xfrm rot="-2287966">
              <a:off x="14277258" y="7524968"/>
              <a:ext cx="315797" cy="31579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654" name="Google Shape;654;p64"/>
            <p:cNvSpPr/>
            <p:nvPr/>
          </p:nvSpPr>
          <p:spPr>
            <a:xfrm rot="5403265">
              <a:off x="11261393" y="7971458"/>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655" name="Google Shape;655;p64"/>
            <p:cNvSpPr/>
            <p:nvPr/>
          </p:nvSpPr>
          <p:spPr>
            <a:xfrm rot="4161668">
              <a:off x="14897321" y="4884642"/>
              <a:ext cx="315766" cy="31576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656" name="Google Shape;656;p64"/>
            <p:cNvSpPr/>
            <p:nvPr/>
          </p:nvSpPr>
          <p:spPr>
            <a:xfrm rot="-9744530">
              <a:off x="17708869" y="4757143"/>
              <a:ext cx="315661" cy="315661"/>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657" name="Google Shape;657;p64"/>
            <p:cNvSpPr/>
            <p:nvPr/>
          </p:nvSpPr>
          <p:spPr>
            <a:xfrm rot="-9744530">
              <a:off x="16321681" y="4758619"/>
              <a:ext cx="315661" cy="315661"/>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grpSp>
      <p:sp>
        <p:nvSpPr>
          <p:cNvPr id="658" name="Google Shape;658;p64"/>
          <p:cNvSpPr/>
          <p:nvPr/>
        </p:nvSpPr>
        <p:spPr>
          <a:xfrm>
            <a:off x="2933526" y="2830191"/>
            <a:ext cx="536100" cy="536100"/>
          </a:xfrm>
          <a:prstGeom prst="ellipse">
            <a:avLst/>
          </a:prstGeom>
          <a:solidFill>
            <a:srgbClr val="FA161E"/>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i="0" u="none" strike="noStrike" cap="none" dirty="0">
                <a:solidFill>
                  <a:srgbClr val="FFFFFF"/>
                </a:solidFill>
                <a:latin typeface="Poppins"/>
                <a:ea typeface="Poppins"/>
                <a:cs typeface="Poppins"/>
                <a:sym typeface="Poppins"/>
              </a:rPr>
              <a:t>1</a:t>
            </a:r>
            <a:endParaRPr sz="2000" b="0" i="0" u="none" strike="noStrike" cap="none" dirty="0">
              <a:solidFill>
                <a:srgbClr val="FFFFFF"/>
              </a:solidFill>
              <a:latin typeface="Calibri"/>
              <a:ea typeface="Calibri"/>
              <a:cs typeface="Calibri"/>
              <a:sym typeface="Calibri"/>
            </a:endParaRPr>
          </a:p>
        </p:txBody>
      </p:sp>
      <p:cxnSp>
        <p:nvCxnSpPr>
          <p:cNvPr id="659" name="Google Shape;659;p64"/>
          <p:cNvCxnSpPr>
            <a:stCxn id="658" idx="4"/>
          </p:cNvCxnSpPr>
          <p:nvPr/>
        </p:nvCxnSpPr>
        <p:spPr>
          <a:xfrm>
            <a:off x="3201576" y="3366291"/>
            <a:ext cx="0" cy="1323300"/>
          </a:xfrm>
          <a:prstGeom prst="straightConnector1">
            <a:avLst/>
          </a:prstGeom>
          <a:noFill/>
          <a:ln w="9525" cap="flat" cmpd="sng">
            <a:solidFill>
              <a:srgbClr val="FA161E"/>
            </a:solidFill>
            <a:prstDash val="solid"/>
            <a:round/>
            <a:headEnd type="none" w="sm" len="sm"/>
            <a:tailEnd type="none" w="sm" len="sm"/>
          </a:ln>
        </p:spPr>
      </p:cxnSp>
      <p:cxnSp>
        <p:nvCxnSpPr>
          <p:cNvPr id="660" name="Google Shape;660;p64"/>
          <p:cNvCxnSpPr>
            <a:endCxn id="639" idx="1"/>
          </p:cNvCxnSpPr>
          <p:nvPr/>
        </p:nvCxnSpPr>
        <p:spPr>
          <a:xfrm rot="10800000" flipH="1">
            <a:off x="7013652" y="5998828"/>
            <a:ext cx="1116000" cy="15300"/>
          </a:xfrm>
          <a:prstGeom prst="straightConnector1">
            <a:avLst/>
          </a:prstGeom>
          <a:noFill/>
          <a:ln w="9525" cap="flat" cmpd="sng">
            <a:solidFill>
              <a:schemeClr val="dk1"/>
            </a:solidFill>
            <a:prstDash val="solid"/>
            <a:round/>
            <a:headEnd type="none" w="sm" len="sm"/>
            <a:tailEnd type="none" w="sm" len="sm"/>
          </a:ln>
        </p:spPr>
      </p:cxnSp>
      <p:sp>
        <p:nvSpPr>
          <p:cNvPr id="661" name="Google Shape;661;p64"/>
          <p:cNvSpPr/>
          <p:nvPr/>
        </p:nvSpPr>
        <p:spPr>
          <a:xfrm>
            <a:off x="5860040" y="626852"/>
            <a:ext cx="536100" cy="5361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i="0" u="none" strike="noStrike" cap="none" dirty="0">
                <a:solidFill>
                  <a:srgbClr val="FFFFFF"/>
                </a:solidFill>
                <a:latin typeface="Poppins"/>
                <a:ea typeface="Poppins"/>
                <a:cs typeface="Poppins"/>
                <a:sym typeface="Poppins"/>
              </a:rPr>
              <a:t>2</a:t>
            </a:r>
            <a:endParaRPr sz="2000" b="0" i="0" u="none" strike="noStrike" cap="none" dirty="0">
              <a:solidFill>
                <a:srgbClr val="FFFFFF"/>
              </a:solidFill>
              <a:latin typeface="Calibri"/>
              <a:ea typeface="Calibri"/>
              <a:cs typeface="Calibri"/>
              <a:sym typeface="Calibri"/>
            </a:endParaRPr>
          </a:p>
        </p:txBody>
      </p:sp>
      <p:cxnSp>
        <p:nvCxnSpPr>
          <p:cNvPr id="662" name="Google Shape;662;p64"/>
          <p:cNvCxnSpPr>
            <a:stCxn id="661" idx="4"/>
            <a:endCxn id="637" idx="7"/>
          </p:cNvCxnSpPr>
          <p:nvPr/>
        </p:nvCxnSpPr>
        <p:spPr>
          <a:xfrm flipH="1">
            <a:off x="6117590" y="1162952"/>
            <a:ext cx="10500" cy="544200"/>
          </a:xfrm>
          <a:prstGeom prst="straightConnector1">
            <a:avLst/>
          </a:prstGeom>
          <a:noFill/>
          <a:ln w="9525" cap="flat" cmpd="sng">
            <a:solidFill>
              <a:schemeClr val="dk1"/>
            </a:solidFill>
            <a:prstDash val="solid"/>
            <a:round/>
            <a:headEnd type="none" w="sm" len="sm"/>
            <a:tailEnd type="none" w="sm" len="sm"/>
          </a:ln>
        </p:spPr>
      </p:cxnSp>
      <p:sp>
        <p:nvSpPr>
          <p:cNvPr id="663" name="Google Shape;663;p64"/>
          <p:cNvSpPr/>
          <p:nvPr/>
        </p:nvSpPr>
        <p:spPr>
          <a:xfrm>
            <a:off x="8025148" y="1688132"/>
            <a:ext cx="536100" cy="5361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i="0" u="none" strike="noStrike" cap="none" dirty="0">
                <a:solidFill>
                  <a:srgbClr val="FFFFFF"/>
                </a:solidFill>
                <a:latin typeface="Poppins"/>
                <a:ea typeface="Poppins"/>
                <a:cs typeface="Poppins"/>
                <a:sym typeface="Poppins"/>
              </a:rPr>
              <a:t>3</a:t>
            </a:r>
            <a:endParaRPr sz="2000" b="0" i="0" u="none" strike="noStrike" cap="none" dirty="0">
              <a:solidFill>
                <a:srgbClr val="FFFFFF"/>
              </a:solidFill>
              <a:latin typeface="Calibri"/>
              <a:ea typeface="Calibri"/>
              <a:cs typeface="Calibri"/>
              <a:sym typeface="Calibri"/>
            </a:endParaRPr>
          </a:p>
        </p:txBody>
      </p:sp>
      <p:cxnSp>
        <p:nvCxnSpPr>
          <p:cNvPr id="664" name="Google Shape;664;p64"/>
          <p:cNvCxnSpPr>
            <a:stCxn id="663" idx="3"/>
            <a:endCxn id="638" idx="5"/>
          </p:cNvCxnSpPr>
          <p:nvPr/>
        </p:nvCxnSpPr>
        <p:spPr>
          <a:xfrm flipH="1">
            <a:off x="7634758" y="2145722"/>
            <a:ext cx="468900" cy="340800"/>
          </a:xfrm>
          <a:prstGeom prst="straightConnector1">
            <a:avLst/>
          </a:prstGeom>
          <a:noFill/>
          <a:ln w="9525" cap="flat" cmpd="sng">
            <a:solidFill>
              <a:schemeClr val="dk1"/>
            </a:solidFill>
            <a:prstDash val="solid"/>
            <a:round/>
            <a:headEnd type="none" w="sm" len="sm"/>
            <a:tailEnd type="none" w="sm" len="sm"/>
          </a:ln>
        </p:spPr>
      </p:cxnSp>
      <p:sp>
        <p:nvSpPr>
          <p:cNvPr id="665" name="Google Shape;665;p64"/>
          <p:cNvSpPr txBox="1"/>
          <p:nvPr/>
        </p:nvSpPr>
        <p:spPr>
          <a:xfrm>
            <a:off x="772402" y="3726604"/>
            <a:ext cx="1728600" cy="2769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pt-BR" sz="1400" b="1" i="0" u="none" strike="noStrike" cap="none" dirty="0">
                <a:solidFill>
                  <a:srgbClr val="FA161E"/>
                </a:solidFill>
                <a:latin typeface="Poppins"/>
                <a:ea typeface="Poppins"/>
                <a:cs typeface="Poppins"/>
                <a:sym typeface="Poppins"/>
              </a:rPr>
              <a:t>Você está aqui!</a:t>
            </a:r>
            <a:endParaRPr sz="1400" b="0" i="0" u="none" strike="noStrike" cap="none" dirty="0">
              <a:solidFill>
                <a:srgbClr val="000000"/>
              </a:solidFill>
              <a:latin typeface="Arial"/>
              <a:ea typeface="Arial"/>
              <a:cs typeface="Arial"/>
              <a:sym typeface="Arial"/>
            </a:endParaRPr>
          </a:p>
        </p:txBody>
      </p:sp>
      <p:pic>
        <p:nvPicPr>
          <p:cNvPr id="666" name="Google Shape;666;p64"/>
          <p:cNvPicPr preferRelativeResize="0"/>
          <p:nvPr/>
        </p:nvPicPr>
        <p:blipFill rotWithShape="1">
          <a:blip r:embed="rId3">
            <a:alphaModFix/>
          </a:blip>
          <a:srcRect/>
          <a:stretch/>
        </p:blipFill>
        <p:spPr>
          <a:xfrm rot="-2744266">
            <a:off x="2787582" y="2677006"/>
            <a:ext cx="595814" cy="351746"/>
          </a:xfrm>
          <a:prstGeom prst="rect">
            <a:avLst/>
          </a:prstGeom>
          <a:noFill/>
          <a:ln>
            <a:noFill/>
          </a:ln>
        </p:spPr>
      </p:pic>
      <p:pic>
        <p:nvPicPr>
          <p:cNvPr id="667" name="Google Shape;667;p64"/>
          <p:cNvPicPr preferRelativeResize="0"/>
          <p:nvPr/>
        </p:nvPicPr>
        <p:blipFill rotWithShape="1">
          <a:blip r:embed="rId4">
            <a:alphaModFix/>
          </a:blip>
          <a:srcRect/>
          <a:stretch/>
        </p:blipFill>
        <p:spPr>
          <a:xfrm rot="-2744266">
            <a:off x="6507085" y="5594780"/>
            <a:ext cx="595814" cy="351746"/>
          </a:xfrm>
          <a:prstGeom prst="rect">
            <a:avLst/>
          </a:prstGeom>
          <a:noFill/>
          <a:ln>
            <a:noFill/>
          </a:ln>
        </p:spPr>
      </p:pic>
      <p:pic>
        <p:nvPicPr>
          <p:cNvPr id="668" name="Google Shape;668;p64"/>
          <p:cNvPicPr preferRelativeResize="0"/>
          <p:nvPr/>
        </p:nvPicPr>
        <p:blipFill rotWithShape="1">
          <a:blip r:embed="rId4">
            <a:alphaModFix/>
          </a:blip>
          <a:srcRect/>
          <a:stretch/>
        </p:blipFill>
        <p:spPr>
          <a:xfrm rot="-2744266">
            <a:off x="5742058" y="459308"/>
            <a:ext cx="595814" cy="351746"/>
          </a:xfrm>
          <a:prstGeom prst="rect">
            <a:avLst/>
          </a:prstGeom>
          <a:noFill/>
          <a:ln>
            <a:noFill/>
          </a:ln>
        </p:spPr>
      </p:pic>
      <p:pic>
        <p:nvPicPr>
          <p:cNvPr id="669" name="Google Shape;669;p64"/>
          <p:cNvPicPr preferRelativeResize="0"/>
          <p:nvPr/>
        </p:nvPicPr>
        <p:blipFill rotWithShape="1">
          <a:blip r:embed="rId4">
            <a:alphaModFix/>
          </a:blip>
          <a:srcRect/>
          <a:stretch/>
        </p:blipFill>
        <p:spPr>
          <a:xfrm rot="-2744266">
            <a:off x="7905615" y="1533372"/>
            <a:ext cx="595814" cy="351746"/>
          </a:xfrm>
          <a:prstGeom prst="rect">
            <a:avLst/>
          </a:prstGeom>
          <a:noFill/>
          <a:ln>
            <a:noFill/>
          </a:ln>
        </p:spPr>
      </p:pic>
      <p:sp>
        <p:nvSpPr>
          <p:cNvPr id="670" name="Google Shape;670;p64"/>
          <p:cNvSpPr/>
          <p:nvPr/>
        </p:nvSpPr>
        <p:spPr>
          <a:xfrm>
            <a:off x="10174052" y="3851166"/>
            <a:ext cx="536100" cy="5361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i="0" u="none" strike="noStrike" cap="none" dirty="0">
                <a:solidFill>
                  <a:srgbClr val="FFFFFF"/>
                </a:solidFill>
                <a:latin typeface="Poppins"/>
                <a:ea typeface="Poppins"/>
                <a:cs typeface="Poppins"/>
                <a:sym typeface="Poppins"/>
              </a:rPr>
              <a:t>5</a:t>
            </a:r>
            <a:endParaRPr sz="2000" b="0" i="0" u="none" strike="noStrike" cap="none" dirty="0">
              <a:solidFill>
                <a:srgbClr val="FFFFFF"/>
              </a:solidFill>
              <a:latin typeface="Calibri"/>
              <a:ea typeface="Calibri"/>
              <a:cs typeface="Calibri"/>
              <a:sym typeface="Calibri"/>
            </a:endParaRPr>
          </a:p>
        </p:txBody>
      </p:sp>
      <p:cxnSp>
        <p:nvCxnSpPr>
          <p:cNvPr id="671" name="Google Shape;671;p64"/>
          <p:cNvCxnSpPr>
            <a:stCxn id="670" idx="2"/>
          </p:cNvCxnSpPr>
          <p:nvPr/>
        </p:nvCxnSpPr>
        <p:spPr>
          <a:xfrm flipH="1">
            <a:off x="9579752" y="4119216"/>
            <a:ext cx="594300" cy="12300"/>
          </a:xfrm>
          <a:prstGeom prst="straightConnector1">
            <a:avLst/>
          </a:prstGeom>
          <a:noFill/>
          <a:ln w="9525" cap="flat" cmpd="sng">
            <a:solidFill>
              <a:schemeClr val="dk1"/>
            </a:solidFill>
            <a:prstDash val="solid"/>
            <a:round/>
            <a:headEnd type="none" w="sm" len="sm"/>
            <a:tailEnd type="none" w="sm" len="sm"/>
          </a:ln>
        </p:spPr>
      </p:cxnSp>
      <p:pic>
        <p:nvPicPr>
          <p:cNvPr id="672" name="Google Shape;672;p64"/>
          <p:cNvPicPr preferRelativeResize="0"/>
          <p:nvPr/>
        </p:nvPicPr>
        <p:blipFill rotWithShape="1">
          <a:blip r:embed="rId4">
            <a:alphaModFix/>
          </a:blip>
          <a:srcRect/>
          <a:stretch/>
        </p:blipFill>
        <p:spPr>
          <a:xfrm rot="-2744266">
            <a:off x="10032072" y="3710602"/>
            <a:ext cx="595814" cy="351746"/>
          </a:xfrm>
          <a:prstGeom prst="rect">
            <a:avLst/>
          </a:prstGeom>
          <a:noFill/>
          <a:ln>
            <a:noFill/>
          </a:ln>
        </p:spPr>
      </p:pic>
      <p:sp>
        <p:nvSpPr>
          <p:cNvPr id="673" name="Google Shape;673;p64"/>
          <p:cNvSpPr txBox="1"/>
          <p:nvPr/>
        </p:nvSpPr>
        <p:spPr>
          <a:xfrm>
            <a:off x="772403" y="3963595"/>
            <a:ext cx="2832600" cy="3231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rgbClr val="000000"/>
                </a:solidFill>
                <a:latin typeface="Poppins"/>
                <a:ea typeface="Poppins"/>
                <a:cs typeface="Poppins"/>
                <a:sym typeface="Poppins"/>
              </a:rPr>
              <a:t>Tema da semana 1</a:t>
            </a:r>
            <a:endParaRPr sz="1700" b="0" i="0" u="none" strike="noStrike" cap="none" dirty="0">
              <a:solidFill>
                <a:srgbClr val="000000"/>
              </a:solidFill>
              <a:latin typeface="Poppins"/>
              <a:ea typeface="Poppins"/>
              <a:cs typeface="Poppins"/>
              <a:sym typeface="Poppins"/>
            </a:endParaRPr>
          </a:p>
        </p:txBody>
      </p:sp>
      <p:sp>
        <p:nvSpPr>
          <p:cNvPr id="674" name="Google Shape;674;p64"/>
          <p:cNvSpPr txBox="1"/>
          <p:nvPr/>
        </p:nvSpPr>
        <p:spPr>
          <a:xfrm>
            <a:off x="4258768" y="5830396"/>
            <a:ext cx="2247600" cy="3231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chemeClr val="dk1"/>
                </a:solidFill>
                <a:latin typeface="Poppins"/>
                <a:ea typeface="Poppins"/>
                <a:cs typeface="Poppins"/>
                <a:sym typeface="Poppins"/>
              </a:rPr>
              <a:t>Tema da semana 4</a:t>
            </a:r>
            <a:endParaRPr sz="1700" b="0" i="0" u="none" strike="noStrike" cap="none" dirty="0">
              <a:solidFill>
                <a:srgbClr val="000000"/>
              </a:solidFill>
              <a:latin typeface="Poppins"/>
              <a:ea typeface="Poppins"/>
              <a:cs typeface="Poppins"/>
              <a:sym typeface="Poppins"/>
            </a:endParaRPr>
          </a:p>
        </p:txBody>
      </p:sp>
      <p:sp>
        <p:nvSpPr>
          <p:cNvPr id="675" name="Google Shape;675;p64"/>
          <p:cNvSpPr txBox="1"/>
          <p:nvPr/>
        </p:nvSpPr>
        <p:spPr>
          <a:xfrm>
            <a:off x="6510730" y="504694"/>
            <a:ext cx="3724500" cy="3231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chemeClr val="dk1"/>
                </a:solidFill>
                <a:latin typeface="Poppins"/>
                <a:ea typeface="Poppins"/>
                <a:cs typeface="Poppins"/>
                <a:sym typeface="Poppins"/>
              </a:rPr>
              <a:t>Tema da semana 2</a:t>
            </a:r>
            <a:endParaRPr sz="1700" b="0" i="0" u="none" strike="noStrike" cap="none" dirty="0">
              <a:solidFill>
                <a:srgbClr val="000000"/>
              </a:solidFill>
              <a:latin typeface="Poppins"/>
              <a:ea typeface="Poppins"/>
              <a:cs typeface="Poppins"/>
              <a:sym typeface="Poppins"/>
            </a:endParaRPr>
          </a:p>
        </p:txBody>
      </p:sp>
      <p:sp>
        <p:nvSpPr>
          <p:cNvPr id="676" name="Google Shape;676;p64"/>
          <p:cNvSpPr txBox="1"/>
          <p:nvPr/>
        </p:nvSpPr>
        <p:spPr>
          <a:xfrm>
            <a:off x="8673545" y="1652519"/>
            <a:ext cx="2756400" cy="3231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chemeClr val="dk1"/>
                </a:solidFill>
                <a:latin typeface="Poppins"/>
                <a:ea typeface="Poppins"/>
                <a:cs typeface="Poppins"/>
                <a:sym typeface="Poppins"/>
              </a:rPr>
              <a:t>Tema da semana 3</a:t>
            </a:r>
            <a:endParaRPr sz="1700" b="0" i="0" u="none" strike="noStrike" cap="none" dirty="0">
              <a:solidFill>
                <a:srgbClr val="000000"/>
              </a:solidFill>
              <a:latin typeface="Poppins"/>
              <a:ea typeface="Poppins"/>
              <a:cs typeface="Poppins"/>
              <a:sym typeface="Poppins"/>
            </a:endParaRPr>
          </a:p>
        </p:txBody>
      </p:sp>
      <p:sp>
        <p:nvSpPr>
          <p:cNvPr id="677" name="Google Shape;677;p64"/>
          <p:cNvSpPr txBox="1"/>
          <p:nvPr/>
        </p:nvSpPr>
        <p:spPr>
          <a:xfrm>
            <a:off x="9949275" y="4530800"/>
            <a:ext cx="2197500" cy="5850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chemeClr val="dk1"/>
                </a:solidFill>
                <a:latin typeface="Poppins"/>
                <a:ea typeface="Poppins"/>
                <a:cs typeface="Poppins"/>
                <a:sym typeface="Poppins"/>
              </a:rPr>
              <a:t>Tema da semana 5</a:t>
            </a:r>
            <a:endParaRPr sz="1700" b="0" i="0" u="none" strike="noStrike" cap="none" dirty="0">
              <a:solidFill>
                <a:srgbClr val="000000"/>
              </a:solidFill>
              <a:latin typeface="Poppins"/>
              <a:ea typeface="Poppins"/>
              <a:cs typeface="Poppins"/>
              <a:sym typeface="Poppins"/>
            </a:endParaRPr>
          </a:p>
        </p:txBody>
      </p:sp>
      <p:sp>
        <p:nvSpPr>
          <p:cNvPr id="678" name="Google Shape;678;p64"/>
          <p:cNvSpPr/>
          <p:nvPr/>
        </p:nvSpPr>
        <p:spPr>
          <a:xfrm>
            <a:off x="6649008" y="5735630"/>
            <a:ext cx="536100" cy="5361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i="0" u="none" strike="noStrike" cap="none" dirty="0">
                <a:solidFill>
                  <a:srgbClr val="FFFFFF"/>
                </a:solidFill>
                <a:latin typeface="Poppins"/>
                <a:ea typeface="Poppins"/>
                <a:cs typeface="Poppins"/>
                <a:sym typeface="Poppins"/>
              </a:rPr>
              <a:t>4</a:t>
            </a:r>
            <a:endParaRPr sz="2000" b="0" i="0" u="none" strike="noStrike" cap="none" dirty="0">
              <a:solidFill>
                <a:srgbClr val="FFFFFF"/>
              </a:solidFill>
              <a:latin typeface="Calibri"/>
              <a:ea typeface="Calibri"/>
              <a:cs typeface="Calibri"/>
              <a:sym typeface="Calibri"/>
            </a:endParaRPr>
          </a:p>
        </p:txBody>
      </p:sp>
      <p:sp>
        <p:nvSpPr>
          <p:cNvPr id="679" name="Google Shape;679;p64"/>
          <p:cNvSpPr/>
          <p:nvPr/>
        </p:nvSpPr>
        <p:spPr>
          <a:xfrm>
            <a:off x="113993" y="891153"/>
            <a:ext cx="2098800" cy="1571100"/>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680" name="Google Shape;680;p64"/>
          <p:cNvSpPr txBox="1"/>
          <p:nvPr/>
        </p:nvSpPr>
        <p:spPr>
          <a:xfrm>
            <a:off x="135519" y="1439639"/>
            <a:ext cx="1865700" cy="461700"/>
          </a:xfrm>
          <a:prstGeom prst="rect">
            <a:avLst/>
          </a:prstGeom>
          <a:noFill/>
          <a:ln>
            <a:noFill/>
          </a:ln>
        </p:spPr>
        <p:txBody>
          <a:bodyPr spcFirstLastPara="1" wrap="square" lIns="60950" tIns="30450" rIns="60950" bIns="30450" anchor="t" anchorCtr="0">
            <a:spAutoFit/>
          </a:bodyPr>
          <a:lstStyle/>
          <a:p>
            <a:pPr marL="0" marR="0" lvl="0" indent="0" algn="r" rtl="0">
              <a:lnSpc>
                <a:spcPct val="100000"/>
              </a:lnSpc>
              <a:spcBef>
                <a:spcPts val="0"/>
              </a:spcBef>
              <a:spcAft>
                <a:spcPts val="0"/>
              </a:spcAft>
              <a:buClr>
                <a:srgbClr val="000000"/>
              </a:buClr>
              <a:buSzPts val="1300"/>
              <a:buFont typeface="Arial"/>
              <a:buNone/>
            </a:pPr>
            <a:r>
              <a:rPr lang="pt-BR" sz="1300" b="1" i="0" u="none" strike="noStrike" cap="none" dirty="0">
                <a:solidFill>
                  <a:srgbClr val="FFFFFF"/>
                </a:solidFill>
                <a:latin typeface="Poppins"/>
                <a:ea typeface="Poppins"/>
                <a:cs typeface="Poppins"/>
                <a:sym typeface="Poppins"/>
              </a:rPr>
              <a:t>Nome da unidade curricular</a:t>
            </a:r>
            <a:endParaRPr sz="1300" b="0" i="0" u="none" strike="noStrike" cap="none" dirty="0">
              <a:solidFill>
                <a:srgbClr val="000000"/>
              </a:solidFill>
              <a:latin typeface="Arial"/>
              <a:ea typeface="Arial"/>
              <a:cs typeface="Arial"/>
              <a:sym typeface="Arial"/>
            </a:endParaRPr>
          </a:p>
        </p:txBody>
      </p:sp>
      <p:sp>
        <p:nvSpPr>
          <p:cNvPr id="681" name="Google Shape;681;p64"/>
          <p:cNvSpPr/>
          <p:nvPr/>
        </p:nvSpPr>
        <p:spPr>
          <a:xfrm>
            <a:off x="2078851" y="383070"/>
            <a:ext cx="2549700" cy="2090700"/>
          </a:xfrm>
          <a:prstGeom prst="roundRect">
            <a:avLst>
              <a:gd name="adj" fmla="val 1407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682" name="Google Shape;682;p64"/>
          <p:cNvSpPr txBox="1"/>
          <p:nvPr/>
        </p:nvSpPr>
        <p:spPr>
          <a:xfrm>
            <a:off x="2160045" y="891153"/>
            <a:ext cx="2435700" cy="1031100"/>
          </a:xfrm>
          <a:prstGeom prst="rect">
            <a:avLst/>
          </a:prstGeom>
          <a:noFill/>
          <a:ln>
            <a:noFill/>
          </a:ln>
        </p:spPr>
        <p:txBody>
          <a:bodyPr spcFirstLastPara="1" wrap="square" lIns="60950" tIns="30450" rIns="60950" bIns="30450" anchor="t" anchorCtr="0">
            <a:spAutoFit/>
          </a:bodyPr>
          <a:lstStyle/>
          <a:p>
            <a:pPr marL="0" marR="0" lvl="0" indent="0" algn="ctr" rtl="0">
              <a:lnSpc>
                <a:spcPct val="100000"/>
              </a:lnSpc>
              <a:spcBef>
                <a:spcPts val="0"/>
              </a:spcBef>
              <a:spcAft>
                <a:spcPts val="0"/>
              </a:spcAft>
              <a:buClr>
                <a:srgbClr val="000000"/>
              </a:buClr>
              <a:buSzPts val="2100"/>
              <a:buFont typeface="Arial"/>
              <a:buNone/>
            </a:pPr>
            <a:r>
              <a:rPr lang="pt-BR" sz="2100" b="1" i="0" u="none" strike="noStrike" cap="none" dirty="0">
                <a:solidFill>
                  <a:srgbClr val="FFFFFF"/>
                </a:solidFill>
                <a:latin typeface="Poppins"/>
                <a:ea typeface="Poppins"/>
                <a:cs typeface="Poppins"/>
                <a:sym typeface="Poppins"/>
              </a:rPr>
              <a:t>Mapa da Unidade X   Componente Y</a:t>
            </a:r>
            <a:endParaRPr sz="21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Layout Personalizado">
  <p:cSld name="Layout Personalizado">
    <p:spTree>
      <p:nvGrpSpPr>
        <p:cNvPr id="1" name="Shape 683"/>
        <p:cNvGrpSpPr/>
        <p:nvPr/>
      </p:nvGrpSpPr>
      <p:grpSpPr>
        <a:xfrm>
          <a:off x="0" y="0"/>
          <a:ext cx="0" cy="0"/>
          <a:chOff x="0" y="0"/>
          <a:chExt cx="0" cy="0"/>
        </a:xfrm>
      </p:grpSpPr>
      <p:pic>
        <p:nvPicPr>
          <p:cNvPr id="684" name="Google Shape;684;p65"/>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0" y="0"/>
            <a:ext cx="8566486" cy="6857999"/>
          </a:xfrm>
          <a:prstGeom prst="rect">
            <a:avLst/>
          </a:prstGeom>
          <a:noFill/>
          <a:ln>
            <a:noFill/>
          </a:ln>
        </p:spPr>
      </p:pic>
      <p:grpSp>
        <p:nvGrpSpPr>
          <p:cNvPr id="685" name="Google Shape;685;p65"/>
          <p:cNvGrpSpPr/>
          <p:nvPr/>
        </p:nvGrpSpPr>
        <p:grpSpPr>
          <a:xfrm>
            <a:off x="9767223" y="6379123"/>
            <a:ext cx="2435717" cy="499880"/>
            <a:chOff x="14634602" y="9537218"/>
            <a:chExt cx="3653392" cy="749782"/>
          </a:xfrm>
        </p:grpSpPr>
        <p:pic>
          <p:nvPicPr>
            <p:cNvPr id="686" name="Google Shape;686;p65"/>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687" name="Google Shape;687;p65" descr="Logotipo"/>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688" name="Google Shape;688;p65"/>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689" name="Google Shape;689;p65"/>
          <p:cNvPicPr preferRelativeResize="0"/>
          <p:nvPr/>
        </p:nvPicPr>
        <p:blipFill rotWithShape="1">
          <a:blip r:embed="rId5">
            <a:alphaModFix/>
          </a:blip>
          <a:srcRect/>
          <a:stretch/>
        </p:blipFill>
        <p:spPr>
          <a:xfrm>
            <a:off x="0" y="0"/>
            <a:ext cx="12191999" cy="6859201"/>
          </a:xfrm>
          <a:prstGeom prst="rect">
            <a:avLst/>
          </a:prstGeom>
          <a:noFill/>
          <a:ln>
            <a:noFill/>
          </a:ln>
        </p:spPr>
      </p:pic>
      <p:grpSp>
        <p:nvGrpSpPr>
          <p:cNvPr id="690" name="Google Shape;690;p65"/>
          <p:cNvGrpSpPr/>
          <p:nvPr/>
        </p:nvGrpSpPr>
        <p:grpSpPr>
          <a:xfrm>
            <a:off x="10400796" y="6090630"/>
            <a:ext cx="1791300" cy="767400"/>
            <a:chOff x="10400796" y="6090630"/>
            <a:chExt cx="1791300" cy="767400"/>
          </a:xfrm>
        </p:grpSpPr>
        <p:sp>
          <p:nvSpPr>
            <p:cNvPr id="691" name="Google Shape;691;p65"/>
            <p:cNvSpPr/>
            <p:nvPr/>
          </p:nvSpPr>
          <p:spPr>
            <a:xfrm>
              <a:off x="10400796" y="6090630"/>
              <a:ext cx="1791300" cy="767400"/>
            </a:xfrm>
            <a:prstGeom prst="round2SameRect">
              <a:avLst>
                <a:gd name="adj1" fmla="val 15454"/>
                <a:gd name="adj2" fmla="val 0"/>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692" name="Google Shape;692;p65"/>
            <p:cNvSpPr/>
            <p:nvPr/>
          </p:nvSpPr>
          <p:spPr>
            <a:xfrm>
              <a:off x="11842890" y="6090630"/>
              <a:ext cx="349200" cy="306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pic>
        <p:nvPicPr>
          <p:cNvPr id="693" name="Google Shape;693;p65" descr="Logotipo&#10;&#10;O conteúdo gerado por IA pode estar incorreto."/>
          <p:cNvPicPr preferRelativeResize="0"/>
          <p:nvPr/>
        </p:nvPicPr>
        <p:blipFill rotWithShape="1">
          <a:blip r:embed="rId6" cstate="hqprint">
            <a:alphaModFix/>
            <a:extLst>
              <a:ext uri="{28A0092B-C50C-407E-A947-70E740481C1C}">
                <a14:useLocalDpi xmlns:a14="http://schemas.microsoft.com/office/drawing/2010/main"/>
              </a:ext>
            </a:extLst>
          </a:blip>
          <a:srcRect/>
          <a:stretch/>
        </p:blipFill>
        <p:spPr>
          <a:xfrm>
            <a:off x="10534930" y="6126882"/>
            <a:ext cx="1539044" cy="696428"/>
          </a:xfrm>
          <a:prstGeom prst="rect">
            <a:avLst/>
          </a:prstGeom>
          <a:noFill/>
          <a:ln>
            <a:noFill/>
          </a:ln>
        </p:spPr>
      </p:pic>
      <p:grpSp>
        <p:nvGrpSpPr>
          <p:cNvPr id="694" name="Google Shape;694;p65"/>
          <p:cNvGrpSpPr/>
          <p:nvPr/>
        </p:nvGrpSpPr>
        <p:grpSpPr>
          <a:xfrm>
            <a:off x="0" y="1"/>
            <a:ext cx="8566500" cy="5379981"/>
            <a:chOff x="0" y="0"/>
            <a:chExt cx="8566500" cy="5808033"/>
          </a:xfrm>
        </p:grpSpPr>
        <p:sp>
          <p:nvSpPr>
            <p:cNvPr id="695" name="Google Shape;695;p65"/>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696" name="Google Shape;696;p65"/>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697" name="Google Shape;697;p65"/>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1_1. Conteudo">
  <p:cSld name="2_1. Conteudo">
    <p:spTree>
      <p:nvGrpSpPr>
        <p:cNvPr id="1" name="Shape 698"/>
        <p:cNvGrpSpPr/>
        <p:nvPr/>
      </p:nvGrpSpPr>
      <p:grpSpPr>
        <a:xfrm>
          <a:off x="0" y="0"/>
          <a:ext cx="0" cy="0"/>
          <a:chOff x="0" y="0"/>
          <a:chExt cx="0" cy="0"/>
        </a:xfrm>
      </p:grpSpPr>
      <p:cxnSp>
        <p:nvCxnSpPr>
          <p:cNvPr id="699" name="Google Shape;699;p66"/>
          <p:cNvCxnSpPr/>
          <p:nvPr/>
        </p:nvCxnSpPr>
        <p:spPr>
          <a:xfrm>
            <a:off x="6090044" y="840916"/>
            <a:ext cx="0" cy="5100900"/>
          </a:xfrm>
          <a:prstGeom prst="straightConnector1">
            <a:avLst/>
          </a:prstGeom>
          <a:noFill/>
          <a:ln w="38100" cap="flat" cmpd="sng">
            <a:solidFill>
              <a:srgbClr val="BFBFBF"/>
            </a:solidFill>
            <a:prstDash val="solid"/>
            <a:round/>
            <a:headEnd type="none" w="sm" len="sm"/>
            <a:tailEnd type="none" w="sm" len="sm"/>
          </a:ln>
        </p:spPr>
      </p:cxnSp>
      <p:sp>
        <p:nvSpPr>
          <p:cNvPr id="700" name="Google Shape;700;p66"/>
          <p:cNvSpPr txBox="1"/>
          <p:nvPr/>
        </p:nvSpPr>
        <p:spPr>
          <a:xfrm>
            <a:off x="1467545" y="885957"/>
            <a:ext cx="40455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Objetivos da aula</a:t>
            </a:r>
            <a:endParaRPr sz="2000" b="1" i="0" u="none" strike="noStrike" cap="none" dirty="0">
              <a:solidFill>
                <a:srgbClr val="000000"/>
              </a:solidFill>
              <a:latin typeface="Poppins"/>
              <a:ea typeface="Poppins"/>
              <a:cs typeface="Poppins"/>
              <a:sym typeface="Poppins"/>
            </a:endParaRPr>
          </a:p>
        </p:txBody>
      </p:sp>
      <p:sp>
        <p:nvSpPr>
          <p:cNvPr id="701" name="Google Shape;701;p66"/>
          <p:cNvSpPr txBox="1"/>
          <p:nvPr/>
        </p:nvSpPr>
        <p:spPr>
          <a:xfrm>
            <a:off x="7467011" y="885654"/>
            <a:ext cx="43017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técnicas</a:t>
            </a:r>
            <a:endParaRPr sz="2000" b="0" i="0" u="none" strike="noStrike" cap="none" dirty="0">
              <a:solidFill>
                <a:srgbClr val="000000"/>
              </a:solidFill>
              <a:latin typeface="Poppins"/>
              <a:ea typeface="Poppins"/>
              <a:cs typeface="Poppins"/>
              <a:sym typeface="Poppins"/>
            </a:endParaRPr>
          </a:p>
        </p:txBody>
      </p:sp>
      <p:sp>
        <p:nvSpPr>
          <p:cNvPr id="702" name="Google Shape;702;p66"/>
          <p:cNvSpPr txBox="1"/>
          <p:nvPr/>
        </p:nvSpPr>
        <p:spPr>
          <a:xfrm>
            <a:off x="1433188" y="2910758"/>
            <a:ext cx="33690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Recursos didáticos</a:t>
            </a:r>
            <a:endParaRPr sz="2000" b="0" i="0" u="none" strike="noStrike" cap="none" dirty="0">
              <a:solidFill>
                <a:srgbClr val="000000"/>
              </a:solidFill>
              <a:latin typeface="Poppins"/>
              <a:ea typeface="Poppins"/>
              <a:cs typeface="Poppins"/>
              <a:sym typeface="Poppins"/>
            </a:endParaRPr>
          </a:p>
        </p:txBody>
      </p:sp>
      <p:sp>
        <p:nvSpPr>
          <p:cNvPr id="703" name="Google Shape;703;p66"/>
          <p:cNvSpPr txBox="1"/>
          <p:nvPr/>
        </p:nvSpPr>
        <p:spPr>
          <a:xfrm>
            <a:off x="1445466" y="4649652"/>
            <a:ext cx="32673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Duração da aula</a:t>
            </a:r>
            <a:endParaRPr sz="2000" b="0" i="0" u="none" strike="noStrike" cap="none" dirty="0">
              <a:solidFill>
                <a:srgbClr val="000000"/>
              </a:solidFill>
              <a:latin typeface="Poppins"/>
              <a:ea typeface="Poppins"/>
              <a:cs typeface="Poppins"/>
              <a:sym typeface="Poppins"/>
            </a:endParaRPr>
          </a:p>
        </p:txBody>
      </p:sp>
      <p:sp>
        <p:nvSpPr>
          <p:cNvPr id="704" name="Google Shape;704;p66"/>
          <p:cNvSpPr txBox="1"/>
          <p:nvPr/>
        </p:nvSpPr>
        <p:spPr>
          <a:xfrm>
            <a:off x="7467011" y="3115942"/>
            <a:ext cx="43812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socioemocionais</a:t>
            </a:r>
            <a:endParaRPr sz="2000" b="0" i="0" u="none" strike="noStrike" cap="none" dirty="0">
              <a:solidFill>
                <a:srgbClr val="000000"/>
              </a:solidFill>
              <a:latin typeface="Poppins"/>
              <a:ea typeface="Poppins"/>
              <a:cs typeface="Poppins"/>
              <a:sym typeface="Poppins"/>
            </a:endParaRPr>
          </a:p>
        </p:txBody>
      </p:sp>
      <p:sp>
        <p:nvSpPr>
          <p:cNvPr id="705" name="Google Shape;705;p66"/>
          <p:cNvSpPr txBox="1"/>
          <p:nvPr/>
        </p:nvSpPr>
        <p:spPr>
          <a:xfrm>
            <a:off x="4717774" y="224403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706" name="Google Shape;706;p66"/>
          <p:cNvSpPr txBox="1"/>
          <p:nvPr/>
        </p:nvSpPr>
        <p:spPr>
          <a:xfrm>
            <a:off x="1395562" y="5079496"/>
            <a:ext cx="1723800" cy="292500"/>
          </a:xfrm>
          <a:prstGeom prst="rect">
            <a:avLst/>
          </a:prstGeom>
          <a:solidFill>
            <a:schemeClr val="lt1"/>
          </a:solid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1500" b="0" i="0" u="none" strike="noStrike" cap="none" dirty="0">
                <a:solidFill>
                  <a:srgbClr val="000000"/>
                </a:solidFill>
                <a:latin typeface="Poppins"/>
                <a:ea typeface="Poppins"/>
                <a:cs typeface="Poppins"/>
                <a:sym typeface="Poppins"/>
              </a:rPr>
              <a:t>50 minutos.</a:t>
            </a:r>
            <a:endParaRPr sz="1400" b="0" i="0" u="none" strike="noStrike" cap="none" dirty="0">
              <a:solidFill>
                <a:srgbClr val="000000"/>
              </a:solidFill>
              <a:latin typeface="Arial"/>
              <a:ea typeface="Arial"/>
              <a:cs typeface="Arial"/>
              <a:sym typeface="Arial"/>
            </a:endParaRPr>
          </a:p>
        </p:txBody>
      </p:sp>
      <p:sp>
        <p:nvSpPr>
          <p:cNvPr id="707" name="Google Shape;707;p66"/>
          <p:cNvSpPr txBox="1">
            <a:spLocks noGrp="1"/>
          </p:cNvSpPr>
          <p:nvPr>
            <p:ph type="body" idx="1"/>
          </p:nvPr>
        </p:nvSpPr>
        <p:spPr>
          <a:xfrm>
            <a:off x="1467909" y="1390650"/>
            <a:ext cx="4044900" cy="13977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chemeClr val="dk1"/>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708" name="Google Shape;708;p66"/>
          <p:cNvSpPr txBox="1">
            <a:spLocks noGrp="1"/>
          </p:cNvSpPr>
          <p:nvPr>
            <p:ph type="body" idx="2"/>
          </p:nvPr>
        </p:nvSpPr>
        <p:spPr>
          <a:xfrm>
            <a:off x="7467375" y="1355465"/>
            <a:ext cx="4044900" cy="15552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709" name="Google Shape;709;p66"/>
          <p:cNvSpPr txBox="1">
            <a:spLocks noGrp="1"/>
          </p:cNvSpPr>
          <p:nvPr>
            <p:ph type="body" idx="3"/>
          </p:nvPr>
        </p:nvSpPr>
        <p:spPr>
          <a:xfrm>
            <a:off x="7467375" y="3649330"/>
            <a:ext cx="4044900" cy="15903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710" name="Google Shape;710;p66"/>
          <p:cNvSpPr txBox="1">
            <a:spLocks noGrp="1"/>
          </p:cNvSpPr>
          <p:nvPr>
            <p:ph type="body" idx="4"/>
          </p:nvPr>
        </p:nvSpPr>
        <p:spPr>
          <a:xfrm>
            <a:off x="1443515" y="3489566"/>
            <a:ext cx="4044900" cy="10455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grpSp>
        <p:nvGrpSpPr>
          <p:cNvPr id="711" name="Google Shape;711;p66"/>
          <p:cNvGrpSpPr/>
          <p:nvPr/>
        </p:nvGrpSpPr>
        <p:grpSpPr>
          <a:xfrm>
            <a:off x="9756891" y="6381906"/>
            <a:ext cx="2435717" cy="499880"/>
            <a:chOff x="14634602" y="9537218"/>
            <a:chExt cx="3653392" cy="749782"/>
          </a:xfrm>
        </p:grpSpPr>
        <p:pic>
          <p:nvPicPr>
            <p:cNvPr id="712" name="Google Shape;712;p66"/>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713" name="Google Shape;713;p66" descr="Logotipo"/>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714" name="Google Shape;714;p66"/>
          <p:cNvSpPr txBox="1"/>
          <p:nvPr/>
        </p:nvSpPr>
        <p:spPr>
          <a:xfrm>
            <a:off x="13188461" y="47244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715" name="Google Shape;715;p66"/>
          <p:cNvPicPr preferRelativeResize="0"/>
          <p:nvPr/>
        </p:nvPicPr>
        <p:blipFill rotWithShape="1">
          <a:blip r:embed="rId4">
            <a:alphaModFix/>
          </a:blip>
          <a:srcRect/>
          <a:stretch/>
        </p:blipFill>
        <p:spPr>
          <a:xfrm>
            <a:off x="0" y="6281734"/>
            <a:ext cx="12191999" cy="595317"/>
          </a:xfrm>
          <a:prstGeom prst="rect">
            <a:avLst/>
          </a:prstGeom>
          <a:noFill/>
          <a:ln>
            <a:noFill/>
          </a:ln>
        </p:spPr>
      </p:pic>
      <p:pic>
        <p:nvPicPr>
          <p:cNvPr id="716" name="Google Shape;716;p66"/>
          <p:cNvPicPr preferRelativeResize="0"/>
          <p:nvPr/>
        </p:nvPicPr>
        <p:blipFill rotWithShape="1">
          <a:blip r:embed="rId5">
            <a:alphaModFix/>
          </a:blip>
          <a:srcRect/>
          <a:stretch/>
        </p:blipFill>
        <p:spPr>
          <a:xfrm>
            <a:off x="0" y="9526"/>
            <a:ext cx="12191999" cy="568301"/>
          </a:xfrm>
          <a:prstGeom prst="rect">
            <a:avLst/>
          </a:prstGeom>
          <a:noFill/>
          <a:ln>
            <a:noFill/>
          </a:ln>
        </p:spPr>
      </p:pic>
      <p:sp>
        <p:nvSpPr>
          <p:cNvPr id="717" name="Google Shape;717;p66"/>
          <p:cNvSpPr/>
          <p:nvPr/>
        </p:nvSpPr>
        <p:spPr>
          <a:xfrm>
            <a:off x="538284" y="960081"/>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718" name="Google Shape;718;p66"/>
          <p:cNvSpPr/>
          <p:nvPr/>
        </p:nvSpPr>
        <p:spPr>
          <a:xfrm>
            <a:off x="514540" y="2965834"/>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719" name="Google Shape;719;p66"/>
          <p:cNvGrpSpPr/>
          <p:nvPr/>
        </p:nvGrpSpPr>
        <p:grpSpPr>
          <a:xfrm>
            <a:off x="632922" y="3096780"/>
            <a:ext cx="486856" cy="481187"/>
            <a:chOff x="8278989" y="8660410"/>
            <a:chExt cx="569755" cy="563121"/>
          </a:xfrm>
        </p:grpSpPr>
        <p:grpSp>
          <p:nvGrpSpPr>
            <p:cNvPr id="720" name="Google Shape;720;p66"/>
            <p:cNvGrpSpPr/>
            <p:nvPr/>
          </p:nvGrpSpPr>
          <p:grpSpPr>
            <a:xfrm>
              <a:off x="8278989" y="8852628"/>
              <a:ext cx="265651" cy="370903"/>
              <a:chOff x="8278989" y="8852628"/>
              <a:chExt cx="265651" cy="370903"/>
            </a:xfrm>
          </p:grpSpPr>
          <p:sp>
            <p:nvSpPr>
              <p:cNvPr id="721" name="Google Shape;721;p66"/>
              <p:cNvSpPr/>
              <p:nvPr/>
            </p:nvSpPr>
            <p:spPr>
              <a:xfrm>
                <a:off x="8358808" y="8932768"/>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22" name="Google Shape;722;p66"/>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723" name="Google Shape;723;p66"/>
            <p:cNvSpPr/>
            <p:nvPr/>
          </p:nvSpPr>
          <p:spPr>
            <a:xfrm>
              <a:off x="8397765" y="8660410"/>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24" name="Google Shape;724;p66"/>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25" name="Google Shape;725;p66"/>
            <p:cNvSpPr/>
            <p:nvPr/>
          </p:nvSpPr>
          <p:spPr>
            <a:xfrm>
              <a:off x="8534039" y="8750044"/>
              <a:ext cx="314705" cy="225171"/>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726" name="Google Shape;726;p66"/>
          <p:cNvSpPr/>
          <p:nvPr/>
        </p:nvSpPr>
        <p:spPr>
          <a:xfrm>
            <a:off x="516205" y="4700100"/>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pic>
        <p:nvPicPr>
          <p:cNvPr id="727" name="Google Shape;727;p66"/>
          <p:cNvPicPr preferRelativeResize="0"/>
          <p:nvPr/>
        </p:nvPicPr>
        <p:blipFill rotWithShape="1">
          <a:blip r:embed="rId6">
            <a:alphaModFix/>
          </a:blip>
          <a:srcRect/>
          <a:stretch/>
        </p:blipFill>
        <p:spPr>
          <a:xfrm>
            <a:off x="658917" y="4858582"/>
            <a:ext cx="380919" cy="380919"/>
          </a:xfrm>
          <a:prstGeom prst="rect">
            <a:avLst/>
          </a:prstGeom>
          <a:noFill/>
          <a:ln>
            <a:noFill/>
          </a:ln>
        </p:spPr>
      </p:pic>
      <p:sp>
        <p:nvSpPr>
          <p:cNvPr id="728" name="Google Shape;728;p66"/>
          <p:cNvSpPr/>
          <p:nvPr/>
        </p:nvSpPr>
        <p:spPr>
          <a:xfrm>
            <a:off x="6537750" y="974816"/>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729" name="Google Shape;729;p66"/>
          <p:cNvGrpSpPr/>
          <p:nvPr/>
        </p:nvGrpSpPr>
        <p:grpSpPr>
          <a:xfrm>
            <a:off x="6643473" y="1077261"/>
            <a:ext cx="472792" cy="435252"/>
            <a:chOff x="8560697" y="2808577"/>
            <a:chExt cx="496370" cy="456957"/>
          </a:xfrm>
        </p:grpSpPr>
        <p:sp>
          <p:nvSpPr>
            <p:cNvPr id="730" name="Google Shape;730;p66"/>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731" name="Google Shape;731;p66"/>
            <p:cNvGrpSpPr/>
            <p:nvPr/>
          </p:nvGrpSpPr>
          <p:grpSpPr>
            <a:xfrm>
              <a:off x="8560697" y="2875026"/>
              <a:ext cx="496370" cy="324059"/>
              <a:chOff x="8560697" y="2875026"/>
              <a:chExt cx="496370" cy="324059"/>
            </a:xfrm>
          </p:grpSpPr>
          <p:sp>
            <p:nvSpPr>
              <p:cNvPr id="732" name="Google Shape;732;p66"/>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33" name="Google Shape;733;p66"/>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34" name="Google Shape;734;p66"/>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35" name="Google Shape;735;p66"/>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36" name="Google Shape;736;p66"/>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37" name="Google Shape;737;p66"/>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grpSp>
      <p:sp>
        <p:nvSpPr>
          <p:cNvPr id="738" name="Google Shape;738;p66"/>
          <p:cNvSpPr/>
          <p:nvPr/>
        </p:nvSpPr>
        <p:spPr>
          <a:xfrm>
            <a:off x="6537750" y="3144691"/>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739" name="Google Shape;739;p66"/>
          <p:cNvSpPr/>
          <p:nvPr/>
        </p:nvSpPr>
        <p:spPr>
          <a:xfrm>
            <a:off x="6637986" y="3252609"/>
            <a:ext cx="458764" cy="458662"/>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740" name="Google Shape;740;p66"/>
          <p:cNvGrpSpPr/>
          <p:nvPr/>
        </p:nvGrpSpPr>
        <p:grpSpPr>
          <a:xfrm>
            <a:off x="664824" y="1066107"/>
            <a:ext cx="428521" cy="428520"/>
            <a:chOff x="9358184" y="2764785"/>
            <a:chExt cx="495514" cy="495513"/>
          </a:xfrm>
        </p:grpSpPr>
        <p:grpSp>
          <p:nvGrpSpPr>
            <p:cNvPr id="741" name="Google Shape;741;p66"/>
            <p:cNvGrpSpPr/>
            <p:nvPr/>
          </p:nvGrpSpPr>
          <p:grpSpPr>
            <a:xfrm>
              <a:off x="9358184" y="2802389"/>
              <a:ext cx="457909" cy="457909"/>
              <a:chOff x="9358184" y="2802389"/>
              <a:chExt cx="457909" cy="457909"/>
            </a:xfrm>
          </p:grpSpPr>
          <p:sp>
            <p:nvSpPr>
              <p:cNvPr id="742" name="Google Shape;742;p66"/>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43" name="Google Shape;743;p66"/>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44" name="Google Shape;744;p66"/>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745" name="Google Shape;745;p66"/>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46" name="Google Shape;746;p66"/>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3. Conteudo">
  <p:cSld name="2_3. Conteudo">
    <p:spTree>
      <p:nvGrpSpPr>
        <p:cNvPr id="1" name="Shape 747"/>
        <p:cNvGrpSpPr/>
        <p:nvPr/>
      </p:nvGrpSpPr>
      <p:grpSpPr>
        <a:xfrm>
          <a:off x="0" y="0"/>
          <a:ext cx="0" cy="0"/>
          <a:chOff x="0" y="0"/>
          <a:chExt cx="0" cy="0"/>
        </a:xfrm>
      </p:grpSpPr>
      <p:pic>
        <p:nvPicPr>
          <p:cNvPr id="748" name="Google Shape;748;p67"/>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749" name="Google Shape;749;p67"/>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750" name="Google Shape;750;p67"/>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751" name="Google Shape;751;p67"/>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752" name="Google Shape;752;p67"/>
          <p:cNvSpPr txBox="1">
            <a:spLocks noGrp="1"/>
          </p:cNvSpPr>
          <p:nvPr>
            <p:ph type="body" idx="1"/>
          </p:nvPr>
        </p:nvSpPr>
        <p:spPr>
          <a:xfrm>
            <a:off x="3598410" y="633520"/>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753" name="Google Shape;753;p67"/>
          <p:cNvSpPr txBox="1">
            <a:spLocks noGrp="1"/>
          </p:cNvSpPr>
          <p:nvPr>
            <p:ph type="body" idx="2"/>
          </p:nvPr>
        </p:nvSpPr>
        <p:spPr>
          <a:xfrm>
            <a:off x="7767637" y="630987"/>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754" name="Google Shape;754;p67"/>
          <p:cNvSpPr/>
          <p:nvPr/>
        </p:nvSpPr>
        <p:spPr>
          <a:xfrm>
            <a:off x="200185" y="269162"/>
            <a:ext cx="2290200" cy="16713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755" name="Google Shape;755;p67"/>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a:ea typeface="Poppins Light"/>
                <a:cs typeface="Poppins Light"/>
                <a:sym typeface="Poppins Light"/>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3. Conteudo">
  <p:cSld name="3. Ponto de partida">
    <p:spTree>
      <p:nvGrpSpPr>
        <p:cNvPr id="1" name="Shape 756"/>
        <p:cNvGrpSpPr/>
        <p:nvPr/>
      </p:nvGrpSpPr>
      <p:grpSpPr>
        <a:xfrm>
          <a:off x="0" y="0"/>
          <a:ext cx="0" cy="0"/>
          <a:chOff x="0" y="0"/>
          <a:chExt cx="0" cy="0"/>
        </a:xfrm>
      </p:grpSpPr>
      <p:pic>
        <p:nvPicPr>
          <p:cNvPr id="757" name="Google Shape;757;p68"/>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758" name="Google Shape;758;p68"/>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759" name="Google Shape;759;p68"/>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760" name="Google Shape;760;p68"/>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761" name="Google Shape;761;p68"/>
          <p:cNvSpPr txBox="1">
            <a:spLocks noGrp="1"/>
          </p:cNvSpPr>
          <p:nvPr>
            <p:ph type="body" idx="1"/>
          </p:nvPr>
        </p:nvSpPr>
        <p:spPr>
          <a:xfrm>
            <a:off x="3598334" y="2009776"/>
            <a:ext cx="8080500" cy="3739200"/>
          </a:xfrm>
          <a:prstGeom prst="rect">
            <a:avLst/>
          </a:prstGeom>
          <a:solidFill>
            <a:srgbClr val="D9D9D9"/>
          </a:solid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762" name="Google Shape;762;p68"/>
          <p:cNvSpPr/>
          <p:nvPr/>
        </p:nvSpPr>
        <p:spPr>
          <a:xfrm>
            <a:off x="200185" y="269162"/>
            <a:ext cx="2290200" cy="16713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763" name="Google Shape;763;p68"/>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a:ea typeface="Poppins Light"/>
                <a:cs typeface="Poppins Light"/>
                <a:sym typeface="Poppins Light"/>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1. Conteudo">
  <p:cSld name="2_1. Conteudo 2">
    <p:spTree>
      <p:nvGrpSpPr>
        <p:cNvPr id="1" name="Shape 764"/>
        <p:cNvGrpSpPr/>
        <p:nvPr/>
      </p:nvGrpSpPr>
      <p:grpSpPr>
        <a:xfrm>
          <a:off x="0" y="0"/>
          <a:ext cx="0" cy="0"/>
          <a:chOff x="0" y="0"/>
          <a:chExt cx="0" cy="0"/>
        </a:xfrm>
      </p:grpSpPr>
      <p:sp>
        <p:nvSpPr>
          <p:cNvPr id="765" name="Google Shape;765;p69"/>
          <p:cNvSpPr txBox="1">
            <a:spLocks noGrp="1"/>
          </p:cNvSpPr>
          <p:nvPr>
            <p:ph type="body" idx="1"/>
          </p:nvPr>
        </p:nvSpPr>
        <p:spPr>
          <a:xfrm>
            <a:off x="3751838" y="21702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766" name="Google Shape;766;p69"/>
          <p:cNvSpPr txBox="1">
            <a:spLocks noGrp="1"/>
          </p:cNvSpPr>
          <p:nvPr>
            <p:ph type="body" idx="2"/>
          </p:nvPr>
        </p:nvSpPr>
        <p:spPr>
          <a:xfrm>
            <a:off x="3751838" y="31227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767" name="Google Shape;767;p69"/>
          <p:cNvSpPr txBox="1">
            <a:spLocks noGrp="1"/>
          </p:cNvSpPr>
          <p:nvPr>
            <p:ph type="body" idx="3"/>
          </p:nvPr>
        </p:nvSpPr>
        <p:spPr>
          <a:xfrm>
            <a:off x="3751838" y="40498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768" name="Google Shape;768;p69"/>
          <p:cNvSpPr txBox="1">
            <a:spLocks noGrp="1"/>
          </p:cNvSpPr>
          <p:nvPr>
            <p:ph type="body" idx="4"/>
          </p:nvPr>
        </p:nvSpPr>
        <p:spPr>
          <a:xfrm>
            <a:off x="3751838" y="49896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769" name="Google Shape;769;p69"/>
          <p:cNvSpPr txBox="1">
            <a:spLocks noGrp="1"/>
          </p:cNvSpPr>
          <p:nvPr>
            <p:ph type="body" idx="5"/>
          </p:nvPr>
        </p:nvSpPr>
        <p:spPr>
          <a:xfrm>
            <a:off x="3514725" y="559205"/>
            <a:ext cx="7208400" cy="1260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770" name="Google Shape;770;p69"/>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771" name="Google Shape;771;p69"/>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3. Conteudo">
  <p:cSld name="2_3. Conteudo 2">
    <p:spTree>
      <p:nvGrpSpPr>
        <p:cNvPr id="1" name="Shape 772"/>
        <p:cNvGrpSpPr/>
        <p:nvPr/>
      </p:nvGrpSpPr>
      <p:grpSpPr>
        <a:xfrm>
          <a:off x="0" y="0"/>
          <a:ext cx="0" cy="0"/>
          <a:chOff x="0" y="0"/>
          <a:chExt cx="0" cy="0"/>
        </a:xfrm>
      </p:grpSpPr>
      <p:pic>
        <p:nvPicPr>
          <p:cNvPr id="773" name="Google Shape;773;p70"/>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774" name="Google Shape;774;p70"/>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775" name="Google Shape;775;p70"/>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776" name="Google Shape;776;p70"/>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777" name="Google Shape;777;p70"/>
          <p:cNvSpPr txBox="1">
            <a:spLocks noGrp="1"/>
          </p:cNvSpPr>
          <p:nvPr>
            <p:ph type="body" idx="1"/>
          </p:nvPr>
        </p:nvSpPr>
        <p:spPr>
          <a:xfrm>
            <a:off x="3598410" y="633520"/>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778" name="Google Shape;778;p70"/>
          <p:cNvSpPr txBox="1">
            <a:spLocks noGrp="1"/>
          </p:cNvSpPr>
          <p:nvPr>
            <p:ph type="body" idx="2"/>
          </p:nvPr>
        </p:nvSpPr>
        <p:spPr>
          <a:xfrm>
            <a:off x="7767637" y="630987"/>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779" name="Google Shape;779;p70"/>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780" name="Google Shape;780;p70"/>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3. Conteudo">
  <p:cSld name="2_3. Conteudo 3">
    <p:spTree>
      <p:nvGrpSpPr>
        <p:cNvPr id="1" name="Shape 781"/>
        <p:cNvGrpSpPr/>
        <p:nvPr/>
      </p:nvGrpSpPr>
      <p:grpSpPr>
        <a:xfrm>
          <a:off x="0" y="0"/>
          <a:ext cx="0" cy="0"/>
          <a:chOff x="0" y="0"/>
          <a:chExt cx="0" cy="0"/>
        </a:xfrm>
      </p:grpSpPr>
      <p:pic>
        <p:nvPicPr>
          <p:cNvPr id="782" name="Google Shape;782;p71"/>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783" name="Google Shape;783;p71"/>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784" name="Google Shape;784;p71"/>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785" name="Google Shape;785;p71"/>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786" name="Google Shape;786;p71"/>
          <p:cNvSpPr>
            <a:spLocks noGrp="1"/>
          </p:cNvSpPr>
          <p:nvPr>
            <p:ph type="pic" idx="2"/>
          </p:nvPr>
        </p:nvSpPr>
        <p:spPr>
          <a:xfrm>
            <a:off x="3598408" y="2027345"/>
            <a:ext cx="8052600" cy="3699900"/>
          </a:xfrm>
          <a:prstGeom prst="rect">
            <a:avLst/>
          </a:prstGeom>
          <a:solidFill>
            <a:srgbClr val="D8D8D8"/>
          </a:solidFill>
          <a:ln>
            <a:noFill/>
          </a:ln>
        </p:spPr>
        <p:txBody>
          <a:bodyPr/>
          <a:lstStyle/>
          <a:p>
            <a:endParaRPr lang="pt-BR" dirty="0"/>
          </a:p>
        </p:txBody>
      </p:sp>
      <p:sp>
        <p:nvSpPr>
          <p:cNvPr id="787" name="Google Shape;787;p71"/>
          <p:cNvSpPr txBox="1">
            <a:spLocks noGrp="1"/>
          </p:cNvSpPr>
          <p:nvPr>
            <p:ph type="body" idx="1"/>
          </p:nvPr>
        </p:nvSpPr>
        <p:spPr>
          <a:xfrm>
            <a:off x="3598407" y="633942"/>
            <a:ext cx="8052900" cy="1162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788" name="Google Shape;788;p71"/>
          <p:cNvSpPr txBox="1">
            <a:spLocks noGrp="1"/>
          </p:cNvSpPr>
          <p:nvPr>
            <p:ph type="body" idx="3"/>
          </p:nvPr>
        </p:nvSpPr>
        <p:spPr>
          <a:xfrm>
            <a:off x="3598407" y="5842824"/>
            <a:ext cx="8052900" cy="310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789" name="Google Shape;789;p71"/>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790" name="Google Shape;790;p71"/>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3. Conteudo">
  <p:cSld name="2_3. Conteudo 4">
    <p:spTree>
      <p:nvGrpSpPr>
        <p:cNvPr id="1" name="Shape 791"/>
        <p:cNvGrpSpPr/>
        <p:nvPr/>
      </p:nvGrpSpPr>
      <p:grpSpPr>
        <a:xfrm>
          <a:off x="0" y="0"/>
          <a:ext cx="0" cy="0"/>
          <a:chOff x="0" y="0"/>
          <a:chExt cx="0" cy="0"/>
        </a:xfrm>
      </p:grpSpPr>
      <p:pic>
        <p:nvPicPr>
          <p:cNvPr id="792" name="Google Shape;792;p72"/>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793" name="Google Shape;793;p72"/>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794" name="Google Shape;794;p72"/>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795" name="Google Shape;795;p72"/>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796" name="Google Shape;796;p72"/>
          <p:cNvSpPr txBox="1">
            <a:spLocks noGrp="1"/>
          </p:cNvSpPr>
          <p:nvPr>
            <p:ph type="body" idx="1"/>
          </p:nvPr>
        </p:nvSpPr>
        <p:spPr>
          <a:xfrm>
            <a:off x="3598409" y="619125"/>
            <a:ext cx="8052900" cy="1189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797" name="Google Shape;797;p72"/>
          <p:cNvSpPr txBox="1">
            <a:spLocks noGrp="1"/>
          </p:cNvSpPr>
          <p:nvPr>
            <p:ph type="body" idx="2"/>
          </p:nvPr>
        </p:nvSpPr>
        <p:spPr>
          <a:xfrm>
            <a:off x="3598409" y="5860191"/>
            <a:ext cx="8052600" cy="295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798" name="Google Shape;798;p72"/>
          <p:cNvSpPr txBox="1"/>
          <p:nvPr/>
        </p:nvSpPr>
        <p:spPr>
          <a:xfrm>
            <a:off x="12032105" y="578620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799" name="Google Shape;799;p72"/>
          <p:cNvSpPr txBox="1">
            <a:spLocks noGrp="1"/>
          </p:cNvSpPr>
          <p:nvPr>
            <p:ph type="body" idx="3"/>
          </p:nvPr>
        </p:nvSpPr>
        <p:spPr>
          <a:xfrm>
            <a:off x="3598409" y="2012716"/>
            <a:ext cx="8052600" cy="3736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00" name="Google Shape;800;p72"/>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801" name="Google Shape;801;p72"/>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3. Conteudo">
  <p:cSld name="2_3. Conteudo 5">
    <p:spTree>
      <p:nvGrpSpPr>
        <p:cNvPr id="1" name="Shape 802"/>
        <p:cNvGrpSpPr/>
        <p:nvPr/>
      </p:nvGrpSpPr>
      <p:grpSpPr>
        <a:xfrm>
          <a:off x="0" y="0"/>
          <a:ext cx="0" cy="0"/>
          <a:chOff x="0" y="0"/>
          <a:chExt cx="0" cy="0"/>
        </a:xfrm>
      </p:grpSpPr>
      <p:pic>
        <p:nvPicPr>
          <p:cNvPr id="803" name="Google Shape;803;p73"/>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804" name="Google Shape;804;p73"/>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805" name="Google Shape;805;p73"/>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806" name="Google Shape;806;p73"/>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807" name="Google Shape;807;p73"/>
          <p:cNvSpPr txBox="1">
            <a:spLocks noGrp="1"/>
          </p:cNvSpPr>
          <p:nvPr>
            <p:ph type="body" idx="1"/>
          </p:nvPr>
        </p:nvSpPr>
        <p:spPr>
          <a:xfrm>
            <a:off x="3598410" y="633942"/>
            <a:ext cx="8052900" cy="1162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08" name="Google Shape;808;p73"/>
          <p:cNvSpPr txBox="1">
            <a:spLocks noGrp="1"/>
          </p:cNvSpPr>
          <p:nvPr>
            <p:ph type="body" idx="2"/>
          </p:nvPr>
        </p:nvSpPr>
        <p:spPr>
          <a:xfrm>
            <a:off x="6374268" y="2372801"/>
            <a:ext cx="5277000" cy="3572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09" name="Google Shape;809;p73"/>
          <p:cNvSpPr txBox="1">
            <a:spLocks noGrp="1"/>
          </p:cNvSpPr>
          <p:nvPr>
            <p:ph type="body" idx="3"/>
          </p:nvPr>
        </p:nvSpPr>
        <p:spPr>
          <a:xfrm>
            <a:off x="3596090" y="5702430"/>
            <a:ext cx="2497500" cy="243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10" name="Google Shape;810;p73"/>
          <p:cNvSpPr>
            <a:spLocks noGrp="1"/>
          </p:cNvSpPr>
          <p:nvPr>
            <p:ph type="pic" idx="4"/>
          </p:nvPr>
        </p:nvSpPr>
        <p:spPr>
          <a:xfrm>
            <a:off x="3596091" y="2364317"/>
            <a:ext cx="2497800" cy="3216300"/>
          </a:xfrm>
          <a:prstGeom prst="rect">
            <a:avLst/>
          </a:prstGeom>
          <a:solidFill>
            <a:srgbClr val="D9D9D9"/>
          </a:solidFill>
          <a:ln>
            <a:noFill/>
          </a:ln>
        </p:spPr>
        <p:txBody>
          <a:bodyPr/>
          <a:lstStyle/>
          <a:p>
            <a:endParaRPr lang="pt-BR" dirty="0"/>
          </a:p>
        </p:txBody>
      </p:sp>
      <p:sp>
        <p:nvSpPr>
          <p:cNvPr id="811" name="Google Shape;811;p73"/>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812" name="Google Shape;812;p73"/>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3. Conteudo">
  <p:cSld name="2_3. Conteudo 6">
    <p:spTree>
      <p:nvGrpSpPr>
        <p:cNvPr id="1" name="Shape 813"/>
        <p:cNvGrpSpPr/>
        <p:nvPr/>
      </p:nvGrpSpPr>
      <p:grpSpPr>
        <a:xfrm>
          <a:off x="0" y="0"/>
          <a:ext cx="0" cy="0"/>
          <a:chOff x="0" y="0"/>
          <a:chExt cx="0" cy="0"/>
        </a:xfrm>
      </p:grpSpPr>
      <p:pic>
        <p:nvPicPr>
          <p:cNvPr id="814" name="Google Shape;814;p74"/>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815" name="Google Shape;815;p74"/>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816" name="Google Shape;816;p74"/>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817" name="Google Shape;817;p74"/>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818" name="Google Shape;818;p74"/>
          <p:cNvSpPr txBox="1">
            <a:spLocks noGrp="1"/>
          </p:cNvSpPr>
          <p:nvPr>
            <p:ph type="body" idx="1"/>
          </p:nvPr>
        </p:nvSpPr>
        <p:spPr>
          <a:xfrm>
            <a:off x="3707268" y="641350"/>
            <a:ext cx="7366200" cy="1732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19" name="Google Shape;819;p74"/>
          <p:cNvSpPr txBox="1">
            <a:spLocks noGrp="1"/>
          </p:cNvSpPr>
          <p:nvPr>
            <p:ph type="body" idx="2"/>
          </p:nvPr>
        </p:nvSpPr>
        <p:spPr>
          <a:xfrm>
            <a:off x="4428690" y="2540104"/>
            <a:ext cx="6644700" cy="348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20" name="Google Shape;820;p74"/>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821" name="Google Shape;821;p74"/>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Title Only">
  <p:cSld name="1_Construindo o conceito">
    <p:spTree>
      <p:nvGrpSpPr>
        <p:cNvPr id="1" name="Shape 822"/>
        <p:cNvGrpSpPr/>
        <p:nvPr/>
      </p:nvGrpSpPr>
      <p:grpSpPr>
        <a:xfrm>
          <a:off x="0" y="0"/>
          <a:ext cx="0" cy="0"/>
          <a:chOff x="0" y="0"/>
          <a:chExt cx="0" cy="0"/>
        </a:xfrm>
      </p:grpSpPr>
      <p:pic>
        <p:nvPicPr>
          <p:cNvPr id="823" name="Google Shape;823;p75"/>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824" name="Google Shape;824;p75"/>
          <p:cNvSpPr/>
          <p:nvPr/>
        </p:nvSpPr>
        <p:spPr>
          <a:xfrm>
            <a:off x="3426936" y="0"/>
            <a:ext cx="8781600" cy="6886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825" name="Google Shape;825;p75"/>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826" name="Google Shape;826;p75"/>
          <p:cNvSpPr txBox="1">
            <a:spLocks noGrp="1"/>
          </p:cNvSpPr>
          <p:nvPr>
            <p:ph type="body" idx="1"/>
          </p:nvPr>
        </p:nvSpPr>
        <p:spPr>
          <a:xfrm>
            <a:off x="6095993" y="2930526"/>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27" name="Google Shape;827;p75"/>
          <p:cNvSpPr txBox="1">
            <a:spLocks noGrp="1"/>
          </p:cNvSpPr>
          <p:nvPr>
            <p:ph type="body" idx="2"/>
          </p:nvPr>
        </p:nvSpPr>
        <p:spPr>
          <a:xfrm>
            <a:off x="6095995" y="328084"/>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828" name="Google Shape;828;p75"/>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829" name="Google Shape;829;p75"/>
          <p:cNvSpPr>
            <a:spLocks noGrp="1"/>
          </p:cNvSpPr>
          <p:nvPr>
            <p:ph type="pic" idx="3"/>
          </p:nvPr>
        </p:nvSpPr>
        <p:spPr>
          <a:xfrm>
            <a:off x="2916086" y="2386130"/>
            <a:ext cx="2615100" cy="1630200"/>
          </a:xfrm>
          <a:prstGeom prst="rect">
            <a:avLst/>
          </a:prstGeom>
          <a:solidFill>
            <a:srgbClr val="D8D8D8"/>
          </a:solidFill>
          <a:ln>
            <a:noFill/>
          </a:ln>
        </p:spPr>
        <p:txBody>
          <a:bodyPr/>
          <a:lstStyle/>
          <a:p>
            <a:endParaRPr lang="pt-BR" dirty="0"/>
          </a:p>
        </p:txBody>
      </p:sp>
      <p:sp>
        <p:nvSpPr>
          <p:cNvPr id="830" name="Google Shape;830;p75"/>
          <p:cNvSpPr>
            <a:spLocks noGrp="1"/>
          </p:cNvSpPr>
          <p:nvPr>
            <p:ph type="pic" idx="4"/>
          </p:nvPr>
        </p:nvSpPr>
        <p:spPr>
          <a:xfrm>
            <a:off x="2916086" y="4507889"/>
            <a:ext cx="2615100" cy="1674600"/>
          </a:xfrm>
          <a:prstGeom prst="rect">
            <a:avLst/>
          </a:prstGeom>
          <a:solidFill>
            <a:srgbClr val="D8D8D8"/>
          </a:solidFill>
          <a:ln>
            <a:noFill/>
          </a:ln>
        </p:spPr>
        <p:txBody>
          <a:bodyPr/>
          <a:lstStyle/>
          <a:p>
            <a:endParaRPr lang="pt-BR" dirty="0"/>
          </a:p>
        </p:txBody>
      </p:sp>
      <p:sp>
        <p:nvSpPr>
          <p:cNvPr id="831" name="Google Shape;831;p75"/>
          <p:cNvSpPr txBox="1">
            <a:spLocks noGrp="1"/>
          </p:cNvSpPr>
          <p:nvPr>
            <p:ph type="body" idx="5"/>
          </p:nvPr>
        </p:nvSpPr>
        <p:spPr>
          <a:xfrm>
            <a:off x="2909636" y="1999635"/>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32" name="Google Shape;832;p75"/>
          <p:cNvSpPr txBox="1">
            <a:spLocks noGrp="1"/>
          </p:cNvSpPr>
          <p:nvPr>
            <p:ph type="body" idx="6"/>
          </p:nvPr>
        </p:nvSpPr>
        <p:spPr>
          <a:xfrm>
            <a:off x="2909636" y="4093478"/>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33" name="Google Shape;833;p75"/>
          <p:cNvSpPr txBox="1">
            <a:spLocks noGrp="1"/>
          </p:cNvSpPr>
          <p:nvPr>
            <p:ph type="body" idx="7"/>
          </p:nvPr>
        </p:nvSpPr>
        <p:spPr>
          <a:xfrm>
            <a:off x="2909636" y="6265047"/>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34" name="Google Shape;834;p75"/>
          <p:cNvSpPr txBox="1">
            <a:spLocks noGrp="1"/>
          </p:cNvSpPr>
          <p:nvPr>
            <p:ph type="body" idx="8"/>
          </p:nvPr>
        </p:nvSpPr>
        <p:spPr>
          <a:xfrm>
            <a:off x="6095995" y="24532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35" name="Google Shape;835;p75"/>
          <p:cNvSpPr txBox="1">
            <a:spLocks noGrp="1"/>
          </p:cNvSpPr>
          <p:nvPr>
            <p:ph type="body" idx="9"/>
          </p:nvPr>
        </p:nvSpPr>
        <p:spPr>
          <a:xfrm>
            <a:off x="6095995" y="45868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36" name="Google Shape;836;p75"/>
          <p:cNvSpPr txBox="1">
            <a:spLocks noGrp="1"/>
          </p:cNvSpPr>
          <p:nvPr>
            <p:ph type="body" idx="13"/>
          </p:nvPr>
        </p:nvSpPr>
        <p:spPr>
          <a:xfrm>
            <a:off x="6095993" y="813859"/>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37" name="Google Shape;837;p75"/>
          <p:cNvSpPr txBox="1">
            <a:spLocks noGrp="1"/>
          </p:cNvSpPr>
          <p:nvPr>
            <p:ph type="body" idx="14"/>
          </p:nvPr>
        </p:nvSpPr>
        <p:spPr>
          <a:xfrm>
            <a:off x="6095993" y="5072592"/>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38" name="Google Shape;838;p75"/>
          <p:cNvSpPr>
            <a:spLocks noGrp="1"/>
          </p:cNvSpPr>
          <p:nvPr>
            <p:ph type="pic" idx="15"/>
          </p:nvPr>
        </p:nvSpPr>
        <p:spPr>
          <a:xfrm>
            <a:off x="2916086" y="300154"/>
            <a:ext cx="2615100" cy="1630200"/>
          </a:xfrm>
          <a:prstGeom prst="rect">
            <a:avLst/>
          </a:prstGeom>
          <a:solidFill>
            <a:srgbClr val="D8D8D8"/>
          </a:solidFill>
          <a:ln>
            <a:noFill/>
          </a:ln>
        </p:spPr>
        <p:txBody>
          <a:bodyPr/>
          <a:lstStyle/>
          <a:p>
            <a:endParaRPr lang="pt-BR" dirty="0"/>
          </a:p>
        </p:txBody>
      </p:sp>
      <p:sp>
        <p:nvSpPr>
          <p:cNvPr id="839" name="Google Shape;839;p75"/>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840" name="Google Shape;840;p75"/>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ítulo e Conteúdo">
  <p:cSld name="Título e Conteúdo">
    <p:spTree>
      <p:nvGrpSpPr>
        <p:cNvPr id="1" name="Shape 841"/>
        <p:cNvGrpSpPr/>
        <p:nvPr/>
      </p:nvGrpSpPr>
      <p:grpSpPr>
        <a:xfrm>
          <a:off x="0" y="0"/>
          <a:ext cx="0" cy="0"/>
          <a:chOff x="0" y="0"/>
          <a:chExt cx="0" cy="0"/>
        </a:xfrm>
      </p:grpSpPr>
      <p:pic>
        <p:nvPicPr>
          <p:cNvPr id="842" name="Google Shape;842;p76"/>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843" name="Google Shape;843;p76"/>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844" name="Google Shape;844;p76"/>
          <p:cNvSpPr txBox="1">
            <a:spLocks noGrp="1"/>
          </p:cNvSpPr>
          <p:nvPr>
            <p:ph type="body" idx="1"/>
          </p:nvPr>
        </p:nvSpPr>
        <p:spPr>
          <a:xfrm>
            <a:off x="3178176" y="1031875"/>
            <a:ext cx="4616400" cy="536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45" name="Google Shape;845;p76"/>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846" name="Google Shape;846;p76"/>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2_Atividade_Resposta">
  <p:cSld name="3_Atividade_Resposta">
    <p:spTree>
      <p:nvGrpSpPr>
        <p:cNvPr id="1" name="Shape 847"/>
        <p:cNvGrpSpPr/>
        <p:nvPr/>
      </p:nvGrpSpPr>
      <p:grpSpPr>
        <a:xfrm>
          <a:off x="0" y="0"/>
          <a:ext cx="0" cy="0"/>
          <a:chOff x="0" y="0"/>
          <a:chExt cx="0" cy="0"/>
        </a:xfrm>
      </p:grpSpPr>
      <p:sp>
        <p:nvSpPr>
          <p:cNvPr id="848" name="Google Shape;848;p77"/>
          <p:cNvSpPr txBox="1">
            <a:spLocks noGrp="1"/>
          </p:cNvSpPr>
          <p:nvPr>
            <p:ph type="body" idx="1"/>
          </p:nvPr>
        </p:nvSpPr>
        <p:spPr>
          <a:xfrm>
            <a:off x="2633811" y="1324949"/>
            <a:ext cx="4998600" cy="837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49" name="Google Shape;849;p77"/>
          <p:cNvSpPr txBox="1">
            <a:spLocks noGrp="1"/>
          </p:cNvSpPr>
          <p:nvPr>
            <p:ph type="body" idx="2"/>
          </p:nvPr>
        </p:nvSpPr>
        <p:spPr>
          <a:xfrm>
            <a:off x="2633811" y="2340949"/>
            <a:ext cx="4998600" cy="837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50" name="Google Shape;850;p77"/>
          <p:cNvSpPr txBox="1">
            <a:spLocks noGrp="1"/>
          </p:cNvSpPr>
          <p:nvPr>
            <p:ph type="body" idx="3"/>
          </p:nvPr>
        </p:nvSpPr>
        <p:spPr>
          <a:xfrm>
            <a:off x="2633811" y="3365077"/>
            <a:ext cx="4998600" cy="837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51" name="Google Shape;851;p77"/>
          <p:cNvSpPr txBox="1">
            <a:spLocks noGrp="1"/>
          </p:cNvSpPr>
          <p:nvPr>
            <p:ph type="body" idx="4"/>
          </p:nvPr>
        </p:nvSpPr>
        <p:spPr>
          <a:xfrm>
            <a:off x="2633811" y="4486741"/>
            <a:ext cx="4998600" cy="837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4_Atividade_Resposta">
  <p:cSld name="4_Atividade_Resposta">
    <p:spTree>
      <p:nvGrpSpPr>
        <p:cNvPr id="1" name="Shape 852"/>
        <p:cNvGrpSpPr/>
        <p:nvPr/>
      </p:nvGrpSpPr>
      <p:grpSpPr>
        <a:xfrm>
          <a:off x="0" y="0"/>
          <a:ext cx="0" cy="0"/>
          <a:chOff x="0" y="0"/>
          <a:chExt cx="0" cy="0"/>
        </a:xfrm>
      </p:grpSpPr>
      <p:pic>
        <p:nvPicPr>
          <p:cNvPr id="853" name="Google Shape;853;p78"/>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854" name="Google Shape;854;p78"/>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855" name="Google Shape;855;p78"/>
          <p:cNvSpPr txBox="1">
            <a:spLocks noGrp="1"/>
          </p:cNvSpPr>
          <p:nvPr>
            <p:ph type="body" idx="1"/>
          </p:nvPr>
        </p:nvSpPr>
        <p:spPr>
          <a:xfrm>
            <a:off x="3136759" y="1056217"/>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56" name="Google Shape;856;p78"/>
          <p:cNvSpPr txBox="1">
            <a:spLocks noGrp="1"/>
          </p:cNvSpPr>
          <p:nvPr>
            <p:ph type="body" idx="2"/>
          </p:nvPr>
        </p:nvSpPr>
        <p:spPr>
          <a:xfrm>
            <a:off x="3136759" y="17714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57" name="Google Shape;857;p78"/>
          <p:cNvSpPr txBox="1">
            <a:spLocks noGrp="1"/>
          </p:cNvSpPr>
          <p:nvPr>
            <p:ph type="body" idx="3"/>
          </p:nvPr>
        </p:nvSpPr>
        <p:spPr>
          <a:xfrm>
            <a:off x="3136759" y="25842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58" name="Google Shape;858;p78"/>
          <p:cNvSpPr txBox="1">
            <a:spLocks noGrp="1"/>
          </p:cNvSpPr>
          <p:nvPr>
            <p:ph type="body" idx="4"/>
          </p:nvPr>
        </p:nvSpPr>
        <p:spPr>
          <a:xfrm>
            <a:off x="6501751" y="1056217"/>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59" name="Google Shape;859;p78"/>
          <p:cNvSpPr txBox="1">
            <a:spLocks noGrp="1"/>
          </p:cNvSpPr>
          <p:nvPr>
            <p:ph type="body" idx="5"/>
          </p:nvPr>
        </p:nvSpPr>
        <p:spPr>
          <a:xfrm>
            <a:off x="6501751" y="17714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60" name="Google Shape;860;p78"/>
          <p:cNvSpPr txBox="1">
            <a:spLocks noGrp="1"/>
          </p:cNvSpPr>
          <p:nvPr>
            <p:ph type="body" idx="6"/>
          </p:nvPr>
        </p:nvSpPr>
        <p:spPr>
          <a:xfrm>
            <a:off x="6501751" y="25842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61" name="Google Shape;861;p78"/>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862" name="Google Shape;862;p78"/>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2_Linha do Tempo1">
  <p:cSld name="3_Linha do Tempo1">
    <p:spTree>
      <p:nvGrpSpPr>
        <p:cNvPr id="1" name="Shape 863"/>
        <p:cNvGrpSpPr/>
        <p:nvPr/>
      </p:nvGrpSpPr>
      <p:grpSpPr>
        <a:xfrm>
          <a:off x="0" y="0"/>
          <a:ext cx="0" cy="0"/>
          <a:chOff x="0" y="0"/>
          <a:chExt cx="0" cy="0"/>
        </a:xfrm>
      </p:grpSpPr>
      <p:pic>
        <p:nvPicPr>
          <p:cNvPr id="864" name="Google Shape;864;p79"/>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865" name="Google Shape;865;p79"/>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866" name="Google Shape;866;p79"/>
          <p:cNvSpPr txBox="1">
            <a:spLocks noGrp="1"/>
          </p:cNvSpPr>
          <p:nvPr>
            <p:ph type="body" idx="1"/>
          </p:nvPr>
        </p:nvSpPr>
        <p:spPr>
          <a:xfrm>
            <a:off x="3276600" y="1188174"/>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67" name="Google Shape;867;p79"/>
          <p:cNvSpPr txBox="1">
            <a:spLocks noGrp="1"/>
          </p:cNvSpPr>
          <p:nvPr>
            <p:ph type="body" idx="2"/>
          </p:nvPr>
        </p:nvSpPr>
        <p:spPr>
          <a:xfrm>
            <a:off x="3276600" y="1808050"/>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68" name="Google Shape;868;p79"/>
          <p:cNvSpPr txBox="1">
            <a:spLocks noGrp="1"/>
          </p:cNvSpPr>
          <p:nvPr>
            <p:ph type="body" idx="3"/>
          </p:nvPr>
        </p:nvSpPr>
        <p:spPr>
          <a:xfrm>
            <a:off x="3276600" y="2442212"/>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69" name="Google Shape;869;p79"/>
          <p:cNvSpPr txBox="1">
            <a:spLocks noGrp="1"/>
          </p:cNvSpPr>
          <p:nvPr>
            <p:ph type="body" idx="4"/>
          </p:nvPr>
        </p:nvSpPr>
        <p:spPr>
          <a:xfrm>
            <a:off x="3276600" y="3108857"/>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70" name="Google Shape;870;p79"/>
          <p:cNvSpPr txBox="1">
            <a:spLocks noGrp="1"/>
          </p:cNvSpPr>
          <p:nvPr>
            <p:ph type="body" idx="5"/>
          </p:nvPr>
        </p:nvSpPr>
        <p:spPr>
          <a:xfrm>
            <a:off x="3276600" y="3805543"/>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71" name="Google Shape;871;p79"/>
          <p:cNvSpPr txBox="1">
            <a:spLocks noGrp="1"/>
          </p:cNvSpPr>
          <p:nvPr>
            <p:ph type="body" idx="6"/>
          </p:nvPr>
        </p:nvSpPr>
        <p:spPr>
          <a:xfrm>
            <a:off x="3276600" y="4513114"/>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72" name="Google Shape;872;p79"/>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873" name="Google Shape;873;p79"/>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p:spTree>
      <p:nvGrpSpPr>
        <p:cNvPr id="1" name="Shape 874"/>
        <p:cNvGrpSpPr/>
        <p:nvPr/>
      </p:nvGrpSpPr>
      <p:grpSpPr>
        <a:xfrm>
          <a:off x="0" y="0"/>
          <a:ext cx="0" cy="0"/>
          <a:chOff x="0" y="0"/>
          <a:chExt cx="0" cy="0"/>
        </a:xfrm>
      </p:grpSpPr>
      <p:pic>
        <p:nvPicPr>
          <p:cNvPr id="875" name="Google Shape;875;p80"/>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876" name="Google Shape;876;p80"/>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877" name="Google Shape;877;p80"/>
          <p:cNvSpPr txBox="1">
            <a:spLocks noGrp="1"/>
          </p:cNvSpPr>
          <p:nvPr>
            <p:ph type="body" idx="1"/>
          </p:nvPr>
        </p:nvSpPr>
        <p:spPr>
          <a:xfrm>
            <a:off x="3163359" y="1023409"/>
            <a:ext cx="4888500" cy="1081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78" name="Google Shape;878;p80"/>
          <p:cNvSpPr txBox="1">
            <a:spLocks noGrp="1"/>
          </p:cNvSpPr>
          <p:nvPr>
            <p:ph type="body" idx="2"/>
          </p:nvPr>
        </p:nvSpPr>
        <p:spPr>
          <a:xfrm>
            <a:off x="3163359" y="2334624"/>
            <a:ext cx="4888500" cy="1081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879" name="Google Shape;879;p80"/>
          <p:cNvSpPr>
            <a:spLocks noGrp="1"/>
          </p:cNvSpPr>
          <p:nvPr>
            <p:ph type="pic" idx="3"/>
          </p:nvPr>
        </p:nvSpPr>
        <p:spPr>
          <a:xfrm>
            <a:off x="3163359" y="3645959"/>
            <a:ext cx="4888500" cy="1668000"/>
          </a:xfrm>
          <a:prstGeom prst="rect">
            <a:avLst/>
          </a:prstGeom>
          <a:noFill/>
          <a:ln>
            <a:noFill/>
          </a:ln>
        </p:spPr>
        <p:txBody>
          <a:bodyPr/>
          <a:lstStyle/>
          <a:p>
            <a:endParaRPr lang="pt-BR" dirty="0"/>
          </a:p>
        </p:txBody>
      </p:sp>
      <p:sp>
        <p:nvSpPr>
          <p:cNvPr id="880" name="Google Shape;880;p80"/>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881" name="Google Shape;881;p80"/>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3_1. Desenvolvimento">
  <p:cSld name="3_1. Desenvolvimento">
    <p:spTree>
      <p:nvGrpSpPr>
        <p:cNvPr id="1" name="Shape 882"/>
        <p:cNvGrpSpPr/>
        <p:nvPr/>
      </p:nvGrpSpPr>
      <p:grpSpPr>
        <a:xfrm>
          <a:off x="0" y="0"/>
          <a:ext cx="0" cy="0"/>
          <a:chOff x="0" y="0"/>
          <a:chExt cx="0" cy="0"/>
        </a:xfrm>
      </p:grpSpPr>
      <p:pic>
        <p:nvPicPr>
          <p:cNvPr id="883" name="Google Shape;883;p81"/>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884" name="Google Shape;884;p81"/>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885" name="Google Shape;885;p81"/>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886" name="Google Shape;886;p81"/>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887" name="Google Shape;887;p81"/>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Quadro">
  <p:cSld name="Quadro">
    <p:spTree>
      <p:nvGrpSpPr>
        <p:cNvPr id="1" name="Shape 888"/>
        <p:cNvGrpSpPr/>
        <p:nvPr/>
      </p:nvGrpSpPr>
      <p:grpSpPr>
        <a:xfrm>
          <a:off x="0" y="0"/>
          <a:ext cx="0" cy="0"/>
          <a:chOff x="0" y="0"/>
          <a:chExt cx="0" cy="0"/>
        </a:xfrm>
      </p:grpSpPr>
      <p:pic>
        <p:nvPicPr>
          <p:cNvPr id="889" name="Google Shape;889;p82"/>
          <p:cNvPicPr preferRelativeResize="0"/>
          <p:nvPr/>
        </p:nvPicPr>
        <p:blipFill rotWithShape="1">
          <a:blip r:embed="rId2">
            <a:alphaModFix/>
          </a:blip>
          <a:srcRect/>
          <a:stretch/>
        </p:blipFill>
        <p:spPr>
          <a:xfrm>
            <a:off x="4" y="0"/>
            <a:ext cx="12192000" cy="6857988"/>
          </a:xfrm>
          <a:prstGeom prst="rect">
            <a:avLst/>
          </a:prstGeom>
          <a:noFill/>
          <a:ln>
            <a:noFill/>
          </a:ln>
        </p:spPr>
      </p:pic>
      <p:sp>
        <p:nvSpPr>
          <p:cNvPr id="890" name="Google Shape;890;p82"/>
          <p:cNvSpPr txBox="1">
            <a:spLocks noGrp="1"/>
          </p:cNvSpPr>
          <p:nvPr>
            <p:ph type="body" idx="1"/>
          </p:nvPr>
        </p:nvSpPr>
        <p:spPr>
          <a:xfrm>
            <a:off x="500292" y="3098664"/>
            <a:ext cx="2601300" cy="1303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891" name="Google Shape;891;p82"/>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892" name="Google Shape;892;p82"/>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1_Layout Personalizado">
  <p:cSld name="1_Layout Personalizado">
    <p:spTree>
      <p:nvGrpSpPr>
        <p:cNvPr id="1" name="Shape 893"/>
        <p:cNvGrpSpPr/>
        <p:nvPr/>
      </p:nvGrpSpPr>
      <p:grpSpPr>
        <a:xfrm>
          <a:off x="0" y="0"/>
          <a:ext cx="0" cy="0"/>
          <a:chOff x="0" y="0"/>
          <a:chExt cx="0" cy="0"/>
        </a:xfrm>
      </p:grpSpPr>
      <p:pic>
        <p:nvPicPr>
          <p:cNvPr id="894" name="Google Shape;894;p83"/>
          <p:cNvPicPr preferRelativeResize="0"/>
          <p:nvPr/>
        </p:nvPicPr>
        <p:blipFill rotWithShape="1">
          <a:blip r:embed="rId2">
            <a:alphaModFix/>
          </a:blip>
          <a:srcRect/>
          <a:stretch/>
        </p:blipFill>
        <p:spPr>
          <a:xfrm>
            <a:off x="4" y="0"/>
            <a:ext cx="12192000" cy="6857988"/>
          </a:xfrm>
          <a:prstGeom prst="rect">
            <a:avLst/>
          </a:prstGeom>
          <a:noFill/>
          <a:ln>
            <a:noFill/>
          </a:ln>
        </p:spPr>
      </p:pic>
      <p:grpSp>
        <p:nvGrpSpPr>
          <p:cNvPr id="895" name="Google Shape;895;p83"/>
          <p:cNvGrpSpPr/>
          <p:nvPr/>
        </p:nvGrpSpPr>
        <p:grpSpPr>
          <a:xfrm>
            <a:off x="0" y="0"/>
            <a:ext cx="8566500" cy="5808033"/>
            <a:chOff x="0" y="0"/>
            <a:chExt cx="8566500" cy="5808033"/>
          </a:xfrm>
        </p:grpSpPr>
        <p:sp>
          <p:nvSpPr>
            <p:cNvPr id="896" name="Google Shape;896;p83"/>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897" name="Google Shape;897;p83"/>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898" name="Google Shape;898;p83"/>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
        <p:nvSpPr>
          <p:cNvPr id="899" name="Google Shape;899;p83"/>
          <p:cNvSpPr txBox="1">
            <a:spLocks noGrp="1"/>
          </p:cNvSpPr>
          <p:nvPr>
            <p:ph type="body" idx="1"/>
          </p:nvPr>
        </p:nvSpPr>
        <p:spPr>
          <a:xfrm>
            <a:off x="1472540" y="999139"/>
            <a:ext cx="5135400" cy="3128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00" name="Google Shape;900;p83"/>
          <p:cNvSpPr txBox="1">
            <a:spLocks noGrp="1"/>
          </p:cNvSpPr>
          <p:nvPr>
            <p:ph type="body" idx="2"/>
          </p:nvPr>
        </p:nvSpPr>
        <p:spPr>
          <a:xfrm>
            <a:off x="1472540" y="4248213"/>
            <a:ext cx="3345300" cy="404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1. Conteudo">
  <p:cSld name="2_1. Conteudo 3">
    <p:spTree>
      <p:nvGrpSpPr>
        <p:cNvPr id="1" name="Shape 901"/>
        <p:cNvGrpSpPr/>
        <p:nvPr/>
      </p:nvGrpSpPr>
      <p:grpSpPr>
        <a:xfrm>
          <a:off x="0" y="0"/>
          <a:ext cx="0" cy="0"/>
          <a:chOff x="0" y="0"/>
          <a:chExt cx="0" cy="0"/>
        </a:xfrm>
      </p:grpSpPr>
      <p:pic>
        <p:nvPicPr>
          <p:cNvPr id="902" name="Google Shape;902;p84"/>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903" name="Google Shape;903;p84"/>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904" name="Google Shape;904;p84"/>
          <p:cNvSpPr txBox="1">
            <a:spLocks noGrp="1"/>
          </p:cNvSpPr>
          <p:nvPr>
            <p:ph type="body" idx="1"/>
          </p:nvPr>
        </p:nvSpPr>
        <p:spPr>
          <a:xfrm>
            <a:off x="3236779" y="2362200"/>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905" name="Google Shape;905;p84"/>
          <p:cNvSpPr txBox="1">
            <a:spLocks noGrp="1"/>
          </p:cNvSpPr>
          <p:nvPr>
            <p:ph type="body" idx="2"/>
          </p:nvPr>
        </p:nvSpPr>
        <p:spPr>
          <a:xfrm>
            <a:off x="3236867" y="1170031"/>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906" name="Google Shape;906;p84"/>
          <p:cNvSpPr txBox="1">
            <a:spLocks noGrp="1"/>
          </p:cNvSpPr>
          <p:nvPr>
            <p:ph type="body" idx="3"/>
          </p:nvPr>
        </p:nvSpPr>
        <p:spPr>
          <a:xfrm>
            <a:off x="3236778" y="4403072"/>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907" name="Google Shape;907;p84"/>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908" name="Google Shape;908;p84"/>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1_3. Conteudo">
  <p:cSld name="1_3. Conteudo">
    <p:bg>
      <p:bgPr>
        <a:solidFill>
          <a:srgbClr val="28566E"/>
        </a:solidFill>
        <a:effectLst/>
      </p:bgPr>
    </p:bg>
    <p:spTree>
      <p:nvGrpSpPr>
        <p:cNvPr id="1" name="Shape 909"/>
        <p:cNvGrpSpPr/>
        <p:nvPr/>
      </p:nvGrpSpPr>
      <p:grpSpPr>
        <a:xfrm>
          <a:off x="0" y="0"/>
          <a:ext cx="0" cy="0"/>
          <a:chOff x="0" y="0"/>
          <a:chExt cx="0" cy="0"/>
        </a:xfrm>
      </p:grpSpPr>
      <p:pic>
        <p:nvPicPr>
          <p:cNvPr id="910" name="Google Shape;910;p85"/>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911" name="Google Shape;911;p85"/>
          <p:cNvSpPr/>
          <p:nvPr/>
        </p:nvSpPr>
        <p:spPr>
          <a:xfrm>
            <a:off x="448134" y="414865"/>
            <a:ext cx="3222625" cy="3222612"/>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cstate="hqprint">
              <a:alphaModFix/>
              <a:extLst>
                <a:ext uri="{28A0092B-C50C-407E-A947-70E740481C1C}">
                  <a14:useLocalDpi xmlns:a14="http://schemas.microsoft.com/office/drawing/2010/main"/>
                </a:ext>
              </a:extLst>
            </a:blip>
            <a:stretch>
              <a:fillRect/>
            </a:stretch>
          </a:blip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912" name="Google Shape;912;p85"/>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913" name="Google Shape;913;p85"/>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914" name="Google Shape;914;p85"/>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915" name="Google Shape;915;p85"/>
          <p:cNvSpPr txBox="1"/>
          <p:nvPr/>
        </p:nvSpPr>
        <p:spPr>
          <a:xfrm>
            <a:off x="12279086" y="384144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916" name="Google Shape;916;p85"/>
          <p:cNvSpPr txBox="1"/>
          <p:nvPr/>
        </p:nvSpPr>
        <p:spPr>
          <a:xfrm>
            <a:off x="4744995" y="191117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917" name="Google Shape;917;p85"/>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918" name="Google Shape;918;p85"/>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19" name="Google Shape;919;p85"/>
          <p:cNvSpPr txBox="1"/>
          <p:nvPr/>
        </p:nvSpPr>
        <p:spPr>
          <a:xfrm>
            <a:off x="6265889" y="14990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920" name="Google Shape;920;p85"/>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921" name="Google Shape;921;p85"/>
          <p:cNvSpPr txBox="1"/>
          <p:nvPr/>
        </p:nvSpPr>
        <p:spPr>
          <a:xfrm>
            <a:off x="2522615" y="3136615"/>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1_3. Conteudo">
  <p:cSld name="2_3. Conteudo 7">
    <p:bg>
      <p:bgPr>
        <a:solidFill>
          <a:srgbClr val="28566E"/>
        </a:solidFill>
        <a:effectLst/>
      </p:bgPr>
    </p:bg>
    <p:spTree>
      <p:nvGrpSpPr>
        <p:cNvPr id="1" name="Shape 922"/>
        <p:cNvGrpSpPr/>
        <p:nvPr/>
      </p:nvGrpSpPr>
      <p:grpSpPr>
        <a:xfrm>
          <a:off x="0" y="0"/>
          <a:ext cx="0" cy="0"/>
          <a:chOff x="0" y="0"/>
          <a:chExt cx="0" cy="0"/>
        </a:xfrm>
      </p:grpSpPr>
      <p:pic>
        <p:nvPicPr>
          <p:cNvPr id="923" name="Google Shape;923;p86"/>
          <p:cNvPicPr preferRelativeResize="0"/>
          <p:nvPr/>
        </p:nvPicPr>
        <p:blipFill rotWithShape="1">
          <a:blip r:embed="rId2">
            <a:alphaModFix/>
          </a:blip>
          <a:srcRect/>
          <a:stretch/>
        </p:blipFill>
        <p:spPr>
          <a:xfrm>
            <a:off x="0" y="17"/>
            <a:ext cx="4630818" cy="6857983"/>
          </a:xfrm>
          <a:prstGeom prst="rect">
            <a:avLst/>
          </a:prstGeom>
          <a:noFill/>
          <a:ln>
            <a:noFill/>
          </a:ln>
        </p:spPr>
      </p:pic>
      <p:pic>
        <p:nvPicPr>
          <p:cNvPr id="924" name="Google Shape;924;p86" descr="Câmera fotográfica preta&#10;&#10;Descrição gerada automaticamente"/>
          <p:cNvPicPr preferRelativeResize="0"/>
          <p:nvPr/>
        </p:nvPicPr>
        <p:blipFill rotWithShape="1">
          <a:blip r:embed="rId3" cstate="hqprint">
            <a:alphaModFix/>
            <a:extLst>
              <a:ext uri="{28A0092B-C50C-407E-A947-70E740481C1C}">
                <a14:useLocalDpi xmlns:a14="http://schemas.microsoft.com/office/drawing/2010/main"/>
              </a:ext>
            </a:extLst>
          </a:blip>
          <a:srcRect t="-271"/>
          <a:stretch/>
        </p:blipFill>
        <p:spPr>
          <a:xfrm>
            <a:off x="428798" y="386760"/>
            <a:ext cx="3243300" cy="3243300"/>
          </a:xfrm>
          <a:prstGeom prst="ellipse">
            <a:avLst/>
          </a:prstGeom>
          <a:noFill/>
          <a:ln>
            <a:noFill/>
          </a:ln>
        </p:spPr>
      </p:pic>
      <p:sp>
        <p:nvSpPr>
          <p:cNvPr id="925" name="Google Shape;925;p86"/>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926" name="Google Shape;926;p86"/>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927" name="Google Shape;927;p86"/>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928" name="Google Shape;928;p86"/>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929" name="Google Shape;929;p86"/>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30" name="Google Shape;930;p86"/>
          <p:cNvSpPr txBox="1"/>
          <p:nvPr/>
        </p:nvSpPr>
        <p:spPr>
          <a:xfrm>
            <a:off x="5767754" y="-75027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931" name="Google Shape;931;p86"/>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932" name="Google Shape;932;p86"/>
          <p:cNvSpPr txBox="1"/>
          <p:nvPr/>
        </p:nvSpPr>
        <p:spPr>
          <a:xfrm>
            <a:off x="2522615" y="3136615"/>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4. Exposição">
  <p:cSld name="4. Exposição">
    <p:spTree>
      <p:nvGrpSpPr>
        <p:cNvPr id="1" name="Shape 933"/>
        <p:cNvGrpSpPr/>
        <p:nvPr/>
      </p:nvGrpSpPr>
      <p:grpSpPr>
        <a:xfrm>
          <a:off x="0" y="0"/>
          <a:ext cx="0" cy="0"/>
          <a:chOff x="0" y="0"/>
          <a:chExt cx="0" cy="0"/>
        </a:xfrm>
      </p:grpSpPr>
      <p:pic>
        <p:nvPicPr>
          <p:cNvPr id="934" name="Google Shape;934;p87"/>
          <p:cNvPicPr preferRelativeResize="0"/>
          <p:nvPr/>
        </p:nvPicPr>
        <p:blipFill rotWithShape="1">
          <a:blip r:embed="rId2">
            <a:alphaModFix/>
          </a:blip>
          <a:srcRect/>
          <a:stretch/>
        </p:blipFill>
        <p:spPr>
          <a:xfrm>
            <a:off x="-3" y="0"/>
            <a:ext cx="3218119" cy="6857983"/>
          </a:xfrm>
          <a:prstGeom prst="rect">
            <a:avLst/>
          </a:prstGeom>
          <a:noFill/>
          <a:ln>
            <a:noFill/>
          </a:ln>
        </p:spPr>
      </p:pic>
      <p:sp>
        <p:nvSpPr>
          <p:cNvPr id="935" name="Google Shape;935;p87"/>
          <p:cNvSpPr txBox="1">
            <a:spLocks noGrp="1"/>
          </p:cNvSpPr>
          <p:nvPr>
            <p:ph type="body" idx="1"/>
          </p:nvPr>
        </p:nvSpPr>
        <p:spPr>
          <a:xfrm>
            <a:off x="3969778" y="768737"/>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936" name="Google Shape;936;p87"/>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937" name="Google Shape;937;p87"/>
          <p:cNvSpPr>
            <a:spLocks noGrp="1"/>
          </p:cNvSpPr>
          <p:nvPr>
            <p:ph type="pic" idx="2"/>
          </p:nvPr>
        </p:nvSpPr>
        <p:spPr>
          <a:xfrm>
            <a:off x="3979525" y="1953131"/>
            <a:ext cx="7268700" cy="3781500"/>
          </a:xfrm>
          <a:prstGeom prst="rect">
            <a:avLst/>
          </a:prstGeom>
          <a:noFill/>
          <a:ln>
            <a:noFill/>
          </a:ln>
        </p:spPr>
        <p:txBody>
          <a:bodyPr/>
          <a:lstStyle/>
          <a:p>
            <a:endParaRPr lang="pt-BR" dirty="0"/>
          </a:p>
        </p:txBody>
      </p:sp>
      <p:sp>
        <p:nvSpPr>
          <p:cNvPr id="938" name="Google Shape;938;p87"/>
          <p:cNvSpPr txBox="1">
            <a:spLocks noGrp="1"/>
          </p:cNvSpPr>
          <p:nvPr>
            <p:ph type="body" idx="3"/>
          </p:nvPr>
        </p:nvSpPr>
        <p:spPr>
          <a:xfrm>
            <a:off x="3969778" y="5831202"/>
            <a:ext cx="7268700" cy="148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dk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939" name="Google Shape;939;p87"/>
          <p:cNvSpPr/>
          <p:nvPr/>
        </p:nvSpPr>
        <p:spPr>
          <a:xfrm>
            <a:off x="229449" y="3216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940" name="Google Shape;940;p87"/>
          <p:cNvSpPr txBox="1"/>
          <p:nvPr/>
        </p:nvSpPr>
        <p:spPr>
          <a:xfrm>
            <a:off x="495695" y="757428"/>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2">
    <p:spTree>
      <p:nvGrpSpPr>
        <p:cNvPr id="1" name="Shape 941"/>
        <p:cNvGrpSpPr/>
        <p:nvPr/>
      </p:nvGrpSpPr>
      <p:grpSpPr>
        <a:xfrm>
          <a:off x="0" y="0"/>
          <a:ext cx="0" cy="0"/>
          <a:chOff x="0" y="0"/>
          <a:chExt cx="0" cy="0"/>
        </a:xfrm>
      </p:grpSpPr>
      <p:pic>
        <p:nvPicPr>
          <p:cNvPr id="942" name="Google Shape;942;p88"/>
          <p:cNvPicPr preferRelativeResize="0"/>
          <p:nvPr/>
        </p:nvPicPr>
        <p:blipFill rotWithShape="1">
          <a:blip r:embed="rId2">
            <a:alphaModFix/>
          </a:blip>
          <a:srcRect/>
          <a:stretch/>
        </p:blipFill>
        <p:spPr>
          <a:xfrm>
            <a:off x="0" y="9526"/>
            <a:ext cx="12191999" cy="568301"/>
          </a:xfrm>
          <a:prstGeom prst="rect">
            <a:avLst/>
          </a:prstGeom>
          <a:noFill/>
          <a:ln>
            <a:noFill/>
          </a:ln>
        </p:spPr>
      </p:pic>
      <p:pic>
        <p:nvPicPr>
          <p:cNvPr id="943" name="Google Shape;943;p88"/>
          <p:cNvPicPr preferRelativeResize="0"/>
          <p:nvPr/>
        </p:nvPicPr>
        <p:blipFill rotWithShape="1">
          <a:blip r:embed="rId3">
            <a:alphaModFix/>
          </a:blip>
          <a:srcRect/>
          <a:stretch/>
        </p:blipFill>
        <p:spPr>
          <a:xfrm>
            <a:off x="0" y="6281734"/>
            <a:ext cx="12191999" cy="595317"/>
          </a:xfrm>
          <a:prstGeom prst="rect">
            <a:avLst/>
          </a:prstGeom>
          <a:noFill/>
          <a:ln>
            <a:noFill/>
          </a:ln>
        </p:spPr>
      </p:pic>
      <p:sp>
        <p:nvSpPr>
          <p:cNvPr id="944" name="Google Shape;944;p88"/>
          <p:cNvSpPr txBox="1">
            <a:spLocks noGrp="1"/>
          </p:cNvSpPr>
          <p:nvPr>
            <p:ph type="body" idx="1"/>
          </p:nvPr>
        </p:nvSpPr>
        <p:spPr>
          <a:xfrm>
            <a:off x="2832629" y="929217"/>
            <a:ext cx="8512200" cy="409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4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45" name="Google Shape;945;p88"/>
          <p:cNvSpPr txBox="1">
            <a:spLocks noGrp="1"/>
          </p:cNvSpPr>
          <p:nvPr>
            <p:ph type="body" idx="2"/>
          </p:nvPr>
        </p:nvSpPr>
        <p:spPr>
          <a:xfrm>
            <a:off x="3117954" y="1598778"/>
            <a:ext cx="8226900" cy="2612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46" name="Google Shape;946;p88"/>
          <p:cNvSpPr txBox="1">
            <a:spLocks noGrp="1"/>
          </p:cNvSpPr>
          <p:nvPr>
            <p:ph type="body" idx="3"/>
          </p:nvPr>
        </p:nvSpPr>
        <p:spPr>
          <a:xfrm>
            <a:off x="4282082" y="4997173"/>
            <a:ext cx="6770700" cy="90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47" name="Google Shape;947;p88"/>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948" name="Google Shape;948;p88"/>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4_Atividade_Resposta">
  <p:cSld name="5_Atividade_Resposta">
    <p:spTree>
      <p:nvGrpSpPr>
        <p:cNvPr id="1" name="Shape 949"/>
        <p:cNvGrpSpPr/>
        <p:nvPr/>
      </p:nvGrpSpPr>
      <p:grpSpPr>
        <a:xfrm>
          <a:off x="0" y="0"/>
          <a:ext cx="0" cy="0"/>
          <a:chOff x="0" y="0"/>
          <a:chExt cx="0" cy="0"/>
        </a:xfrm>
      </p:grpSpPr>
      <p:pic>
        <p:nvPicPr>
          <p:cNvPr id="950" name="Google Shape;950;p89"/>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951" name="Google Shape;951;p89"/>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952" name="Google Shape;952;p89"/>
          <p:cNvSpPr txBox="1">
            <a:spLocks noGrp="1"/>
          </p:cNvSpPr>
          <p:nvPr>
            <p:ph type="body" idx="1"/>
          </p:nvPr>
        </p:nvSpPr>
        <p:spPr>
          <a:xfrm>
            <a:off x="3806396" y="2036189"/>
            <a:ext cx="3291600" cy="231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53" name="Google Shape;953;p89"/>
          <p:cNvSpPr txBox="1">
            <a:spLocks noGrp="1"/>
          </p:cNvSpPr>
          <p:nvPr>
            <p:ph type="body" idx="2"/>
          </p:nvPr>
        </p:nvSpPr>
        <p:spPr>
          <a:xfrm>
            <a:off x="3806396" y="3363540"/>
            <a:ext cx="3291600" cy="231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54" name="Google Shape;954;p89"/>
          <p:cNvSpPr txBox="1">
            <a:spLocks noGrp="1"/>
          </p:cNvSpPr>
          <p:nvPr>
            <p:ph type="body" idx="3"/>
          </p:nvPr>
        </p:nvSpPr>
        <p:spPr>
          <a:xfrm>
            <a:off x="8183525" y="4696970"/>
            <a:ext cx="3291600" cy="210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55" name="Google Shape;955;p89"/>
          <p:cNvSpPr txBox="1">
            <a:spLocks noGrp="1"/>
          </p:cNvSpPr>
          <p:nvPr>
            <p:ph type="body" idx="4"/>
          </p:nvPr>
        </p:nvSpPr>
        <p:spPr>
          <a:xfrm>
            <a:off x="3806396" y="4676237"/>
            <a:ext cx="3276600" cy="231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56" name="Google Shape;956;p89"/>
          <p:cNvSpPr txBox="1">
            <a:spLocks noGrp="1"/>
          </p:cNvSpPr>
          <p:nvPr>
            <p:ph type="body" idx="5"/>
          </p:nvPr>
        </p:nvSpPr>
        <p:spPr>
          <a:xfrm>
            <a:off x="8183525" y="2036512"/>
            <a:ext cx="3291600" cy="23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57" name="Google Shape;957;p89"/>
          <p:cNvSpPr txBox="1">
            <a:spLocks noGrp="1"/>
          </p:cNvSpPr>
          <p:nvPr>
            <p:ph type="body" idx="6"/>
          </p:nvPr>
        </p:nvSpPr>
        <p:spPr>
          <a:xfrm>
            <a:off x="8183525" y="3363864"/>
            <a:ext cx="3291600" cy="23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58" name="Google Shape;958;p89"/>
          <p:cNvSpPr txBox="1">
            <a:spLocks noGrp="1"/>
          </p:cNvSpPr>
          <p:nvPr>
            <p:ph type="body" idx="7"/>
          </p:nvPr>
        </p:nvSpPr>
        <p:spPr>
          <a:xfrm>
            <a:off x="2825335" y="912661"/>
            <a:ext cx="6246900" cy="387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59" name="Google Shape;959;p89"/>
          <p:cNvSpPr txBox="1">
            <a:spLocks noGrp="1"/>
          </p:cNvSpPr>
          <p:nvPr>
            <p:ph type="body" idx="8"/>
          </p:nvPr>
        </p:nvSpPr>
        <p:spPr>
          <a:xfrm>
            <a:off x="3806397" y="2390987"/>
            <a:ext cx="32916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60" name="Google Shape;960;p89"/>
          <p:cNvSpPr txBox="1">
            <a:spLocks noGrp="1"/>
          </p:cNvSpPr>
          <p:nvPr>
            <p:ph type="body" idx="9"/>
          </p:nvPr>
        </p:nvSpPr>
        <p:spPr>
          <a:xfrm>
            <a:off x="3806397" y="3725169"/>
            <a:ext cx="32916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61" name="Google Shape;961;p89"/>
          <p:cNvSpPr txBox="1">
            <a:spLocks noGrp="1"/>
          </p:cNvSpPr>
          <p:nvPr>
            <p:ph type="body" idx="13"/>
          </p:nvPr>
        </p:nvSpPr>
        <p:spPr>
          <a:xfrm>
            <a:off x="3806397" y="5024223"/>
            <a:ext cx="32916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62" name="Google Shape;962;p89"/>
          <p:cNvSpPr txBox="1">
            <a:spLocks noGrp="1"/>
          </p:cNvSpPr>
          <p:nvPr>
            <p:ph type="body" idx="14"/>
          </p:nvPr>
        </p:nvSpPr>
        <p:spPr>
          <a:xfrm>
            <a:off x="8183525" y="2390987"/>
            <a:ext cx="32916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63" name="Google Shape;963;p89"/>
          <p:cNvSpPr txBox="1">
            <a:spLocks noGrp="1"/>
          </p:cNvSpPr>
          <p:nvPr>
            <p:ph type="body" idx="15"/>
          </p:nvPr>
        </p:nvSpPr>
        <p:spPr>
          <a:xfrm>
            <a:off x="8183525" y="3680360"/>
            <a:ext cx="32916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64" name="Google Shape;964;p89"/>
          <p:cNvSpPr txBox="1">
            <a:spLocks noGrp="1"/>
          </p:cNvSpPr>
          <p:nvPr>
            <p:ph type="body" idx="16"/>
          </p:nvPr>
        </p:nvSpPr>
        <p:spPr>
          <a:xfrm>
            <a:off x="8183525" y="5024223"/>
            <a:ext cx="32916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65" name="Google Shape;965;p89"/>
          <p:cNvSpPr txBox="1">
            <a:spLocks noGrp="1"/>
          </p:cNvSpPr>
          <p:nvPr>
            <p:ph type="body" idx="17"/>
          </p:nvPr>
        </p:nvSpPr>
        <p:spPr>
          <a:xfrm>
            <a:off x="2023316" y="2365587"/>
            <a:ext cx="41235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66" name="Google Shape;966;p89"/>
          <p:cNvSpPr txBox="1">
            <a:spLocks noGrp="1"/>
          </p:cNvSpPr>
          <p:nvPr>
            <p:ph type="body" idx="18"/>
          </p:nvPr>
        </p:nvSpPr>
        <p:spPr>
          <a:xfrm>
            <a:off x="2023316" y="3699769"/>
            <a:ext cx="41235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67" name="Google Shape;967;p89"/>
          <p:cNvSpPr txBox="1">
            <a:spLocks noGrp="1"/>
          </p:cNvSpPr>
          <p:nvPr>
            <p:ph type="body" idx="19"/>
          </p:nvPr>
        </p:nvSpPr>
        <p:spPr>
          <a:xfrm>
            <a:off x="2023316" y="4998823"/>
            <a:ext cx="41235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68" name="Google Shape;968;p89"/>
          <p:cNvSpPr txBox="1">
            <a:spLocks noGrp="1"/>
          </p:cNvSpPr>
          <p:nvPr>
            <p:ph type="body" idx="20"/>
          </p:nvPr>
        </p:nvSpPr>
        <p:spPr>
          <a:xfrm>
            <a:off x="7660284" y="2370667"/>
            <a:ext cx="40185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69" name="Google Shape;969;p89"/>
          <p:cNvSpPr txBox="1">
            <a:spLocks noGrp="1"/>
          </p:cNvSpPr>
          <p:nvPr>
            <p:ph type="body" idx="21"/>
          </p:nvPr>
        </p:nvSpPr>
        <p:spPr>
          <a:xfrm>
            <a:off x="7660284" y="3660040"/>
            <a:ext cx="40185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70" name="Google Shape;970;p89"/>
          <p:cNvSpPr txBox="1">
            <a:spLocks noGrp="1"/>
          </p:cNvSpPr>
          <p:nvPr>
            <p:ph type="body" idx="22"/>
          </p:nvPr>
        </p:nvSpPr>
        <p:spPr>
          <a:xfrm>
            <a:off x="7660284" y="5003903"/>
            <a:ext cx="40185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71" name="Google Shape;971;p89"/>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972" name="Google Shape;972;p89"/>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2_Linha do Tempo1">
  <p:cSld name="3_Linha do Tempo1 2">
    <p:spTree>
      <p:nvGrpSpPr>
        <p:cNvPr id="1" name="Shape 973"/>
        <p:cNvGrpSpPr/>
        <p:nvPr/>
      </p:nvGrpSpPr>
      <p:grpSpPr>
        <a:xfrm>
          <a:off x="0" y="0"/>
          <a:ext cx="0" cy="0"/>
          <a:chOff x="0" y="0"/>
          <a:chExt cx="0" cy="0"/>
        </a:xfrm>
      </p:grpSpPr>
      <p:pic>
        <p:nvPicPr>
          <p:cNvPr id="974" name="Google Shape;974;p90"/>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975" name="Google Shape;975;p90"/>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976" name="Google Shape;976;p90"/>
          <p:cNvSpPr txBox="1">
            <a:spLocks noGrp="1"/>
          </p:cNvSpPr>
          <p:nvPr>
            <p:ph type="body" idx="1"/>
          </p:nvPr>
        </p:nvSpPr>
        <p:spPr>
          <a:xfrm>
            <a:off x="2789174" y="919259"/>
            <a:ext cx="6426000" cy="503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77" name="Google Shape;977;p90"/>
          <p:cNvSpPr txBox="1">
            <a:spLocks noGrp="1"/>
          </p:cNvSpPr>
          <p:nvPr>
            <p:ph type="body" idx="2"/>
          </p:nvPr>
        </p:nvSpPr>
        <p:spPr>
          <a:xfrm>
            <a:off x="3562371" y="1936680"/>
            <a:ext cx="3279600" cy="318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78" name="Google Shape;978;p90"/>
          <p:cNvSpPr txBox="1">
            <a:spLocks noGrp="1"/>
          </p:cNvSpPr>
          <p:nvPr>
            <p:ph type="body" idx="3"/>
          </p:nvPr>
        </p:nvSpPr>
        <p:spPr>
          <a:xfrm>
            <a:off x="3562371" y="2454431"/>
            <a:ext cx="3261300" cy="573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79" name="Google Shape;979;p90"/>
          <p:cNvSpPr txBox="1">
            <a:spLocks noGrp="1"/>
          </p:cNvSpPr>
          <p:nvPr>
            <p:ph type="body" idx="4"/>
          </p:nvPr>
        </p:nvSpPr>
        <p:spPr>
          <a:xfrm>
            <a:off x="3562371" y="3351392"/>
            <a:ext cx="3279600" cy="314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80" name="Google Shape;980;p90"/>
          <p:cNvSpPr txBox="1">
            <a:spLocks noGrp="1"/>
          </p:cNvSpPr>
          <p:nvPr>
            <p:ph type="body" idx="5"/>
          </p:nvPr>
        </p:nvSpPr>
        <p:spPr>
          <a:xfrm>
            <a:off x="3580631" y="3950371"/>
            <a:ext cx="3242100" cy="638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81" name="Google Shape;981;p90"/>
          <p:cNvSpPr txBox="1">
            <a:spLocks noGrp="1"/>
          </p:cNvSpPr>
          <p:nvPr>
            <p:ph type="body" idx="6"/>
          </p:nvPr>
        </p:nvSpPr>
        <p:spPr>
          <a:xfrm>
            <a:off x="3580630" y="4736672"/>
            <a:ext cx="3261300" cy="310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82" name="Google Shape;982;p90"/>
          <p:cNvSpPr txBox="1">
            <a:spLocks noGrp="1"/>
          </p:cNvSpPr>
          <p:nvPr>
            <p:ph type="body" idx="7"/>
          </p:nvPr>
        </p:nvSpPr>
        <p:spPr>
          <a:xfrm>
            <a:off x="3580630" y="5221571"/>
            <a:ext cx="3261300" cy="573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83" name="Google Shape;983;p90"/>
          <p:cNvSpPr txBox="1">
            <a:spLocks noGrp="1"/>
          </p:cNvSpPr>
          <p:nvPr>
            <p:ph type="body" idx="8"/>
          </p:nvPr>
        </p:nvSpPr>
        <p:spPr>
          <a:xfrm>
            <a:off x="8011121" y="1942710"/>
            <a:ext cx="3242100" cy="320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84" name="Google Shape;984;p90"/>
          <p:cNvSpPr txBox="1">
            <a:spLocks noGrp="1"/>
          </p:cNvSpPr>
          <p:nvPr>
            <p:ph type="body" idx="9"/>
          </p:nvPr>
        </p:nvSpPr>
        <p:spPr>
          <a:xfrm>
            <a:off x="8011122" y="2454431"/>
            <a:ext cx="3242100" cy="573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85" name="Google Shape;985;p90"/>
          <p:cNvSpPr txBox="1">
            <a:spLocks noGrp="1"/>
          </p:cNvSpPr>
          <p:nvPr>
            <p:ph type="body" idx="13"/>
          </p:nvPr>
        </p:nvSpPr>
        <p:spPr>
          <a:xfrm>
            <a:off x="8011121" y="3345736"/>
            <a:ext cx="3242100" cy="320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86" name="Google Shape;986;p90"/>
          <p:cNvSpPr txBox="1">
            <a:spLocks noGrp="1"/>
          </p:cNvSpPr>
          <p:nvPr>
            <p:ph type="body" idx="14"/>
          </p:nvPr>
        </p:nvSpPr>
        <p:spPr>
          <a:xfrm>
            <a:off x="8011122" y="3950370"/>
            <a:ext cx="3242100" cy="638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87" name="Google Shape;987;p90"/>
          <p:cNvSpPr txBox="1">
            <a:spLocks noGrp="1"/>
          </p:cNvSpPr>
          <p:nvPr>
            <p:ph type="body" idx="15"/>
          </p:nvPr>
        </p:nvSpPr>
        <p:spPr>
          <a:xfrm>
            <a:off x="8011121" y="4728892"/>
            <a:ext cx="3242100" cy="320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88" name="Google Shape;988;p90"/>
          <p:cNvSpPr txBox="1">
            <a:spLocks noGrp="1"/>
          </p:cNvSpPr>
          <p:nvPr>
            <p:ph type="body" idx="16"/>
          </p:nvPr>
        </p:nvSpPr>
        <p:spPr>
          <a:xfrm>
            <a:off x="8011122" y="5222647"/>
            <a:ext cx="3242100" cy="572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89" name="Google Shape;989;p90"/>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990" name="Google Shape;990;p90"/>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3">
    <p:spTree>
      <p:nvGrpSpPr>
        <p:cNvPr id="1" name="Shape 991"/>
        <p:cNvGrpSpPr/>
        <p:nvPr/>
      </p:nvGrpSpPr>
      <p:grpSpPr>
        <a:xfrm>
          <a:off x="0" y="0"/>
          <a:ext cx="0" cy="0"/>
          <a:chOff x="0" y="0"/>
          <a:chExt cx="0" cy="0"/>
        </a:xfrm>
      </p:grpSpPr>
      <p:pic>
        <p:nvPicPr>
          <p:cNvPr id="992" name="Google Shape;992;p91"/>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993" name="Google Shape;993;p91"/>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994" name="Google Shape;994;p91"/>
          <p:cNvSpPr txBox="1">
            <a:spLocks noGrp="1"/>
          </p:cNvSpPr>
          <p:nvPr>
            <p:ph type="body" idx="1"/>
          </p:nvPr>
        </p:nvSpPr>
        <p:spPr>
          <a:xfrm>
            <a:off x="3163359" y="1023409"/>
            <a:ext cx="4888500" cy="1081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95" name="Google Shape;995;p91"/>
          <p:cNvSpPr txBox="1">
            <a:spLocks noGrp="1"/>
          </p:cNvSpPr>
          <p:nvPr>
            <p:ph type="body" idx="2"/>
          </p:nvPr>
        </p:nvSpPr>
        <p:spPr>
          <a:xfrm>
            <a:off x="3163359" y="2334624"/>
            <a:ext cx="4888500" cy="1081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96" name="Google Shape;996;p91"/>
          <p:cNvSpPr>
            <a:spLocks noGrp="1"/>
          </p:cNvSpPr>
          <p:nvPr>
            <p:ph type="pic" idx="3"/>
          </p:nvPr>
        </p:nvSpPr>
        <p:spPr>
          <a:xfrm>
            <a:off x="3163359" y="3645959"/>
            <a:ext cx="4888500" cy="1668000"/>
          </a:xfrm>
          <a:prstGeom prst="rect">
            <a:avLst/>
          </a:prstGeom>
          <a:noFill/>
          <a:ln>
            <a:noFill/>
          </a:ln>
        </p:spPr>
        <p:txBody>
          <a:bodyPr/>
          <a:lstStyle/>
          <a:p>
            <a:endParaRPr lang="pt-BR" dirty="0"/>
          </a:p>
        </p:txBody>
      </p:sp>
      <p:sp>
        <p:nvSpPr>
          <p:cNvPr id="997" name="Google Shape;997;p91"/>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998" name="Google Shape;998;p91"/>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3_1. Desenvolvimento">
  <p:cSld name="4_1. Desenvolvimento">
    <p:spTree>
      <p:nvGrpSpPr>
        <p:cNvPr id="1" name="Shape 999"/>
        <p:cNvGrpSpPr/>
        <p:nvPr/>
      </p:nvGrpSpPr>
      <p:grpSpPr>
        <a:xfrm>
          <a:off x="0" y="0"/>
          <a:ext cx="0" cy="0"/>
          <a:chOff x="0" y="0"/>
          <a:chExt cx="0" cy="0"/>
        </a:xfrm>
      </p:grpSpPr>
      <p:pic>
        <p:nvPicPr>
          <p:cNvPr id="1000" name="Google Shape;1000;p92"/>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001" name="Google Shape;1001;p92"/>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002" name="Google Shape;1002;p92"/>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003" name="Google Shape;1003;p92"/>
          <p:cNvSpPr txBox="1">
            <a:spLocks noGrp="1"/>
          </p:cNvSpPr>
          <p:nvPr>
            <p:ph type="body" idx="1"/>
          </p:nvPr>
        </p:nvSpPr>
        <p:spPr>
          <a:xfrm>
            <a:off x="3005293"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004" name="Google Shape;1004;p92"/>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005" name="Google Shape;1005;p92"/>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Quadro">
  <p:cSld name="1_Quadro">
    <p:spTree>
      <p:nvGrpSpPr>
        <p:cNvPr id="1" name="Shape 1006"/>
        <p:cNvGrpSpPr/>
        <p:nvPr/>
      </p:nvGrpSpPr>
      <p:grpSpPr>
        <a:xfrm>
          <a:off x="0" y="0"/>
          <a:ext cx="0" cy="0"/>
          <a:chOff x="0" y="0"/>
          <a:chExt cx="0" cy="0"/>
        </a:xfrm>
      </p:grpSpPr>
      <p:pic>
        <p:nvPicPr>
          <p:cNvPr id="1007" name="Google Shape;1007;p93"/>
          <p:cNvPicPr preferRelativeResize="0"/>
          <p:nvPr/>
        </p:nvPicPr>
        <p:blipFill rotWithShape="1">
          <a:blip r:embed="rId2">
            <a:alphaModFix/>
          </a:blip>
          <a:srcRect/>
          <a:stretch/>
        </p:blipFill>
        <p:spPr>
          <a:xfrm>
            <a:off x="4" y="0"/>
            <a:ext cx="12192000" cy="6857988"/>
          </a:xfrm>
          <a:prstGeom prst="rect">
            <a:avLst/>
          </a:prstGeom>
          <a:noFill/>
          <a:ln>
            <a:noFill/>
          </a:ln>
        </p:spPr>
      </p:pic>
      <p:sp>
        <p:nvSpPr>
          <p:cNvPr id="1008" name="Google Shape;1008;p93"/>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009" name="Google Shape;1009;p93"/>
          <p:cNvSpPr txBox="1">
            <a:spLocks noGrp="1"/>
          </p:cNvSpPr>
          <p:nvPr>
            <p:ph type="body" idx="1"/>
          </p:nvPr>
        </p:nvSpPr>
        <p:spPr>
          <a:xfrm>
            <a:off x="500292" y="3098664"/>
            <a:ext cx="2435700" cy="1303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1010" name="Google Shape;1010;p93"/>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1. Conteudo">
  <p:cSld name="2_1. Conteudo 4">
    <p:spTree>
      <p:nvGrpSpPr>
        <p:cNvPr id="1" name="Shape 1011"/>
        <p:cNvGrpSpPr/>
        <p:nvPr/>
      </p:nvGrpSpPr>
      <p:grpSpPr>
        <a:xfrm>
          <a:off x="0" y="0"/>
          <a:ext cx="0" cy="0"/>
          <a:chOff x="0" y="0"/>
          <a:chExt cx="0" cy="0"/>
        </a:xfrm>
      </p:grpSpPr>
      <p:pic>
        <p:nvPicPr>
          <p:cNvPr id="1012" name="Google Shape;1012;p94"/>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013" name="Google Shape;1013;p94"/>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014" name="Google Shape;1014;p94"/>
          <p:cNvSpPr txBox="1">
            <a:spLocks noGrp="1"/>
          </p:cNvSpPr>
          <p:nvPr>
            <p:ph type="body" idx="1"/>
          </p:nvPr>
        </p:nvSpPr>
        <p:spPr>
          <a:xfrm>
            <a:off x="3236779" y="2362200"/>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015" name="Google Shape;1015;p94"/>
          <p:cNvSpPr txBox="1">
            <a:spLocks noGrp="1"/>
          </p:cNvSpPr>
          <p:nvPr>
            <p:ph type="body" idx="2"/>
          </p:nvPr>
        </p:nvSpPr>
        <p:spPr>
          <a:xfrm>
            <a:off x="3236867" y="1170031"/>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016" name="Google Shape;1016;p94"/>
          <p:cNvSpPr txBox="1">
            <a:spLocks noGrp="1"/>
          </p:cNvSpPr>
          <p:nvPr>
            <p:ph type="body" idx="3"/>
          </p:nvPr>
        </p:nvSpPr>
        <p:spPr>
          <a:xfrm>
            <a:off x="3236778" y="4403072"/>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017" name="Google Shape;1017;p94"/>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018" name="Google Shape;1018;p94"/>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1_3. Conteudo">
  <p:cSld name="2_3. Conteudo 8">
    <p:bg>
      <p:bgPr>
        <a:solidFill>
          <a:srgbClr val="28566E"/>
        </a:solidFill>
        <a:effectLst/>
      </p:bgPr>
    </p:bg>
    <p:spTree>
      <p:nvGrpSpPr>
        <p:cNvPr id="1" name="Shape 1019"/>
        <p:cNvGrpSpPr/>
        <p:nvPr/>
      </p:nvGrpSpPr>
      <p:grpSpPr>
        <a:xfrm>
          <a:off x="0" y="0"/>
          <a:ext cx="0" cy="0"/>
          <a:chOff x="0" y="0"/>
          <a:chExt cx="0" cy="0"/>
        </a:xfrm>
      </p:grpSpPr>
      <p:pic>
        <p:nvPicPr>
          <p:cNvPr id="1020" name="Google Shape;1020;p95"/>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1021" name="Google Shape;1021;p95"/>
          <p:cNvSpPr/>
          <p:nvPr/>
        </p:nvSpPr>
        <p:spPr>
          <a:xfrm>
            <a:off x="448134" y="414865"/>
            <a:ext cx="3222625" cy="3222612"/>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a:alphaModFix/>
            </a:blip>
            <a:stretch>
              <a:fillRect/>
            </a:stretch>
          </a:blip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1022" name="Google Shape;1022;p95"/>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023" name="Google Shape;1023;p95"/>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1024" name="Google Shape;1024;p95"/>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1025" name="Google Shape;1025;p95"/>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1026" name="Google Shape;1026;p95"/>
          <p:cNvSpPr txBox="1"/>
          <p:nvPr/>
        </p:nvSpPr>
        <p:spPr>
          <a:xfrm>
            <a:off x="12279086" y="384144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027" name="Google Shape;1027;p95"/>
          <p:cNvSpPr txBox="1"/>
          <p:nvPr/>
        </p:nvSpPr>
        <p:spPr>
          <a:xfrm>
            <a:off x="4744995" y="191117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028" name="Google Shape;1028;p95"/>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1029" name="Google Shape;1029;p95"/>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030" name="Google Shape;1030;p95"/>
          <p:cNvSpPr txBox="1"/>
          <p:nvPr/>
        </p:nvSpPr>
        <p:spPr>
          <a:xfrm>
            <a:off x="6265889" y="14990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031" name="Google Shape;1031;p95"/>
          <p:cNvSpPr txBox="1"/>
          <p:nvPr/>
        </p:nvSpPr>
        <p:spPr>
          <a:xfrm>
            <a:off x="2806376" y="3120112"/>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1_3. Conteudo">
  <p:cSld name="2_3. Conteudo 9">
    <p:bg>
      <p:bgPr>
        <a:solidFill>
          <a:srgbClr val="28566E"/>
        </a:solidFill>
        <a:effectLst/>
      </p:bgPr>
    </p:bg>
    <p:spTree>
      <p:nvGrpSpPr>
        <p:cNvPr id="1" name="Shape 1032"/>
        <p:cNvGrpSpPr/>
        <p:nvPr/>
      </p:nvGrpSpPr>
      <p:grpSpPr>
        <a:xfrm>
          <a:off x="0" y="0"/>
          <a:ext cx="0" cy="0"/>
          <a:chOff x="0" y="0"/>
          <a:chExt cx="0" cy="0"/>
        </a:xfrm>
      </p:grpSpPr>
      <p:pic>
        <p:nvPicPr>
          <p:cNvPr id="1033" name="Google Shape;1033;p96"/>
          <p:cNvPicPr preferRelativeResize="0"/>
          <p:nvPr/>
        </p:nvPicPr>
        <p:blipFill rotWithShape="1">
          <a:blip r:embed="rId2">
            <a:alphaModFix/>
          </a:blip>
          <a:srcRect/>
          <a:stretch/>
        </p:blipFill>
        <p:spPr>
          <a:xfrm>
            <a:off x="0" y="17"/>
            <a:ext cx="4630818" cy="6857983"/>
          </a:xfrm>
          <a:prstGeom prst="rect">
            <a:avLst/>
          </a:prstGeom>
          <a:noFill/>
          <a:ln>
            <a:noFill/>
          </a:ln>
        </p:spPr>
      </p:pic>
      <p:pic>
        <p:nvPicPr>
          <p:cNvPr id="1034" name="Google Shape;1034;p96" descr="Câmera fotográfica preta&#10;&#10;Descrição gerada automaticamente"/>
          <p:cNvPicPr preferRelativeResize="0"/>
          <p:nvPr/>
        </p:nvPicPr>
        <p:blipFill rotWithShape="1">
          <a:blip r:embed="rId3" cstate="hqprint">
            <a:alphaModFix/>
            <a:extLst>
              <a:ext uri="{28A0092B-C50C-407E-A947-70E740481C1C}">
                <a14:useLocalDpi xmlns:a14="http://schemas.microsoft.com/office/drawing/2010/main"/>
              </a:ext>
            </a:extLst>
          </a:blip>
          <a:srcRect t="-271"/>
          <a:stretch/>
        </p:blipFill>
        <p:spPr>
          <a:xfrm>
            <a:off x="428798" y="386760"/>
            <a:ext cx="3243300" cy="3243300"/>
          </a:xfrm>
          <a:prstGeom prst="ellipse">
            <a:avLst/>
          </a:prstGeom>
          <a:noFill/>
          <a:ln>
            <a:noFill/>
          </a:ln>
        </p:spPr>
      </p:pic>
      <p:sp>
        <p:nvSpPr>
          <p:cNvPr id="1035" name="Google Shape;1035;p96"/>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1036" name="Google Shape;1036;p96"/>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1037" name="Google Shape;1037;p96"/>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1038" name="Google Shape;1038;p96"/>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1039" name="Google Shape;1039;p96"/>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040" name="Google Shape;1040;p96"/>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041" name="Google Shape;1041;p96"/>
          <p:cNvSpPr txBox="1"/>
          <p:nvPr/>
        </p:nvSpPr>
        <p:spPr>
          <a:xfrm>
            <a:off x="2806376" y="3120112"/>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4. Exposição">
  <p:cSld name="2_4. Exposição">
    <p:spTree>
      <p:nvGrpSpPr>
        <p:cNvPr id="1" name="Shape 1042"/>
        <p:cNvGrpSpPr/>
        <p:nvPr/>
      </p:nvGrpSpPr>
      <p:grpSpPr>
        <a:xfrm>
          <a:off x="0" y="0"/>
          <a:ext cx="0" cy="0"/>
          <a:chOff x="0" y="0"/>
          <a:chExt cx="0" cy="0"/>
        </a:xfrm>
      </p:grpSpPr>
      <p:pic>
        <p:nvPicPr>
          <p:cNvPr id="1043" name="Google Shape;1043;p97"/>
          <p:cNvPicPr preferRelativeResize="0"/>
          <p:nvPr/>
        </p:nvPicPr>
        <p:blipFill rotWithShape="1">
          <a:blip r:embed="rId2">
            <a:alphaModFix/>
          </a:blip>
          <a:srcRect/>
          <a:stretch/>
        </p:blipFill>
        <p:spPr>
          <a:xfrm>
            <a:off x="-3" y="0"/>
            <a:ext cx="3218119" cy="6857983"/>
          </a:xfrm>
          <a:prstGeom prst="rect">
            <a:avLst/>
          </a:prstGeom>
          <a:noFill/>
          <a:ln>
            <a:noFill/>
          </a:ln>
        </p:spPr>
      </p:pic>
      <p:sp>
        <p:nvSpPr>
          <p:cNvPr id="1044" name="Google Shape;1044;p97"/>
          <p:cNvSpPr txBox="1">
            <a:spLocks noGrp="1"/>
          </p:cNvSpPr>
          <p:nvPr>
            <p:ph type="body" idx="1"/>
          </p:nvPr>
        </p:nvSpPr>
        <p:spPr>
          <a:xfrm>
            <a:off x="3969778" y="768737"/>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045" name="Google Shape;1045;p97"/>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046" name="Google Shape;1046;p97"/>
          <p:cNvSpPr>
            <a:spLocks noGrp="1"/>
          </p:cNvSpPr>
          <p:nvPr>
            <p:ph type="pic" idx="2"/>
          </p:nvPr>
        </p:nvSpPr>
        <p:spPr>
          <a:xfrm>
            <a:off x="3979525" y="1953131"/>
            <a:ext cx="7268700" cy="3781500"/>
          </a:xfrm>
          <a:prstGeom prst="rect">
            <a:avLst/>
          </a:prstGeom>
          <a:noFill/>
          <a:ln>
            <a:noFill/>
          </a:ln>
        </p:spPr>
        <p:txBody>
          <a:bodyPr/>
          <a:lstStyle/>
          <a:p>
            <a:endParaRPr lang="pt-BR" dirty="0"/>
          </a:p>
        </p:txBody>
      </p:sp>
      <p:sp>
        <p:nvSpPr>
          <p:cNvPr id="1047" name="Google Shape;1047;p97"/>
          <p:cNvSpPr txBox="1">
            <a:spLocks noGrp="1"/>
          </p:cNvSpPr>
          <p:nvPr>
            <p:ph type="body" idx="3"/>
          </p:nvPr>
        </p:nvSpPr>
        <p:spPr>
          <a:xfrm>
            <a:off x="3969778" y="5831202"/>
            <a:ext cx="7268700" cy="148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dk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1048" name="Google Shape;1048;p97"/>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049" name="Google Shape;1049;p97"/>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3_Atividade_seminario2">
  <p:cSld name="3_Atividade_seminario2">
    <p:spTree>
      <p:nvGrpSpPr>
        <p:cNvPr id="1" name="Shape 1050"/>
        <p:cNvGrpSpPr/>
        <p:nvPr/>
      </p:nvGrpSpPr>
      <p:grpSpPr>
        <a:xfrm>
          <a:off x="0" y="0"/>
          <a:ext cx="0" cy="0"/>
          <a:chOff x="0" y="0"/>
          <a:chExt cx="0" cy="0"/>
        </a:xfrm>
      </p:grpSpPr>
      <p:pic>
        <p:nvPicPr>
          <p:cNvPr id="1051" name="Google Shape;1051;p98"/>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052" name="Google Shape;1052;p98"/>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053" name="Google Shape;1053;p98"/>
          <p:cNvSpPr txBox="1">
            <a:spLocks noGrp="1"/>
          </p:cNvSpPr>
          <p:nvPr>
            <p:ph type="body" idx="1"/>
          </p:nvPr>
        </p:nvSpPr>
        <p:spPr>
          <a:xfrm>
            <a:off x="5327897" y="1310099"/>
            <a:ext cx="4084500" cy="647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054" name="Google Shape;1054;p98"/>
          <p:cNvSpPr txBox="1">
            <a:spLocks noGrp="1"/>
          </p:cNvSpPr>
          <p:nvPr>
            <p:ph type="body" idx="2"/>
          </p:nvPr>
        </p:nvSpPr>
        <p:spPr>
          <a:xfrm>
            <a:off x="5327897" y="2714368"/>
            <a:ext cx="4084500" cy="647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055" name="Google Shape;1055;p98"/>
          <p:cNvSpPr txBox="1">
            <a:spLocks noGrp="1"/>
          </p:cNvSpPr>
          <p:nvPr>
            <p:ph type="body" idx="3"/>
          </p:nvPr>
        </p:nvSpPr>
        <p:spPr>
          <a:xfrm>
            <a:off x="5327897" y="4152739"/>
            <a:ext cx="4084500" cy="647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056" name="Google Shape;1056;p98"/>
          <p:cNvSpPr txBox="1">
            <a:spLocks noGrp="1"/>
          </p:cNvSpPr>
          <p:nvPr>
            <p:ph type="body" idx="4"/>
          </p:nvPr>
        </p:nvSpPr>
        <p:spPr>
          <a:xfrm>
            <a:off x="5327897" y="5557008"/>
            <a:ext cx="4084500" cy="647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057" name="Google Shape;1057;p98"/>
          <p:cNvSpPr txBox="1">
            <a:spLocks noGrp="1"/>
          </p:cNvSpPr>
          <p:nvPr>
            <p:ph type="body" idx="5"/>
          </p:nvPr>
        </p:nvSpPr>
        <p:spPr>
          <a:xfrm>
            <a:off x="526578" y="3658093"/>
            <a:ext cx="2403300" cy="2643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93"/>
              </a:spcBef>
              <a:spcAft>
                <a:spcPts val="0"/>
              </a:spcAft>
              <a:buClr>
                <a:schemeClr val="dk1"/>
              </a:buClr>
              <a:buSzPts val="2200"/>
              <a:buFont typeface="Poppins"/>
              <a:buNone/>
              <a:defRPr sz="14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058" name="Google Shape;1058;p98"/>
          <p:cNvSpPr txBox="1">
            <a:spLocks noGrp="1"/>
          </p:cNvSpPr>
          <p:nvPr>
            <p:ph type="body" idx="6"/>
          </p:nvPr>
        </p:nvSpPr>
        <p:spPr>
          <a:xfrm>
            <a:off x="854491" y="4775003"/>
            <a:ext cx="1733100" cy="27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27"/>
              </a:spcBef>
              <a:spcAft>
                <a:spcPts val="0"/>
              </a:spcAft>
              <a:buClr>
                <a:schemeClr val="dk1"/>
              </a:buClr>
              <a:buSzPts val="1700"/>
              <a:buFont typeface="Poppins"/>
              <a:buNone/>
              <a:defRPr sz="1133" b="1" i="0" u="none" strike="noStrike" cap="none">
                <a:solidFill>
                  <a:schemeClr val="dk1"/>
                </a:solidFill>
                <a:latin typeface="Poppins"/>
                <a:ea typeface="Poppins"/>
                <a:cs typeface="Poppins"/>
                <a:sym typeface="Poppins"/>
              </a:defRPr>
            </a:lvl1pPr>
            <a:lvl2pPr marL="914400" marR="0" lvl="1" indent="-342900"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2pPr>
            <a:lvl3pPr marL="1371600" marR="0" lvl="2" indent="-342900"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3pPr>
            <a:lvl4pPr marL="1828800" marR="0" lvl="3" indent="-342900"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4pPr>
            <a:lvl5pPr marL="2286000" marR="0" lvl="4" indent="-342900"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059" name="Google Shape;1059;p98"/>
          <p:cNvSpPr txBox="1">
            <a:spLocks noGrp="1"/>
          </p:cNvSpPr>
          <p:nvPr>
            <p:ph type="body" idx="7"/>
          </p:nvPr>
        </p:nvSpPr>
        <p:spPr>
          <a:xfrm>
            <a:off x="882213" y="5217603"/>
            <a:ext cx="1705200" cy="27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27"/>
              </a:spcBef>
              <a:spcAft>
                <a:spcPts val="0"/>
              </a:spcAft>
              <a:buClr>
                <a:schemeClr val="dk1"/>
              </a:buClr>
              <a:buSzPts val="1700"/>
              <a:buFont typeface="Poppins"/>
              <a:buNone/>
              <a:defRPr sz="1133" b="1" i="0" u="none" strike="noStrike" cap="none">
                <a:solidFill>
                  <a:schemeClr val="dk1"/>
                </a:solidFill>
                <a:latin typeface="Poppins"/>
                <a:ea typeface="Poppins"/>
                <a:cs typeface="Poppins"/>
                <a:sym typeface="Poppins"/>
              </a:defRPr>
            </a:lvl1pPr>
            <a:lvl2pPr marL="914400" marR="0" lvl="1" indent="-342900"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2pPr>
            <a:lvl3pPr marL="1371600" marR="0" lvl="2" indent="-342900"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3pPr>
            <a:lvl4pPr marL="1828800" marR="0" lvl="3" indent="-342900"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4pPr>
            <a:lvl5pPr marL="2286000" marR="0" lvl="4" indent="-342900"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060" name="Google Shape;1060;p98"/>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061" name="Google Shape;1061;p98"/>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477">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062"/>
        <p:cNvGrpSpPr/>
        <p:nvPr/>
      </p:nvGrpSpPr>
      <p:grpSpPr>
        <a:xfrm>
          <a:off x="0" y="0"/>
          <a:ext cx="0" cy="0"/>
          <a:chOff x="0" y="0"/>
          <a:chExt cx="0" cy="0"/>
        </a:xfrm>
      </p:grpSpPr>
      <p:cxnSp>
        <p:nvCxnSpPr>
          <p:cNvPr id="1063" name="Google Shape;1063;p99"/>
          <p:cNvCxnSpPr/>
          <p:nvPr/>
        </p:nvCxnSpPr>
        <p:spPr>
          <a:xfrm>
            <a:off x="4826925" y="514807"/>
            <a:ext cx="0" cy="6343200"/>
          </a:xfrm>
          <a:prstGeom prst="straightConnector1">
            <a:avLst/>
          </a:prstGeom>
          <a:noFill/>
          <a:ln w="19050" cap="flat" cmpd="sng">
            <a:solidFill>
              <a:schemeClr val="dk1"/>
            </a:solidFill>
            <a:prstDash val="solid"/>
            <a:round/>
            <a:headEnd type="oval" w="med" len="med"/>
            <a:tailEnd type="none" w="sm" len="sm"/>
          </a:ln>
        </p:spPr>
      </p:cxnSp>
      <p:sp>
        <p:nvSpPr>
          <p:cNvPr id="1064" name="Google Shape;1064;p99"/>
          <p:cNvSpPr txBox="1"/>
          <p:nvPr/>
        </p:nvSpPr>
        <p:spPr>
          <a:xfrm>
            <a:off x="12971489" y="493676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065" name="Google Shape;1065;p99"/>
          <p:cNvSpPr txBox="1"/>
          <p:nvPr/>
        </p:nvSpPr>
        <p:spPr>
          <a:xfrm>
            <a:off x="12691672" y="388744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066" name="Google Shape;1066;p99"/>
          <p:cNvSpPr txBox="1">
            <a:spLocks noGrp="1"/>
          </p:cNvSpPr>
          <p:nvPr>
            <p:ph type="body" idx="1"/>
          </p:nvPr>
        </p:nvSpPr>
        <p:spPr>
          <a:xfrm>
            <a:off x="878472" y="4705246"/>
            <a:ext cx="2509200" cy="306900"/>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400"/>
              <a:buFont typeface="Arial"/>
              <a:buNone/>
              <a:defRPr sz="11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067" name="Google Shape;1067;p99"/>
          <p:cNvSpPr txBox="1">
            <a:spLocks noGrp="1"/>
          </p:cNvSpPr>
          <p:nvPr>
            <p:ph type="body" idx="2"/>
          </p:nvPr>
        </p:nvSpPr>
        <p:spPr>
          <a:xfrm>
            <a:off x="878472" y="5194925"/>
            <a:ext cx="2509200" cy="306900"/>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400"/>
              <a:buFont typeface="Arial"/>
              <a:buNone/>
              <a:defRPr sz="11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068" name="Google Shape;1068;p99"/>
          <p:cNvSpPr txBox="1"/>
          <p:nvPr/>
        </p:nvSpPr>
        <p:spPr>
          <a:xfrm>
            <a:off x="3609788" y="-1039906"/>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069" name="Google Shape;1069;p99"/>
          <p:cNvSpPr/>
          <p:nvPr/>
        </p:nvSpPr>
        <p:spPr>
          <a:xfrm>
            <a:off x="4526924" y="710099"/>
            <a:ext cx="600000" cy="600000"/>
          </a:xfrm>
          <a:prstGeom prst="ellipse">
            <a:avLst/>
          </a:pr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sp>
        <p:nvSpPr>
          <p:cNvPr id="1070" name="Google Shape;1070;p99"/>
          <p:cNvSpPr/>
          <p:nvPr/>
        </p:nvSpPr>
        <p:spPr>
          <a:xfrm>
            <a:off x="4526925" y="2089345"/>
            <a:ext cx="600000" cy="600000"/>
          </a:xfrm>
          <a:prstGeom prst="ellipse">
            <a:avLst/>
          </a:pr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sp>
        <p:nvSpPr>
          <p:cNvPr id="1071" name="Google Shape;1071;p99"/>
          <p:cNvSpPr/>
          <p:nvPr/>
        </p:nvSpPr>
        <p:spPr>
          <a:xfrm>
            <a:off x="4526925" y="3556316"/>
            <a:ext cx="600000" cy="600000"/>
          </a:xfrm>
          <a:prstGeom prst="ellipse">
            <a:avLst/>
          </a:pr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sp>
        <p:nvSpPr>
          <p:cNvPr id="1072" name="Google Shape;1072;p99"/>
          <p:cNvSpPr/>
          <p:nvPr/>
        </p:nvSpPr>
        <p:spPr>
          <a:xfrm>
            <a:off x="4526925" y="5023287"/>
            <a:ext cx="600000" cy="600000"/>
          </a:xfrm>
          <a:prstGeom prst="ellipse">
            <a:avLst/>
          </a:pr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sp>
        <p:nvSpPr>
          <p:cNvPr id="1073" name="Google Shape;1073;p99"/>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074" name="Google Shape;1074;p99"/>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2_Atividade_Resposta">
  <p:cSld name="2_Atividade_Resposta">
    <p:spTree>
      <p:nvGrpSpPr>
        <p:cNvPr id="1" name="Shape 1075"/>
        <p:cNvGrpSpPr/>
        <p:nvPr/>
      </p:nvGrpSpPr>
      <p:grpSpPr>
        <a:xfrm>
          <a:off x="0" y="0"/>
          <a:ext cx="0" cy="0"/>
          <a:chOff x="0" y="0"/>
          <a:chExt cx="0" cy="0"/>
        </a:xfrm>
      </p:grpSpPr>
      <p:sp>
        <p:nvSpPr>
          <p:cNvPr id="1076" name="Google Shape;1076;p100"/>
          <p:cNvSpPr/>
          <p:nvPr/>
        </p:nvSpPr>
        <p:spPr>
          <a:xfrm>
            <a:off x="2883290" y="2029006"/>
            <a:ext cx="4047000" cy="3616800"/>
          </a:xfrm>
          <a:prstGeom prst="rect">
            <a:avLst/>
          </a:prstGeom>
          <a:noFill/>
          <a:ln w="19050" cap="flat" cmpd="sng">
            <a:solidFill>
              <a:srgbClr val="434343"/>
            </a:solidFill>
            <a:prstDash val="solid"/>
            <a:round/>
            <a:headEnd type="none" w="sm" len="sm"/>
            <a:tailEnd type="none" w="sm" len="sm"/>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sp>
        <p:nvSpPr>
          <p:cNvPr id="1077" name="Google Shape;1077;p100"/>
          <p:cNvSpPr/>
          <p:nvPr/>
        </p:nvSpPr>
        <p:spPr>
          <a:xfrm>
            <a:off x="7220006" y="2029006"/>
            <a:ext cx="4047000" cy="3616800"/>
          </a:xfrm>
          <a:prstGeom prst="rect">
            <a:avLst/>
          </a:prstGeom>
          <a:noFill/>
          <a:ln w="19050" cap="flat" cmpd="sng">
            <a:solidFill>
              <a:srgbClr val="434343"/>
            </a:solidFill>
            <a:prstDash val="solid"/>
            <a:round/>
            <a:headEnd type="none" w="sm" len="sm"/>
            <a:tailEnd type="none" w="sm" len="sm"/>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sp>
        <p:nvSpPr>
          <p:cNvPr id="1078" name="Google Shape;1078;p100"/>
          <p:cNvSpPr txBox="1"/>
          <p:nvPr/>
        </p:nvSpPr>
        <p:spPr>
          <a:xfrm>
            <a:off x="2883290" y="2509149"/>
            <a:ext cx="40470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1800" b="1" i="0" u="none" strike="noStrike" cap="none" dirty="0">
                <a:solidFill>
                  <a:schemeClr val="dk1"/>
                </a:solidFill>
                <a:latin typeface="Poppins"/>
                <a:ea typeface="Poppins"/>
                <a:cs typeface="Poppins"/>
                <a:sym typeface="Poppins"/>
              </a:rPr>
              <a:t>Materiais necessários</a:t>
            </a:r>
            <a:endParaRPr sz="1400" b="0" i="0" u="none" strike="noStrike" cap="none" dirty="0">
              <a:solidFill>
                <a:srgbClr val="000000"/>
              </a:solidFill>
              <a:latin typeface="Arial"/>
              <a:ea typeface="Arial"/>
              <a:cs typeface="Arial"/>
              <a:sym typeface="Arial"/>
            </a:endParaRPr>
          </a:p>
        </p:txBody>
      </p:sp>
      <p:sp>
        <p:nvSpPr>
          <p:cNvPr id="1079" name="Google Shape;1079;p100"/>
          <p:cNvSpPr txBox="1"/>
          <p:nvPr/>
        </p:nvSpPr>
        <p:spPr>
          <a:xfrm>
            <a:off x="7220007" y="2509149"/>
            <a:ext cx="40470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1800" b="1" i="0" u="none" strike="noStrike" cap="none" dirty="0">
                <a:solidFill>
                  <a:schemeClr val="dk1"/>
                </a:solidFill>
                <a:latin typeface="Poppins"/>
                <a:ea typeface="Poppins"/>
                <a:cs typeface="Poppins"/>
                <a:sym typeface="Poppins"/>
              </a:rPr>
              <a:t>Passo a passo</a:t>
            </a:r>
            <a:endParaRPr sz="1400" b="0" i="0" u="none" strike="noStrike" cap="none" dirty="0">
              <a:solidFill>
                <a:srgbClr val="000000"/>
              </a:solidFill>
              <a:latin typeface="Arial"/>
              <a:ea typeface="Arial"/>
              <a:cs typeface="Arial"/>
              <a:sym typeface="Arial"/>
            </a:endParaRPr>
          </a:p>
        </p:txBody>
      </p:sp>
      <p:sp>
        <p:nvSpPr>
          <p:cNvPr id="1080" name="Google Shape;1080;p100"/>
          <p:cNvSpPr txBox="1">
            <a:spLocks noGrp="1"/>
          </p:cNvSpPr>
          <p:nvPr>
            <p:ph type="body" idx="1"/>
          </p:nvPr>
        </p:nvSpPr>
        <p:spPr>
          <a:xfrm>
            <a:off x="3071283" y="619126"/>
            <a:ext cx="6680700" cy="483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081" name="Google Shape;1081;p100"/>
          <p:cNvSpPr txBox="1">
            <a:spLocks noGrp="1"/>
          </p:cNvSpPr>
          <p:nvPr>
            <p:ph type="body" idx="2"/>
          </p:nvPr>
        </p:nvSpPr>
        <p:spPr>
          <a:xfrm>
            <a:off x="427780" y="3025735"/>
            <a:ext cx="1865400" cy="428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082" name="Google Shape;1082;p100"/>
          <p:cNvSpPr txBox="1">
            <a:spLocks noGrp="1"/>
          </p:cNvSpPr>
          <p:nvPr>
            <p:ph type="body" idx="3"/>
          </p:nvPr>
        </p:nvSpPr>
        <p:spPr>
          <a:xfrm>
            <a:off x="925094" y="4056434"/>
            <a:ext cx="1839300" cy="428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083" name="Google Shape;1083;p100"/>
          <p:cNvSpPr txBox="1">
            <a:spLocks noGrp="1"/>
          </p:cNvSpPr>
          <p:nvPr>
            <p:ph type="body" idx="4"/>
          </p:nvPr>
        </p:nvSpPr>
        <p:spPr>
          <a:xfrm>
            <a:off x="906044" y="4847009"/>
            <a:ext cx="1839300" cy="428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084" name="Google Shape;1084;p100"/>
          <p:cNvSpPr txBox="1"/>
          <p:nvPr/>
        </p:nvSpPr>
        <p:spPr>
          <a:xfrm>
            <a:off x="3305837" y="5948777"/>
            <a:ext cx="6190500" cy="2463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pt-BR" sz="1200" b="1" i="0" u="none" strike="noStrike" cap="none" dirty="0">
                <a:solidFill>
                  <a:schemeClr val="dk1"/>
                </a:solidFill>
                <a:latin typeface="Poppins"/>
                <a:ea typeface="Poppins"/>
                <a:cs typeface="Poppins"/>
                <a:sym typeface="Poppins"/>
              </a:rPr>
              <a:t>Baixe o roteiro dessa atividade / Baixe o material de apoio dessa atividade</a:t>
            </a:r>
            <a:endParaRPr sz="1200" b="0" i="0" u="none" strike="noStrike" cap="none" dirty="0">
              <a:solidFill>
                <a:srgbClr val="000000"/>
              </a:solidFill>
              <a:latin typeface="Poppins"/>
              <a:ea typeface="Poppins"/>
              <a:cs typeface="Poppins"/>
              <a:sym typeface="Poppins"/>
            </a:endParaRPr>
          </a:p>
        </p:txBody>
      </p:sp>
      <p:pic>
        <p:nvPicPr>
          <p:cNvPr id="1085" name="Google Shape;1085;p100"/>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2902047" y="5795955"/>
            <a:ext cx="363560" cy="436271"/>
          </a:xfrm>
          <a:prstGeom prst="rect">
            <a:avLst/>
          </a:prstGeom>
          <a:noFill/>
          <a:ln>
            <a:noFill/>
          </a:ln>
        </p:spPr>
      </p:pic>
      <p:sp>
        <p:nvSpPr>
          <p:cNvPr id="1086" name="Google Shape;1086;p100"/>
          <p:cNvSpPr/>
          <p:nvPr/>
        </p:nvSpPr>
        <p:spPr>
          <a:xfrm rot="10800000">
            <a:off x="4522934" y="1517739"/>
            <a:ext cx="767604" cy="849508"/>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pic>
        <p:nvPicPr>
          <p:cNvPr id="1087" name="Google Shape;1087;p100"/>
          <p:cNvPicPr preferRelativeResize="0"/>
          <p:nvPr/>
        </p:nvPicPr>
        <p:blipFill rotWithShape="1">
          <a:blip r:embed="rId3">
            <a:alphaModFix/>
          </a:blip>
          <a:srcRect/>
          <a:stretch/>
        </p:blipFill>
        <p:spPr>
          <a:xfrm>
            <a:off x="4625052" y="1652486"/>
            <a:ext cx="613321" cy="417058"/>
          </a:xfrm>
          <a:prstGeom prst="rect">
            <a:avLst/>
          </a:prstGeom>
          <a:noFill/>
          <a:ln>
            <a:noFill/>
          </a:ln>
        </p:spPr>
      </p:pic>
      <p:sp>
        <p:nvSpPr>
          <p:cNvPr id="1088" name="Google Shape;1088;p100"/>
          <p:cNvSpPr/>
          <p:nvPr/>
        </p:nvSpPr>
        <p:spPr>
          <a:xfrm rot="10800000">
            <a:off x="8859652" y="1517739"/>
            <a:ext cx="767604" cy="849508"/>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pic>
        <p:nvPicPr>
          <p:cNvPr id="1089" name="Google Shape;1089;p100"/>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9045782" y="1632977"/>
            <a:ext cx="450550" cy="440964"/>
          </a:xfrm>
          <a:prstGeom prst="rect">
            <a:avLst/>
          </a:prstGeom>
          <a:noFill/>
          <a:ln>
            <a:noFill/>
          </a:ln>
        </p:spPr>
      </p:pic>
      <p:sp>
        <p:nvSpPr>
          <p:cNvPr id="1090" name="Google Shape;1090;p100"/>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091" name="Google Shape;1091;p100"/>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1092"/>
        <p:cNvGrpSpPr/>
        <p:nvPr/>
      </p:nvGrpSpPr>
      <p:grpSpPr>
        <a:xfrm>
          <a:off x="0" y="0"/>
          <a:ext cx="0" cy="0"/>
          <a:chOff x="0" y="0"/>
          <a:chExt cx="0" cy="0"/>
        </a:xfrm>
      </p:grpSpPr>
      <p:pic>
        <p:nvPicPr>
          <p:cNvPr id="1093" name="Google Shape;1093;p101"/>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1094" name="Google Shape;1094;p101"/>
          <p:cNvSpPr/>
          <p:nvPr/>
        </p:nvSpPr>
        <p:spPr>
          <a:xfrm>
            <a:off x="3426936" y="0"/>
            <a:ext cx="8781600" cy="68571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1095" name="Google Shape;1095;p101"/>
          <p:cNvSpPr txBox="1">
            <a:spLocks noGrp="1"/>
          </p:cNvSpPr>
          <p:nvPr>
            <p:ph type="body" idx="1"/>
          </p:nvPr>
        </p:nvSpPr>
        <p:spPr>
          <a:xfrm>
            <a:off x="6095993" y="2930526"/>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096" name="Google Shape;1096;p101"/>
          <p:cNvSpPr txBox="1">
            <a:spLocks noGrp="1"/>
          </p:cNvSpPr>
          <p:nvPr>
            <p:ph type="body" idx="2"/>
          </p:nvPr>
        </p:nvSpPr>
        <p:spPr>
          <a:xfrm>
            <a:off x="6095995" y="328084"/>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097" name="Google Shape;1097;p101"/>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cxnSp>
        <p:nvCxnSpPr>
          <p:cNvPr id="1098" name="Google Shape;1098;p101"/>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1099" name="Google Shape;1099;p101"/>
          <p:cNvSpPr txBox="1"/>
          <p:nvPr/>
        </p:nvSpPr>
        <p:spPr>
          <a:xfrm>
            <a:off x="2830286" y="-40277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100" name="Google Shape;1100;p101"/>
          <p:cNvSpPr txBox="1"/>
          <p:nvPr/>
        </p:nvSpPr>
        <p:spPr>
          <a:xfrm>
            <a:off x="5116286" y="-696686"/>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101" name="Google Shape;1101;p101"/>
          <p:cNvSpPr txBox="1"/>
          <p:nvPr/>
        </p:nvSpPr>
        <p:spPr>
          <a:xfrm>
            <a:off x="4996543" y="-70757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102" name="Google Shape;1102;p101"/>
          <p:cNvSpPr>
            <a:spLocks noGrp="1"/>
          </p:cNvSpPr>
          <p:nvPr>
            <p:ph type="pic" idx="3"/>
          </p:nvPr>
        </p:nvSpPr>
        <p:spPr>
          <a:xfrm>
            <a:off x="2916086" y="2386130"/>
            <a:ext cx="2615100" cy="1630200"/>
          </a:xfrm>
          <a:prstGeom prst="rect">
            <a:avLst/>
          </a:prstGeom>
          <a:solidFill>
            <a:srgbClr val="D8D8D8"/>
          </a:solidFill>
          <a:ln>
            <a:noFill/>
          </a:ln>
        </p:spPr>
        <p:txBody>
          <a:bodyPr/>
          <a:lstStyle/>
          <a:p>
            <a:endParaRPr lang="pt-BR" dirty="0"/>
          </a:p>
        </p:txBody>
      </p:sp>
      <p:sp>
        <p:nvSpPr>
          <p:cNvPr id="1103" name="Google Shape;1103;p101"/>
          <p:cNvSpPr>
            <a:spLocks noGrp="1"/>
          </p:cNvSpPr>
          <p:nvPr>
            <p:ph type="pic" idx="4"/>
          </p:nvPr>
        </p:nvSpPr>
        <p:spPr>
          <a:xfrm>
            <a:off x="2916086" y="4507889"/>
            <a:ext cx="2615100" cy="1674600"/>
          </a:xfrm>
          <a:prstGeom prst="rect">
            <a:avLst/>
          </a:prstGeom>
          <a:solidFill>
            <a:srgbClr val="D8D8D8"/>
          </a:solidFill>
          <a:ln>
            <a:noFill/>
          </a:ln>
        </p:spPr>
        <p:txBody>
          <a:bodyPr/>
          <a:lstStyle/>
          <a:p>
            <a:endParaRPr lang="pt-BR" dirty="0"/>
          </a:p>
        </p:txBody>
      </p:sp>
      <p:sp>
        <p:nvSpPr>
          <p:cNvPr id="1104" name="Google Shape;1104;p101"/>
          <p:cNvSpPr txBox="1">
            <a:spLocks noGrp="1"/>
          </p:cNvSpPr>
          <p:nvPr>
            <p:ph type="body" idx="5"/>
          </p:nvPr>
        </p:nvSpPr>
        <p:spPr>
          <a:xfrm>
            <a:off x="2909636" y="1999635"/>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05" name="Google Shape;1105;p101"/>
          <p:cNvSpPr txBox="1">
            <a:spLocks noGrp="1"/>
          </p:cNvSpPr>
          <p:nvPr>
            <p:ph type="body" idx="6"/>
          </p:nvPr>
        </p:nvSpPr>
        <p:spPr>
          <a:xfrm>
            <a:off x="2909636" y="4093478"/>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06" name="Google Shape;1106;p101"/>
          <p:cNvSpPr txBox="1">
            <a:spLocks noGrp="1"/>
          </p:cNvSpPr>
          <p:nvPr>
            <p:ph type="body" idx="7"/>
          </p:nvPr>
        </p:nvSpPr>
        <p:spPr>
          <a:xfrm>
            <a:off x="2909636" y="6265047"/>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07" name="Google Shape;1107;p101"/>
          <p:cNvSpPr txBox="1">
            <a:spLocks noGrp="1"/>
          </p:cNvSpPr>
          <p:nvPr>
            <p:ph type="body" idx="8"/>
          </p:nvPr>
        </p:nvSpPr>
        <p:spPr>
          <a:xfrm>
            <a:off x="6095995" y="24532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08" name="Google Shape;1108;p101"/>
          <p:cNvSpPr txBox="1">
            <a:spLocks noGrp="1"/>
          </p:cNvSpPr>
          <p:nvPr>
            <p:ph type="body" idx="9"/>
          </p:nvPr>
        </p:nvSpPr>
        <p:spPr>
          <a:xfrm>
            <a:off x="6095995" y="45868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09" name="Google Shape;1109;p101"/>
          <p:cNvSpPr txBox="1">
            <a:spLocks noGrp="1"/>
          </p:cNvSpPr>
          <p:nvPr>
            <p:ph type="body" idx="13"/>
          </p:nvPr>
        </p:nvSpPr>
        <p:spPr>
          <a:xfrm>
            <a:off x="6095993" y="813859"/>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10" name="Google Shape;1110;p101"/>
          <p:cNvSpPr txBox="1">
            <a:spLocks noGrp="1"/>
          </p:cNvSpPr>
          <p:nvPr>
            <p:ph type="body" idx="14"/>
          </p:nvPr>
        </p:nvSpPr>
        <p:spPr>
          <a:xfrm>
            <a:off x="6095993" y="5072592"/>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11" name="Google Shape;1111;p101"/>
          <p:cNvSpPr>
            <a:spLocks noGrp="1"/>
          </p:cNvSpPr>
          <p:nvPr>
            <p:ph type="pic" idx="15"/>
          </p:nvPr>
        </p:nvSpPr>
        <p:spPr>
          <a:xfrm>
            <a:off x="2916086" y="300154"/>
            <a:ext cx="2615100" cy="1630200"/>
          </a:xfrm>
          <a:prstGeom prst="rect">
            <a:avLst/>
          </a:prstGeom>
          <a:solidFill>
            <a:srgbClr val="D8D8D8"/>
          </a:solidFill>
          <a:ln>
            <a:noFill/>
          </a:ln>
        </p:spPr>
        <p:txBody>
          <a:bodyPr/>
          <a:lstStyle/>
          <a:p>
            <a:endParaRPr lang="pt-BR" dirty="0"/>
          </a:p>
        </p:txBody>
      </p:sp>
      <p:sp>
        <p:nvSpPr>
          <p:cNvPr id="1112" name="Google Shape;1112;p101"/>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113" name="Google Shape;1113;p101"/>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4">
    <p:spTree>
      <p:nvGrpSpPr>
        <p:cNvPr id="1" name="Shape 1114"/>
        <p:cNvGrpSpPr/>
        <p:nvPr/>
      </p:nvGrpSpPr>
      <p:grpSpPr>
        <a:xfrm>
          <a:off x="0" y="0"/>
          <a:ext cx="0" cy="0"/>
          <a:chOff x="0" y="0"/>
          <a:chExt cx="0" cy="0"/>
        </a:xfrm>
      </p:grpSpPr>
      <p:pic>
        <p:nvPicPr>
          <p:cNvPr id="1115" name="Google Shape;1115;p102"/>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116" name="Google Shape;1116;p102"/>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117" name="Google Shape;1117;p102"/>
          <p:cNvSpPr txBox="1">
            <a:spLocks noGrp="1"/>
          </p:cNvSpPr>
          <p:nvPr>
            <p:ph type="body" idx="1"/>
          </p:nvPr>
        </p:nvSpPr>
        <p:spPr>
          <a:xfrm>
            <a:off x="2832100" y="1670050"/>
            <a:ext cx="8988300" cy="2288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18" name="Google Shape;1118;p102"/>
          <p:cNvSpPr txBox="1">
            <a:spLocks noGrp="1"/>
          </p:cNvSpPr>
          <p:nvPr>
            <p:ph type="body" idx="2"/>
          </p:nvPr>
        </p:nvSpPr>
        <p:spPr>
          <a:xfrm>
            <a:off x="4282082" y="5119381"/>
            <a:ext cx="7538400" cy="906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19" name="Google Shape;1119;p102"/>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120" name="Google Shape;1120;p102"/>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5">
    <p:spTree>
      <p:nvGrpSpPr>
        <p:cNvPr id="1" name="Shape 1121"/>
        <p:cNvGrpSpPr/>
        <p:nvPr/>
      </p:nvGrpSpPr>
      <p:grpSpPr>
        <a:xfrm>
          <a:off x="0" y="0"/>
          <a:ext cx="0" cy="0"/>
          <a:chOff x="0" y="0"/>
          <a:chExt cx="0" cy="0"/>
        </a:xfrm>
      </p:grpSpPr>
      <p:pic>
        <p:nvPicPr>
          <p:cNvPr id="1122" name="Google Shape;1122;p103"/>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123" name="Google Shape;1123;p103"/>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124" name="Google Shape;1124;p103"/>
          <p:cNvSpPr txBox="1">
            <a:spLocks noGrp="1"/>
          </p:cNvSpPr>
          <p:nvPr>
            <p:ph type="body" idx="1"/>
          </p:nvPr>
        </p:nvSpPr>
        <p:spPr>
          <a:xfrm>
            <a:off x="2967826" y="931395"/>
            <a:ext cx="85401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25" name="Google Shape;1125;p103"/>
          <p:cNvSpPr txBox="1">
            <a:spLocks noGrp="1"/>
          </p:cNvSpPr>
          <p:nvPr>
            <p:ph type="body" idx="2"/>
          </p:nvPr>
        </p:nvSpPr>
        <p:spPr>
          <a:xfrm>
            <a:off x="2967826" y="2012830"/>
            <a:ext cx="3829800" cy="3761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26" name="Google Shape;1126;p103"/>
          <p:cNvSpPr>
            <a:spLocks noGrp="1"/>
          </p:cNvSpPr>
          <p:nvPr>
            <p:ph type="pic" idx="3"/>
          </p:nvPr>
        </p:nvSpPr>
        <p:spPr>
          <a:xfrm>
            <a:off x="7131171" y="2012830"/>
            <a:ext cx="4376700" cy="3761100"/>
          </a:xfrm>
          <a:prstGeom prst="rect">
            <a:avLst/>
          </a:prstGeom>
          <a:solidFill>
            <a:srgbClr val="D8D8D8"/>
          </a:solidFill>
          <a:ln>
            <a:noFill/>
          </a:ln>
        </p:spPr>
        <p:txBody>
          <a:bodyPr/>
          <a:lstStyle/>
          <a:p>
            <a:endParaRPr lang="pt-BR" dirty="0"/>
          </a:p>
        </p:txBody>
      </p:sp>
      <p:sp>
        <p:nvSpPr>
          <p:cNvPr id="1127" name="Google Shape;1127;p103"/>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128" name="Google Shape;1128;p103"/>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6">
    <p:spTree>
      <p:nvGrpSpPr>
        <p:cNvPr id="1" name="Shape 1129"/>
        <p:cNvGrpSpPr/>
        <p:nvPr/>
      </p:nvGrpSpPr>
      <p:grpSpPr>
        <a:xfrm>
          <a:off x="0" y="0"/>
          <a:ext cx="0" cy="0"/>
          <a:chOff x="0" y="0"/>
          <a:chExt cx="0" cy="0"/>
        </a:xfrm>
      </p:grpSpPr>
      <p:pic>
        <p:nvPicPr>
          <p:cNvPr id="1130" name="Google Shape;1130;p104"/>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131" name="Google Shape;1131;p104"/>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132" name="Google Shape;1132;p104"/>
          <p:cNvSpPr txBox="1">
            <a:spLocks noGrp="1"/>
          </p:cNvSpPr>
          <p:nvPr>
            <p:ph type="body" idx="1"/>
          </p:nvPr>
        </p:nvSpPr>
        <p:spPr>
          <a:xfrm>
            <a:off x="2887133" y="788878"/>
            <a:ext cx="4323300" cy="5283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33" name="Google Shape;1133;p104"/>
          <p:cNvSpPr txBox="1">
            <a:spLocks noGrp="1"/>
          </p:cNvSpPr>
          <p:nvPr>
            <p:ph type="body" idx="2"/>
          </p:nvPr>
        </p:nvSpPr>
        <p:spPr>
          <a:xfrm>
            <a:off x="7459133" y="788878"/>
            <a:ext cx="4323300" cy="5283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34" name="Google Shape;1134;p104"/>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135" name="Google Shape;1135;p104"/>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7">
    <p:spTree>
      <p:nvGrpSpPr>
        <p:cNvPr id="1" name="Shape 1136"/>
        <p:cNvGrpSpPr/>
        <p:nvPr/>
      </p:nvGrpSpPr>
      <p:grpSpPr>
        <a:xfrm>
          <a:off x="0" y="0"/>
          <a:ext cx="0" cy="0"/>
          <a:chOff x="0" y="0"/>
          <a:chExt cx="0" cy="0"/>
        </a:xfrm>
      </p:grpSpPr>
      <p:pic>
        <p:nvPicPr>
          <p:cNvPr id="1137" name="Google Shape;1137;p105"/>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138" name="Google Shape;1138;p105"/>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139" name="Google Shape;1139;p105"/>
          <p:cNvSpPr>
            <a:spLocks noGrp="1"/>
          </p:cNvSpPr>
          <p:nvPr>
            <p:ph type="pic" idx="2"/>
          </p:nvPr>
        </p:nvSpPr>
        <p:spPr>
          <a:xfrm>
            <a:off x="2805141" y="809469"/>
            <a:ext cx="9004500" cy="4917600"/>
          </a:xfrm>
          <a:prstGeom prst="rect">
            <a:avLst/>
          </a:prstGeom>
          <a:solidFill>
            <a:srgbClr val="D9D9D9"/>
          </a:solidFill>
          <a:ln>
            <a:noFill/>
          </a:ln>
        </p:spPr>
        <p:txBody>
          <a:bodyPr/>
          <a:lstStyle/>
          <a:p>
            <a:endParaRPr lang="pt-BR" dirty="0"/>
          </a:p>
        </p:txBody>
      </p:sp>
      <p:sp>
        <p:nvSpPr>
          <p:cNvPr id="1140" name="Google Shape;1140;p105"/>
          <p:cNvSpPr txBox="1">
            <a:spLocks noGrp="1"/>
          </p:cNvSpPr>
          <p:nvPr>
            <p:ph type="body" idx="1"/>
          </p:nvPr>
        </p:nvSpPr>
        <p:spPr>
          <a:xfrm>
            <a:off x="2805142" y="5849999"/>
            <a:ext cx="9004800" cy="279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41" name="Google Shape;1141;p105"/>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142" name="Google Shape;1142;p105"/>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4_Atividade_Resposta">
  <p:cSld name="5_Atividade_Resposta 2">
    <p:spTree>
      <p:nvGrpSpPr>
        <p:cNvPr id="1" name="Shape 1143"/>
        <p:cNvGrpSpPr/>
        <p:nvPr/>
      </p:nvGrpSpPr>
      <p:grpSpPr>
        <a:xfrm>
          <a:off x="0" y="0"/>
          <a:ext cx="0" cy="0"/>
          <a:chOff x="0" y="0"/>
          <a:chExt cx="0" cy="0"/>
        </a:xfrm>
      </p:grpSpPr>
      <p:pic>
        <p:nvPicPr>
          <p:cNvPr id="1144" name="Google Shape;1144;p106"/>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145" name="Google Shape;1145;p106"/>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146" name="Google Shape;1146;p106"/>
          <p:cNvSpPr txBox="1">
            <a:spLocks noGrp="1"/>
          </p:cNvSpPr>
          <p:nvPr>
            <p:ph type="body" idx="1"/>
          </p:nvPr>
        </p:nvSpPr>
        <p:spPr>
          <a:xfrm>
            <a:off x="3799868" y="2430421"/>
            <a:ext cx="30714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47" name="Google Shape;1147;p106"/>
          <p:cNvSpPr txBox="1">
            <a:spLocks noGrp="1"/>
          </p:cNvSpPr>
          <p:nvPr>
            <p:ph type="body" idx="2"/>
          </p:nvPr>
        </p:nvSpPr>
        <p:spPr>
          <a:xfrm>
            <a:off x="3799868" y="3481761"/>
            <a:ext cx="30714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48" name="Google Shape;1148;p106"/>
          <p:cNvSpPr txBox="1">
            <a:spLocks noGrp="1"/>
          </p:cNvSpPr>
          <p:nvPr>
            <p:ph type="body" idx="3"/>
          </p:nvPr>
        </p:nvSpPr>
        <p:spPr>
          <a:xfrm>
            <a:off x="3799868" y="4586109"/>
            <a:ext cx="30714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49" name="Google Shape;1149;p106"/>
          <p:cNvSpPr txBox="1">
            <a:spLocks noGrp="1"/>
          </p:cNvSpPr>
          <p:nvPr>
            <p:ph type="body" idx="4"/>
          </p:nvPr>
        </p:nvSpPr>
        <p:spPr>
          <a:xfrm>
            <a:off x="7828529" y="2430421"/>
            <a:ext cx="30714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50" name="Google Shape;1150;p106"/>
          <p:cNvSpPr txBox="1">
            <a:spLocks noGrp="1"/>
          </p:cNvSpPr>
          <p:nvPr>
            <p:ph type="body" idx="5"/>
          </p:nvPr>
        </p:nvSpPr>
        <p:spPr>
          <a:xfrm>
            <a:off x="7828529" y="3481761"/>
            <a:ext cx="30714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51" name="Google Shape;1151;p106"/>
          <p:cNvSpPr txBox="1">
            <a:spLocks noGrp="1"/>
          </p:cNvSpPr>
          <p:nvPr>
            <p:ph type="body" idx="6"/>
          </p:nvPr>
        </p:nvSpPr>
        <p:spPr>
          <a:xfrm>
            <a:off x="7828529" y="4586109"/>
            <a:ext cx="30714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52" name="Google Shape;1152;p106"/>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153" name="Google Shape;1153;p106"/>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2_Linha do Tempo1">
  <p:cSld name="3_Linha do Tempo1 3">
    <p:spTree>
      <p:nvGrpSpPr>
        <p:cNvPr id="1" name="Shape 1154"/>
        <p:cNvGrpSpPr/>
        <p:nvPr/>
      </p:nvGrpSpPr>
      <p:grpSpPr>
        <a:xfrm>
          <a:off x="0" y="0"/>
          <a:ext cx="0" cy="0"/>
          <a:chOff x="0" y="0"/>
          <a:chExt cx="0" cy="0"/>
        </a:xfrm>
      </p:grpSpPr>
      <p:pic>
        <p:nvPicPr>
          <p:cNvPr id="1155" name="Google Shape;1155;p107"/>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156" name="Google Shape;1156;p107"/>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157" name="Google Shape;1157;p107"/>
          <p:cNvSpPr txBox="1">
            <a:spLocks noGrp="1"/>
          </p:cNvSpPr>
          <p:nvPr>
            <p:ph type="body" idx="1"/>
          </p:nvPr>
        </p:nvSpPr>
        <p:spPr>
          <a:xfrm>
            <a:off x="3557090" y="3556357"/>
            <a:ext cx="2160600" cy="2382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58" name="Google Shape;1158;p107"/>
          <p:cNvSpPr txBox="1">
            <a:spLocks noGrp="1"/>
          </p:cNvSpPr>
          <p:nvPr>
            <p:ph type="body" idx="2"/>
          </p:nvPr>
        </p:nvSpPr>
        <p:spPr>
          <a:xfrm>
            <a:off x="6054957" y="3555846"/>
            <a:ext cx="2399100" cy="785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59" name="Google Shape;1159;p107"/>
          <p:cNvSpPr txBox="1">
            <a:spLocks noGrp="1"/>
          </p:cNvSpPr>
          <p:nvPr>
            <p:ph type="body" idx="3"/>
          </p:nvPr>
        </p:nvSpPr>
        <p:spPr>
          <a:xfrm>
            <a:off x="8983149" y="3555846"/>
            <a:ext cx="2492100" cy="1879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60" name="Google Shape;1160;p107"/>
          <p:cNvSpPr txBox="1">
            <a:spLocks noGrp="1"/>
          </p:cNvSpPr>
          <p:nvPr>
            <p:ph type="body" idx="4"/>
          </p:nvPr>
        </p:nvSpPr>
        <p:spPr>
          <a:xfrm>
            <a:off x="2789174" y="919259"/>
            <a:ext cx="6426000" cy="503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61" name="Google Shape;1161;p107"/>
          <p:cNvSpPr txBox="1">
            <a:spLocks noGrp="1"/>
          </p:cNvSpPr>
          <p:nvPr>
            <p:ph type="body" idx="5"/>
          </p:nvPr>
        </p:nvSpPr>
        <p:spPr>
          <a:xfrm>
            <a:off x="3548026" y="2796830"/>
            <a:ext cx="1892100" cy="62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62" name="Google Shape;1162;p107"/>
          <p:cNvSpPr txBox="1">
            <a:spLocks noGrp="1"/>
          </p:cNvSpPr>
          <p:nvPr>
            <p:ph type="body" idx="6"/>
          </p:nvPr>
        </p:nvSpPr>
        <p:spPr>
          <a:xfrm>
            <a:off x="6042197" y="2807800"/>
            <a:ext cx="1901100" cy="62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63" name="Google Shape;1163;p107"/>
          <p:cNvSpPr txBox="1">
            <a:spLocks noGrp="1"/>
          </p:cNvSpPr>
          <p:nvPr>
            <p:ph type="body" idx="7"/>
          </p:nvPr>
        </p:nvSpPr>
        <p:spPr>
          <a:xfrm>
            <a:off x="8983148" y="2807800"/>
            <a:ext cx="1989600" cy="62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64" name="Google Shape;1164;p107"/>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165" name="Google Shape;1165;p107"/>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2_Linha do Tempo1">
  <p:cSld name="3_Linha do Tempo1 4">
    <p:spTree>
      <p:nvGrpSpPr>
        <p:cNvPr id="1" name="Shape 1166"/>
        <p:cNvGrpSpPr/>
        <p:nvPr/>
      </p:nvGrpSpPr>
      <p:grpSpPr>
        <a:xfrm>
          <a:off x="0" y="0"/>
          <a:ext cx="0" cy="0"/>
          <a:chOff x="0" y="0"/>
          <a:chExt cx="0" cy="0"/>
        </a:xfrm>
      </p:grpSpPr>
      <p:pic>
        <p:nvPicPr>
          <p:cNvPr id="1167" name="Google Shape;1167;p108"/>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168" name="Google Shape;1168;p108"/>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169" name="Google Shape;1169;p108"/>
          <p:cNvSpPr txBox="1">
            <a:spLocks noGrp="1"/>
          </p:cNvSpPr>
          <p:nvPr>
            <p:ph type="body" idx="1"/>
          </p:nvPr>
        </p:nvSpPr>
        <p:spPr>
          <a:xfrm>
            <a:off x="3562371" y="2421299"/>
            <a:ext cx="3075900"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70" name="Google Shape;1170;p108"/>
          <p:cNvSpPr txBox="1">
            <a:spLocks noGrp="1"/>
          </p:cNvSpPr>
          <p:nvPr>
            <p:ph type="body" idx="2"/>
          </p:nvPr>
        </p:nvSpPr>
        <p:spPr>
          <a:xfrm>
            <a:off x="3562371" y="3864517"/>
            <a:ext cx="3094800"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71" name="Google Shape;1171;p108"/>
          <p:cNvSpPr txBox="1">
            <a:spLocks noGrp="1"/>
          </p:cNvSpPr>
          <p:nvPr>
            <p:ph type="body" idx="3"/>
          </p:nvPr>
        </p:nvSpPr>
        <p:spPr>
          <a:xfrm>
            <a:off x="3562371" y="5222027"/>
            <a:ext cx="3120300"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72" name="Google Shape;1172;p108"/>
          <p:cNvSpPr txBox="1">
            <a:spLocks noGrp="1"/>
          </p:cNvSpPr>
          <p:nvPr>
            <p:ph type="body" idx="4"/>
          </p:nvPr>
        </p:nvSpPr>
        <p:spPr>
          <a:xfrm>
            <a:off x="8011122" y="2421299"/>
            <a:ext cx="3057600"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73" name="Google Shape;1173;p108"/>
          <p:cNvSpPr txBox="1">
            <a:spLocks noGrp="1"/>
          </p:cNvSpPr>
          <p:nvPr>
            <p:ph type="body" idx="5"/>
          </p:nvPr>
        </p:nvSpPr>
        <p:spPr>
          <a:xfrm>
            <a:off x="8021910" y="3864492"/>
            <a:ext cx="3046800"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74" name="Google Shape;1174;p108"/>
          <p:cNvSpPr txBox="1">
            <a:spLocks noGrp="1"/>
          </p:cNvSpPr>
          <p:nvPr>
            <p:ph type="body" idx="6"/>
          </p:nvPr>
        </p:nvSpPr>
        <p:spPr>
          <a:xfrm>
            <a:off x="8011122" y="5229761"/>
            <a:ext cx="3057600"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75" name="Google Shape;1175;p108"/>
          <p:cNvSpPr txBox="1">
            <a:spLocks noGrp="1"/>
          </p:cNvSpPr>
          <p:nvPr>
            <p:ph type="body" idx="7"/>
          </p:nvPr>
        </p:nvSpPr>
        <p:spPr>
          <a:xfrm>
            <a:off x="2789174" y="919259"/>
            <a:ext cx="6426000" cy="503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76" name="Google Shape;1176;p108"/>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177" name="Google Shape;1177;p108"/>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3_1. Desenvolvimento">
  <p:cSld name="4_1. Desenvolvimento 2">
    <p:spTree>
      <p:nvGrpSpPr>
        <p:cNvPr id="1" name="Shape 1178"/>
        <p:cNvGrpSpPr/>
        <p:nvPr/>
      </p:nvGrpSpPr>
      <p:grpSpPr>
        <a:xfrm>
          <a:off x="0" y="0"/>
          <a:ext cx="0" cy="0"/>
          <a:chOff x="0" y="0"/>
          <a:chExt cx="0" cy="0"/>
        </a:xfrm>
      </p:grpSpPr>
      <p:pic>
        <p:nvPicPr>
          <p:cNvPr id="1179" name="Google Shape;1179;p109"/>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180" name="Google Shape;1180;p109"/>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181" name="Google Shape;1181;p109"/>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182" name="Google Shape;1182;p109"/>
          <p:cNvSpPr txBox="1">
            <a:spLocks noGrp="1"/>
          </p:cNvSpPr>
          <p:nvPr>
            <p:ph type="body" idx="1"/>
          </p:nvPr>
        </p:nvSpPr>
        <p:spPr>
          <a:xfrm>
            <a:off x="3243943" y="3429000"/>
            <a:ext cx="7710900" cy="2402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83" name="Google Shape;1183;p109"/>
          <p:cNvSpPr txBox="1">
            <a:spLocks noGrp="1"/>
          </p:cNvSpPr>
          <p:nvPr>
            <p:ph type="body" idx="2"/>
          </p:nvPr>
        </p:nvSpPr>
        <p:spPr>
          <a:xfrm>
            <a:off x="3243943" y="1027011"/>
            <a:ext cx="7710900" cy="522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84" name="Google Shape;1184;p109"/>
          <p:cNvSpPr txBox="1">
            <a:spLocks noGrp="1"/>
          </p:cNvSpPr>
          <p:nvPr>
            <p:ph type="body" idx="3"/>
          </p:nvPr>
        </p:nvSpPr>
        <p:spPr>
          <a:xfrm>
            <a:off x="4226076" y="1962047"/>
            <a:ext cx="6487800" cy="704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85" name="Google Shape;1185;p109"/>
          <p:cNvSpPr txBox="1">
            <a:spLocks noGrp="1"/>
          </p:cNvSpPr>
          <p:nvPr>
            <p:ph type="body" idx="4"/>
          </p:nvPr>
        </p:nvSpPr>
        <p:spPr>
          <a:xfrm>
            <a:off x="4247847" y="2910228"/>
            <a:ext cx="4744500" cy="327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86" name="Google Shape;1186;p109"/>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187" name="Google Shape;1187;p109"/>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Quadro">
  <p:cSld name="1_Quadro 2">
    <p:spTree>
      <p:nvGrpSpPr>
        <p:cNvPr id="1" name="Shape 1188"/>
        <p:cNvGrpSpPr/>
        <p:nvPr/>
      </p:nvGrpSpPr>
      <p:grpSpPr>
        <a:xfrm>
          <a:off x="0" y="0"/>
          <a:ext cx="0" cy="0"/>
          <a:chOff x="0" y="0"/>
          <a:chExt cx="0" cy="0"/>
        </a:xfrm>
      </p:grpSpPr>
      <p:pic>
        <p:nvPicPr>
          <p:cNvPr id="1189" name="Google Shape;1189;p110"/>
          <p:cNvPicPr preferRelativeResize="0"/>
          <p:nvPr/>
        </p:nvPicPr>
        <p:blipFill rotWithShape="1">
          <a:blip r:embed="rId2">
            <a:alphaModFix/>
          </a:blip>
          <a:srcRect/>
          <a:stretch/>
        </p:blipFill>
        <p:spPr>
          <a:xfrm>
            <a:off x="4" y="0"/>
            <a:ext cx="12192000" cy="6857988"/>
          </a:xfrm>
          <a:prstGeom prst="rect">
            <a:avLst/>
          </a:prstGeom>
          <a:noFill/>
          <a:ln>
            <a:noFill/>
          </a:ln>
        </p:spPr>
      </p:pic>
      <p:sp>
        <p:nvSpPr>
          <p:cNvPr id="1190" name="Google Shape;1190;p110"/>
          <p:cNvSpPr txBox="1">
            <a:spLocks noGrp="1"/>
          </p:cNvSpPr>
          <p:nvPr>
            <p:ph type="body" idx="1"/>
          </p:nvPr>
        </p:nvSpPr>
        <p:spPr>
          <a:xfrm>
            <a:off x="500292" y="3098664"/>
            <a:ext cx="2601300" cy="1303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1191" name="Google Shape;1191;p110"/>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192" name="Google Shape;1192;p110"/>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1. Conteudo">
  <p:cSld name="2_1. Conteudo 5">
    <p:spTree>
      <p:nvGrpSpPr>
        <p:cNvPr id="1" name="Shape 1193"/>
        <p:cNvGrpSpPr/>
        <p:nvPr/>
      </p:nvGrpSpPr>
      <p:grpSpPr>
        <a:xfrm>
          <a:off x="0" y="0"/>
          <a:ext cx="0" cy="0"/>
          <a:chOff x="0" y="0"/>
          <a:chExt cx="0" cy="0"/>
        </a:xfrm>
      </p:grpSpPr>
      <p:pic>
        <p:nvPicPr>
          <p:cNvPr id="1194" name="Google Shape;1194;p111"/>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195" name="Google Shape;1195;p111"/>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196" name="Google Shape;1196;p111"/>
          <p:cNvSpPr txBox="1">
            <a:spLocks noGrp="1"/>
          </p:cNvSpPr>
          <p:nvPr>
            <p:ph type="body" idx="1"/>
          </p:nvPr>
        </p:nvSpPr>
        <p:spPr>
          <a:xfrm>
            <a:off x="3236779" y="2362200"/>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197" name="Google Shape;1197;p111"/>
          <p:cNvSpPr txBox="1">
            <a:spLocks noGrp="1"/>
          </p:cNvSpPr>
          <p:nvPr>
            <p:ph type="body" idx="2"/>
          </p:nvPr>
        </p:nvSpPr>
        <p:spPr>
          <a:xfrm>
            <a:off x="3236867" y="1170031"/>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198" name="Google Shape;1198;p111"/>
          <p:cNvSpPr txBox="1">
            <a:spLocks noGrp="1"/>
          </p:cNvSpPr>
          <p:nvPr>
            <p:ph type="body" idx="3"/>
          </p:nvPr>
        </p:nvSpPr>
        <p:spPr>
          <a:xfrm>
            <a:off x="3236778" y="4403072"/>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199" name="Google Shape;1199;p111"/>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200" name="Google Shape;1200;p111"/>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1_3. Conteudo">
  <p:cSld name="2_3. Conteudo 10">
    <p:bg>
      <p:bgPr>
        <a:solidFill>
          <a:srgbClr val="28566E"/>
        </a:solidFill>
        <a:effectLst/>
      </p:bgPr>
    </p:bg>
    <p:spTree>
      <p:nvGrpSpPr>
        <p:cNvPr id="1" name="Shape 1201"/>
        <p:cNvGrpSpPr/>
        <p:nvPr/>
      </p:nvGrpSpPr>
      <p:grpSpPr>
        <a:xfrm>
          <a:off x="0" y="0"/>
          <a:ext cx="0" cy="0"/>
          <a:chOff x="0" y="0"/>
          <a:chExt cx="0" cy="0"/>
        </a:xfrm>
      </p:grpSpPr>
      <p:pic>
        <p:nvPicPr>
          <p:cNvPr id="1202" name="Google Shape;1202;p112"/>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1203" name="Google Shape;1203;p112"/>
          <p:cNvSpPr/>
          <p:nvPr/>
        </p:nvSpPr>
        <p:spPr>
          <a:xfrm>
            <a:off x="448134" y="414865"/>
            <a:ext cx="3222625" cy="3222612"/>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cstate="hqprint">
              <a:alphaModFix/>
              <a:extLst>
                <a:ext uri="{28A0092B-C50C-407E-A947-70E740481C1C}">
                  <a14:useLocalDpi xmlns:a14="http://schemas.microsoft.com/office/drawing/2010/main"/>
                </a:ext>
              </a:extLst>
            </a:blip>
            <a:stretch>
              <a:fillRect/>
            </a:stretch>
          </a:blip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1204" name="Google Shape;1204;p112"/>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1205" name="Google Shape;1205;p112"/>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1206" name="Google Shape;1206;p112"/>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1207" name="Google Shape;1207;p112"/>
          <p:cNvSpPr txBox="1"/>
          <p:nvPr/>
        </p:nvSpPr>
        <p:spPr>
          <a:xfrm>
            <a:off x="12279086" y="384144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208" name="Google Shape;1208;p112"/>
          <p:cNvSpPr txBox="1"/>
          <p:nvPr/>
        </p:nvSpPr>
        <p:spPr>
          <a:xfrm>
            <a:off x="4744995" y="191117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209" name="Google Shape;1209;p112"/>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1210" name="Google Shape;1210;p112"/>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211" name="Google Shape;1211;p112"/>
          <p:cNvSpPr txBox="1"/>
          <p:nvPr/>
        </p:nvSpPr>
        <p:spPr>
          <a:xfrm>
            <a:off x="12638314" y="383177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212" name="Google Shape;1212;p112"/>
          <p:cNvSpPr txBox="1"/>
          <p:nvPr/>
        </p:nvSpPr>
        <p:spPr>
          <a:xfrm>
            <a:off x="12442371" y="124097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213" name="Google Shape;1213;p112"/>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214" name="Google Shape;1214;p112"/>
          <p:cNvSpPr txBox="1"/>
          <p:nvPr/>
        </p:nvSpPr>
        <p:spPr>
          <a:xfrm>
            <a:off x="2578394" y="3162010"/>
            <a:ext cx="1600800" cy="656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133" b="0" i="0" u="none" strike="noStrike" cap="none" dirty="0">
                <a:solidFill>
                  <a:srgbClr val="FFFFFF"/>
                </a:solidFill>
                <a:latin typeface="Poppins Light"/>
                <a:ea typeface="Poppins Light"/>
                <a:cs typeface="Poppins Light"/>
                <a:sym typeface="Poppins Light"/>
              </a:rPr>
              <a:t>Colocando</a:t>
            </a:r>
            <a:br>
              <a:rPr lang="pt-BR" sz="2133" b="0" i="0" u="none" strike="noStrike" cap="none" dirty="0">
                <a:solidFill>
                  <a:srgbClr val="FFFFFF"/>
                </a:solidFill>
                <a:latin typeface="Poppins Light"/>
                <a:ea typeface="Poppins Light"/>
                <a:cs typeface="Poppins Light"/>
                <a:sym typeface="Poppins Light"/>
              </a:rPr>
            </a:br>
            <a:r>
              <a:rPr lang="pt-BR" sz="2133" b="0" i="0" u="none" strike="noStrike" cap="none" dirty="0">
                <a:solidFill>
                  <a:srgbClr val="FFFFFF"/>
                </a:solidFill>
                <a:latin typeface="Poppins Light"/>
                <a:ea typeface="Poppins Light"/>
                <a:cs typeface="Poppins Light"/>
                <a:sym typeface="Poppins Light"/>
              </a:rPr>
              <a:t>em </a:t>
            </a:r>
            <a:r>
              <a:rPr lang="pt-BR" sz="2133" b="1" i="0" u="none" strike="noStrike" cap="none" dirty="0">
                <a:solidFill>
                  <a:srgbClr val="FFFFFF"/>
                </a:solidFill>
                <a:latin typeface="Poppins"/>
                <a:ea typeface="Poppins"/>
                <a:cs typeface="Poppins"/>
                <a:sym typeface="Poppins"/>
              </a:rPr>
              <a:t>prática</a:t>
            </a:r>
            <a:endParaRPr sz="21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1_3. Conteudo">
  <p:cSld name="2_3. Conteudo 11">
    <p:bg>
      <p:bgPr>
        <a:solidFill>
          <a:srgbClr val="28566E"/>
        </a:solidFill>
        <a:effectLst/>
      </p:bgPr>
    </p:bg>
    <p:spTree>
      <p:nvGrpSpPr>
        <p:cNvPr id="1" name="Shape 1215"/>
        <p:cNvGrpSpPr/>
        <p:nvPr/>
      </p:nvGrpSpPr>
      <p:grpSpPr>
        <a:xfrm>
          <a:off x="0" y="0"/>
          <a:ext cx="0" cy="0"/>
          <a:chOff x="0" y="0"/>
          <a:chExt cx="0" cy="0"/>
        </a:xfrm>
      </p:grpSpPr>
      <p:pic>
        <p:nvPicPr>
          <p:cNvPr id="1216" name="Google Shape;1216;p113"/>
          <p:cNvPicPr preferRelativeResize="0"/>
          <p:nvPr/>
        </p:nvPicPr>
        <p:blipFill rotWithShape="1">
          <a:blip r:embed="rId2">
            <a:alphaModFix/>
          </a:blip>
          <a:srcRect/>
          <a:stretch/>
        </p:blipFill>
        <p:spPr>
          <a:xfrm>
            <a:off x="0" y="17"/>
            <a:ext cx="4630818" cy="6857983"/>
          </a:xfrm>
          <a:prstGeom prst="rect">
            <a:avLst/>
          </a:prstGeom>
          <a:noFill/>
          <a:ln>
            <a:noFill/>
          </a:ln>
        </p:spPr>
      </p:pic>
      <p:pic>
        <p:nvPicPr>
          <p:cNvPr id="1217" name="Google Shape;1217;p113" descr="Câmera fotográfica preta&#10;&#10;Descrição gerada automaticamente"/>
          <p:cNvPicPr preferRelativeResize="0"/>
          <p:nvPr/>
        </p:nvPicPr>
        <p:blipFill rotWithShape="1">
          <a:blip r:embed="rId3" cstate="hqprint">
            <a:alphaModFix/>
            <a:extLst>
              <a:ext uri="{28A0092B-C50C-407E-A947-70E740481C1C}">
                <a14:useLocalDpi xmlns:a14="http://schemas.microsoft.com/office/drawing/2010/main"/>
              </a:ext>
            </a:extLst>
          </a:blip>
          <a:srcRect t="-271"/>
          <a:stretch/>
        </p:blipFill>
        <p:spPr>
          <a:xfrm>
            <a:off x="428798" y="386760"/>
            <a:ext cx="3243300" cy="3243300"/>
          </a:xfrm>
          <a:prstGeom prst="ellipse">
            <a:avLst/>
          </a:prstGeom>
          <a:noFill/>
          <a:ln>
            <a:noFill/>
          </a:ln>
        </p:spPr>
      </p:pic>
      <p:sp>
        <p:nvSpPr>
          <p:cNvPr id="1218" name="Google Shape;1218;p113"/>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1219" name="Google Shape;1219;p113"/>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1220" name="Google Shape;1220;p113"/>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1221" name="Google Shape;1221;p113"/>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1222" name="Google Shape;1222;p113"/>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223" name="Google Shape;1223;p113"/>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224" name="Google Shape;1224;p113"/>
          <p:cNvSpPr txBox="1"/>
          <p:nvPr/>
        </p:nvSpPr>
        <p:spPr>
          <a:xfrm>
            <a:off x="2578394" y="3162010"/>
            <a:ext cx="1600800" cy="656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133" b="0" i="0" u="none" strike="noStrike" cap="none" dirty="0">
                <a:solidFill>
                  <a:srgbClr val="FFFFFF"/>
                </a:solidFill>
                <a:latin typeface="Poppins Light"/>
                <a:ea typeface="Poppins Light"/>
                <a:cs typeface="Poppins Light"/>
                <a:sym typeface="Poppins Light"/>
              </a:rPr>
              <a:t>Colocando</a:t>
            </a:r>
            <a:br>
              <a:rPr lang="pt-BR" sz="2133" b="0" i="0" u="none" strike="noStrike" cap="none" dirty="0">
                <a:solidFill>
                  <a:srgbClr val="FFFFFF"/>
                </a:solidFill>
                <a:latin typeface="Poppins Light"/>
                <a:ea typeface="Poppins Light"/>
                <a:cs typeface="Poppins Light"/>
                <a:sym typeface="Poppins Light"/>
              </a:rPr>
            </a:br>
            <a:r>
              <a:rPr lang="pt-BR" sz="2133" b="0" i="0" u="none" strike="noStrike" cap="none" dirty="0">
                <a:solidFill>
                  <a:srgbClr val="FFFFFF"/>
                </a:solidFill>
                <a:latin typeface="Poppins Light"/>
                <a:ea typeface="Poppins Light"/>
                <a:cs typeface="Poppins Light"/>
                <a:sym typeface="Poppins Light"/>
              </a:rPr>
              <a:t>em </a:t>
            </a:r>
            <a:r>
              <a:rPr lang="pt-BR" sz="2133" b="1" i="0" u="none" strike="noStrike" cap="none" dirty="0">
                <a:solidFill>
                  <a:srgbClr val="FFFFFF"/>
                </a:solidFill>
                <a:latin typeface="Poppins"/>
                <a:ea typeface="Poppins"/>
                <a:cs typeface="Poppins"/>
                <a:sym typeface="Poppins"/>
              </a:rPr>
              <a:t>prática</a:t>
            </a:r>
            <a:endParaRPr sz="21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4. Exposição">
  <p:cSld name="2_4. Exposição 2">
    <p:spTree>
      <p:nvGrpSpPr>
        <p:cNvPr id="1" name="Shape 1225"/>
        <p:cNvGrpSpPr/>
        <p:nvPr/>
      </p:nvGrpSpPr>
      <p:grpSpPr>
        <a:xfrm>
          <a:off x="0" y="0"/>
          <a:ext cx="0" cy="0"/>
          <a:chOff x="0" y="0"/>
          <a:chExt cx="0" cy="0"/>
        </a:xfrm>
      </p:grpSpPr>
      <p:pic>
        <p:nvPicPr>
          <p:cNvPr id="1226" name="Google Shape;1226;p114"/>
          <p:cNvPicPr preferRelativeResize="0"/>
          <p:nvPr/>
        </p:nvPicPr>
        <p:blipFill rotWithShape="1">
          <a:blip r:embed="rId2">
            <a:alphaModFix/>
          </a:blip>
          <a:srcRect/>
          <a:stretch/>
        </p:blipFill>
        <p:spPr>
          <a:xfrm>
            <a:off x="-8207" y="4956"/>
            <a:ext cx="2682237" cy="6857983"/>
          </a:xfrm>
          <a:prstGeom prst="rect">
            <a:avLst/>
          </a:prstGeom>
          <a:noFill/>
          <a:ln>
            <a:noFill/>
          </a:ln>
        </p:spPr>
      </p:pic>
      <p:sp>
        <p:nvSpPr>
          <p:cNvPr id="1227" name="Google Shape;1227;p114"/>
          <p:cNvSpPr>
            <a:spLocks noGrp="1"/>
          </p:cNvSpPr>
          <p:nvPr>
            <p:ph type="pic" idx="2"/>
          </p:nvPr>
        </p:nvSpPr>
        <p:spPr>
          <a:xfrm>
            <a:off x="3028950" y="1507375"/>
            <a:ext cx="8791200" cy="4688400"/>
          </a:xfrm>
          <a:prstGeom prst="rect">
            <a:avLst/>
          </a:prstGeom>
          <a:noFill/>
          <a:ln>
            <a:noFill/>
          </a:ln>
        </p:spPr>
        <p:txBody>
          <a:bodyPr/>
          <a:lstStyle/>
          <a:p>
            <a:endParaRPr lang="pt-BR" dirty="0"/>
          </a:p>
        </p:txBody>
      </p:sp>
      <p:sp>
        <p:nvSpPr>
          <p:cNvPr id="1228" name="Google Shape;1228;p114"/>
          <p:cNvSpPr txBox="1">
            <a:spLocks noGrp="1"/>
          </p:cNvSpPr>
          <p:nvPr>
            <p:ph type="body" idx="1"/>
          </p:nvPr>
        </p:nvSpPr>
        <p:spPr>
          <a:xfrm>
            <a:off x="3028950" y="342452"/>
            <a:ext cx="87912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229" name="Google Shape;1229;p114"/>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230" name="Google Shape;1230;p114"/>
          <p:cNvSpPr txBox="1">
            <a:spLocks noGrp="1"/>
          </p:cNvSpPr>
          <p:nvPr>
            <p:ph type="body" idx="3"/>
          </p:nvPr>
        </p:nvSpPr>
        <p:spPr>
          <a:xfrm>
            <a:off x="3028951" y="6285262"/>
            <a:ext cx="8791200" cy="148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1231" name="Google Shape;1231;p114"/>
          <p:cNvSpPr txBox="1"/>
          <p:nvPr/>
        </p:nvSpPr>
        <p:spPr>
          <a:xfrm>
            <a:off x="2553629" y="-323385"/>
            <a:ext cx="0" cy="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2400" b="0" i="0" u="none" strike="noStrike" cap="none" dirty="0">
              <a:solidFill>
                <a:srgbClr val="000000"/>
              </a:solidFill>
              <a:latin typeface="Arial"/>
              <a:ea typeface="Arial"/>
              <a:cs typeface="Arial"/>
              <a:sym typeface="Arial"/>
            </a:endParaRPr>
          </a:p>
        </p:txBody>
      </p:sp>
      <p:sp>
        <p:nvSpPr>
          <p:cNvPr id="1232" name="Google Shape;1232;p114"/>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233" name="Google Shape;1233;p114"/>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34"/>
        <p:cNvGrpSpPr/>
        <p:nvPr/>
      </p:nvGrpSpPr>
      <p:grpSpPr>
        <a:xfrm>
          <a:off x="0" y="0"/>
          <a:ext cx="0" cy="0"/>
          <a:chOff x="0" y="0"/>
          <a:chExt cx="0" cy="0"/>
        </a:xfrm>
      </p:grpSpPr>
      <p:sp>
        <p:nvSpPr>
          <p:cNvPr id="1235" name="Google Shape;1235;p115"/>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2933"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9pPr>
          </a:lstStyle>
          <a:p>
            <a:endParaRPr/>
          </a:p>
        </p:txBody>
      </p:sp>
      <p:sp>
        <p:nvSpPr>
          <p:cNvPr id="1236" name="Google Shape;1236;p115"/>
          <p:cNvSpPr txBox="1">
            <a:spLocks noGrp="1"/>
          </p:cNvSpPr>
          <p:nvPr>
            <p:ph type="dt" idx="10"/>
          </p:nvPr>
        </p:nvSpPr>
        <p:spPr>
          <a:xfrm>
            <a:off x="304800" y="4237567"/>
            <a:ext cx="1422300" cy="2433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dirty="0"/>
          </a:p>
        </p:txBody>
      </p:sp>
      <p:sp>
        <p:nvSpPr>
          <p:cNvPr id="1237" name="Google Shape;1237;p115"/>
          <p:cNvSpPr txBox="1">
            <a:spLocks noGrp="1"/>
          </p:cNvSpPr>
          <p:nvPr>
            <p:ph type="ftr" idx="11"/>
          </p:nvPr>
        </p:nvSpPr>
        <p:spPr>
          <a:xfrm>
            <a:off x="2082800" y="4237567"/>
            <a:ext cx="1930500" cy="2433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dirty="0"/>
          </a:p>
        </p:txBody>
      </p:sp>
      <p:sp>
        <p:nvSpPr>
          <p:cNvPr id="1238" name="Google Shape;1238;p115"/>
          <p:cNvSpPr txBox="1">
            <a:spLocks noGrp="1"/>
          </p:cNvSpPr>
          <p:nvPr>
            <p:ph type="sldNum" idx="12"/>
          </p:nvPr>
        </p:nvSpPr>
        <p:spPr>
          <a:xfrm>
            <a:off x="4368800" y="4237567"/>
            <a:ext cx="1422300" cy="2433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t-BR"/>
              <a:t>‹nº›</a:t>
            </a:fld>
            <a:endParaRPr dirty="0"/>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Atividade">
  <p:cSld name="1_Atividade">
    <p:spTree>
      <p:nvGrpSpPr>
        <p:cNvPr id="1" name="Shape 1239"/>
        <p:cNvGrpSpPr/>
        <p:nvPr/>
      </p:nvGrpSpPr>
      <p:grpSpPr>
        <a:xfrm>
          <a:off x="0" y="0"/>
          <a:ext cx="0" cy="0"/>
          <a:chOff x="0" y="0"/>
          <a:chExt cx="0" cy="0"/>
        </a:xfrm>
      </p:grpSpPr>
      <p:pic>
        <p:nvPicPr>
          <p:cNvPr id="1240" name="Google Shape;1240;p116"/>
          <p:cNvPicPr preferRelativeResize="0"/>
          <p:nvPr/>
        </p:nvPicPr>
        <p:blipFill rotWithShape="1">
          <a:blip r:embed="rId2">
            <a:alphaModFix/>
          </a:blip>
          <a:srcRect/>
          <a:stretch/>
        </p:blipFill>
        <p:spPr>
          <a:xfrm>
            <a:off x="4" y="0"/>
            <a:ext cx="12192000" cy="6857988"/>
          </a:xfrm>
          <a:prstGeom prst="rect">
            <a:avLst/>
          </a:prstGeom>
          <a:noFill/>
          <a:ln>
            <a:noFill/>
          </a:ln>
        </p:spPr>
      </p:pic>
      <p:sp>
        <p:nvSpPr>
          <p:cNvPr id="1241" name="Google Shape;1241;p116"/>
          <p:cNvSpPr txBox="1"/>
          <p:nvPr/>
        </p:nvSpPr>
        <p:spPr>
          <a:xfrm>
            <a:off x="2510117" y="-585694"/>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242" name="Google Shape;1242;p116"/>
          <p:cNvSpPr txBox="1">
            <a:spLocks noGrp="1"/>
          </p:cNvSpPr>
          <p:nvPr>
            <p:ph type="body" idx="1"/>
          </p:nvPr>
        </p:nvSpPr>
        <p:spPr>
          <a:xfrm>
            <a:off x="3026388" y="1395942"/>
            <a:ext cx="7107300" cy="51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2533" b="1" i="0" u="none" strike="noStrike" cap="none">
                <a:solidFill>
                  <a:schemeClr val="lt1"/>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243" name="Google Shape;1243;p116"/>
          <p:cNvSpPr txBox="1">
            <a:spLocks noGrp="1"/>
          </p:cNvSpPr>
          <p:nvPr>
            <p:ph type="body" idx="2"/>
          </p:nvPr>
        </p:nvSpPr>
        <p:spPr>
          <a:xfrm>
            <a:off x="3026389" y="2075496"/>
            <a:ext cx="7107300" cy="732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467" b="0" i="0" u="none" strike="noStrike" cap="none">
                <a:solidFill>
                  <a:schemeClr val="lt1"/>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244" name="Google Shape;1244;p116"/>
          <p:cNvSpPr/>
          <p:nvPr/>
        </p:nvSpPr>
        <p:spPr>
          <a:xfrm>
            <a:off x="200184" y="44804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245" name="Google Shape;1245;p116"/>
          <p:cNvSpPr txBox="1"/>
          <p:nvPr/>
        </p:nvSpPr>
        <p:spPr>
          <a:xfrm>
            <a:off x="629139" y="882775"/>
            <a:ext cx="1528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Pause 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responda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3_EstudoCaso">
  <p:cSld name="3_EstudoCaso">
    <p:spTree>
      <p:nvGrpSpPr>
        <p:cNvPr id="1" name="Shape 1246"/>
        <p:cNvGrpSpPr/>
        <p:nvPr/>
      </p:nvGrpSpPr>
      <p:grpSpPr>
        <a:xfrm>
          <a:off x="0" y="0"/>
          <a:ext cx="0" cy="0"/>
          <a:chOff x="0" y="0"/>
          <a:chExt cx="0" cy="0"/>
        </a:xfrm>
      </p:grpSpPr>
      <p:pic>
        <p:nvPicPr>
          <p:cNvPr id="1247" name="Google Shape;1247;p117"/>
          <p:cNvPicPr preferRelativeResize="0"/>
          <p:nvPr/>
        </p:nvPicPr>
        <p:blipFill rotWithShape="1">
          <a:blip r:embed="rId2">
            <a:alphaModFix/>
          </a:blip>
          <a:srcRect/>
          <a:stretch/>
        </p:blipFill>
        <p:spPr>
          <a:xfrm>
            <a:off x="-3" y="0"/>
            <a:ext cx="3218119" cy="6857983"/>
          </a:xfrm>
          <a:prstGeom prst="rect">
            <a:avLst/>
          </a:prstGeom>
          <a:noFill/>
          <a:ln>
            <a:noFill/>
          </a:ln>
        </p:spPr>
      </p:pic>
      <p:sp>
        <p:nvSpPr>
          <p:cNvPr id="1248" name="Google Shape;1248;p117"/>
          <p:cNvSpPr txBox="1">
            <a:spLocks noGrp="1"/>
          </p:cNvSpPr>
          <p:nvPr>
            <p:ph type="body" idx="1"/>
          </p:nvPr>
        </p:nvSpPr>
        <p:spPr>
          <a:xfrm>
            <a:off x="3641085" y="1210734"/>
            <a:ext cx="7610400" cy="2825700"/>
          </a:xfrm>
          <a:prstGeom prst="rect">
            <a:avLst/>
          </a:prstGeom>
          <a:solidFill>
            <a:srgbClr val="D9D9D9"/>
          </a:solid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249" name="Google Shape;1249;p117"/>
          <p:cNvSpPr txBox="1"/>
          <p:nvPr/>
        </p:nvSpPr>
        <p:spPr>
          <a:xfrm>
            <a:off x="4736123" y="-64476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250" name="Google Shape;1250;p117"/>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542">
          <p15:clr>
            <a:srgbClr val="FBAE40"/>
          </p15:clr>
        </p15:guide>
        <p15:guide id="2" pos="2283">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5_OqueAprendemos">
  <p:cSld name="5_OqueAprendemos">
    <p:spTree>
      <p:nvGrpSpPr>
        <p:cNvPr id="1" name="Shape 1251"/>
        <p:cNvGrpSpPr/>
        <p:nvPr/>
      </p:nvGrpSpPr>
      <p:grpSpPr>
        <a:xfrm>
          <a:off x="0" y="0"/>
          <a:ext cx="0" cy="0"/>
          <a:chOff x="0" y="0"/>
          <a:chExt cx="0" cy="0"/>
        </a:xfrm>
      </p:grpSpPr>
      <p:pic>
        <p:nvPicPr>
          <p:cNvPr id="1252" name="Google Shape;1252;p118"/>
          <p:cNvPicPr preferRelativeResize="0"/>
          <p:nvPr/>
        </p:nvPicPr>
        <p:blipFill rotWithShape="1">
          <a:blip r:embed="rId2">
            <a:alphaModFix/>
          </a:blip>
          <a:srcRect/>
          <a:stretch/>
        </p:blipFill>
        <p:spPr>
          <a:xfrm>
            <a:off x="0" y="0"/>
            <a:ext cx="3775249" cy="6857983"/>
          </a:xfrm>
          <a:prstGeom prst="rect">
            <a:avLst/>
          </a:prstGeom>
          <a:noFill/>
          <a:ln>
            <a:noFill/>
          </a:ln>
        </p:spPr>
      </p:pic>
      <p:pic>
        <p:nvPicPr>
          <p:cNvPr id="1253" name="Google Shape;1253;p118"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32497" y="695158"/>
            <a:ext cx="3823200" cy="3899400"/>
          </a:xfrm>
          <a:prstGeom prst="ellipse">
            <a:avLst/>
          </a:prstGeom>
          <a:noFill/>
          <a:ln>
            <a:noFill/>
          </a:ln>
        </p:spPr>
      </p:pic>
      <p:sp>
        <p:nvSpPr>
          <p:cNvPr id="1254" name="Google Shape;1254;p118"/>
          <p:cNvSpPr txBox="1"/>
          <p:nvPr/>
        </p:nvSpPr>
        <p:spPr>
          <a:xfrm>
            <a:off x="918094" y="4658787"/>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800" b="0" i="0" u="none" strike="noStrike" cap="none" dirty="0">
              <a:solidFill>
                <a:schemeClr val="lt1"/>
              </a:solidFill>
              <a:latin typeface="Poppins Light"/>
              <a:ea typeface="Poppins Light"/>
              <a:cs typeface="Poppins Light"/>
              <a:sym typeface="Poppins Light"/>
            </a:endParaRPr>
          </a:p>
        </p:txBody>
      </p:sp>
      <p:sp>
        <p:nvSpPr>
          <p:cNvPr id="1255" name="Google Shape;1255;p118"/>
          <p:cNvSpPr txBox="1">
            <a:spLocks noGrp="1"/>
          </p:cNvSpPr>
          <p:nvPr>
            <p:ph type="body" idx="1"/>
          </p:nvPr>
        </p:nvSpPr>
        <p:spPr>
          <a:xfrm>
            <a:off x="4867932" y="1691622"/>
            <a:ext cx="6354600" cy="1269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256" name="Google Shape;1256;p118"/>
          <p:cNvSpPr txBox="1">
            <a:spLocks noGrp="1"/>
          </p:cNvSpPr>
          <p:nvPr>
            <p:ph type="body" idx="2"/>
          </p:nvPr>
        </p:nvSpPr>
        <p:spPr>
          <a:xfrm>
            <a:off x="4867932" y="3080015"/>
            <a:ext cx="6354600" cy="1269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257" name="Google Shape;1257;p118"/>
          <p:cNvSpPr txBox="1">
            <a:spLocks noGrp="1"/>
          </p:cNvSpPr>
          <p:nvPr>
            <p:ph type="body" idx="3"/>
          </p:nvPr>
        </p:nvSpPr>
        <p:spPr>
          <a:xfrm>
            <a:off x="4867932" y="4490837"/>
            <a:ext cx="6354600" cy="1269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258" name="Google Shape;1258;p118"/>
          <p:cNvSpPr txBox="1"/>
          <p:nvPr/>
        </p:nvSpPr>
        <p:spPr>
          <a:xfrm>
            <a:off x="4603178" y="1737625"/>
            <a:ext cx="221100" cy="420600"/>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1</a:t>
            </a:r>
            <a:endParaRPr sz="933" b="0" i="0" u="none" strike="noStrike" cap="none" dirty="0">
              <a:solidFill>
                <a:schemeClr val="dk1"/>
              </a:solidFill>
              <a:latin typeface="Arial"/>
              <a:ea typeface="Arial"/>
              <a:cs typeface="Arial"/>
              <a:sym typeface="Arial"/>
            </a:endParaRPr>
          </a:p>
        </p:txBody>
      </p:sp>
      <p:sp>
        <p:nvSpPr>
          <p:cNvPr id="1259" name="Google Shape;1259;p118"/>
          <p:cNvSpPr txBox="1"/>
          <p:nvPr/>
        </p:nvSpPr>
        <p:spPr>
          <a:xfrm>
            <a:off x="4574825" y="2934235"/>
            <a:ext cx="221100" cy="420600"/>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2</a:t>
            </a:r>
            <a:endParaRPr sz="933" b="0" i="0" u="none" strike="noStrike" cap="none" dirty="0">
              <a:solidFill>
                <a:schemeClr val="dk1"/>
              </a:solidFill>
              <a:latin typeface="Arial"/>
              <a:ea typeface="Arial"/>
              <a:cs typeface="Arial"/>
              <a:sym typeface="Arial"/>
            </a:endParaRPr>
          </a:p>
        </p:txBody>
      </p:sp>
      <p:sp>
        <p:nvSpPr>
          <p:cNvPr id="1260" name="Google Shape;1260;p118"/>
          <p:cNvSpPr txBox="1"/>
          <p:nvPr/>
        </p:nvSpPr>
        <p:spPr>
          <a:xfrm>
            <a:off x="4574825" y="4130845"/>
            <a:ext cx="221100" cy="420600"/>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3</a:t>
            </a:r>
            <a:endParaRPr sz="933" b="0" i="0" u="none" strike="noStrike" cap="none" dirty="0">
              <a:solidFill>
                <a:schemeClr val="dk1"/>
              </a:solidFill>
              <a:latin typeface="Arial"/>
              <a:ea typeface="Arial"/>
              <a:cs typeface="Arial"/>
              <a:sym typeface="Arial"/>
            </a:endParaRPr>
          </a:p>
        </p:txBody>
      </p:sp>
      <p:sp>
        <p:nvSpPr>
          <p:cNvPr id="1261" name="Google Shape;1261;p118"/>
          <p:cNvSpPr txBox="1"/>
          <p:nvPr/>
        </p:nvSpPr>
        <p:spPr>
          <a:xfrm>
            <a:off x="12302837" y="90516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262" name="Google Shape;1262;p118"/>
          <p:cNvSpPr/>
          <p:nvPr/>
        </p:nvSpPr>
        <p:spPr>
          <a:xfrm>
            <a:off x="1827147" y="369589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263" name="Google Shape;1263;p118"/>
          <p:cNvSpPr txBox="1"/>
          <p:nvPr/>
        </p:nvSpPr>
        <p:spPr>
          <a:xfrm>
            <a:off x="2025947" y="3952324"/>
            <a:ext cx="2001900" cy="1077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O que nós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aprendemos hoje?</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1_4. Exposição">
  <p:cSld name="1_4. Exposição">
    <p:spTree>
      <p:nvGrpSpPr>
        <p:cNvPr id="1" name="Shape 1264"/>
        <p:cNvGrpSpPr/>
        <p:nvPr/>
      </p:nvGrpSpPr>
      <p:grpSpPr>
        <a:xfrm>
          <a:off x="0" y="0"/>
          <a:ext cx="0" cy="0"/>
          <a:chOff x="0" y="0"/>
          <a:chExt cx="0" cy="0"/>
        </a:xfrm>
      </p:grpSpPr>
      <p:pic>
        <p:nvPicPr>
          <p:cNvPr id="1265" name="Google Shape;1265;p119"/>
          <p:cNvPicPr preferRelativeResize="0"/>
          <p:nvPr/>
        </p:nvPicPr>
        <p:blipFill rotWithShape="1">
          <a:blip r:embed="rId2">
            <a:alphaModFix/>
          </a:blip>
          <a:srcRect/>
          <a:stretch/>
        </p:blipFill>
        <p:spPr>
          <a:xfrm>
            <a:off x="4" y="0"/>
            <a:ext cx="12192002" cy="6857989"/>
          </a:xfrm>
          <a:prstGeom prst="rect">
            <a:avLst/>
          </a:prstGeom>
          <a:noFill/>
          <a:ln>
            <a:noFill/>
          </a:ln>
        </p:spPr>
      </p:pic>
      <p:sp>
        <p:nvSpPr>
          <p:cNvPr id="1266" name="Google Shape;1266;p119"/>
          <p:cNvSpPr/>
          <p:nvPr/>
        </p:nvSpPr>
        <p:spPr>
          <a:xfrm>
            <a:off x="5260792" y="304269"/>
            <a:ext cx="6553800" cy="5568300"/>
          </a:xfrm>
          <a:prstGeom prst="roundRect">
            <a:avLst>
              <a:gd name="adj" fmla="val 16667"/>
            </a:avLst>
          </a:prstGeom>
          <a:solidFill>
            <a:schemeClr val="lt1"/>
          </a:solidFill>
          <a:ln>
            <a:noFill/>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267" name="Google Shape;1267;p119"/>
          <p:cNvSpPr txBox="1">
            <a:spLocks noGrp="1"/>
          </p:cNvSpPr>
          <p:nvPr>
            <p:ph type="body" idx="1"/>
          </p:nvPr>
        </p:nvSpPr>
        <p:spPr>
          <a:xfrm>
            <a:off x="6087875" y="1378003"/>
            <a:ext cx="5071800" cy="22962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268" name="Google Shape;1268;p119"/>
          <p:cNvSpPr txBox="1"/>
          <p:nvPr/>
        </p:nvSpPr>
        <p:spPr>
          <a:xfrm>
            <a:off x="3178098" y="-289932"/>
            <a:ext cx="0" cy="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2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3_Atividade_Seminario">
  <p:cSld name="4_Atividade_Seminario">
    <p:spTree>
      <p:nvGrpSpPr>
        <p:cNvPr id="1" name="Shape 1269"/>
        <p:cNvGrpSpPr/>
        <p:nvPr/>
      </p:nvGrpSpPr>
      <p:grpSpPr>
        <a:xfrm>
          <a:off x="0" y="0"/>
          <a:ext cx="0" cy="0"/>
          <a:chOff x="0" y="0"/>
          <a:chExt cx="0" cy="0"/>
        </a:xfrm>
      </p:grpSpPr>
      <p:pic>
        <p:nvPicPr>
          <p:cNvPr id="1270" name="Google Shape;1270;p120"/>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271" name="Google Shape;1271;p120"/>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272" name="Google Shape;1272;p120"/>
          <p:cNvSpPr txBox="1">
            <a:spLocks noGrp="1"/>
          </p:cNvSpPr>
          <p:nvPr>
            <p:ph type="body" idx="1"/>
          </p:nvPr>
        </p:nvSpPr>
        <p:spPr>
          <a:xfrm>
            <a:off x="632648" y="1701800"/>
            <a:ext cx="11081700" cy="4145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00"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273" name="Google Shape;1273;p120"/>
          <p:cNvSpPr txBox="1"/>
          <p:nvPr/>
        </p:nvSpPr>
        <p:spPr>
          <a:xfrm>
            <a:off x="632648" y="1011053"/>
            <a:ext cx="6345600" cy="492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3200" b="1" i="0" u="none" strike="noStrike" cap="none" dirty="0">
                <a:solidFill>
                  <a:srgbClr val="FF161F"/>
                </a:solidFill>
                <a:latin typeface="Poppins"/>
                <a:ea typeface="Poppins"/>
                <a:cs typeface="Poppins"/>
                <a:sym typeface="Poppins"/>
              </a:rPr>
              <a:t>Referências da aula</a:t>
            </a:r>
            <a:endParaRPr sz="3200" b="0" i="0" u="none" strike="noStrike" cap="none" dirty="0">
              <a:solidFill>
                <a:srgbClr val="FF161F"/>
              </a:solidFill>
              <a:latin typeface="Poppins"/>
              <a:ea typeface="Poppins"/>
              <a:cs typeface="Poppins"/>
              <a:sym typeface="Poppins"/>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Layout Personalizado">
  <p:cSld name="2_Layout Personalizado">
    <p:spTree>
      <p:nvGrpSpPr>
        <p:cNvPr id="1" name="Shape 1274"/>
        <p:cNvGrpSpPr/>
        <p:nvPr/>
      </p:nvGrpSpPr>
      <p:grpSpPr>
        <a:xfrm>
          <a:off x="0" y="0"/>
          <a:ext cx="0" cy="0"/>
          <a:chOff x="0" y="0"/>
          <a:chExt cx="0" cy="0"/>
        </a:xfrm>
      </p:grpSpPr>
      <p:pic>
        <p:nvPicPr>
          <p:cNvPr id="1275" name="Google Shape;1275;p121"/>
          <p:cNvPicPr preferRelativeResize="0"/>
          <p:nvPr/>
        </p:nvPicPr>
        <p:blipFill rotWithShape="1">
          <a:blip r:embed="rId2">
            <a:alphaModFix/>
          </a:blip>
          <a:srcRect/>
          <a:stretch/>
        </p:blipFill>
        <p:spPr>
          <a:xfrm>
            <a:off x="0" y="0"/>
            <a:ext cx="12191999" cy="6859201"/>
          </a:xfrm>
          <a:prstGeom prst="rect">
            <a:avLst/>
          </a:prstGeom>
          <a:noFill/>
          <a:ln>
            <a:noFill/>
          </a:ln>
        </p:spPr>
      </p:pic>
      <p:grpSp>
        <p:nvGrpSpPr>
          <p:cNvPr id="1276" name="Google Shape;1276;p121"/>
          <p:cNvGrpSpPr/>
          <p:nvPr/>
        </p:nvGrpSpPr>
        <p:grpSpPr>
          <a:xfrm>
            <a:off x="0" y="1"/>
            <a:ext cx="8566500" cy="5379981"/>
            <a:chOff x="0" y="0"/>
            <a:chExt cx="8566500" cy="5808033"/>
          </a:xfrm>
        </p:grpSpPr>
        <p:sp>
          <p:nvSpPr>
            <p:cNvPr id="1277" name="Google Shape;1277;p121"/>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278" name="Google Shape;1278;p121"/>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279" name="Google Shape;1279;p121"/>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
        <p:nvSpPr>
          <p:cNvPr id="1280" name="Google Shape;1280;p121"/>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281" name="Google Shape;1281;p121"/>
          <p:cNvSpPr txBox="1"/>
          <p:nvPr/>
        </p:nvSpPr>
        <p:spPr>
          <a:xfrm>
            <a:off x="625132" y="2553290"/>
            <a:ext cx="6814800" cy="53550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chemeClr val="dk1"/>
              </a:buClr>
              <a:buSzPts val="4500"/>
              <a:buFont typeface="Arial"/>
              <a:buNone/>
            </a:pPr>
            <a:r>
              <a:rPr lang="pt-BR" sz="3000" b="1" i="0" u="none" strike="noStrike" cap="none" dirty="0">
                <a:solidFill>
                  <a:srgbClr val="FF161F"/>
                </a:solidFill>
                <a:latin typeface="Poppins"/>
                <a:ea typeface="Poppins"/>
                <a:cs typeface="Poppins"/>
                <a:sym typeface="Poppins"/>
              </a:rPr>
              <a:t>Orientações ao Professor</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4. Exposição">
  <p:cSld name="2_4. Exposição 3">
    <p:spTree>
      <p:nvGrpSpPr>
        <p:cNvPr id="1" name="Shape 1282"/>
        <p:cNvGrpSpPr/>
        <p:nvPr/>
      </p:nvGrpSpPr>
      <p:grpSpPr>
        <a:xfrm>
          <a:off x="0" y="0"/>
          <a:ext cx="0" cy="0"/>
          <a:chOff x="0" y="0"/>
          <a:chExt cx="0" cy="0"/>
        </a:xfrm>
      </p:grpSpPr>
      <p:sp>
        <p:nvSpPr>
          <p:cNvPr id="1283" name="Google Shape;1283;p122"/>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1_Atividade_Resposta">
  <p:cSld name="3_Atividade_Resposta 2">
    <p:spTree>
      <p:nvGrpSpPr>
        <p:cNvPr id="1" name="Shape 1284"/>
        <p:cNvGrpSpPr/>
        <p:nvPr/>
      </p:nvGrpSpPr>
      <p:grpSpPr>
        <a:xfrm>
          <a:off x="0" y="0"/>
          <a:ext cx="0" cy="0"/>
          <a:chOff x="0" y="0"/>
          <a:chExt cx="0" cy="0"/>
        </a:xfrm>
      </p:grpSpPr>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matchingName="Atividade">
  <p:cSld name="3_Atividade">
    <p:spTree>
      <p:nvGrpSpPr>
        <p:cNvPr id="1" name="Shape 1285"/>
        <p:cNvGrpSpPr/>
        <p:nvPr/>
      </p:nvGrpSpPr>
      <p:grpSpPr>
        <a:xfrm>
          <a:off x="0" y="0"/>
          <a:ext cx="0" cy="0"/>
          <a:chOff x="0" y="0"/>
          <a:chExt cx="0" cy="0"/>
        </a:xfrm>
      </p:grpSpPr>
      <p:sp>
        <p:nvSpPr>
          <p:cNvPr id="1286" name="Google Shape;1286;p124"/>
          <p:cNvSpPr/>
          <p:nvPr/>
        </p:nvSpPr>
        <p:spPr>
          <a:xfrm>
            <a:off x="0" y="0"/>
            <a:ext cx="12192000"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matchingName="Title Only">
  <p:cSld name="1_Title Only 2">
    <p:spTree>
      <p:nvGrpSpPr>
        <p:cNvPr id="1" name="Shape 1287"/>
        <p:cNvGrpSpPr/>
        <p:nvPr/>
      </p:nvGrpSpPr>
      <p:grpSpPr>
        <a:xfrm>
          <a:off x="0" y="0"/>
          <a:ext cx="0" cy="0"/>
          <a:chOff x="0" y="0"/>
          <a:chExt cx="0" cy="0"/>
        </a:xfrm>
      </p:grpSpPr>
      <p:pic>
        <p:nvPicPr>
          <p:cNvPr id="1288" name="Google Shape;1288;p125"/>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1289" name="Google Shape;1289;p125"/>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290" name="Google Shape;1290;p125"/>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291" name="Google Shape;1291;p125"/>
          <p:cNvSpPr txBox="1">
            <a:spLocks noGrp="1"/>
          </p:cNvSpPr>
          <p:nvPr>
            <p:ph type="body" idx="1"/>
          </p:nvPr>
        </p:nvSpPr>
        <p:spPr>
          <a:xfrm>
            <a:off x="6095993" y="2930526"/>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292" name="Google Shape;1292;p125"/>
          <p:cNvSpPr txBox="1">
            <a:spLocks noGrp="1"/>
          </p:cNvSpPr>
          <p:nvPr>
            <p:ph type="body" idx="2"/>
          </p:nvPr>
        </p:nvSpPr>
        <p:spPr>
          <a:xfrm>
            <a:off x="6095995" y="328084"/>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1293" name="Google Shape;1293;p125"/>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1294" name="Google Shape;1294;p125"/>
          <p:cNvSpPr>
            <a:spLocks noGrp="1"/>
          </p:cNvSpPr>
          <p:nvPr>
            <p:ph type="pic" idx="3"/>
          </p:nvPr>
        </p:nvSpPr>
        <p:spPr>
          <a:xfrm>
            <a:off x="2916086" y="2386130"/>
            <a:ext cx="2615100" cy="1630200"/>
          </a:xfrm>
          <a:prstGeom prst="rect">
            <a:avLst/>
          </a:prstGeom>
          <a:solidFill>
            <a:srgbClr val="D8D8D8"/>
          </a:solidFill>
          <a:ln>
            <a:noFill/>
          </a:ln>
        </p:spPr>
        <p:txBody>
          <a:bodyPr/>
          <a:lstStyle/>
          <a:p>
            <a:endParaRPr lang="pt-BR" dirty="0"/>
          </a:p>
        </p:txBody>
      </p:sp>
      <p:sp>
        <p:nvSpPr>
          <p:cNvPr id="1295" name="Google Shape;1295;p125"/>
          <p:cNvSpPr>
            <a:spLocks noGrp="1"/>
          </p:cNvSpPr>
          <p:nvPr>
            <p:ph type="pic" idx="4"/>
          </p:nvPr>
        </p:nvSpPr>
        <p:spPr>
          <a:xfrm>
            <a:off x="2916086" y="4507889"/>
            <a:ext cx="2615100" cy="1674600"/>
          </a:xfrm>
          <a:prstGeom prst="rect">
            <a:avLst/>
          </a:prstGeom>
          <a:solidFill>
            <a:srgbClr val="D8D8D8"/>
          </a:solidFill>
          <a:ln>
            <a:noFill/>
          </a:ln>
        </p:spPr>
        <p:txBody>
          <a:bodyPr/>
          <a:lstStyle/>
          <a:p>
            <a:endParaRPr lang="pt-BR" dirty="0"/>
          </a:p>
        </p:txBody>
      </p:sp>
      <p:sp>
        <p:nvSpPr>
          <p:cNvPr id="1296" name="Google Shape;1296;p125"/>
          <p:cNvSpPr txBox="1">
            <a:spLocks noGrp="1"/>
          </p:cNvSpPr>
          <p:nvPr>
            <p:ph type="body" idx="5"/>
          </p:nvPr>
        </p:nvSpPr>
        <p:spPr>
          <a:xfrm>
            <a:off x="2909636" y="1999635"/>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297" name="Google Shape;1297;p125"/>
          <p:cNvSpPr txBox="1">
            <a:spLocks noGrp="1"/>
          </p:cNvSpPr>
          <p:nvPr>
            <p:ph type="body" idx="6"/>
          </p:nvPr>
        </p:nvSpPr>
        <p:spPr>
          <a:xfrm>
            <a:off x="2909636" y="4093478"/>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298" name="Google Shape;1298;p125"/>
          <p:cNvSpPr txBox="1">
            <a:spLocks noGrp="1"/>
          </p:cNvSpPr>
          <p:nvPr>
            <p:ph type="body" idx="7"/>
          </p:nvPr>
        </p:nvSpPr>
        <p:spPr>
          <a:xfrm>
            <a:off x="2909636" y="6265047"/>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299" name="Google Shape;1299;p125"/>
          <p:cNvSpPr txBox="1">
            <a:spLocks noGrp="1"/>
          </p:cNvSpPr>
          <p:nvPr>
            <p:ph type="body" idx="8"/>
          </p:nvPr>
        </p:nvSpPr>
        <p:spPr>
          <a:xfrm>
            <a:off x="6095995" y="24532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00" name="Google Shape;1300;p125"/>
          <p:cNvSpPr txBox="1">
            <a:spLocks noGrp="1"/>
          </p:cNvSpPr>
          <p:nvPr>
            <p:ph type="body" idx="9"/>
          </p:nvPr>
        </p:nvSpPr>
        <p:spPr>
          <a:xfrm>
            <a:off x="6095995" y="45868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01" name="Google Shape;1301;p125"/>
          <p:cNvSpPr txBox="1">
            <a:spLocks noGrp="1"/>
          </p:cNvSpPr>
          <p:nvPr>
            <p:ph type="body" idx="13"/>
          </p:nvPr>
        </p:nvSpPr>
        <p:spPr>
          <a:xfrm>
            <a:off x="6095993" y="813859"/>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02" name="Google Shape;1302;p125"/>
          <p:cNvSpPr txBox="1">
            <a:spLocks noGrp="1"/>
          </p:cNvSpPr>
          <p:nvPr>
            <p:ph type="body" idx="14"/>
          </p:nvPr>
        </p:nvSpPr>
        <p:spPr>
          <a:xfrm>
            <a:off x="6095993" y="5072592"/>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03" name="Google Shape;1303;p125"/>
          <p:cNvSpPr>
            <a:spLocks noGrp="1"/>
          </p:cNvSpPr>
          <p:nvPr>
            <p:ph type="pic" idx="15"/>
          </p:nvPr>
        </p:nvSpPr>
        <p:spPr>
          <a:xfrm>
            <a:off x="2916086" y="300154"/>
            <a:ext cx="2615100" cy="1630200"/>
          </a:xfrm>
          <a:prstGeom prst="rect">
            <a:avLst/>
          </a:prstGeom>
          <a:solidFill>
            <a:srgbClr val="D8D8D8"/>
          </a:solidFill>
          <a:ln>
            <a:noFill/>
          </a:ln>
        </p:spPr>
        <p:txBody>
          <a:bodyPr/>
          <a:lstStyle/>
          <a:p>
            <a:endParaRPr lang="pt-BR" dirty="0"/>
          </a:p>
        </p:txBody>
      </p:sp>
      <p:sp>
        <p:nvSpPr>
          <p:cNvPr id="1304" name="Google Shape;1304;p125"/>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matchingName="2_Linha do Tempo1">
  <p:cSld name="3_Linha do Tempo1 5">
    <p:spTree>
      <p:nvGrpSpPr>
        <p:cNvPr id="1" name="Shape 1305"/>
        <p:cNvGrpSpPr/>
        <p:nvPr/>
      </p:nvGrpSpPr>
      <p:grpSpPr>
        <a:xfrm>
          <a:off x="0" y="0"/>
          <a:ext cx="0" cy="0"/>
          <a:chOff x="0" y="0"/>
          <a:chExt cx="0" cy="0"/>
        </a:xfrm>
      </p:grpSpPr>
      <p:cxnSp>
        <p:nvCxnSpPr>
          <p:cNvPr id="1306" name="Google Shape;1306;p126"/>
          <p:cNvCxnSpPr/>
          <p:nvPr/>
        </p:nvCxnSpPr>
        <p:spPr>
          <a:xfrm rot="10800000">
            <a:off x="4997330" y="2618483"/>
            <a:ext cx="6018000" cy="0"/>
          </a:xfrm>
          <a:prstGeom prst="straightConnector1">
            <a:avLst/>
          </a:prstGeom>
          <a:noFill/>
          <a:ln w="19050" cap="flat" cmpd="sng">
            <a:solidFill>
              <a:srgbClr val="F4F4F4"/>
            </a:solidFill>
            <a:prstDash val="solid"/>
            <a:round/>
            <a:headEnd type="diamond" w="med" len="med"/>
            <a:tailEnd type="none" w="sm" len="sm"/>
          </a:ln>
        </p:spPr>
      </p:cxnSp>
      <p:sp>
        <p:nvSpPr>
          <p:cNvPr id="1307" name="Google Shape;1307;p126"/>
          <p:cNvSpPr>
            <a:spLocks noGrp="1"/>
          </p:cNvSpPr>
          <p:nvPr>
            <p:ph type="pic" idx="2"/>
          </p:nvPr>
        </p:nvSpPr>
        <p:spPr>
          <a:xfrm>
            <a:off x="2204323" y="2276371"/>
            <a:ext cx="2793000" cy="1677600"/>
          </a:xfrm>
          <a:prstGeom prst="rect">
            <a:avLst/>
          </a:prstGeom>
          <a:solidFill>
            <a:srgbClr val="D8D8D8"/>
          </a:solidFill>
          <a:ln>
            <a:noFill/>
          </a:ln>
        </p:spPr>
        <p:txBody>
          <a:bodyPr/>
          <a:lstStyle/>
          <a:p>
            <a:endParaRPr lang="pt-BR" dirty="0"/>
          </a:p>
        </p:txBody>
      </p:sp>
      <p:sp>
        <p:nvSpPr>
          <p:cNvPr id="1308" name="Google Shape;1308;p126"/>
          <p:cNvSpPr txBox="1">
            <a:spLocks noGrp="1"/>
          </p:cNvSpPr>
          <p:nvPr>
            <p:ph type="body" idx="1"/>
          </p:nvPr>
        </p:nvSpPr>
        <p:spPr>
          <a:xfrm>
            <a:off x="5572275" y="2819872"/>
            <a:ext cx="5443200" cy="113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2100"/>
              <a:buFont typeface="Poppins"/>
              <a:buNone/>
              <a:defRPr sz="1400" b="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cxnSp>
        <p:nvCxnSpPr>
          <p:cNvPr id="1309" name="Google Shape;1309;p126"/>
          <p:cNvCxnSpPr/>
          <p:nvPr/>
        </p:nvCxnSpPr>
        <p:spPr>
          <a:xfrm rot="10800000">
            <a:off x="4997324" y="4669769"/>
            <a:ext cx="5961300" cy="0"/>
          </a:xfrm>
          <a:prstGeom prst="straightConnector1">
            <a:avLst/>
          </a:prstGeom>
          <a:noFill/>
          <a:ln w="19050" cap="flat" cmpd="sng">
            <a:solidFill>
              <a:srgbClr val="F4F4F4"/>
            </a:solidFill>
            <a:prstDash val="solid"/>
            <a:round/>
            <a:headEnd type="diamond" w="med" len="med"/>
            <a:tailEnd type="none" w="sm" len="sm"/>
          </a:ln>
        </p:spPr>
      </p:cxnSp>
      <p:sp>
        <p:nvSpPr>
          <p:cNvPr id="1310" name="Google Shape;1310;p126"/>
          <p:cNvSpPr>
            <a:spLocks noGrp="1"/>
          </p:cNvSpPr>
          <p:nvPr>
            <p:ph type="pic" idx="3"/>
          </p:nvPr>
        </p:nvSpPr>
        <p:spPr>
          <a:xfrm>
            <a:off x="2204323" y="4327657"/>
            <a:ext cx="2793000" cy="1677600"/>
          </a:xfrm>
          <a:prstGeom prst="rect">
            <a:avLst/>
          </a:prstGeom>
          <a:solidFill>
            <a:srgbClr val="D8D8D8"/>
          </a:solidFill>
          <a:ln>
            <a:noFill/>
          </a:ln>
        </p:spPr>
        <p:txBody>
          <a:bodyPr/>
          <a:lstStyle/>
          <a:p>
            <a:endParaRPr lang="pt-BR" dirty="0"/>
          </a:p>
        </p:txBody>
      </p:sp>
      <p:sp>
        <p:nvSpPr>
          <p:cNvPr id="1311" name="Google Shape;1311;p126"/>
          <p:cNvSpPr txBox="1">
            <a:spLocks noGrp="1"/>
          </p:cNvSpPr>
          <p:nvPr>
            <p:ph type="body" idx="4"/>
          </p:nvPr>
        </p:nvSpPr>
        <p:spPr>
          <a:xfrm>
            <a:off x="5572274" y="4871158"/>
            <a:ext cx="5443200" cy="113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2100"/>
              <a:buFont typeface="Poppins"/>
              <a:buNone/>
              <a:defRPr sz="1400" b="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1312" name="Google Shape;1312;p126"/>
          <p:cNvSpPr txBox="1">
            <a:spLocks noGrp="1"/>
          </p:cNvSpPr>
          <p:nvPr>
            <p:ph type="body" idx="5"/>
          </p:nvPr>
        </p:nvSpPr>
        <p:spPr>
          <a:xfrm>
            <a:off x="2204324" y="1484525"/>
            <a:ext cx="8811000" cy="6162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2200"/>
              <a:buFont typeface="Poppins"/>
              <a:buNone/>
              <a:defRPr sz="1467" b="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1313" name="Google Shape;1313;p126"/>
          <p:cNvSpPr txBox="1">
            <a:spLocks noGrp="1"/>
          </p:cNvSpPr>
          <p:nvPr>
            <p:ph type="body" idx="6"/>
          </p:nvPr>
        </p:nvSpPr>
        <p:spPr>
          <a:xfrm>
            <a:off x="2204323" y="454165"/>
            <a:ext cx="8811000" cy="8289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matchingName="2_Linha do Tempo1">
  <p:cSld name="3_Linha do Tempo1 6">
    <p:spTree>
      <p:nvGrpSpPr>
        <p:cNvPr id="1" name="Shape 1314"/>
        <p:cNvGrpSpPr/>
        <p:nvPr/>
      </p:nvGrpSpPr>
      <p:grpSpPr>
        <a:xfrm>
          <a:off x="0" y="0"/>
          <a:ext cx="0" cy="0"/>
          <a:chOff x="0" y="0"/>
          <a:chExt cx="0" cy="0"/>
        </a:xfrm>
      </p:grpSpPr>
      <p:pic>
        <p:nvPicPr>
          <p:cNvPr id="1315" name="Google Shape;1315;p127"/>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316" name="Google Shape;1316;p127"/>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317" name="Google Shape;1317;p127"/>
          <p:cNvSpPr txBox="1">
            <a:spLocks noGrp="1"/>
          </p:cNvSpPr>
          <p:nvPr>
            <p:ph type="body" idx="1"/>
          </p:nvPr>
        </p:nvSpPr>
        <p:spPr>
          <a:xfrm>
            <a:off x="3276600" y="1188174"/>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18" name="Google Shape;1318;p127"/>
          <p:cNvSpPr txBox="1">
            <a:spLocks noGrp="1"/>
          </p:cNvSpPr>
          <p:nvPr>
            <p:ph type="body" idx="2"/>
          </p:nvPr>
        </p:nvSpPr>
        <p:spPr>
          <a:xfrm>
            <a:off x="3276600" y="1808050"/>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19" name="Google Shape;1319;p127"/>
          <p:cNvSpPr txBox="1">
            <a:spLocks noGrp="1"/>
          </p:cNvSpPr>
          <p:nvPr>
            <p:ph type="body" idx="3"/>
          </p:nvPr>
        </p:nvSpPr>
        <p:spPr>
          <a:xfrm>
            <a:off x="3276600" y="2442212"/>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20" name="Google Shape;1320;p127"/>
          <p:cNvSpPr txBox="1">
            <a:spLocks noGrp="1"/>
          </p:cNvSpPr>
          <p:nvPr>
            <p:ph type="body" idx="4"/>
          </p:nvPr>
        </p:nvSpPr>
        <p:spPr>
          <a:xfrm>
            <a:off x="3276600" y="3108857"/>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21" name="Google Shape;1321;p127"/>
          <p:cNvSpPr txBox="1">
            <a:spLocks noGrp="1"/>
          </p:cNvSpPr>
          <p:nvPr>
            <p:ph type="body" idx="5"/>
          </p:nvPr>
        </p:nvSpPr>
        <p:spPr>
          <a:xfrm>
            <a:off x="3276600" y="3805543"/>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22" name="Google Shape;1322;p127"/>
          <p:cNvSpPr txBox="1">
            <a:spLocks noGrp="1"/>
          </p:cNvSpPr>
          <p:nvPr>
            <p:ph type="body" idx="6"/>
          </p:nvPr>
        </p:nvSpPr>
        <p:spPr>
          <a:xfrm>
            <a:off x="3276600" y="4513114"/>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23" name="Google Shape;1323;p127"/>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324" name="Google Shape;1324;p127"/>
          <p:cNvSpPr txBox="1"/>
          <p:nvPr/>
        </p:nvSpPr>
        <p:spPr>
          <a:xfrm>
            <a:off x="473493" y="697144"/>
            <a:ext cx="1829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1" i="0" u="none" strike="noStrike" cap="none" dirty="0">
              <a:solidFill>
                <a:schemeClr val="lt1"/>
              </a:solidFill>
              <a:latin typeface="Poppins"/>
              <a:ea typeface="Poppins"/>
              <a:cs typeface="Poppins"/>
              <a:sym typeface="Poppins"/>
            </a:endParaRP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matchingName="4_Atividade_Resposta">
  <p:cSld name="5_Atividade_Resposta 3">
    <p:spTree>
      <p:nvGrpSpPr>
        <p:cNvPr id="1" name="Shape 1325"/>
        <p:cNvGrpSpPr/>
        <p:nvPr/>
      </p:nvGrpSpPr>
      <p:grpSpPr>
        <a:xfrm>
          <a:off x="0" y="0"/>
          <a:ext cx="0" cy="0"/>
          <a:chOff x="0" y="0"/>
          <a:chExt cx="0" cy="0"/>
        </a:xfrm>
      </p:grpSpPr>
      <p:pic>
        <p:nvPicPr>
          <p:cNvPr id="1326" name="Google Shape;1326;p128"/>
          <p:cNvPicPr preferRelativeResize="0"/>
          <p:nvPr/>
        </p:nvPicPr>
        <p:blipFill rotWithShape="1">
          <a:blip r:embed="rId2">
            <a:alphaModFix/>
          </a:blip>
          <a:srcRect/>
          <a:stretch/>
        </p:blipFill>
        <p:spPr>
          <a:xfrm>
            <a:off x="0" y="9526"/>
            <a:ext cx="12191999" cy="568301"/>
          </a:xfrm>
          <a:prstGeom prst="rect">
            <a:avLst/>
          </a:prstGeom>
          <a:noFill/>
          <a:ln>
            <a:noFill/>
          </a:ln>
        </p:spPr>
      </p:pic>
      <p:sp>
        <p:nvSpPr>
          <p:cNvPr id="1327" name="Google Shape;1327;p128"/>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pic>
        <p:nvPicPr>
          <p:cNvPr id="1328" name="Google Shape;1328;p128"/>
          <p:cNvPicPr preferRelativeResize="0"/>
          <p:nvPr/>
        </p:nvPicPr>
        <p:blipFill rotWithShape="1">
          <a:blip r:embed="rId3">
            <a:alphaModFix/>
          </a:blip>
          <a:srcRect/>
          <a:stretch/>
        </p:blipFill>
        <p:spPr>
          <a:xfrm>
            <a:off x="0" y="6281734"/>
            <a:ext cx="12191999" cy="595317"/>
          </a:xfrm>
          <a:prstGeom prst="rect">
            <a:avLst/>
          </a:prstGeom>
          <a:noFill/>
          <a:ln>
            <a:noFill/>
          </a:ln>
        </p:spPr>
      </p:pic>
      <p:sp>
        <p:nvSpPr>
          <p:cNvPr id="1329" name="Google Shape;1329;p128"/>
          <p:cNvSpPr txBox="1">
            <a:spLocks noGrp="1"/>
          </p:cNvSpPr>
          <p:nvPr>
            <p:ph type="body" idx="1"/>
          </p:nvPr>
        </p:nvSpPr>
        <p:spPr>
          <a:xfrm>
            <a:off x="3136759" y="1056217"/>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30" name="Google Shape;1330;p128"/>
          <p:cNvSpPr txBox="1">
            <a:spLocks noGrp="1"/>
          </p:cNvSpPr>
          <p:nvPr>
            <p:ph type="body" idx="2"/>
          </p:nvPr>
        </p:nvSpPr>
        <p:spPr>
          <a:xfrm>
            <a:off x="3136759" y="17714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31" name="Google Shape;1331;p128"/>
          <p:cNvSpPr txBox="1">
            <a:spLocks noGrp="1"/>
          </p:cNvSpPr>
          <p:nvPr>
            <p:ph type="body" idx="3"/>
          </p:nvPr>
        </p:nvSpPr>
        <p:spPr>
          <a:xfrm>
            <a:off x="3136759" y="25842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32" name="Google Shape;1332;p128"/>
          <p:cNvSpPr txBox="1">
            <a:spLocks noGrp="1"/>
          </p:cNvSpPr>
          <p:nvPr>
            <p:ph type="body" idx="4"/>
          </p:nvPr>
        </p:nvSpPr>
        <p:spPr>
          <a:xfrm>
            <a:off x="6501751" y="1056217"/>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33" name="Google Shape;1333;p128"/>
          <p:cNvSpPr txBox="1">
            <a:spLocks noGrp="1"/>
          </p:cNvSpPr>
          <p:nvPr>
            <p:ph type="body" idx="5"/>
          </p:nvPr>
        </p:nvSpPr>
        <p:spPr>
          <a:xfrm>
            <a:off x="6501751" y="17714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34" name="Google Shape;1334;p128"/>
          <p:cNvSpPr txBox="1">
            <a:spLocks noGrp="1"/>
          </p:cNvSpPr>
          <p:nvPr>
            <p:ph type="body" idx="6"/>
          </p:nvPr>
        </p:nvSpPr>
        <p:spPr>
          <a:xfrm>
            <a:off x="6501751" y="25842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35" name="Google Shape;1335;p128"/>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matchingName="5_OqueAprendemos">
  <p:cSld name="6_OqueAprendemos">
    <p:spTree>
      <p:nvGrpSpPr>
        <p:cNvPr id="1" name="Shape 1336"/>
        <p:cNvGrpSpPr/>
        <p:nvPr/>
      </p:nvGrpSpPr>
      <p:grpSpPr>
        <a:xfrm>
          <a:off x="0" y="0"/>
          <a:ext cx="0" cy="0"/>
          <a:chOff x="0" y="0"/>
          <a:chExt cx="0" cy="0"/>
        </a:xfrm>
      </p:grpSpPr>
      <p:pic>
        <p:nvPicPr>
          <p:cNvPr id="1337" name="Google Shape;1337;p129"/>
          <p:cNvPicPr preferRelativeResize="0"/>
          <p:nvPr/>
        </p:nvPicPr>
        <p:blipFill rotWithShape="1">
          <a:blip r:embed="rId2">
            <a:alphaModFix/>
          </a:blip>
          <a:srcRect/>
          <a:stretch/>
        </p:blipFill>
        <p:spPr>
          <a:xfrm>
            <a:off x="0" y="0"/>
            <a:ext cx="3775249" cy="6857983"/>
          </a:xfrm>
          <a:prstGeom prst="rect">
            <a:avLst/>
          </a:prstGeom>
          <a:noFill/>
          <a:ln>
            <a:noFill/>
          </a:ln>
        </p:spPr>
      </p:pic>
      <p:pic>
        <p:nvPicPr>
          <p:cNvPr id="1338" name="Google Shape;1338;p129"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32497" y="695158"/>
            <a:ext cx="3823200" cy="3899400"/>
          </a:xfrm>
          <a:prstGeom prst="ellipse">
            <a:avLst/>
          </a:prstGeom>
          <a:noFill/>
          <a:ln>
            <a:noFill/>
          </a:ln>
        </p:spPr>
      </p:pic>
      <p:sp>
        <p:nvSpPr>
          <p:cNvPr id="1339" name="Google Shape;1339;p129"/>
          <p:cNvSpPr txBox="1"/>
          <p:nvPr/>
        </p:nvSpPr>
        <p:spPr>
          <a:xfrm>
            <a:off x="918094" y="4658787"/>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800" b="0" i="0" u="none" strike="noStrike" cap="none" dirty="0">
              <a:solidFill>
                <a:schemeClr val="lt1"/>
              </a:solidFill>
              <a:latin typeface="Poppins Light"/>
              <a:ea typeface="Poppins Light"/>
              <a:cs typeface="Poppins Light"/>
              <a:sym typeface="Poppins Light"/>
            </a:endParaRPr>
          </a:p>
        </p:txBody>
      </p:sp>
      <p:sp>
        <p:nvSpPr>
          <p:cNvPr id="1340" name="Google Shape;1340;p129"/>
          <p:cNvSpPr>
            <a:spLocks noGrp="1"/>
          </p:cNvSpPr>
          <p:nvPr>
            <p:ph type="pic" idx="2"/>
          </p:nvPr>
        </p:nvSpPr>
        <p:spPr>
          <a:xfrm>
            <a:off x="4868334" y="1691217"/>
            <a:ext cx="6354300" cy="4068300"/>
          </a:xfrm>
          <a:prstGeom prst="rect">
            <a:avLst/>
          </a:prstGeom>
          <a:solidFill>
            <a:srgbClr val="D8D8D8"/>
          </a:solidFill>
          <a:ln>
            <a:noFill/>
          </a:ln>
        </p:spPr>
        <p:txBody>
          <a:bodyPr/>
          <a:lstStyle/>
          <a:p>
            <a:endParaRPr lang="pt-BR" dirty="0"/>
          </a:p>
        </p:txBody>
      </p:sp>
      <p:sp>
        <p:nvSpPr>
          <p:cNvPr id="1341" name="Google Shape;1341;p129"/>
          <p:cNvSpPr txBox="1"/>
          <p:nvPr/>
        </p:nvSpPr>
        <p:spPr>
          <a:xfrm>
            <a:off x="4676921" y="734022"/>
            <a:ext cx="5440500" cy="718200"/>
          </a:xfrm>
          <a:prstGeom prst="rect">
            <a:avLst/>
          </a:prstGeom>
          <a:noFill/>
          <a:ln>
            <a:noFill/>
          </a:ln>
        </p:spPr>
        <p:txBody>
          <a:bodyPr spcFirstLastPara="1" wrap="square" lIns="60950" tIns="30450" rIns="60950" bIns="30450" anchor="t" anchorCtr="0">
            <a:normAutofit/>
          </a:bodyPr>
          <a:lstStyle/>
          <a:p>
            <a:pPr marL="304815" marR="0" lvl="0" indent="-152408" algn="l" rtl="0">
              <a:lnSpc>
                <a:spcPct val="100000"/>
              </a:lnSpc>
              <a:spcBef>
                <a:spcPts val="600"/>
              </a:spcBef>
              <a:spcAft>
                <a:spcPts val="0"/>
              </a:spcAft>
              <a:buClr>
                <a:schemeClr val="dk1"/>
              </a:buClr>
              <a:buSzPts val="4500"/>
              <a:buFont typeface="Poppins"/>
              <a:buNone/>
            </a:pPr>
            <a:r>
              <a:rPr lang="pt-BR" sz="3000" b="1" i="0" u="none" strike="noStrike" cap="none" dirty="0">
                <a:solidFill>
                  <a:srgbClr val="FF0000"/>
                </a:solidFill>
                <a:latin typeface="Poppins"/>
                <a:ea typeface="Poppins"/>
                <a:cs typeface="Poppins"/>
                <a:sym typeface="Poppins"/>
              </a:rPr>
              <a:t>Nuvem de palavras</a:t>
            </a:r>
            <a:endParaRPr sz="1400" b="0" i="0" u="none" strike="noStrike" cap="none" dirty="0">
              <a:solidFill>
                <a:srgbClr val="000000"/>
              </a:solidFill>
              <a:latin typeface="Arial"/>
              <a:ea typeface="Arial"/>
              <a:cs typeface="Arial"/>
              <a:sym typeface="Arial"/>
            </a:endParaRPr>
          </a:p>
        </p:txBody>
      </p:sp>
      <p:sp>
        <p:nvSpPr>
          <p:cNvPr id="1342" name="Google Shape;1342;p129"/>
          <p:cNvSpPr/>
          <p:nvPr/>
        </p:nvSpPr>
        <p:spPr>
          <a:xfrm>
            <a:off x="1827147" y="369589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343" name="Google Shape;1343;p129"/>
          <p:cNvSpPr txBox="1"/>
          <p:nvPr/>
        </p:nvSpPr>
        <p:spPr>
          <a:xfrm>
            <a:off x="2025947" y="3952324"/>
            <a:ext cx="2001900" cy="1077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O que nós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aprendemos hoje?</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matchingName="Linha do Tempo2">
  <p:cSld name="Linha do Tempo2">
    <p:bg>
      <p:bgPr>
        <a:solidFill>
          <a:schemeClr val="lt1"/>
        </a:solidFill>
        <a:effectLst/>
      </p:bgPr>
    </p:bg>
    <p:spTree>
      <p:nvGrpSpPr>
        <p:cNvPr id="1" name="Shape 1344"/>
        <p:cNvGrpSpPr/>
        <p:nvPr/>
      </p:nvGrpSpPr>
      <p:grpSpPr>
        <a:xfrm>
          <a:off x="0" y="0"/>
          <a:ext cx="0" cy="0"/>
          <a:chOff x="0" y="0"/>
          <a:chExt cx="0" cy="0"/>
        </a:xfrm>
      </p:grpSpPr>
      <p:pic>
        <p:nvPicPr>
          <p:cNvPr id="1345" name="Google Shape;1345;p130"/>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346" name="Google Shape;1346;p130"/>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1347" name="Google Shape;1347;p130"/>
          <p:cNvCxnSpPr/>
          <p:nvPr/>
        </p:nvCxnSpPr>
        <p:spPr>
          <a:xfrm>
            <a:off x="460698" y="3353252"/>
            <a:ext cx="11844600" cy="0"/>
          </a:xfrm>
          <a:prstGeom prst="straightConnector1">
            <a:avLst/>
          </a:prstGeom>
          <a:noFill/>
          <a:ln w="28575" cap="flat" cmpd="sng">
            <a:solidFill>
              <a:schemeClr val="dk1"/>
            </a:solidFill>
            <a:prstDash val="dot"/>
            <a:round/>
            <a:headEnd type="none" w="sm" len="sm"/>
            <a:tailEnd type="none" w="sm" len="sm"/>
          </a:ln>
        </p:spPr>
      </p:cxnSp>
      <p:sp>
        <p:nvSpPr>
          <p:cNvPr id="1348" name="Google Shape;1348;p130"/>
          <p:cNvSpPr txBox="1">
            <a:spLocks noGrp="1"/>
          </p:cNvSpPr>
          <p:nvPr>
            <p:ph type="body" idx="1"/>
          </p:nvPr>
        </p:nvSpPr>
        <p:spPr>
          <a:xfrm>
            <a:off x="3104707" y="1639685"/>
            <a:ext cx="8240100" cy="2259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2200"/>
              <a:buFont typeface="Poppins"/>
              <a:buNone/>
              <a:defRPr sz="1467" b="0" i="0" u="none" strike="noStrike" cap="none">
                <a:solidFill>
                  <a:srgbClr val="000000"/>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1349" name="Google Shape;1349;p130"/>
          <p:cNvSpPr txBox="1">
            <a:spLocks noGrp="1"/>
          </p:cNvSpPr>
          <p:nvPr>
            <p:ph type="body" idx="2"/>
          </p:nvPr>
        </p:nvSpPr>
        <p:spPr>
          <a:xfrm>
            <a:off x="3104707" y="1090293"/>
            <a:ext cx="7173300" cy="4179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000"/>
              <a:buFont typeface="Poppins"/>
              <a:buNone/>
              <a:defRPr sz="2000" b="1" i="0" u="none" strike="noStrike" cap="none">
                <a:solidFill>
                  <a:srgbClr val="FF161F"/>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1350" name="Google Shape;1350;p130"/>
          <p:cNvSpPr txBox="1"/>
          <p:nvPr/>
        </p:nvSpPr>
        <p:spPr>
          <a:xfrm>
            <a:off x="1635512" y="498087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351" name="Google Shape;1351;p130"/>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352" name="Google Shape;1352;p130"/>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matchingName="Linha do Tempo2">
  <p:cSld name="1_Linha do Tempo2">
    <p:bg>
      <p:bgPr>
        <a:solidFill>
          <a:schemeClr val="lt1"/>
        </a:solidFill>
        <a:effectLst/>
      </p:bgPr>
    </p:bg>
    <p:spTree>
      <p:nvGrpSpPr>
        <p:cNvPr id="1" name="Shape 1353"/>
        <p:cNvGrpSpPr/>
        <p:nvPr/>
      </p:nvGrpSpPr>
      <p:grpSpPr>
        <a:xfrm>
          <a:off x="0" y="0"/>
          <a:ext cx="0" cy="0"/>
          <a:chOff x="0" y="0"/>
          <a:chExt cx="0" cy="0"/>
        </a:xfrm>
      </p:grpSpPr>
      <p:pic>
        <p:nvPicPr>
          <p:cNvPr id="1354" name="Google Shape;1354;p131"/>
          <p:cNvPicPr preferRelativeResize="0"/>
          <p:nvPr/>
        </p:nvPicPr>
        <p:blipFill rotWithShape="1">
          <a:blip r:embed="rId2">
            <a:alphaModFix/>
          </a:blip>
          <a:srcRect/>
          <a:stretch/>
        </p:blipFill>
        <p:spPr>
          <a:xfrm>
            <a:off x="0" y="9526"/>
            <a:ext cx="12191999" cy="568301"/>
          </a:xfrm>
          <a:prstGeom prst="rect">
            <a:avLst/>
          </a:prstGeom>
          <a:noFill/>
          <a:ln>
            <a:noFill/>
          </a:ln>
        </p:spPr>
      </p:pic>
      <p:pic>
        <p:nvPicPr>
          <p:cNvPr id="1355" name="Google Shape;1355;p131"/>
          <p:cNvPicPr preferRelativeResize="0"/>
          <p:nvPr/>
        </p:nvPicPr>
        <p:blipFill rotWithShape="1">
          <a:blip r:embed="rId3">
            <a:alphaModFix/>
          </a:blip>
          <a:srcRect/>
          <a:stretch/>
        </p:blipFill>
        <p:spPr>
          <a:xfrm>
            <a:off x="0" y="6281734"/>
            <a:ext cx="12191999" cy="595317"/>
          </a:xfrm>
          <a:prstGeom prst="rect">
            <a:avLst/>
          </a:prstGeom>
          <a:noFill/>
          <a:ln>
            <a:noFill/>
          </a:ln>
        </p:spPr>
      </p:pic>
      <p:cxnSp>
        <p:nvCxnSpPr>
          <p:cNvPr id="1356" name="Google Shape;1356;p131"/>
          <p:cNvCxnSpPr/>
          <p:nvPr/>
        </p:nvCxnSpPr>
        <p:spPr>
          <a:xfrm>
            <a:off x="460698" y="3353252"/>
            <a:ext cx="11844600" cy="0"/>
          </a:xfrm>
          <a:prstGeom prst="straightConnector1">
            <a:avLst/>
          </a:prstGeom>
          <a:noFill/>
          <a:ln w="28575" cap="flat" cmpd="sng">
            <a:solidFill>
              <a:schemeClr val="dk1"/>
            </a:solidFill>
            <a:prstDash val="dot"/>
            <a:round/>
            <a:headEnd type="none" w="sm" len="sm"/>
            <a:tailEnd type="none" w="sm" len="sm"/>
          </a:ln>
        </p:spPr>
      </p:cxnSp>
      <p:sp>
        <p:nvSpPr>
          <p:cNvPr id="1357" name="Google Shape;1357;p131"/>
          <p:cNvSpPr txBox="1">
            <a:spLocks noGrp="1"/>
          </p:cNvSpPr>
          <p:nvPr>
            <p:ph type="body" idx="1"/>
          </p:nvPr>
        </p:nvSpPr>
        <p:spPr>
          <a:xfrm>
            <a:off x="3104707" y="1639685"/>
            <a:ext cx="8240100" cy="2259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2200"/>
              <a:buFont typeface="Poppins"/>
              <a:buNone/>
              <a:defRPr sz="1467" b="0" i="0" u="none" strike="noStrike" cap="none">
                <a:solidFill>
                  <a:srgbClr val="000000"/>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1358" name="Google Shape;1358;p131"/>
          <p:cNvSpPr txBox="1">
            <a:spLocks noGrp="1"/>
          </p:cNvSpPr>
          <p:nvPr>
            <p:ph type="body" idx="2"/>
          </p:nvPr>
        </p:nvSpPr>
        <p:spPr>
          <a:xfrm>
            <a:off x="3104707" y="1090293"/>
            <a:ext cx="7173300" cy="4179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000"/>
              <a:buFont typeface="Poppins"/>
              <a:buNone/>
              <a:defRPr sz="2000" b="1" i="0" u="none" strike="noStrike" cap="none">
                <a:solidFill>
                  <a:srgbClr val="FF161F"/>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1359" name="Google Shape;1359;p131"/>
          <p:cNvSpPr txBox="1"/>
          <p:nvPr/>
        </p:nvSpPr>
        <p:spPr>
          <a:xfrm>
            <a:off x="1635512" y="498087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360" name="Google Shape;1360;p131"/>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361" name="Google Shape;1361;p131"/>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matchingName="1_Linha do Tempo1">
  <p:cSld name="1_Linha do Tempo1">
    <p:bg>
      <p:bgPr>
        <a:solidFill>
          <a:schemeClr val="lt1"/>
        </a:solidFill>
        <a:effectLst/>
      </p:bgPr>
    </p:bg>
    <p:spTree>
      <p:nvGrpSpPr>
        <p:cNvPr id="1" name="Shape 1362"/>
        <p:cNvGrpSpPr/>
        <p:nvPr/>
      </p:nvGrpSpPr>
      <p:grpSpPr>
        <a:xfrm>
          <a:off x="0" y="0"/>
          <a:ext cx="0" cy="0"/>
          <a:chOff x="0" y="0"/>
          <a:chExt cx="0" cy="0"/>
        </a:xfrm>
      </p:grpSpPr>
      <p:pic>
        <p:nvPicPr>
          <p:cNvPr id="1363" name="Google Shape;1363;p132"/>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364" name="Google Shape;1364;p132"/>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1365" name="Google Shape;1365;p132"/>
          <p:cNvCxnSpPr/>
          <p:nvPr/>
        </p:nvCxnSpPr>
        <p:spPr>
          <a:xfrm>
            <a:off x="1559442"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1366" name="Google Shape;1366;p132"/>
          <p:cNvCxnSpPr/>
          <p:nvPr/>
        </p:nvCxnSpPr>
        <p:spPr>
          <a:xfrm rot="10800000">
            <a:off x="1147295" y="4639591"/>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367" name="Google Shape;1367;p132"/>
          <p:cNvCxnSpPr/>
          <p:nvPr/>
        </p:nvCxnSpPr>
        <p:spPr>
          <a:xfrm rot="10800000">
            <a:off x="6787299"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368" name="Google Shape;1368;p132"/>
          <p:cNvCxnSpPr/>
          <p:nvPr/>
        </p:nvCxnSpPr>
        <p:spPr>
          <a:xfrm>
            <a:off x="3961499"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1369" name="Google Shape;1369;p132"/>
          <p:cNvCxnSpPr/>
          <p:nvPr/>
        </p:nvCxnSpPr>
        <p:spPr>
          <a:xfrm>
            <a:off x="9587327"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1370" name="Google Shape;1370;p132"/>
          <p:cNvSpPr>
            <a:spLocks noGrp="1"/>
          </p:cNvSpPr>
          <p:nvPr>
            <p:ph type="pic" idx="2"/>
          </p:nvPr>
        </p:nvSpPr>
        <p:spPr>
          <a:xfrm>
            <a:off x="778432" y="3092450"/>
            <a:ext cx="2016000" cy="1677600"/>
          </a:xfrm>
          <a:prstGeom prst="rect">
            <a:avLst/>
          </a:prstGeom>
          <a:solidFill>
            <a:srgbClr val="D8D8D8"/>
          </a:solidFill>
          <a:ln>
            <a:noFill/>
          </a:ln>
        </p:spPr>
        <p:txBody>
          <a:bodyPr/>
          <a:lstStyle/>
          <a:p>
            <a:endParaRPr lang="pt-BR" dirty="0"/>
          </a:p>
        </p:txBody>
      </p:sp>
      <p:sp>
        <p:nvSpPr>
          <p:cNvPr id="1371" name="Google Shape;1371;p132"/>
          <p:cNvSpPr>
            <a:spLocks noGrp="1"/>
          </p:cNvSpPr>
          <p:nvPr>
            <p:ph type="pic" idx="3"/>
          </p:nvPr>
        </p:nvSpPr>
        <p:spPr>
          <a:xfrm>
            <a:off x="3615829" y="3092450"/>
            <a:ext cx="2016000" cy="1677600"/>
          </a:xfrm>
          <a:prstGeom prst="rect">
            <a:avLst/>
          </a:prstGeom>
          <a:solidFill>
            <a:srgbClr val="D8D8D8"/>
          </a:solidFill>
          <a:ln>
            <a:noFill/>
          </a:ln>
        </p:spPr>
        <p:txBody>
          <a:bodyPr/>
          <a:lstStyle/>
          <a:p>
            <a:endParaRPr lang="pt-BR" dirty="0"/>
          </a:p>
        </p:txBody>
      </p:sp>
      <p:sp>
        <p:nvSpPr>
          <p:cNvPr id="1372" name="Google Shape;1372;p132"/>
          <p:cNvSpPr>
            <a:spLocks noGrp="1"/>
          </p:cNvSpPr>
          <p:nvPr>
            <p:ph type="pic" idx="4"/>
          </p:nvPr>
        </p:nvSpPr>
        <p:spPr>
          <a:xfrm>
            <a:off x="6432270" y="3092450"/>
            <a:ext cx="2016000" cy="1677600"/>
          </a:xfrm>
          <a:prstGeom prst="rect">
            <a:avLst/>
          </a:prstGeom>
          <a:solidFill>
            <a:srgbClr val="D8D8D8"/>
          </a:solidFill>
          <a:ln>
            <a:noFill/>
          </a:ln>
        </p:spPr>
        <p:txBody>
          <a:bodyPr/>
          <a:lstStyle/>
          <a:p>
            <a:endParaRPr lang="pt-BR" dirty="0"/>
          </a:p>
        </p:txBody>
      </p:sp>
      <p:sp>
        <p:nvSpPr>
          <p:cNvPr id="1373" name="Google Shape;1373;p132"/>
          <p:cNvSpPr>
            <a:spLocks noGrp="1"/>
          </p:cNvSpPr>
          <p:nvPr>
            <p:ph type="pic" idx="5"/>
          </p:nvPr>
        </p:nvSpPr>
        <p:spPr>
          <a:xfrm>
            <a:off x="9269667" y="3092450"/>
            <a:ext cx="2016000" cy="1677600"/>
          </a:xfrm>
          <a:prstGeom prst="rect">
            <a:avLst/>
          </a:prstGeom>
          <a:solidFill>
            <a:srgbClr val="D8D8D8"/>
          </a:solidFill>
          <a:ln>
            <a:noFill/>
          </a:ln>
        </p:spPr>
        <p:txBody>
          <a:bodyPr/>
          <a:lstStyle/>
          <a:p>
            <a:endParaRPr lang="pt-BR" dirty="0"/>
          </a:p>
        </p:txBody>
      </p:sp>
      <p:sp>
        <p:nvSpPr>
          <p:cNvPr id="1374" name="Google Shape;1374;p132"/>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75" name="Google Shape;1375;p132"/>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376" name="Google Shape;1376;p132"/>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matchingName="1_Linha do Tempo1">
  <p:cSld name="3_Linha do Tempo1 7">
    <p:bg>
      <p:bgPr>
        <a:solidFill>
          <a:schemeClr val="lt1"/>
        </a:solidFill>
        <a:effectLst/>
      </p:bgPr>
    </p:bg>
    <p:spTree>
      <p:nvGrpSpPr>
        <p:cNvPr id="1" name="Shape 1377"/>
        <p:cNvGrpSpPr/>
        <p:nvPr/>
      </p:nvGrpSpPr>
      <p:grpSpPr>
        <a:xfrm>
          <a:off x="0" y="0"/>
          <a:ext cx="0" cy="0"/>
          <a:chOff x="0" y="0"/>
          <a:chExt cx="0" cy="0"/>
        </a:xfrm>
      </p:grpSpPr>
      <p:pic>
        <p:nvPicPr>
          <p:cNvPr id="1378" name="Google Shape;1378;p133"/>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379" name="Google Shape;1379;p133"/>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1380" name="Google Shape;1380;p133"/>
          <p:cNvCxnSpPr/>
          <p:nvPr/>
        </p:nvCxnSpPr>
        <p:spPr>
          <a:xfrm>
            <a:off x="1559442"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1381" name="Google Shape;1381;p133"/>
          <p:cNvCxnSpPr/>
          <p:nvPr/>
        </p:nvCxnSpPr>
        <p:spPr>
          <a:xfrm rot="10800000">
            <a:off x="1147295" y="4639591"/>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382" name="Google Shape;1382;p133"/>
          <p:cNvCxnSpPr/>
          <p:nvPr/>
        </p:nvCxnSpPr>
        <p:spPr>
          <a:xfrm rot="10800000">
            <a:off x="6787299"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383" name="Google Shape;1383;p133"/>
          <p:cNvCxnSpPr/>
          <p:nvPr/>
        </p:nvCxnSpPr>
        <p:spPr>
          <a:xfrm>
            <a:off x="3961499"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1384" name="Google Shape;1384;p133"/>
          <p:cNvCxnSpPr/>
          <p:nvPr/>
        </p:nvCxnSpPr>
        <p:spPr>
          <a:xfrm>
            <a:off x="9587327"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1385" name="Google Shape;1385;p133"/>
          <p:cNvSpPr>
            <a:spLocks noGrp="1"/>
          </p:cNvSpPr>
          <p:nvPr>
            <p:ph type="pic" idx="2"/>
          </p:nvPr>
        </p:nvSpPr>
        <p:spPr>
          <a:xfrm>
            <a:off x="778432" y="3092450"/>
            <a:ext cx="2016000" cy="1677600"/>
          </a:xfrm>
          <a:prstGeom prst="rect">
            <a:avLst/>
          </a:prstGeom>
          <a:solidFill>
            <a:srgbClr val="D8D8D8"/>
          </a:solidFill>
          <a:ln>
            <a:noFill/>
          </a:ln>
        </p:spPr>
        <p:txBody>
          <a:bodyPr/>
          <a:lstStyle/>
          <a:p>
            <a:endParaRPr lang="pt-BR" dirty="0"/>
          </a:p>
        </p:txBody>
      </p:sp>
      <p:sp>
        <p:nvSpPr>
          <p:cNvPr id="1386" name="Google Shape;1386;p133"/>
          <p:cNvSpPr>
            <a:spLocks noGrp="1"/>
          </p:cNvSpPr>
          <p:nvPr>
            <p:ph type="pic" idx="3"/>
          </p:nvPr>
        </p:nvSpPr>
        <p:spPr>
          <a:xfrm>
            <a:off x="3615829" y="3092450"/>
            <a:ext cx="2016000" cy="1677600"/>
          </a:xfrm>
          <a:prstGeom prst="rect">
            <a:avLst/>
          </a:prstGeom>
          <a:solidFill>
            <a:srgbClr val="D8D8D8"/>
          </a:solidFill>
          <a:ln>
            <a:noFill/>
          </a:ln>
        </p:spPr>
        <p:txBody>
          <a:bodyPr/>
          <a:lstStyle/>
          <a:p>
            <a:endParaRPr lang="pt-BR" dirty="0"/>
          </a:p>
        </p:txBody>
      </p:sp>
      <p:sp>
        <p:nvSpPr>
          <p:cNvPr id="1387" name="Google Shape;1387;p133"/>
          <p:cNvSpPr>
            <a:spLocks noGrp="1"/>
          </p:cNvSpPr>
          <p:nvPr>
            <p:ph type="pic" idx="4"/>
          </p:nvPr>
        </p:nvSpPr>
        <p:spPr>
          <a:xfrm>
            <a:off x="6432270" y="3092450"/>
            <a:ext cx="2016000" cy="1677600"/>
          </a:xfrm>
          <a:prstGeom prst="rect">
            <a:avLst/>
          </a:prstGeom>
          <a:solidFill>
            <a:srgbClr val="D8D8D8"/>
          </a:solidFill>
          <a:ln>
            <a:noFill/>
          </a:ln>
        </p:spPr>
        <p:txBody>
          <a:bodyPr/>
          <a:lstStyle/>
          <a:p>
            <a:endParaRPr lang="pt-BR" dirty="0"/>
          </a:p>
        </p:txBody>
      </p:sp>
      <p:sp>
        <p:nvSpPr>
          <p:cNvPr id="1388" name="Google Shape;1388;p133"/>
          <p:cNvSpPr>
            <a:spLocks noGrp="1"/>
          </p:cNvSpPr>
          <p:nvPr>
            <p:ph type="pic" idx="5"/>
          </p:nvPr>
        </p:nvSpPr>
        <p:spPr>
          <a:xfrm>
            <a:off x="9269667" y="3092450"/>
            <a:ext cx="2016000" cy="1677600"/>
          </a:xfrm>
          <a:prstGeom prst="rect">
            <a:avLst/>
          </a:prstGeom>
          <a:solidFill>
            <a:srgbClr val="D8D8D8"/>
          </a:solidFill>
          <a:ln>
            <a:noFill/>
          </a:ln>
        </p:spPr>
        <p:txBody>
          <a:bodyPr/>
          <a:lstStyle/>
          <a:p>
            <a:endParaRPr lang="pt-BR" dirty="0"/>
          </a:p>
        </p:txBody>
      </p:sp>
      <p:sp>
        <p:nvSpPr>
          <p:cNvPr id="1389" name="Google Shape;1389;p133"/>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390" name="Google Shape;1390;p133"/>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391" name="Google Shape;1391;p133"/>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matchingName="1_Linha do Tempo1">
  <p:cSld name="3_Linha do Tempo1 8">
    <p:bg>
      <p:bgPr>
        <a:solidFill>
          <a:schemeClr val="lt1"/>
        </a:solidFill>
        <a:effectLst/>
      </p:bgPr>
    </p:bg>
    <p:spTree>
      <p:nvGrpSpPr>
        <p:cNvPr id="1" name="Shape 1392"/>
        <p:cNvGrpSpPr/>
        <p:nvPr/>
      </p:nvGrpSpPr>
      <p:grpSpPr>
        <a:xfrm>
          <a:off x="0" y="0"/>
          <a:ext cx="0" cy="0"/>
          <a:chOff x="0" y="0"/>
          <a:chExt cx="0" cy="0"/>
        </a:xfrm>
      </p:grpSpPr>
      <p:pic>
        <p:nvPicPr>
          <p:cNvPr id="1393" name="Google Shape;1393;p134"/>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394" name="Google Shape;1394;p134"/>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1395" name="Google Shape;1395;p134"/>
          <p:cNvCxnSpPr/>
          <p:nvPr/>
        </p:nvCxnSpPr>
        <p:spPr>
          <a:xfrm>
            <a:off x="1559442"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1396" name="Google Shape;1396;p134"/>
          <p:cNvCxnSpPr/>
          <p:nvPr/>
        </p:nvCxnSpPr>
        <p:spPr>
          <a:xfrm rot="10800000">
            <a:off x="1147295" y="4639591"/>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397" name="Google Shape;1397;p134"/>
          <p:cNvCxnSpPr/>
          <p:nvPr/>
        </p:nvCxnSpPr>
        <p:spPr>
          <a:xfrm rot="10800000">
            <a:off x="6787299"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398" name="Google Shape;1398;p134"/>
          <p:cNvCxnSpPr/>
          <p:nvPr/>
        </p:nvCxnSpPr>
        <p:spPr>
          <a:xfrm>
            <a:off x="3961499"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1399" name="Google Shape;1399;p134"/>
          <p:cNvCxnSpPr/>
          <p:nvPr/>
        </p:nvCxnSpPr>
        <p:spPr>
          <a:xfrm>
            <a:off x="9587327"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1400" name="Google Shape;1400;p134"/>
          <p:cNvSpPr>
            <a:spLocks noGrp="1"/>
          </p:cNvSpPr>
          <p:nvPr>
            <p:ph type="pic" idx="2"/>
          </p:nvPr>
        </p:nvSpPr>
        <p:spPr>
          <a:xfrm>
            <a:off x="778432" y="3092450"/>
            <a:ext cx="2016000" cy="1677600"/>
          </a:xfrm>
          <a:prstGeom prst="rect">
            <a:avLst/>
          </a:prstGeom>
          <a:solidFill>
            <a:srgbClr val="D8D8D8"/>
          </a:solidFill>
          <a:ln>
            <a:noFill/>
          </a:ln>
        </p:spPr>
        <p:txBody>
          <a:bodyPr/>
          <a:lstStyle/>
          <a:p>
            <a:endParaRPr lang="pt-BR" dirty="0"/>
          </a:p>
        </p:txBody>
      </p:sp>
      <p:sp>
        <p:nvSpPr>
          <p:cNvPr id="1401" name="Google Shape;1401;p134"/>
          <p:cNvSpPr>
            <a:spLocks noGrp="1"/>
          </p:cNvSpPr>
          <p:nvPr>
            <p:ph type="pic" idx="3"/>
          </p:nvPr>
        </p:nvSpPr>
        <p:spPr>
          <a:xfrm>
            <a:off x="3615829" y="3092450"/>
            <a:ext cx="2016000" cy="1677600"/>
          </a:xfrm>
          <a:prstGeom prst="rect">
            <a:avLst/>
          </a:prstGeom>
          <a:solidFill>
            <a:srgbClr val="D8D8D8"/>
          </a:solidFill>
          <a:ln>
            <a:noFill/>
          </a:ln>
        </p:spPr>
        <p:txBody>
          <a:bodyPr/>
          <a:lstStyle/>
          <a:p>
            <a:endParaRPr lang="pt-BR" dirty="0"/>
          </a:p>
        </p:txBody>
      </p:sp>
      <p:sp>
        <p:nvSpPr>
          <p:cNvPr id="1402" name="Google Shape;1402;p134"/>
          <p:cNvSpPr>
            <a:spLocks noGrp="1"/>
          </p:cNvSpPr>
          <p:nvPr>
            <p:ph type="pic" idx="4"/>
          </p:nvPr>
        </p:nvSpPr>
        <p:spPr>
          <a:xfrm>
            <a:off x="6432270" y="3092450"/>
            <a:ext cx="2016000" cy="1677600"/>
          </a:xfrm>
          <a:prstGeom prst="rect">
            <a:avLst/>
          </a:prstGeom>
          <a:solidFill>
            <a:srgbClr val="D8D8D8"/>
          </a:solidFill>
          <a:ln>
            <a:noFill/>
          </a:ln>
        </p:spPr>
        <p:txBody>
          <a:bodyPr/>
          <a:lstStyle/>
          <a:p>
            <a:endParaRPr lang="pt-BR" dirty="0"/>
          </a:p>
        </p:txBody>
      </p:sp>
      <p:sp>
        <p:nvSpPr>
          <p:cNvPr id="1403" name="Google Shape;1403;p134"/>
          <p:cNvSpPr>
            <a:spLocks noGrp="1"/>
          </p:cNvSpPr>
          <p:nvPr>
            <p:ph type="pic" idx="5"/>
          </p:nvPr>
        </p:nvSpPr>
        <p:spPr>
          <a:xfrm>
            <a:off x="9269667" y="3092450"/>
            <a:ext cx="2016000" cy="1677600"/>
          </a:xfrm>
          <a:prstGeom prst="rect">
            <a:avLst/>
          </a:prstGeom>
          <a:solidFill>
            <a:srgbClr val="D8D8D8"/>
          </a:solidFill>
          <a:ln>
            <a:noFill/>
          </a:ln>
        </p:spPr>
        <p:txBody>
          <a:bodyPr/>
          <a:lstStyle/>
          <a:p>
            <a:endParaRPr lang="pt-BR" dirty="0"/>
          </a:p>
        </p:txBody>
      </p:sp>
      <p:sp>
        <p:nvSpPr>
          <p:cNvPr id="1404" name="Google Shape;1404;p134"/>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05" name="Google Shape;1405;p134"/>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406" name="Google Shape;1406;p134"/>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matchingName="1_Linha do Tempo1">
  <p:cSld name="3_Linha do Tempo1 9">
    <p:bg>
      <p:bgPr>
        <a:solidFill>
          <a:schemeClr val="lt1"/>
        </a:solidFill>
        <a:effectLst/>
      </p:bgPr>
    </p:bg>
    <p:spTree>
      <p:nvGrpSpPr>
        <p:cNvPr id="1" name="Shape 1407"/>
        <p:cNvGrpSpPr/>
        <p:nvPr/>
      </p:nvGrpSpPr>
      <p:grpSpPr>
        <a:xfrm>
          <a:off x="0" y="0"/>
          <a:ext cx="0" cy="0"/>
          <a:chOff x="0" y="0"/>
          <a:chExt cx="0" cy="0"/>
        </a:xfrm>
      </p:grpSpPr>
      <p:pic>
        <p:nvPicPr>
          <p:cNvPr id="1408" name="Google Shape;1408;p135"/>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409" name="Google Shape;1409;p135"/>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1410" name="Google Shape;1410;p135"/>
          <p:cNvCxnSpPr/>
          <p:nvPr/>
        </p:nvCxnSpPr>
        <p:spPr>
          <a:xfrm>
            <a:off x="1185264"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1411" name="Google Shape;1411;p135"/>
          <p:cNvCxnSpPr/>
          <p:nvPr/>
        </p:nvCxnSpPr>
        <p:spPr>
          <a:xfrm rot="10800000">
            <a:off x="620355"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412" name="Google Shape;1412;p135"/>
          <p:cNvCxnSpPr/>
          <p:nvPr/>
        </p:nvCxnSpPr>
        <p:spPr>
          <a:xfrm rot="10800000">
            <a:off x="5263300"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413" name="Google Shape;1413;p135"/>
          <p:cNvCxnSpPr/>
          <p:nvPr/>
        </p:nvCxnSpPr>
        <p:spPr>
          <a:xfrm>
            <a:off x="2959237"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1414" name="Google Shape;1414;p135"/>
          <p:cNvCxnSpPr/>
          <p:nvPr/>
        </p:nvCxnSpPr>
        <p:spPr>
          <a:xfrm>
            <a:off x="7589194"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1415" name="Google Shape;1415;p135"/>
          <p:cNvSpPr>
            <a:spLocks noGrp="1"/>
          </p:cNvSpPr>
          <p:nvPr>
            <p:ph type="pic" idx="2"/>
          </p:nvPr>
        </p:nvSpPr>
        <p:spPr>
          <a:xfrm>
            <a:off x="466617" y="3092450"/>
            <a:ext cx="1973700" cy="1677600"/>
          </a:xfrm>
          <a:prstGeom prst="rect">
            <a:avLst/>
          </a:prstGeom>
          <a:solidFill>
            <a:srgbClr val="D8D8D8"/>
          </a:solidFill>
          <a:ln>
            <a:noFill/>
          </a:ln>
        </p:spPr>
        <p:txBody>
          <a:bodyPr/>
          <a:lstStyle/>
          <a:p>
            <a:endParaRPr lang="pt-BR" dirty="0"/>
          </a:p>
        </p:txBody>
      </p:sp>
      <p:sp>
        <p:nvSpPr>
          <p:cNvPr id="1416" name="Google Shape;1416;p135"/>
          <p:cNvSpPr>
            <a:spLocks noGrp="1"/>
          </p:cNvSpPr>
          <p:nvPr>
            <p:ph type="pic" idx="3"/>
          </p:nvPr>
        </p:nvSpPr>
        <p:spPr>
          <a:xfrm>
            <a:off x="2769806" y="3092450"/>
            <a:ext cx="1973700" cy="1677600"/>
          </a:xfrm>
          <a:prstGeom prst="rect">
            <a:avLst/>
          </a:prstGeom>
          <a:solidFill>
            <a:srgbClr val="D8D8D8"/>
          </a:solidFill>
          <a:ln>
            <a:noFill/>
          </a:ln>
        </p:spPr>
        <p:txBody>
          <a:bodyPr/>
          <a:lstStyle/>
          <a:p>
            <a:endParaRPr lang="pt-BR" dirty="0"/>
          </a:p>
        </p:txBody>
      </p:sp>
      <p:sp>
        <p:nvSpPr>
          <p:cNvPr id="1417" name="Google Shape;1417;p135"/>
          <p:cNvSpPr>
            <a:spLocks noGrp="1"/>
          </p:cNvSpPr>
          <p:nvPr>
            <p:ph type="pic" idx="4"/>
          </p:nvPr>
        </p:nvSpPr>
        <p:spPr>
          <a:xfrm>
            <a:off x="5072996" y="3092450"/>
            <a:ext cx="1973700" cy="1677600"/>
          </a:xfrm>
          <a:prstGeom prst="rect">
            <a:avLst/>
          </a:prstGeom>
          <a:solidFill>
            <a:srgbClr val="D8D8D8"/>
          </a:solidFill>
          <a:ln>
            <a:noFill/>
          </a:ln>
        </p:spPr>
        <p:txBody>
          <a:bodyPr/>
          <a:lstStyle/>
          <a:p>
            <a:endParaRPr lang="pt-BR" dirty="0"/>
          </a:p>
        </p:txBody>
      </p:sp>
      <p:sp>
        <p:nvSpPr>
          <p:cNvPr id="1418" name="Google Shape;1418;p135"/>
          <p:cNvSpPr>
            <a:spLocks noGrp="1"/>
          </p:cNvSpPr>
          <p:nvPr>
            <p:ph type="pic" idx="5"/>
          </p:nvPr>
        </p:nvSpPr>
        <p:spPr>
          <a:xfrm>
            <a:off x="7376185" y="3092450"/>
            <a:ext cx="1973700" cy="1677600"/>
          </a:xfrm>
          <a:prstGeom prst="rect">
            <a:avLst/>
          </a:prstGeom>
          <a:solidFill>
            <a:srgbClr val="D8D8D8"/>
          </a:solidFill>
          <a:ln>
            <a:noFill/>
          </a:ln>
        </p:spPr>
        <p:txBody>
          <a:bodyPr/>
          <a:lstStyle/>
          <a:p>
            <a:endParaRPr lang="pt-BR" dirty="0"/>
          </a:p>
        </p:txBody>
      </p:sp>
      <p:sp>
        <p:nvSpPr>
          <p:cNvPr id="1419" name="Google Shape;1419;p135"/>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20" name="Google Shape;1420;p135"/>
          <p:cNvSpPr>
            <a:spLocks noGrp="1"/>
          </p:cNvSpPr>
          <p:nvPr>
            <p:ph type="pic" idx="6"/>
          </p:nvPr>
        </p:nvSpPr>
        <p:spPr>
          <a:xfrm>
            <a:off x="9679374" y="3092450"/>
            <a:ext cx="1973700" cy="1677600"/>
          </a:xfrm>
          <a:prstGeom prst="rect">
            <a:avLst/>
          </a:prstGeom>
          <a:solidFill>
            <a:srgbClr val="D8D8D8"/>
          </a:solidFill>
          <a:ln>
            <a:noFill/>
          </a:ln>
        </p:spPr>
        <p:txBody>
          <a:bodyPr/>
          <a:lstStyle/>
          <a:p>
            <a:endParaRPr lang="pt-BR" dirty="0"/>
          </a:p>
        </p:txBody>
      </p:sp>
      <p:cxnSp>
        <p:nvCxnSpPr>
          <p:cNvPr id="1421" name="Google Shape;1421;p135"/>
          <p:cNvCxnSpPr/>
          <p:nvPr/>
        </p:nvCxnSpPr>
        <p:spPr>
          <a:xfrm rot="10800000">
            <a:off x="9869167" y="4624797"/>
            <a:ext cx="0" cy="1398900"/>
          </a:xfrm>
          <a:prstGeom prst="straightConnector1">
            <a:avLst/>
          </a:prstGeom>
          <a:noFill/>
          <a:ln w="19050" cap="flat" cmpd="sng">
            <a:solidFill>
              <a:schemeClr val="dk1"/>
            </a:solidFill>
            <a:prstDash val="solid"/>
            <a:round/>
            <a:headEnd type="diamond" w="med" len="med"/>
            <a:tailEnd type="none" w="sm" len="sm"/>
          </a:ln>
        </p:spPr>
      </p:cxnSp>
      <p:sp>
        <p:nvSpPr>
          <p:cNvPr id="1422" name="Google Shape;1422;p135"/>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423" name="Google Shape;1423;p135"/>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matchingName="1_Linha do Tempo1">
  <p:cSld name="3_Linha do Tempo1 10">
    <p:bg>
      <p:bgPr>
        <a:solidFill>
          <a:schemeClr val="lt1"/>
        </a:solidFill>
        <a:effectLst/>
      </p:bgPr>
    </p:bg>
    <p:spTree>
      <p:nvGrpSpPr>
        <p:cNvPr id="1" name="Shape 1424"/>
        <p:cNvGrpSpPr/>
        <p:nvPr/>
      </p:nvGrpSpPr>
      <p:grpSpPr>
        <a:xfrm>
          <a:off x="0" y="0"/>
          <a:ext cx="0" cy="0"/>
          <a:chOff x="0" y="0"/>
          <a:chExt cx="0" cy="0"/>
        </a:xfrm>
      </p:grpSpPr>
      <p:pic>
        <p:nvPicPr>
          <p:cNvPr id="1425" name="Google Shape;1425;p136"/>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426" name="Google Shape;1426;p136"/>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1427" name="Google Shape;1427;p136"/>
          <p:cNvCxnSpPr/>
          <p:nvPr/>
        </p:nvCxnSpPr>
        <p:spPr>
          <a:xfrm>
            <a:off x="1185264"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1428" name="Google Shape;1428;p136"/>
          <p:cNvCxnSpPr/>
          <p:nvPr/>
        </p:nvCxnSpPr>
        <p:spPr>
          <a:xfrm rot="10800000">
            <a:off x="620355"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429" name="Google Shape;1429;p136"/>
          <p:cNvCxnSpPr/>
          <p:nvPr/>
        </p:nvCxnSpPr>
        <p:spPr>
          <a:xfrm rot="10800000">
            <a:off x="5263300"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430" name="Google Shape;1430;p136"/>
          <p:cNvCxnSpPr/>
          <p:nvPr/>
        </p:nvCxnSpPr>
        <p:spPr>
          <a:xfrm>
            <a:off x="2959237"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1431" name="Google Shape;1431;p136"/>
          <p:cNvCxnSpPr/>
          <p:nvPr/>
        </p:nvCxnSpPr>
        <p:spPr>
          <a:xfrm>
            <a:off x="7589194"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1432" name="Google Shape;1432;p136"/>
          <p:cNvSpPr>
            <a:spLocks noGrp="1"/>
          </p:cNvSpPr>
          <p:nvPr>
            <p:ph type="pic" idx="2"/>
          </p:nvPr>
        </p:nvSpPr>
        <p:spPr>
          <a:xfrm>
            <a:off x="466617" y="3092450"/>
            <a:ext cx="1973700" cy="1677600"/>
          </a:xfrm>
          <a:prstGeom prst="rect">
            <a:avLst/>
          </a:prstGeom>
          <a:solidFill>
            <a:srgbClr val="D8D8D8"/>
          </a:solidFill>
          <a:ln>
            <a:noFill/>
          </a:ln>
        </p:spPr>
        <p:txBody>
          <a:bodyPr/>
          <a:lstStyle/>
          <a:p>
            <a:endParaRPr lang="pt-BR" dirty="0"/>
          </a:p>
        </p:txBody>
      </p:sp>
      <p:sp>
        <p:nvSpPr>
          <p:cNvPr id="1433" name="Google Shape;1433;p136"/>
          <p:cNvSpPr>
            <a:spLocks noGrp="1"/>
          </p:cNvSpPr>
          <p:nvPr>
            <p:ph type="pic" idx="3"/>
          </p:nvPr>
        </p:nvSpPr>
        <p:spPr>
          <a:xfrm>
            <a:off x="2769806" y="3092450"/>
            <a:ext cx="1973700" cy="1677600"/>
          </a:xfrm>
          <a:prstGeom prst="rect">
            <a:avLst/>
          </a:prstGeom>
          <a:solidFill>
            <a:srgbClr val="D8D8D8"/>
          </a:solidFill>
          <a:ln>
            <a:noFill/>
          </a:ln>
        </p:spPr>
        <p:txBody>
          <a:bodyPr/>
          <a:lstStyle/>
          <a:p>
            <a:endParaRPr lang="pt-BR" dirty="0"/>
          </a:p>
        </p:txBody>
      </p:sp>
      <p:sp>
        <p:nvSpPr>
          <p:cNvPr id="1434" name="Google Shape;1434;p136"/>
          <p:cNvSpPr>
            <a:spLocks noGrp="1"/>
          </p:cNvSpPr>
          <p:nvPr>
            <p:ph type="pic" idx="4"/>
          </p:nvPr>
        </p:nvSpPr>
        <p:spPr>
          <a:xfrm>
            <a:off x="5072996" y="3092450"/>
            <a:ext cx="1973700" cy="1677600"/>
          </a:xfrm>
          <a:prstGeom prst="rect">
            <a:avLst/>
          </a:prstGeom>
          <a:solidFill>
            <a:srgbClr val="D8D8D8"/>
          </a:solidFill>
          <a:ln>
            <a:noFill/>
          </a:ln>
        </p:spPr>
        <p:txBody>
          <a:bodyPr/>
          <a:lstStyle/>
          <a:p>
            <a:endParaRPr lang="pt-BR" dirty="0"/>
          </a:p>
        </p:txBody>
      </p:sp>
      <p:sp>
        <p:nvSpPr>
          <p:cNvPr id="1435" name="Google Shape;1435;p136"/>
          <p:cNvSpPr>
            <a:spLocks noGrp="1"/>
          </p:cNvSpPr>
          <p:nvPr>
            <p:ph type="pic" idx="5"/>
          </p:nvPr>
        </p:nvSpPr>
        <p:spPr>
          <a:xfrm>
            <a:off x="7376185" y="3092450"/>
            <a:ext cx="1973700" cy="1677600"/>
          </a:xfrm>
          <a:prstGeom prst="rect">
            <a:avLst/>
          </a:prstGeom>
          <a:solidFill>
            <a:srgbClr val="D8D8D8"/>
          </a:solidFill>
          <a:ln>
            <a:noFill/>
          </a:ln>
        </p:spPr>
        <p:txBody>
          <a:bodyPr/>
          <a:lstStyle/>
          <a:p>
            <a:endParaRPr lang="pt-BR" dirty="0"/>
          </a:p>
        </p:txBody>
      </p:sp>
      <p:sp>
        <p:nvSpPr>
          <p:cNvPr id="1436" name="Google Shape;1436;p136"/>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37" name="Google Shape;1437;p136"/>
          <p:cNvSpPr>
            <a:spLocks noGrp="1"/>
          </p:cNvSpPr>
          <p:nvPr>
            <p:ph type="pic" idx="6"/>
          </p:nvPr>
        </p:nvSpPr>
        <p:spPr>
          <a:xfrm>
            <a:off x="9679374" y="3092450"/>
            <a:ext cx="1973700" cy="1677600"/>
          </a:xfrm>
          <a:prstGeom prst="rect">
            <a:avLst/>
          </a:prstGeom>
          <a:solidFill>
            <a:srgbClr val="D8D8D8"/>
          </a:solidFill>
          <a:ln>
            <a:noFill/>
          </a:ln>
        </p:spPr>
        <p:txBody>
          <a:bodyPr/>
          <a:lstStyle/>
          <a:p>
            <a:endParaRPr lang="pt-BR" dirty="0"/>
          </a:p>
        </p:txBody>
      </p:sp>
      <p:cxnSp>
        <p:nvCxnSpPr>
          <p:cNvPr id="1438" name="Google Shape;1438;p136"/>
          <p:cNvCxnSpPr/>
          <p:nvPr/>
        </p:nvCxnSpPr>
        <p:spPr>
          <a:xfrm rot="10800000">
            <a:off x="9869167" y="4624797"/>
            <a:ext cx="0" cy="1398900"/>
          </a:xfrm>
          <a:prstGeom prst="straightConnector1">
            <a:avLst/>
          </a:prstGeom>
          <a:noFill/>
          <a:ln w="19050" cap="flat" cmpd="sng">
            <a:solidFill>
              <a:schemeClr val="dk1"/>
            </a:solidFill>
            <a:prstDash val="solid"/>
            <a:round/>
            <a:headEnd type="diamond" w="med" len="med"/>
            <a:tailEnd type="none" w="sm" len="sm"/>
          </a:ln>
        </p:spPr>
      </p:cxnSp>
      <p:sp>
        <p:nvSpPr>
          <p:cNvPr id="1439" name="Google Shape;1439;p136"/>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440" name="Google Shape;1440;p136"/>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matchingName="1_Linha do Tempo1">
  <p:cSld name="3_Linha do Tempo1 11">
    <p:bg>
      <p:bgPr>
        <a:solidFill>
          <a:schemeClr val="lt1"/>
        </a:solidFill>
        <a:effectLst/>
      </p:bgPr>
    </p:bg>
    <p:spTree>
      <p:nvGrpSpPr>
        <p:cNvPr id="1" name="Shape 1441"/>
        <p:cNvGrpSpPr/>
        <p:nvPr/>
      </p:nvGrpSpPr>
      <p:grpSpPr>
        <a:xfrm>
          <a:off x="0" y="0"/>
          <a:ext cx="0" cy="0"/>
          <a:chOff x="0" y="0"/>
          <a:chExt cx="0" cy="0"/>
        </a:xfrm>
      </p:grpSpPr>
      <p:pic>
        <p:nvPicPr>
          <p:cNvPr id="1442" name="Google Shape;1442;p137"/>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443" name="Google Shape;1443;p137"/>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1444" name="Google Shape;1444;p137"/>
          <p:cNvCxnSpPr/>
          <p:nvPr/>
        </p:nvCxnSpPr>
        <p:spPr>
          <a:xfrm>
            <a:off x="1185264"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1445" name="Google Shape;1445;p137"/>
          <p:cNvCxnSpPr/>
          <p:nvPr/>
        </p:nvCxnSpPr>
        <p:spPr>
          <a:xfrm rot="10800000">
            <a:off x="620355"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446" name="Google Shape;1446;p137"/>
          <p:cNvCxnSpPr/>
          <p:nvPr/>
        </p:nvCxnSpPr>
        <p:spPr>
          <a:xfrm rot="10800000">
            <a:off x="5263300"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447" name="Google Shape;1447;p137"/>
          <p:cNvCxnSpPr/>
          <p:nvPr/>
        </p:nvCxnSpPr>
        <p:spPr>
          <a:xfrm>
            <a:off x="2959237"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1448" name="Google Shape;1448;p137"/>
          <p:cNvCxnSpPr/>
          <p:nvPr/>
        </p:nvCxnSpPr>
        <p:spPr>
          <a:xfrm>
            <a:off x="7589194"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1449" name="Google Shape;1449;p137"/>
          <p:cNvSpPr>
            <a:spLocks noGrp="1"/>
          </p:cNvSpPr>
          <p:nvPr>
            <p:ph type="pic" idx="2"/>
          </p:nvPr>
        </p:nvSpPr>
        <p:spPr>
          <a:xfrm>
            <a:off x="466617" y="3092450"/>
            <a:ext cx="1973700" cy="1677600"/>
          </a:xfrm>
          <a:prstGeom prst="rect">
            <a:avLst/>
          </a:prstGeom>
          <a:solidFill>
            <a:srgbClr val="D8D8D8"/>
          </a:solidFill>
          <a:ln>
            <a:noFill/>
          </a:ln>
        </p:spPr>
        <p:txBody>
          <a:bodyPr/>
          <a:lstStyle/>
          <a:p>
            <a:endParaRPr lang="pt-BR" dirty="0"/>
          </a:p>
        </p:txBody>
      </p:sp>
      <p:sp>
        <p:nvSpPr>
          <p:cNvPr id="1450" name="Google Shape;1450;p137"/>
          <p:cNvSpPr>
            <a:spLocks noGrp="1"/>
          </p:cNvSpPr>
          <p:nvPr>
            <p:ph type="pic" idx="3"/>
          </p:nvPr>
        </p:nvSpPr>
        <p:spPr>
          <a:xfrm>
            <a:off x="2769806" y="3092450"/>
            <a:ext cx="1973700" cy="1677600"/>
          </a:xfrm>
          <a:prstGeom prst="rect">
            <a:avLst/>
          </a:prstGeom>
          <a:solidFill>
            <a:srgbClr val="D8D8D8"/>
          </a:solidFill>
          <a:ln>
            <a:noFill/>
          </a:ln>
        </p:spPr>
        <p:txBody>
          <a:bodyPr/>
          <a:lstStyle/>
          <a:p>
            <a:endParaRPr lang="pt-BR" dirty="0"/>
          </a:p>
        </p:txBody>
      </p:sp>
      <p:sp>
        <p:nvSpPr>
          <p:cNvPr id="1451" name="Google Shape;1451;p137"/>
          <p:cNvSpPr>
            <a:spLocks noGrp="1"/>
          </p:cNvSpPr>
          <p:nvPr>
            <p:ph type="pic" idx="4"/>
          </p:nvPr>
        </p:nvSpPr>
        <p:spPr>
          <a:xfrm>
            <a:off x="5072996" y="3092450"/>
            <a:ext cx="1973700" cy="1677600"/>
          </a:xfrm>
          <a:prstGeom prst="rect">
            <a:avLst/>
          </a:prstGeom>
          <a:solidFill>
            <a:srgbClr val="D8D8D8"/>
          </a:solidFill>
          <a:ln>
            <a:noFill/>
          </a:ln>
        </p:spPr>
        <p:txBody>
          <a:bodyPr/>
          <a:lstStyle/>
          <a:p>
            <a:endParaRPr lang="pt-BR" dirty="0"/>
          </a:p>
        </p:txBody>
      </p:sp>
      <p:sp>
        <p:nvSpPr>
          <p:cNvPr id="1452" name="Google Shape;1452;p137"/>
          <p:cNvSpPr>
            <a:spLocks noGrp="1"/>
          </p:cNvSpPr>
          <p:nvPr>
            <p:ph type="pic" idx="5"/>
          </p:nvPr>
        </p:nvSpPr>
        <p:spPr>
          <a:xfrm>
            <a:off x="7376185" y="3092450"/>
            <a:ext cx="1973700" cy="1677600"/>
          </a:xfrm>
          <a:prstGeom prst="rect">
            <a:avLst/>
          </a:prstGeom>
          <a:solidFill>
            <a:srgbClr val="D8D8D8"/>
          </a:solidFill>
          <a:ln>
            <a:noFill/>
          </a:ln>
        </p:spPr>
        <p:txBody>
          <a:bodyPr/>
          <a:lstStyle/>
          <a:p>
            <a:endParaRPr lang="pt-BR" dirty="0"/>
          </a:p>
        </p:txBody>
      </p:sp>
      <p:sp>
        <p:nvSpPr>
          <p:cNvPr id="1453" name="Google Shape;1453;p137"/>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54" name="Google Shape;1454;p137"/>
          <p:cNvSpPr>
            <a:spLocks noGrp="1"/>
          </p:cNvSpPr>
          <p:nvPr>
            <p:ph type="pic" idx="6"/>
          </p:nvPr>
        </p:nvSpPr>
        <p:spPr>
          <a:xfrm>
            <a:off x="9679374" y="3092450"/>
            <a:ext cx="1973700" cy="1677600"/>
          </a:xfrm>
          <a:prstGeom prst="rect">
            <a:avLst/>
          </a:prstGeom>
          <a:solidFill>
            <a:srgbClr val="D8D8D8"/>
          </a:solidFill>
          <a:ln>
            <a:noFill/>
          </a:ln>
        </p:spPr>
        <p:txBody>
          <a:bodyPr/>
          <a:lstStyle/>
          <a:p>
            <a:endParaRPr lang="pt-BR" dirty="0"/>
          </a:p>
        </p:txBody>
      </p:sp>
      <p:cxnSp>
        <p:nvCxnSpPr>
          <p:cNvPr id="1455" name="Google Shape;1455;p137"/>
          <p:cNvCxnSpPr/>
          <p:nvPr/>
        </p:nvCxnSpPr>
        <p:spPr>
          <a:xfrm rot="10800000">
            <a:off x="9869167" y="4624797"/>
            <a:ext cx="0" cy="1398900"/>
          </a:xfrm>
          <a:prstGeom prst="straightConnector1">
            <a:avLst/>
          </a:prstGeom>
          <a:noFill/>
          <a:ln w="19050" cap="flat" cmpd="sng">
            <a:solidFill>
              <a:schemeClr val="dk1"/>
            </a:solidFill>
            <a:prstDash val="solid"/>
            <a:round/>
            <a:headEnd type="diamond" w="med" len="med"/>
            <a:tailEnd type="none" w="sm" len="sm"/>
          </a:ln>
        </p:spPr>
      </p:cxnSp>
      <p:sp>
        <p:nvSpPr>
          <p:cNvPr id="1456" name="Google Shape;1456;p137"/>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457" name="Google Shape;1457;p137"/>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matchingName="1_Linha do Tempo1">
  <p:cSld name="3_Linha do Tempo1 12">
    <p:bg>
      <p:bgPr>
        <a:solidFill>
          <a:schemeClr val="lt1"/>
        </a:solidFill>
        <a:effectLst/>
      </p:bgPr>
    </p:bg>
    <p:spTree>
      <p:nvGrpSpPr>
        <p:cNvPr id="1" name="Shape 1458"/>
        <p:cNvGrpSpPr/>
        <p:nvPr/>
      </p:nvGrpSpPr>
      <p:grpSpPr>
        <a:xfrm>
          <a:off x="0" y="0"/>
          <a:ext cx="0" cy="0"/>
          <a:chOff x="0" y="0"/>
          <a:chExt cx="0" cy="0"/>
        </a:xfrm>
      </p:grpSpPr>
      <p:pic>
        <p:nvPicPr>
          <p:cNvPr id="1459" name="Google Shape;1459;p138"/>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460" name="Google Shape;1460;p138"/>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461" name="Google Shape;1461;p138"/>
          <p:cNvSpPr>
            <a:spLocks noGrp="1"/>
          </p:cNvSpPr>
          <p:nvPr>
            <p:ph type="pic" idx="2"/>
          </p:nvPr>
        </p:nvSpPr>
        <p:spPr>
          <a:xfrm>
            <a:off x="3127810" y="1084585"/>
            <a:ext cx="2481600" cy="1744800"/>
          </a:xfrm>
          <a:prstGeom prst="rect">
            <a:avLst/>
          </a:prstGeom>
          <a:solidFill>
            <a:srgbClr val="D8D8D8"/>
          </a:solidFill>
          <a:ln>
            <a:noFill/>
          </a:ln>
        </p:spPr>
        <p:txBody>
          <a:bodyPr/>
          <a:lstStyle/>
          <a:p>
            <a:endParaRPr lang="pt-BR" dirty="0"/>
          </a:p>
        </p:txBody>
      </p:sp>
      <p:sp>
        <p:nvSpPr>
          <p:cNvPr id="1462" name="Google Shape;1462;p138"/>
          <p:cNvSpPr>
            <a:spLocks noGrp="1"/>
          </p:cNvSpPr>
          <p:nvPr>
            <p:ph type="pic" idx="3"/>
          </p:nvPr>
        </p:nvSpPr>
        <p:spPr>
          <a:xfrm>
            <a:off x="3127810" y="3837265"/>
            <a:ext cx="2481600" cy="1744800"/>
          </a:xfrm>
          <a:prstGeom prst="rect">
            <a:avLst/>
          </a:prstGeom>
          <a:solidFill>
            <a:srgbClr val="D8D8D8"/>
          </a:solidFill>
          <a:ln>
            <a:noFill/>
          </a:ln>
        </p:spPr>
        <p:txBody>
          <a:bodyPr/>
          <a:lstStyle/>
          <a:p>
            <a:endParaRPr lang="pt-BR" dirty="0"/>
          </a:p>
        </p:txBody>
      </p:sp>
      <p:sp>
        <p:nvSpPr>
          <p:cNvPr id="1463" name="Google Shape;1463;p138"/>
          <p:cNvSpPr>
            <a:spLocks noGrp="1"/>
          </p:cNvSpPr>
          <p:nvPr>
            <p:ph type="pic" idx="4"/>
          </p:nvPr>
        </p:nvSpPr>
        <p:spPr>
          <a:xfrm>
            <a:off x="8759529" y="3837265"/>
            <a:ext cx="2481600" cy="1744800"/>
          </a:xfrm>
          <a:prstGeom prst="rect">
            <a:avLst/>
          </a:prstGeom>
          <a:solidFill>
            <a:srgbClr val="D8D8D8"/>
          </a:solidFill>
          <a:ln>
            <a:noFill/>
          </a:ln>
        </p:spPr>
        <p:txBody>
          <a:bodyPr/>
          <a:lstStyle/>
          <a:p>
            <a:endParaRPr lang="pt-BR" dirty="0"/>
          </a:p>
        </p:txBody>
      </p:sp>
      <p:sp>
        <p:nvSpPr>
          <p:cNvPr id="1464" name="Google Shape;1464;p138"/>
          <p:cNvSpPr>
            <a:spLocks noGrp="1"/>
          </p:cNvSpPr>
          <p:nvPr>
            <p:ph type="pic" idx="5"/>
          </p:nvPr>
        </p:nvSpPr>
        <p:spPr>
          <a:xfrm>
            <a:off x="8759529" y="1084585"/>
            <a:ext cx="2481600" cy="1744800"/>
          </a:xfrm>
          <a:prstGeom prst="rect">
            <a:avLst/>
          </a:prstGeom>
          <a:solidFill>
            <a:srgbClr val="D8D8D8"/>
          </a:solidFill>
          <a:ln>
            <a:noFill/>
          </a:ln>
        </p:spPr>
        <p:txBody>
          <a:bodyPr/>
          <a:lstStyle/>
          <a:p>
            <a:endParaRPr lang="pt-BR" dirty="0"/>
          </a:p>
        </p:txBody>
      </p:sp>
      <p:grpSp>
        <p:nvGrpSpPr>
          <p:cNvPr id="1465" name="Google Shape;1465;p138"/>
          <p:cNvGrpSpPr/>
          <p:nvPr/>
        </p:nvGrpSpPr>
        <p:grpSpPr>
          <a:xfrm>
            <a:off x="9756891" y="6381906"/>
            <a:ext cx="2435717" cy="499880"/>
            <a:chOff x="14634602" y="9537218"/>
            <a:chExt cx="3653392" cy="749782"/>
          </a:xfrm>
        </p:grpSpPr>
        <p:pic>
          <p:nvPicPr>
            <p:cNvPr id="1466" name="Google Shape;1466;p138"/>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1467" name="Google Shape;1467;p138" descr="Logotipo"/>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1468" name="Google Shape;1468;p138"/>
          <p:cNvSpPr>
            <a:spLocks noGrp="1"/>
          </p:cNvSpPr>
          <p:nvPr>
            <p:ph type="pic" idx="6"/>
          </p:nvPr>
        </p:nvSpPr>
        <p:spPr>
          <a:xfrm>
            <a:off x="5943669" y="2636294"/>
            <a:ext cx="2481600" cy="1744800"/>
          </a:xfrm>
          <a:prstGeom prst="rect">
            <a:avLst/>
          </a:prstGeom>
          <a:solidFill>
            <a:srgbClr val="D8D8D8"/>
          </a:solidFill>
          <a:ln>
            <a:noFill/>
          </a:ln>
        </p:spPr>
        <p:txBody>
          <a:bodyPr/>
          <a:lstStyle/>
          <a:p>
            <a:endParaRPr lang="pt-BR" dirty="0"/>
          </a:p>
        </p:txBody>
      </p:sp>
      <p:sp>
        <p:nvSpPr>
          <p:cNvPr id="1469" name="Google Shape;1469;p138"/>
          <p:cNvSpPr txBox="1">
            <a:spLocks noGrp="1"/>
          </p:cNvSpPr>
          <p:nvPr>
            <p:ph type="body" idx="1"/>
          </p:nvPr>
        </p:nvSpPr>
        <p:spPr>
          <a:xfrm>
            <a:off x="3127811" y="2908275"/>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470" name="Google Shape;1470;p138"/>
          <p:cNvSpPr txBox="1">
            <a:spLocks noGrp="1"/>
          </p:cNvSpPr>
          <p:nvPr>
            <p:ph type="body" idx="7"/>
          </p:nvPr>
        </p:nvSpPr>
        <p:spPr>
          <a:xfrm>
            <a:off x="3127811" y="5656962"/>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471" name="Google Shape;1471;p138"/>
          <p:cNvSpPr txBox="1">
            <a:spLocks noGrp="1"/>
          </p:cNvSpPr>
          <p:nvPr>
            <p:ph type="body" idx="8"/>
          </p:nvPr>
        </p:nvSpPr>
        <p:spPr>
          <a:xfrm>
            <a:off x="8760967" y="2908275"/>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472" name="Google Shape;1472;p138"/>
          <p:cNvSpPr txBox="1">
            <a:spLocks noGrp="1"/>
          </p:cNvSpPr>
          <p:nvPr>
            <p:ph type="body" idx="9"/>
          </p:nvPr>
        </p:nvSpPr>
        <p:spPr>
          <a:xfrm>
            <a:off x="8760967" y="5656962"/>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473" name="Google Shape;1473;p138"/>
          <p:cNvSpPr txBox="1">
            <a:spLocks noGrp="1"/>
          </p:cNvSpPr>
          <p:nvPr>
            <p:ph type="body" idx="13"/>
          </p:nvPr>
        </p:nvSpPr>
        <p:spPr>
          <a:xfrm>
            <a:off x="5950033" y="4443564"/>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474" name="Google Shape;1474;p138"/>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475" name="Google Shape;1475;p138"/>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matchingName="3_1. Desenvolvimento">
  <p:cSld name="4_1. Desenvolvimento 3">
    <p:spTree>
      <p:nvGrpSpPr>
        <p:cNvPr id="1" name="Shape 1476"/>
        <p:cNvGrpSpPr/>
        <p:nvPr/>
      </p:nvGrpSpPr>
      <p:grpSpPr>
        <a:xfrm>
          <a:off x="0" y="0"/>
          <a:ext cx="0" cy="0"/>
          <a:chOff x="0" y="0"/>
          <a:chExt cx="0" cy="0"/>
        </a:xfrm>
      </p:grpSpPr>
      <p:pic>
        <p:nvPicPr>
          <p:cNvPr id="1477" name="Google Shape;1477;p139"/>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478" name="Google Shape;1478;p139"/>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479" name="Google Shape;1479;p139"/>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480" name="Google Shape;1480;p139"/>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481" name="Google Shape;1481;p139"/>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8">
    <p:spTree>
      <p:nvGrpSpPr>
        <p:cNvPr id="1" name="Shape 1482"/>
        <p:cNvGrpSpPr/>
        <p:nvPr/>
      </p:nvGrpSpPr>
      <p:grpSpPr>
        <a:xfrm>
          <a:off x="0" y="0"/>
          <a:ext cx="0" cy="0"/>
          <a:chOff x="0" y="0"/>
          <a:chExt cx="0" cy="0"/>
        </a:xfrm>
      </p:grpSpPr>
      <p:pic>
        <p:nvPicPr>
          <p:cNvPr id="1483" name="Google Shape;1483;p140"/>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484" name="Google Shape;1484;p140"/>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485" name="Google Shape;1485;p140"/>
          <p:cNvSpPr>
            <a:spLocks noGrp="1"/>
          </p:cNvSpPr>
          <p:nvPr>
            <p:ph type="pic" idx="2"/>
          </p:nvPr>
        </p:nvSpPr>
        <p:spPr>
          <a:xfrm>
            <a:off x="2805141" y="2431243"/>
            <a:ext cx="9004500" cy="3295800"/>
          </a:xfrm>
          <a:prstGeom prst="rect">
            <a:avLst/>
          </a:prstGeom>
          <a:solidFill>
            <a:srgbClr val="D8D8D8"/>
          </a:solidFill>
          <a:ln>
            <a:noFill/>
          </a:ln>
        </p:spPr>
        <p:txBody>
          <a:bodyPr/>
          <a:lstStyle/>
          <a:p>
            <a:endParaRPr lang="pt-BR" dirty="0"/>
          </a:p>
        </p:txBody>
      </p:sp>
      <p:sp>
        <p:nvSpPr>
          <p:cNvPr id="1486" name="Google Shape;1486;p140"/>
          <p:cNvSpPr txBox="1">
            <a:spLocks noGrp="1"/>
          </p:cNvSpPr>
          <p:nvPr>
            <p:ph type="body" idx="1"/>
          </p:nvPr>
        </p:nvSpPr>
        <p:spPr>
          <a:xfrm>
            <a:off x="2805142" y="5860191"/>
            <a:ext cx="9004800" cy="279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87" name="Google Shape;1487;p140"/>
          <p:cNvSpPr txBox="1">
            <a:spLocks noGrp="1"/>
          </p:cNvSpPr>
          <p:nvPr>
            <p:ph type="body" idx="3"/>
          </p:nvPr>
        </p:nvSpPr>
        <p:spPr>
          <a:xfrm>
            <a:off x="2805142" y="823383"/>
            <a:ext cx="9004800" cy="1363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88" name="Google Shape;1488;p140"/>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489" name="Google Shape;1489;p140"/>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matchingName="4. Exposição">
  <p:cSld name="2_4. Exposição 4">
    <p:spTree>
      <p:nvGrpSpPr>
        <p:cNvPr id="1" name="Shape 1490"/>
        <p:cNvGrpSpPr/>
        <p:nvPr/>
      </p:nvGrpSpPr>
      <p:grpSpPr>
        <a:xfrm>
          <a:off x="0" y="0"/>
          <a:ext cx="0" cy="0"/>
          <a:chOff x="0" y="0"/>
          <a:chExt cx="0" cy="0"/>
        </a:xfrm>
      </p:grpSpPr>
      <p:sp>
        <p:nvSpPr>
          <p:cNvPr id="1491" name="Google Shape;1491;p141"/>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cxnSp>
        <p:nvCxnSpPr>
          <p:cNvPr id="1492" name="Google Shape;1492;p141"/>
          <p:cNvCxnSpPr/>
          <p:nvPr/>
        </p:nvCxnSpPr>
        <p:spPr>
          <a:xfrm>
            <a:off x="343022" y="609127"/>
            <a:ext cx="7496100" cy="0"/>
          </a:xfrm>
          <a:prstGeom prst="straightConnector1">
            <a:avLst/>
          </a:prstGeom>
          <a:noFill/>
          <a:ln w="12700" cap="flat" cmpd="sng">
            <a:solidFill>
              <a:schemeClr val="dk1"/>
            </a:solidFill>
            <a:prstDash val="solid"/>
            <a:round/>
            <a:headEnd type="none" w="sm" len="sm"/>
            <a:tailEnd type="none" w="sm" len="sm"/>
          </a:ln>
        </p:spPr>
      </p:cxnSp>
      <p:sp>
        <p:nvSpPr>
          <p:cNvPr id="1493" name="Google Shape;1493;p141"/>
          <p:cNvSpPr txBox="1"/>
          <p:nvPr/>
        </p:nvSpPr>
        <p:spPr>
          <a:xfrm>
            <a:off x="343021" y="409155"/>
            <a:ext cx="4153500" cy="219000"/>
          </a:xfrm>
          <a:prstGeom prst="rect">
            <a:avLst/>
          </a:prstGeom>
          <a:noFill/>
          <a:ln>
            <a:noFill/>
          </a:ln>
        </p:spPr>
        <p:txBody>
          <a:bodyPr spcFirstLastPara="1" wrap="square" lIns="60950" tIns="60950" rIns="60950" bIns="60950" anchor="ctr" anchorCtr="0">
            <a:spAutoFit/>
          </a:bodyPr>
          <a:lstStyle/>
          <a:p>
            <a:pPr marL="0" marR="0" lvl="0" indent="0" algn="l" rtl="0">
              <a:lnSpc>
                <a:spcPct val="115000"/>
              </a:lnSpc>
              <a:spcBef>
                <a:spcPts val="0"/>
              </a:spcBef>
              <a:spcAft>
                <a:spcPts val="0"/>
              </a:spcAft>
              <a:buClr>
                <a:srgbClr val="000000"/>
              </a:buClr>
              <a:buSzPts val="3400"/>
              <a:buFont typeface="Arial"/>
              <a:buNone/>
            </a:pPr>
            <a:r>
              <a:rPr lang="pt-BR" sz="622" b="1" i="0" u="none" strike="noStrike" cap="none" dirty="0">
                <a:solidFill>
                  <a:srgbClr val="000000"/>
                </a:solidFill>
                <a:latin typeface="Arial"/>
                <a:ea typeface="Arial"/>
                <a:cs typeface="Arial"/>
                <a:sym typeface="Arial"/>
              </a:rPr>
              <a:t>Diversas aplicações</a:t>
            </a:r>
            <a:endParaRPr sz="933" b="1"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matchingName="4. Exposição">
  <p:cSld name="2_4. Exposição 5">
    <p:spTree>
      <p:nvGrpSpPr>
        <p:cNvPr id="1" name="Shape 1494"/>
        <p:cNvGrpSpPr/>
        <p:nvPr/>
      </p:nvGrpSpPr>
      <p:grpSpPr>
        <a:xfrm>
          <a:off x="0" y="0"/>
          <a:ext cx="0" cy="0"/>
          <a:chOff x="0" y="0"/>
          <a:chExt cx="0" cy="0"/>
        </a:xfrm>
      </p:grpSpPr>
      <p:sp>
        <p:nvSpPr>
          <p:cNvPr id="1495" name="Google Shape;1495;p142"/>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matchingName="Linha do Tempo2">
  <p:cSld name="1_Linha do Tempo2 2">
    <p:bg>
      <p:bgPr>
        <a:solidFill>
          <a:schemeClr val="lt1"/>
        </a:solidFill>
        <a:effectLst/>
      </p:bgPr>
    </p:bg>
    <p:spTree>
      <p:nvGrpSpPr>
        <p:cNvPr id="1" name="Shape 1496"/>
        <p:cNvGrpSpPr/>
        <p:nvPr/>
      </p:nvGrpSpPr>
      <p:grpSpPr>
        <a:xfrm>
          <a:off x="0" y="0"/>
          <a:ext cx="0" cy="0"/>
          <a:chOff x="0" y="0"/>
          <a:chExt cx="0" cy="0"/>
        </a:xfrm>
      </p:grpSpPr>
      <p:pic>
        <p:nvPicPr>
          <p:cNvPr id="1497" name="Google Shape;1497;p143"/>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498" name="Google Shape;1498;p143"/>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499" name="Google Shape;1499;p143"/>
          <p:cNvSpPr txBox="1">
            <a:spLocks noGrp="1"/>
          </p:cNvSpPr>
          <p:nvPr>
            <p:ph type="body" idx="1"/>
          </p:nvPr>
        </p:nvSpPr>
        <p:spPr>
          <a:xfrm>
            <a:off x="3104707" y="1664759"/>
            <a:ext cx="8240100" cy="24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1500" name="Google Shape;1500;p143"/>
          <p:cNvCxnSpPr/>
          <p:nvPr/>
        </p:nvCxnSpPr>
        <p:spPr>
          <a:xfrm>
            <a:off x="460698" y="3353252"/>
            <a:ext cx="11844600" cy="0"/>
          </a:xfrm>
          <a:prstGeom prst="straightConnector1">
            <a:avLst/>
          </a:prstGeom>
          <a:noFill/>
          <a:ln w="28575" cap="flat" cmpd="sng">
            <a:solidFill>
              <a:schemeClr val="dk1"/>
            </a:solidFill>
            <a:prstDash val="dot"/>
            <a:round/>
            <a:headEnd type="none" w="sm" len="sm"/>
            <a:tailEnd type="none" w="sm" len="sm"/>
          </a:ln>
        </p:spPr>
      </p:cxnSp>
      <p:sp>
        <p:nvSpPr>
          <p:cNvPr id="1501" name="Google Shape;1501;p143"/>
          <p:cNvSpPr txBox="1">
            <a:spLocks noGrp="1"/>
          </p:cNvSpPr>
          <p:nvPr>
            <p:ph type="body" idx="2"/>
          </p:nvPr>
        </p:nvSpPr>
        <p:spPr>
          <a:xfrm>
            <a:off x="3104707" y="1090293"/>
            <a:ext cx="7173300" cy="4179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000"/>
              <a:buFont typeface="Poppins"/>
              <a:buNone/>
              <a:defRPr sz="2000" b="1" i="0" u="none" strike="noStrike" cap="none">
                <a:solidFill>
                  <a:srgbClr val="FF161F"/>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1502" name="Google Shape;1502;p143"/>
          <p:cNvSpPr txBox="1"/>
          <p:nvPr/>
        </p:nvSpPr>
        <p:spPr>
          <a:xfrm>
            <a:off x="1635512" y="498087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503" name="Google Shape;1503;p143"/>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04" name="Google Shape;1504;p143"/>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matchingName="3. Conteudo">
  <p:cSld name="3. Ponto de partida">
    <p:spTree>
      <p:nvGrpSpPr>
        <p:cNvPr id="1" name="Shape 1506"/>
        <p:cNvGrpSpPr/>
        <p:nvPr/>
      </p:nvGrpSpPr>
      <p:grpSpPr>
        <a:xfrm>
          <a:off x="0" y="0"/>
          <a:ext cx="0" cy="0"/>
          <a:chOff x="0" y="0"/>
          <a:chExt cx="0" cy="0"/>
        </a:xfrm>
      </p:grpSpPr>
      <p:pic>
        <p:nvPicPr>
          <p:cNvPr id="1507" name="Google Shape;1507;p145"/>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1508" name="Google Shape;1508;p145"/>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509" name="Google Shape;1509;p145"/>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510" name="Google Shape;1510;p145"/>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511" name="Google Shape;1511;p145"/>
          <p:cNvSpPr txBox="1">
            <a:spLocks noGrp="1"/>
          </p:cNvSpPr>
          <p:nvPr>
            <p:ph type="body" idx="1"/>
          </p:nvPr>
        </p:nvSpPr>
        <p:spPr>
          <a:xfrm>
            <a:off x="3598334" y="2009776"/>
            <a:ext cx="8080500" cy="3739200"/>
          </a:xfrm>
          <a:prstGeom prst="rect">
            <a:avLst/>
          </a:prstGeom>
          <a:solidFill>
            <a:srgbClr val="D9D9D9"/>
          </a:solid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512" name="Google Shape;1512;p145"/>
          <p:cNvSpPr/>
          <p:nvPr/>
        </p:nvSpPr>
        <p:spPr>
          <a:xfrm>
            <a:off x="200185" y="269162"/>
            <a:ext cx="2290200" cy="16713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13" name="Google Shape;1513;p145"/>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a:ea typeface="Poppins Light"/>
                <a:cs typeface="Poppins Light"/>
                <a:sym typeface="Poppins Light"/>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matchingName="Título e Conteúdo">
  <p:cSld name="Título e Conteúdo">
    <p:spTree>
      <p:nvGrpSpPr>
        <p:cNvPr id="1" name="Shape 1514"/>
        <p:cNvGrpSpPr/>
        <p:nvPr/>
      </p:nvGrpSpPr>
      <p:grpSpPr>
        <a:xfrm>
          <a:off x="0" y="0"/>
          <a:ext cx="0" cy="0"/>
          <a:chOff x="0" y="0"/>
          <a:chExt cx="0" cy="0"/>
        </a:xfrm>
      </p:grpSpPr>
      <p:pic>
        <p:nvPicPr>
          <p:cNvPr id="1515" name="Google Shape;1515;p146"/>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516" name="Google Shape;1516;p146"/>
          <p:cNvPicPr preferRelativeResize="0"/>
          <p:nvPr/>
        </p:nvPicPr>
        <p:blipFill rotWithShape="1">
          <a:blip r:embed="rId3">
            <a:alphaModFix/>
          </a:blip>
          <a:srcRect/>
          <a:stretch/>
        </p:blipFill>
        <p:spPr>
          <a:xfrm>
            <a:off x="0" y="1434"/>
            <a:ext cx="12191999" cy="568301"/>
          </a:xfrm>
          <a:prstGeom prst="rect">
            <a:avLst/>
          </a:prstGeom>
          <a:noFill/>
          <a:ln>
            <a:noFill/>
          </a:ln>
        </p:spPr>
      </p:pic>
      <p:sp>
        <p:nvSpPr>
          <p:cNvPr id="1517" name="Google Shape;1517;p146"/>
          <p:cNvSpPr txBox="1">
            <a:spLocks noGrp="1"/>
          </p:cNvSpPr>
          <p:nvPr>
            <p:ph type="body" idx="1"/>
          </p:nvPr>
        </p:nvSpPr>
        <p:spPr>
          <a:xfrm>
            <a:off x="3178176" y="1031875"/>
            <a:ext cx="4616400" cy="536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518" name="Google Shape;1518;p146"/>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19" name="Google Shape;1519;p146"/>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matchingName="Atividade">
  <p:cSld name="1_Atividade">
    <p:spTree>
      <p:nvGrpSpPr>
        <p:cNvPr id="1" name="Shape 1520"/>
        <p:cNvGrpSpPr/>
        <p:nvPr/>
      </p:nvGrpSpPr>
      <p:grpSpPr>
        <a:xfrm>
          <a:off x="0" y="0"/>
          <a:ext cx="0" cy="0"/>
          <a:chOff x="0" y="0"/>
          <a:chExt cx="0" cy="0"/>
        </a:xfrm>
      </p:grpSpPr>
      <p:pic>
        <p:nvPicPr>
          <p:cNvPr id="1521" name="Google Shape;1521;p147"/>
          <p:cNvPicPr preferRelativeResize="0"/>
          <p:nvPr/>
        </p:nvPicPr>
        <p:blipFill rotWithShape="1">
          <a:blip r:embed="rId2">
            <a:alphaModFix/>
          </a:blip>
          <a:srcRect/>
          <a:stretch/>
        </p:blipFill>
        <p:spPr>
          <a:xfrm>
            <a:off x="4" y="0"/>
            <a:ext cx="12192000" cy="6857988"/>
          </a:xfrm>
          <a:prstGeom prst="rect">
            <a:avLst/>
          </a:prstGeom>
          <a:noFill/>
          <a:ln>
            <a:noFill/>
          </a:ln>
        </p:spPr>
      </p:pic>
      <p:sp>
        <p:nvSpPr>
          <p:cNvPr id="1522" name="Google Shape;1522;p147"/>
          <p:cNvSpPr txBox="1"/>
          <p:nvPr/>
        </p:nvSpPr>
        <p:spPr>
          <a:xfrm>
            <a:off x="2510117" y="-585694"/>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523" name="Google Shape;1523;p147"/>
          <p:cNvSpPr txBox="1">
            <a:spLocks noGrp="1"/>
          </p:cNvSpPr>
          <p:nvPr>
            <p:ph type="body" idx="1"/>
          </p:nvPr>
        </p:nvSpPr>
        <p:spPr>
          <a:xfrm>
            <a:off x="3026388" y="1395942"/>
            <a:ext cx="7107300" cy="51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2533" b="1" i="0" u="none" strike="noStrike" cap="none">
                <a:solidFill>
                  <a:schemeClr val="lt1"/>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524" name="Google Shape;1524;p147"/>
          <p:cNvSpPr txBox="1">
            <a:spLocks noGrp="1"/>
          </p:cNvSpPr>
          <p:nvPr>
            <p:ph type="body" idx="2"/>
          </p:nvPr>
        </p:nvSpPr>
        <p:spPr>
          <a:xfrm>
            <a:off x="3026389" y="2075496"/>
            <a:ext cx="7107300" cy="732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467" b="0" i="0" u="none" strike="noStrike" cap="none">
                <a:solidFill>
                  <a:schemeClr val="lt1"/>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525" name="Google Shape;1525;p147"/>
          <p:cNvSpPr/>
          <p:nvPr/>
        </p:nvSpPr>
        <p:spPr>
          <a:xfrm>
            <a:off x="200184" y="44804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26" name="Google Shape;1526;p147"/>
          <p:cNvSpPr txBox="1"/>
          <p:nvPr/>
        </p:nvSpPr>
        <p:spPr>
          <a:xfrm>
            <a:off x="629139" y="882775"/>
            <a:ext cx="1528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Pause 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responda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matchingName="5_OqueAprendemos">
  <p:cSld name="6_OqueAprendemos">
    <p:spTree>
      <p:nvGrpSpPr>
        <p:cNvPr id="1" name="Shape 1527"/>
        <p:cNvGrpSpPr/>
        <p:nvPr/>
      </p:nvGrpSpPr>
      <p:grpSpPr>
        <a:xfrm>
          <a:off x="0" y="0"/>
          <a:ext cx="0" cy="0"/>
          <a:chOff x="0" y="0"/>
          <a:chExt cx="0" cy="0"/>
        </a:xfrm>
      </p:grpSpPr>
      <p:pic>
        <p:nvPicPr>
          <p:cNvPr id="1528" name="Google Shape;1528;p148"/>
          <p:cNvPicPr preferRelativeResize="0"/>
          <p:nvPr/>
        </p:nvPicPr>
        <p:blipFill rotWithShape="1">
          <a:blip r:embed="rId2">
            <a:alphaModFix/>
          </a:blip>
          <a:srcRect/>
          <a:stretch/>
        </p:blipFill>
        <p:spPr>
          <a:xfrm>
            <a:off x="0" y="0"/>
            <a:ext cx="3775249" cy="6857983"/>
          </a:xfrm>
          <a:prstGeom prst="rect">
            <a:avLst/>
          </a:prstGeom>
          <a:noFill/>
          <a:ln>
            <a:noFill/>
          </a:ln>
        </p:spPr>
      </p:pic>
      <p:pic>
        <p:nvPicPr>
          <p:cNvPr id="1529" name="Google Shape;1529;p148"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32497" y="695158"/>
            <a:ext cx="3823200" cy="3899400"/>
          </a:xfrm>
          <a:prstGeom prst="ellipse">
            <a:avLst/>
          </a:prstGeom>
          <a:noFill/>
          <a:ln>
            <a:noFill/>
          </a:ln>
        </p:spPr>
      </p:pic>
      <p:sp>
        <p:nvSpPr>
          <p:cNvPr id="1530" name="Google Shape;1530;p148"/>
          <p:cNvSpPr txBox="1"/>
          <p:nvPr/>
        </p:nvSpPr>
        <p:spPr>
          <a:xfrm>
            <a:off x="918094" y="4658787"/>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800" b="0" i="0" u="none" strike="noStrike" cap="none" dirty="0">
              <a:solidFill>
                <a:schemeClr val="lt1"/>
              </a:solidFill>
              <a:latin typeface="Poppins Light"/>
              <a:ea typeface="Poppins Light"/>
              <a:cs typeface="Poppins Light"/>
              <a:sym typeface="Poppins Light"/>
            </a:endParaRPr>
          </a:p>
        </p:txBody>
      </p:sp>
      <p:sp>
        <p:nvSpPr>
          <p:cNvPr id="1531" name="Google Shape;1531;p148"/>
          <p:cNvSpPr>
            <a:spLocks noGrp="1"/>
          </p:cNvSpPr>
          <p:nvPr>
            <p:ph type="pic" idx="2"/>
          </p:nvPr>
        </p:nvSpPr>
        <p:spPr>
          <a:xfrm>
            <a:off x="4868334" y="1691217"/>
            <a:ext cx="6354300" cy="4068300"/>
          </a:xfrm>
          <a:prstGeom prst="rect">
            <a:avLst/>
          </a:prstGeom>
          <a:solidFill>
            <a:srgbClr val="D8D8D8"/>
          </a:solidFill>
          <a:ln>
            <a:noFill/>
          </a:ln>
        </p:spPr>
        <p:txBody>
          <a:bodyPr/>
          <a:lstStyle/>
          <a:p>
            <a:endParaRPr lang="pt-BR" dirty="0"/>
          </a:p>
        </p:txBody>
      </p:sp>
      <p:sp>
        <p:nvSpPr>
          <p:cNvPr id="1532" name="Google Shape;1532;p148"/>
          <p:cNvSpPr/>
          <p:nvPr/>
        </p:nvSpPr>
        <p:spPr>
          <a:xfrm>
            <a:off x="1827147" y="369589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33" name="Google Shape;1533;p148"/>
          <p:cNvSpPr txBox="1"/>
          <p:nvPr/>
        </p:nvSpPr>
        <p:spPr>
          <a:xfrm>
            <a:off x="2025947" y="3952324"/>
            <a:ext cx="2001900" cy="1077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O que nós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aprendemos hoje?</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matchingName="1_4. Exposição">
  <p:cSld name="1_4. Exposição">
    <p:spTree>
      <p:nvGrpSpPr>
        <p:cNvPr id="1" name="Shape 1534"/>
        <p:cNvGrpSpPr/>
        <p:nvPr/>
      </p:nvGrpSpPr>
      <p:grpSpPr>
        <a:xfrm>
          <a:off x="0" y="0"/>
          <a:ext cx="0" cy="0"/>
          <a:chOff x="0" y="0"/>
          <a:chExt cx="0" cy="0"/>
        </a:xfrm>
      </p:grpSpPr>
      <p:pic>
        <p:nvPicPr>
          <p:cNvPr id="1535" name="Google Shape;1535;p149"/>
          <p:cNvPicPr preferRelativeResize="0"/>
          <p:nvPr/>
        </p:nvPicPr>
        <p:blipFill rotWithShape="1">
          <a:blip r:embed="rId2">
            <a:alphaModFix/>
          </a:blip>
          <a:srcRect/>
          <a:stretch/>
        </p:blipFill>
        <p:spPr>
          <a:xfrm>
            <a:off x="4" y="0"/>
            <a:ext cx="12192002" cy="6857989"/>
          </a:xfrm>
          <a:prstGeom prst="rect">
            <a:avLst/>
          </a:prstGeom>
          <a:noFill/>
          <a:ln>
            <a:noFill/>
          </a:ln>
        </p:spPr>
      </p:pic>
      <p:sp>
        <p:nvSpPr>
          <p:cNvPr id="1536" name="Google Shape;1536;p149"/>
          <p:cNvSpPr/>
          <p:nvPr/>
        </p:nvSpPr>
        <p:spPr>
          <a:xfrm>
            <a:off x="5260792" y="304269"/>
            <a:ext cx="6553800" cy="5568300"/>
          </a:xfrm>
          <a:prstGeom prst="roundRect">
            <a:avLst>
              <a:gd name="adj" fmla="val 16667"/>
            </a:avLst>
          </a:prstGeom>
          <a:solidFill>
            <a:schemeClr val="lt1"/>
          </a:solidFill>
          <a:ln>
            <a:noFill/>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37" name="Google Shape;1537;p149"/>
          <p:cNvSpPr txBox="1">
            <a:spLocks noGrp="1"/>
          </p:cNvSpPr>
          <p:nvPr>
            <p:ph type="body" idx="1"/>
          </p:nvPr>
        </p:nvSpPr>
        <p:spPr>
          <a:xfrm>
            <a:off x="6087875" y="1378003"/>
            <a:ext cx="5071800" cy="22962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538" name="Google Shape;1538;p149"/>
          <p:cNvSpPr txBox="1"/>
          <p:nvPr/>
        </p:nvSpPr>
        <p:spPr>
          <a:xfrm>
            <a:off x="3178098" y="-289932"/>
            <a:ext cx="0" cy="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2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matchingName="3_Atividade_Seminario">
  <p:cSld name="4_Atividade_Seminario">
    <p:spTree>
      <p:nvGrpSpPr>
        <p:cNvPr id="1" name="Shape 1539"/>
        <p:cNvGrpSpPr/>
        <p:nvPr/>
      </p:nvGrpSpPr>
      <p:grpSpPr>
        <a:xfrm>
          <a:off x="0" y="0"/>
          <a:ext cx="0" cy="0"/>
          <a:chOff x="0" y="0"/>
          <a:chExt cx="0" cy="0"/>
        </a:xfrm>
      </p:grpSpPr>
      <p:pic>
        <p:nvPicPr>
          <p:cNvPr id="1540" name="Google Shape;1540;p150"/>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541" name="Google Shape;1541;p150"/>
          <p:cNvPicPr preferRelativeResize="0"/>
          <p:nvPr/>
        </p:nvPicPr>
        <p:blipFill rotWithShape="1">
          <a:blip r:embed="rId3">
            <a:alphaModFix/>
          </a:blip>
          <a:srcRect/>
          <a:stretch/>
        </p:blipFill>
        <p:spPr>
          <a:xfrm>
            <a:off x="0" y="1434"/>
            <a:ext cx="12191999" cy="568301"/>
          </a:xfrm>
          <a:prstGeom prst="rect">
            <a:avLst/>
          </a:prstGeom>
          <a:noFill/>
          <a:ln>
            <a:noFill/>
          </a:ln>
        </p:spPr>
      </p:pic>
      <p:sp>
        <p:nvSpPr>
          <p:cNvPr id="1542" name="Google Shape;1542;p150"/>
          <p:cNvSpPr txBox="1">
            <a:spLocks noGrp="1"/>
          </p:cNvSpPr>
          <p:nvPr>
            <p:ph type="body" idx="1"/>
          </p:nvPr>
        </p:nvSpPr>
        <p:spPr>
          <a:xfrm>
            <a:off x="632648" y="1701800"/>
            <a:ext cx="11081700" cy="4145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00"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543" name="Google Shape;1543;p150"/>
          <p:cNvSpPr txBox="1"/>
          <p:nvPr/>
        </p:nvSpPr>
        <p:spPr>
          <a:xfrm>
            <a:off x="632648" y="1011053"/>
            <a:ext cx="6345600" cy="492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3200" b="1" i="0" u="none" strike="noStrike" cap="none" dirty="0">
                <a:solidFill>
                  <a:srgbClr val="FF161F"/>
                </a:solidFill>
                <a:latin typeface="Poppins"/>
                <a:ea typeface="Poppins"/>
                <a:cs typeface="Poppins"/>
                <a:sym typeface="Poppins"/>
              </a:rPr>
              <a:t>Referências da aula</a:t>
            </a:r>
            <a:endParaRPr sz="3200" b="0" i="0" u="none" strike="noStrike" cap="none" dirty="0">
              <a:solidFill>
                <a:srgbClr val="FF161F"/>
              </a:solidFill>
              <a:latin typeface="Poppins"/>
              <a:ea typeface="Poppins"/>
              <a:cs typeface="Poppins"/>
              <a:sym typeface="Poppins"/>
            </a:endParaRPr>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matchingName="Layout Personalizado">
  <p:cSld name="2_Layout Personalizado">
    <p:spTree>
      <p:nvGrpSpPr>
        <p:cNvPr id="1" name="Shape 1544"/>
        <p:cNvGrpSpPr/>
        <p:nvPr/>
      </p:nvGrpSpPr>
      <p:grpSpPr>
        <a:xfrm>
          <a:off x="0" y="0"/>
          <a:ext cx="0" cy="0"/>
          <a:chOff x="0" y="0"/>
          <a:chExt cx="0" cy="0"/>
        </a:xfrm>
      </p:grpSpPr>
      <p:pic>
        <p:nvPicPr>
          <p:cNvPr id="1545" name="Google Shape;1545;p151"/>
          <p:cNvPicPr preferRelativeResize="0"/>
          <p:nvPr/>
        </p:nvPicPr>
        <p:blipFill rotWithShape="1">
          <a:blip r:embed="rId2">
            <a:alphaModFix/>
          </a:blip>
          <a:srcRect/>
          <a:stretch/>
        </p:blipFill>
        <p:spPr>
          <a:xfrm>
            <a:off x="0" y="0"/>
            <a:ext cx="12191999" cy="6859201"/>
          </a:xfrm>
          <a:prstGeom prst="rect">
            <a:avLst/>
          </a:prstGeom>
          <a:noFill/>
          <a:ln>
            <a:noFill/>
          </a:ln>
        </p:spPr>
      </p:pic>
      <p:grpSp>
        <p:nvGrpSpPr>
          <p:cNvPr id="1546" name="Google Shape;1546;p151"/>
          <p:cNvGrpSpPr/>
          <p:nvPr/>
        </p:nvGrpSpPr>
        <p:grpSpPr>
          <a:xfrm>
            <a:off x="0" y="1"/>
            <a:ext cx="8566500" cy="5379981"/>
            <a:chOff x="0" y="0"/>
            <a:chExt cx="8566500" cy="5808033"/>
          </a:xfrm>
        </p:grpSpPr>
        <p:sp>
          <p:nvSpPr>
            <p:cNvPr id="1547" name="Google Shape;1547;p151"/>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48" name="Google Shape;1548;p151"/>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49" name="Google Shape;1549;p151"/>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
        <p:nvSpPr>
          <p:cNvPr id="1550" name="Google Shape;1550;p151"/>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551" name="Google Shape;1551;p151"/>
          <p:cNvSpPr txBox="1"/>
          <p:nvPr/>
        </p:nvSpPr>
        <p:spPr>
          <a:xfrm>
            <a:off x="625132" y="2553290"/>
            <a:ext cx="6814800" cy="53550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chemeClr val="dk1"/>
              </a:buClr>
              <a:buSzPts val="4500"/>
              <a:buFont typeface="Arial"/>
              <a:buNone/>
            </a:pPr>
            <a:r>
              <a:rPr lang="pt-BR" sz="3000" b="1" i="0" u="none" strike="noStrike" cap="none" dirty="0">
                <a:solidFill>
                  <a:srgbClr val="FF161F"/>
                </a:solidFill>
                <a:latin typeface="Poppins"/>
                <a:ea typeface="Poppins"/>
                <a:cs typeface="Poppins"/>
                <a:sym typeface="Poppins"/>
              </a:rPr>
              <a:t>Orientações ao professor</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matchingName="4. Exposição">
  <p:cSld name="2_4. Exposição">
    <p:spTree>
      <p:nvGrpSpPr>
        <p:cNvPr id="1" name="Shape 1552"/>
        <p:cNvGrpSpPr/>
        <p:nvPr/>
      </p:nvGrpSpPr>
      <p:grpSpPr>
        <a:xfrm>
          <a:off x="0" y="0"/>
          <a:ext cx="0" cy="0"/>
          <a:chOff x="0" y="0"/>
          <a:chExt cx="0" cy="0"/>
        </a:xfrm>
      </p:grpSpPr>
      <p:sp>
        <p:nvSpPr>
          <p:cNvPr id="1553" name="Google Shape;1553;p152"/>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matchingName="3. Conteudo">
  <p:cSld name="2_3. Conteudo">
    <p:spTree>
      <p:nvGrpSpPr>
        <p:cNvPr id="1" name="Shape 1554"/>
        <p:cNvGrpSpPr/>
        <p:nvPr/>
      </p:nvGrpSpPr>
      <p:grpSpPr>
        <a:xfrm>
          <a:off x="0" y="0"/>
          <a:ext cx="0" cy="0"/>
          <a:chOff x="0" y="0"/>
          <a:chExt cx="0" cy="0"/>
        </a:xfrm>
      </p:grpSpPr>
      <p:pic>
        <p:nvPicPr>
          <p:cNvPr id="1555" name="Google Shape;1555;p153"/>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1556" name="Google Shape;1556;p153"/>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557" name="Google Shape;1557;p153"/>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558" name="Google Shape;1558;p153"/>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559" name="Google Shape;1559;p153"/>
          <p:cNvSpPr txBox="1">
            <a:spLocks noGrp="1"/>
          </p:cNvSpPr>
          <p:nvPr>
            <p:ph type="body" idx="1"/>
          </p:nvPr>
        </p:nvSpPr>
        <p:spPr>
          <a:xfrm>
            <a:off x="3707268" y="641350"/>
            <a:ext cx="7366200" cy="1732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560" name="Google Shape;1560;p153"/>
          <p:cNvSpPr txBox="1">
            <a:spLocks noGrp="1"/>
          </p:cNvSpPr>
          <p:nvPr>
            <p:ph type="body" idx="2"/>
          </p:nvPr>
        </p:nvSpPr>
        <p:spPr>
          <a:xfrm>
            <a:off x="4428690" y="2540104"/>
            <a:ext cx="6644700" cy="348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561" name="Google Shape;1561;p153"/>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62" name="Google Shape;1562;p153"/>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matchingName="3_Layout Personalizado">
  <p:cSld name="3_Layout Personalizado">
    <p:spTree>
      <p:nvGrpSpPr>
        <p:cNvPr id="1" name="Shape 1580"/>
        <p:cNvGrpSpPr/>
        <p:nvPr/>
      </p:nvGrpSpPr>
      <p:grpSpPr>
        <a:xfrm>
          <a:off x="0" y="0"/>
          <a:ext cx="0" cy="0"/>
          <a:chOff x="0" y="0"/>
          <a:chExt cx="0" cy="0"/>
        </a:xfrm>
      </p:grpSpPr>
      <p:sp>
        <p:nvSpPr>
          <p:cNvPr id="1581" name="Google Shape;1581;p155"/>
          <p:cNvSpPr/>
          <p:nvPr/>
        </p:nvSpPr>
        <p:spPr>
          <a:xfrm>
            <a:off x="0" y="0"/>
            <a:ext cx="12192000" cy="6858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1582" name="Google Shape;1582;p155"/>
          <p:cNvSpPr/>
          <p:nvPr/>
        </p:nvSpPr>
        <p:spPr>
          <a:xfrm>
            <a:off x="5802699" y="1543035"/>
            <a:ext cx="4206000" cy="3044100"/>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83" name="Google Shape;1583;p155"/>
          <p:cNvSpPr txBox="1"/>
          <p:nvPr/>
        </p:nvSpPr>
        <p:spPr>
          <a:xfrm>
            <a:off x="2149362" y="2398780"/>
            <a:ext cx="3401700" cy="1851600"/>
          </a:xfrm>
          <a:prstGeom prst="rect">
            <a:avLst/>
          </a:prstGeom>
          <a:noFill/>
          <a:ln>
            <a:noFill/>
          </a:ln>
        </p:spPr>
        <p:txBody>
          <a:bodyPr spcFirstLastPara="1" wrap="square" lIns="0" tIns="0" rIns="0" bIns="0" anchor="t" anchorCtr="0">
            <a:spAutoFit/>
          </a:bodyPr>
          <a:lstStyle/>
          <a:p>
            <a:pPr marL="0" marR="0" lvl="0" indent="0" algn="r" rtl="0">
              <a:lnSpc>
                <a:spcPct val="93999"/>
              </a:lnSpc>
              <a:spcBef>
                <a:spcPts val="0"/>
              </a:spcBef>
              <a:spcAft>
                <a:spcPts val="0"/>
              </a:spcAft>
              <a:buClr>
                <a:srgbClr val="000000"/>
              </a:buClr>
              <a:buSzPts val="4266"/>
              <a:buFont typeface="Arial"/>
              <a:buNone/>
            </a:pPr>
            <a:r>
              <a:rPr lang="pt-BR" sz="4266" b="1" i="0" u="none" strike="noStrike" cap="none" dirty="0">
                <a:solidFill>
                  <a:srgbClr val="000000"/>
                </a:solidFill>
                <a:latin typeface="Poppins"/>
                <a:ea typeface="Poppins"/>
                <a:cs typeface="Poppins"/>
                <a:sym typeface="Poppins"/>
              </a:rPr>
              <a:t>Educação Profissional Paulista</a:t>
            </a:r>
            <a:endParaRPr sz="1400" b="0" i="0" u="none" strike="noStrike" cap="none" dirty="0">
              <a:solidFill>
                <a:srgbClr val="000000"/>
              </a:solidFill>
              <a:latin typeface="Arial"/>
              <a:ea typeface="Arial"/>
              <a:cs typeface="Arial"/>
              <a:sym typeface="Arial"/>
            </a:endParaRPr>
          </a:p>
        </p:txBody>
      </p:sp>
      <p:sp>
        <p:nvSpPr>
          <p:cNvPr id="1584" name="Google Shape;1584;p155"/>
          <p:cNvSpPr txBox="1"/>
          <p:nvPr/>
        </p:nvSpPr>
        <p:spPr>
          <a:xfrm>
            <a:off x="6069602" y="2317274"/>
            <a:ext cx="3578400" cy="513300"/>
          </a:xfrm>
          <a:prstGeom prst="rect">
            <a:avLst/>
          </a:prstGeom>
          <a:noFill/>
          <a:ln>
            <a:noFill/>
          </a:ln>
        </p:spPr>
        <p:txBody>
          <a:bodyPr spcFirstLastPara="1" wrap="square" lIns="0" tIns="0" rIns="0" bIns="0" anchor="t" anchorCtr="0">
            <a:spAutoFit/>
          </a:bodyPr>
          <a:lstStyle/>
          <a:p>
            <a:pPr marL="0" marR="0" lvl="0" indent="0" algn="l" rtl="0">
              <a:lnSpc>
                <a:spcPct val="136892"/>
              </a:lnSpc>
              <a:spcBef>
                <a:spcPts val="0"/>
              </a:spcBef>
              <a:spcAft>
                <a:spcPts val="0"/>
              </a:spcAft>
              <a:buClr>
                <a:srgbClr val="000000"/>
              </a:buClr>
              <a:buSzPts val="3334"/>
              <a:buFont typeface="Arial"/>
              <a:buNone/>
            </a:pPr>
            <a:r>
              <a:rPr lang="pt-BR" sz="3334" b="0" i="0" u="none" strike="noStrike" cap="none" dirty="0">
                <a:solidFill>
                  <a:srgbClr val="FFFFFF"/>
                </a:solidFill>
                <a:latin typeface="Poppins Light"/>
                <a:ea typeface="Poppins Light"/>
                <a:cs typeface="Poppins Light"/>
                <a:sym typeface="Poppins Light"/>
              </a:rPr>
              <a:t>Técnico em </a:t>
            </a:r>
            <a:endParaRPr sz="1400" b="0" i="0" u="none" strike="noStrike" cap="none" dirty="0">
              <a:solidFill>
                <a:srgbClr val="000000"/>
              </a:solidFill>
              <a:latin typeface="Arial"/>
              <a:ea typeface="Arial"/>
              <a:cs typeface="Arial"/>
              <a:sym typeface="Arial"/>
            </a:endParaRPr>
          </a:p>
        </p:txBody>
      </p:sp>
      <p:sp>
        <p:nvSpPr>
          <p:cNvPr id="1585" name="Google Shape;1585;p155"/>
          <p:cNvSpPr txBox="1"/>
          <p:nvPr/>
        </p:nvSpPr>
        <p:spPr>
          <a:xfrm>
            <a:off x="6116400" y="2896479"/>
            <a:ext cx="3673800" cy="964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133"/>
              <a:buFont typeface="Arial"/>
              <a:buNone/>
            </a:pPr>
            <a:r>
              <a:rPr lang="pt-BR" sz="3133" b="1" i="0" u="none" strike="noStrike" cap="none" dirty="0">
                <a:solidFill>
                  <a:srgbClr val="FFFFFF"/>
                </a:solidFill>
                <a:latin typeface="Poppins"/>
                <a:ea typeface="Poppins"/>
                <a:cs typeface="Poppins"/>
                <a:sym typeface="Poppins"/>
              </a:rPr>
              <a:t>Desenvolvimento de Sistemas</a:t>
            </a:r>
            <a:endParaRPr sz="1400" b="0" i="0" u="none" strike="noStrike" cap="none" dirty="0">
              <a:solidFill>
                <a:srgbClr val="000000"/>
              </a:solidFill>
              <a:latin typeface="Arial"/>
              <a:ea typeface="Arial"/>
              <a:cs typeface="Arial"/>
              <a:sym typeface="Arial"/>
            </a:endParaRPr>
          </a:p>
        </p:txBody>
      </p:sp>
      <p:pic>
        <p:nvPicPr>
          <p:cNvPr id="1586" name="Google Shape;1586;p155" descr="Logotipo&#10;&#10;O conteúdo gerado por IA pode estar incorreto."/>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4828111" y="5385674"/>
            <a:ext cx="2535775" cy="1147457"/>
          </a:xfrm>
          <a:prstGeom prst="rect">
            <a:avLst/>
          </a:prstGeom>
          <a:noFill/>
          <a:ln>
            <a:noFill/>
          </a:ln>
        </p:spPr>
      </p:pic>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matchingName="Layout Personalizado">
  <p:cSld name="Layout Personalizado">
    <p:spTree>
      <p:nvGrpSpPr>
        <p:cNvPr id="1" name="Shape 1587"/>
        <p:cNvGrpSpPr/>
        <p:nvPr/>
      </p:nvGrpSpPr>
      <p:grpSpPr>
        <a:xfrm>
          <a:off x="0" y="0"/>
          <a:ext cx="0" cy="0"/>
          <a:chOff x="0" y="0"/>
          <a:chExt cx="0" cy="0"/>
        </a:xfrm>
      </p:grpSpPr>
      <p:pic>
        <p:nvPicPr>
          <p:cNvPr id="1588" name="Google Shape;1588;p156"/>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0" y="0"/>
            <a:ext cx="8566486" cy="6857999"/>
          </a:xfrm>
          <a:prstGeom prst="rect">
            <a:avLst/>
          </a:prstGeom>
          <a:noFill/>
          <a:ln>
            <a:noFill/>
          </a:ln>
        </p:spPr>
      </p:pic>
      <p:grpSp>
        <p:nvGrpSpPr>
          <p:cNvPr id="1589" name="Google Shape;1589;p156"/>
          <p:cNvGrpSpPr/>
          <p:nvPr/>
        </p:nvGrpSpPr>
        <p:grpSpPr>
          <a:xfrm>
            <a:off x="9767223" y="6379123"/>
            <a:ext cx="2435717" cy="499880"/>
            <a:chOff x="14634602" y="9537218"/>
            <a:chExt cx="3653392" cy="749782"/>
          </a:xfrm>
        </p:grpSpPr>
        <p:pic>
          <p:nvPicPr>
            <p:cNvPr id="1590" name="Google Shape;1590;p156"/>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1591" name="Google Shape;1591;p156" descr="Logotipo"/>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1592" name="Google Shape;1592;p156"/>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1593" name="Google Shape;1593;p156"/>
          <p:cNvPicPr preferRelativeResize="0"/>
          <p:nvPr/>
        </p:nvPicPr>
        <p:blipFill rotWithShape="1">
          <a:blip r:embed="rId5">
            <a:alphaModFix/>
          </a:blip>
          <a:srcRect/>
          <a:stretch/>
        </p:blipFill>
        <p:spPr>
          <a:xfrm>
            <a:off x="0" y="0"/>
            <a:ext cx="12191999" cy="6859201"/>
          </a:xfrm>
          <a:prstGeom prst="rect">
            <a:avLst/>
          </a:prstGeom>
          <a:noFill/>
          <a:ln>
            <a:noFill/>
          </a:ln>
        </p:spPr>
      </p:pic>
      <p:grpSp>
        <p:nvGrpSpPr>
          <p:cNvPr id="1594" name="Google Shape;1594;p156"/>
          <p:cNvGrpSpPr/>
          <p:nvPr/>
        </p:nvGrpSpPr>
        <p:grpSpPr>
          <a:xfrm>
            <a:off x="10400796" y="6090630"/>
            <a:ext cx="1791300" cy="767400"/>
            <a:chOff x="10400796" y="6090630"/>
            <a:chExt cx="1791300" cy="767400"/>
          </a:xfrm>
        </p:grpSpPr>
        <p:sp>
          <p:nvSpPr>
            <p:cNvPr id="1595" name="Google Shape;1595;p156"/>
            <p:cNvSpPr/>
            <p:nvPr/>
          </p:nvSpPr>
          <p:spPr>
            <a:xfrm>
              <a:off x="10400796" y="6090630"/>
              <a:ext cx="1791300" cy="767400"/>
            </a:xfrm>
            <a:prstGeom prst="round2SameRect">
              <a:avLst>
                <a:gd name="adj1" fmla="val 15454"/>
                <a:gd name="adj2" fmla="val 0"/>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96" name="Google Shape;1596;p156"/>
            <p:cNvSpPr/>
            <p:nvPr/>
          </p:nvSpPr>
          <p:spPr>
            <a:xfrm>
              <a:off x="11842890" y="6090630"/>
              <a:ext cx="349200" cy="306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pic>
        <p:nvPicPr>
          <p:cNvPr id="1597" name="Google Shape;1597;p156" descr="Logotipo&#10;&#10;O conteúdo gerado por IA pode estar incorreto."/>
          <p:cNvPicPr preferRelativeResize="0"/>
          <p:nvPr/>
        </p:nvPicPr>
        <p:blipFill rotWithShape="1">
          <a:blip r:embed="rId6" cstate="hqprint">
            <a:alphaModFix/>
            <a:extLst>
              <a:ext uri="{28A0092B-C50C-407E-A947-70E740481C1C}">
                <a14:useLocalDpi xmlns:a14="http://schemas.microsoft.com/office/drawing/2010/main"/>
              </a:ext>
            </a:extLst>
          </a:blip>
          <a:srcRect/>
          <a:stretch/>
        </p:blipFill>
        <p:spPr>
          <a:xfrm>
            <a:off x="10534930" y="6126882"/>
            <a:ext cx="1539045" cy="696428"/>
          </a:xfrm>
          <a:prstGeom prst="rect">
            <a:avLst/>
          </a:prstGeom>
          <a:noFill/>
          <a:ln>
            <a:noFill/>
          </a:ln>
        </p:spPr>
      </p:pic>
      <p:grpSp>
        <p:nvGrpSpPr>
          <p:cNvPr id="1598" name="Google Shape;1598;p156"/>
          <p:cNvGrpSpPr/>
          <p:nvPr/>
        </p:nvGrpSpPr>
        <p:grpSpPr>
          <a:xfrm>
            <a:off x="0" y="1"/>
            <a:ext cx="8566500" cy="5379981"/>
            <a:chOff x="0" y="0"/>
            <a:chExt cx="8566500" cy="5808033"/>
          </a:xfrm>
        </p:grpSpPr>
        <p:sp>
          <p:nvSpPr>
            <p:cNvPr id="1599" name="Google Shape;1599;p156"/>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600" name="Google Shape;1600;p156"/>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601" name="Google Shape;1601;p156"/>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matchingName="1_Atividade_embranco">
  <p:cSld name="2_Atividade_embranco">
    <p:spTree>
      <p:nvGrpSpPr>
        <p:cNvPr id="1" name="Shape 1602"/>
        <p:cNvGrpSpPr/>
        <p:nvPr/>
      </p:nvGrpSpPr>
      <p:grpSpPr>
        <a:xfrm>
          <a:off x="0" y="0"/>
          <a:ext cx="0" cy="0"/>
          <a:chOff x="0" y="0"/>
          <a:chExt cx="0" cy="0"/>
        </a:xfrm>
      </p:grpSpPr>
      <p:sp>
        <p:nvSpPr>
          <p:cNvPr id="1603" name="Google Shape;1603;p157"/>
          <p:cNvSpPr>
            <a:spLocks noGrp="1"/>
          </p:cNvSpPr>
          <p:nvPr>
            <p:ph type="pic" idx="2"/>
          </p:nvPr>
        </p:nvSpPr>
        <p:spPr>
          <a:xfrm>
            <a:off x="0" y="0"/>
            <a:ext cx="12192000" cy="6858000"/>
          </a:xfrm>
          <a:prstGeom prst="rect">
            <a:avLst/>
          </a:prstGeom>
          <a:solidFill>
            <a:srgbClr val="D8D8D8"/>
          </a:solidFill>
          <a:ln>
            <a:noFill/>
          </a:ln>
        </p:spPr>
        <p:txBody>
          <a:bodyPr/>
          <a:lstStyle/>
          <a:p>
            <a:endParaRPr lang="pt-BR" dirty="0"/>
          </a:p>
        </p:txBody>
      </p:sp>
      <p:sp>
        <p:nvSpPr>
          <p:cNvPr id="1604" name="Google Shape;1604;p157"/>
          <p:cNvSpPr>
            <a:spLocks noGrp="1"/>
          </p:cNvSpPr>
          <p:nvPr>
            <p:ph type="media" idx="3"/>
          </p:nvPr>
        </p:nvSpPr>
        <p:spPr>
          <a:xfrm>
            <a:off x="862542" y="887942"/>
            <a:ext cx="4092600" cy="36057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dirty="0"/>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matchingName="1_1. Conteudo">
  <p:cSld name="2_1. Conteudo">
    <p:spTree>
      <p:nvGrpSpPr>
        <p:cNvPr id="1" name="Shape 1605"/>
        <p:cNvGrpSpPr/>
        <p:nvPr/>
      </p:nvGrpSpPr>
      <p:grpSpPr>
        <a:xfrm>
          <a:off x="0" y="0"/>
          <a:ext cx="0" cy="0"/>
          <a:chOff x="0" y="0"/>
          <a:chExt cx="0" cy="0"/>
        </a:xfrm>
      </p:grpSpPr>
      <p:cxnSp>
        <p:nvCxnSpPr>
          <p:cNvPr id="1606" name="Google Shape;1606;p158"/>
          <p:cNvCxnSpPr/>
          <p:nvPr/>
        </p:nvCxnSpPr>
        <p:spPr>
          <a:xfrm>
            <a:off x="6090044" y="840916"/>
            <a:ext cx="0" cy="5100900"/>
          </a:xfrm>
          <a:prstGeom prst="straightConnector1">
            <a:avLst/>
          </a:prstGeom>
          <a:noFill/>
          <a:ln w="38100" cap="flat" cmpd="sng">
            <a:solidFill>
              <a:srgbClr val="BFBFBF"/>
            </a:solidFill>
            <a:prstDash val="solid"/>
            <a:round/>
            <a:headEnd type="none" w="sm" len="sm"/>
            <a:tailEnd type="none" w="sm" len="sm"/>
          </a:ln>
        </p:spPr>
      </p:cxnSp>
      <p:sp>
        <p:nvSpPr>
          <p:cNvPr id="1607" name="Google Shape;1607;p158"/>
          <p:cNvSpPr txBox="1"/>
          <p:nvPr/>
        </p:nvSpPr>
        <p:spPr>
          <a:xfrm>
            <a:off x="1467545" y="885957"/>
            <a:ext cx="40455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Objetivos da aula</a:t>
            </a:r>
            <a:endParaRPr sz="2000" b="1" i="0" u="none" strike="noStrike" cap="none" dirty="0">
              <a:solidFill>
                <a:srgbClr val="000000"/>
              </a:solidFill>
              <a:latin typeface="Poppins"/>
              <a:ea typeface="Poppins"/>
              <a:cs typeface="Poppins"/>
              <a:sym typeface="Poppins"/>
            </a:endParaRPr>
          </a:p>
        </p:txBody>
      </p:sp>
      <p:sp>
        <p:nvSpPr>
          <p:cNvPr id="1608" name="Google Shape;1608;p158"/>
          <p:cNvSpPr txBox="1"/>
          <p:nvPr/>
        </p:nvSpPr>
        <p:spPr>
          <a:xfrm>
            <a:off x="7467011" y="885654"/>
            <a:ext cx="43017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técnicas</a:t>
            </a:r>
            <a:endParaRPr sz="2000" b="0" i="0" u="none" strike="noStrike" cap="none" dirty="0">
              <a:solidFill>
                <a:srgbClr val="000000"/>
              </a:solidFill>
              <a:latin typeface="Poppins"/>
              <a:ea typeface="Poppins"/>
              <a:cs typeface="Poppins"/>
              <a:sym typeface="Poppins"/>
            </a:endParaRPr>
          </a:p>
        </p:txBody>
      </p:sp>
      <p:sp>
        <p:nvSpPr>
          <p:cNvPr id="1609" name="Google Shape;1609;p158"/>
          <p:cNvSpPr txBox="1"/>
          <p:nvPr/>
        </p:nvSpPr>
        <p:spPr>
          <a:xfrm>
            <a:off x="1433188" y="2910758"/>
            <a:ext cx="33690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Recursos didáticos</a:t>
            </a:r>
            <a:endParaRPr sz="2000" b="0" i="0" u="none" strike="noStrike" cap="none" dirty="0">
              <a:solidFill>
                <a:srgbClr val="000000"/>
              </a:solidFill>
              <a:latin typeface="Poppins"/>
              <a:ea typeface="Poppins"/>
              <a:cs typeface="Poppins"/>
              <a:sym typeface="Poppins"/>
            </a:endParaRPr>
          </a:p>
        </p:txBody>
      </p:sp>
      <p:sp>
        <p:nvSpPr>
          <p:cNvPr id="1610" name="Google Shape;1610;p158"/>
          <p:cNvSpPr txBox="1"/>
          <p:nvPr/>
        </p:nvSpPr>
        <p:spPr>
          <a:xfrm>
            <a:off x="1445466" y="4649652"/>
            <a:ext cx="32673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Duração da aula</a:t>
            </a:r>
            <a:endParaRPr sz="2000" b="0" i="0" u="none" strike="noStrike" cap="none" dirty="0">
              <a:solidFill>
                <a:srgbClr val="000000"/>
              </a:solidFill>
              <a:latin typeface="Poppins"/>
              <a:ea typeface="Poppins"/>
              <a:cs typeface="Poppins"/>
              <a:sym typeface="Poppins"/>
            </a:endParaRPr>
          </a:p>
        </p:txBody>
      </p:sp>
      <p:sp>
        <p:nvSpPr>
          <p:cNvPr id="1611" name="Google Shape;1611;p158"/>
          <p:cNvSpPr txBox="1"/>
          <p:nvPr/>
        </p:nvSpPr>
        <p:spPr>
          <a:xfrm>
            <a:off x="7467011" y="3115942"/>
            <a:ext cx="43812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socioemocionais</a:t>
            </a:r>
            <a:endParaRPr sz="2000" b="0" i="0" u="none" strike="noStrike" cap="none" dirty="0">
              <a:solidFill>
                <a:srgbClr val="000000"/>
              </a:solidFill>
              <a:latin typeface="Poppins"/>
              <a:ea typeface="Poppins"/>
              <a:cs typeface="Poppins"/>
              <a:sym typeface="Poppins"/>
            </a:endParaRPr>
          </a:p>
        </p:txBody>
      </p:sp>
      <p:sp>
        <p:nvSpPr>
          <p:cNvPr id="1612" name="Google Shape;1612;p158"/>
          <p:cNvSpPr txBox="1"/>
          <p:nvPr/>
        </p:nvSpPr>
        <p:spPr>
          <a:xfrm>
            <a:off x="4717774" y="224403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613" name="Google Shape;1613;p158"/>
          <p:cNvSpPr txBox="1"/>
          <p:nvPr/>
        </p:nvSpPr>
        <p:spPr>
          <a:xfrm>
            <a:off x="1395562" y="5079496"/>
            <a:ext cx="1723800" cy="292500"/>
          </a:xfrm>
          <a:prstGeom prst="rect">
            <a:avLst/>
          </a:prstGeom>
          <a:solidFill>
            <a:schemeClr val="lt1"/>
          </a:solid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1500" b="0" i="0" u="none" strike="noStrike" cap="none" dirty="0">
                <a:solidFill>
                  <a:srgbClr val="000000"/>
                </a:solidFill>
                <a:latin typeface="Poppins"/>
                <a:ea typeface="Poppins"/>
                <a:cs typeface="Poppins"/>
                <a:sym typeface="Poppins"/>
              </a:rPr>
              <a:t>50 minutos.</a:t>
            </a:r>
            <a:endParaRPr sz="1400" b="0" i="0" u="none" strike="noStrike" cap="none" dirty="0">
              <a:solidFill>
                <a:srgbClr val="000000"/>
              </a:solidFill>
              <a:latin typeface="Arial"/>
              <a:ea typeface="Arial"/>
              <a:cs typeface="Arial"/>
              <a:sym typeface="Arial"/>
            </a:endParaRPr>
          </a:p>
        </p:txBody>
      </p:sp>
      <p:sp>
        <p:nvSpPr>
          <p:cNvPr id="1614" name="Google Shape;1614;p158"/>
          <p:cNvSpPr txBox="1">
            <a:spLocks noGrp="1"/>
          </p:cNvSpPr>
          <p:nvPr>
            <p:ph type="body" idx="1"/>
          </p:nvPr>
        </p:nvSpPr>
        <p:spPr>
          <a:xfrm>
            <a:off x="1467909" y="1390650"/>
            <a:ext cx="4044900" cy="13977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chemeClr val="dk1"/>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15" name="Google Shape;1615;p158"/>
          <p:cNvSpPr txBox="1">
            <a:spLocks noGrp="1"/>
          </p:cNvSpPr>
          <p:nvPr>
            <p:ph type="body" idx="2"/>
          </p:nvPr>
        </p:nvSpPr>
        <p:spPr>
          <a:xfrm>
            <a:off x="7467375" y="1355465"/>
            <a:ext cx="4044900" cy="15552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16" name="Google Shape;1616;p158"/>
          <p:cNvSpPr txBox="1">
            <a:spLocks noGrp="1"/>
          </p:cNvSpPr>
          <p:nvPr>
            <p:ph type="body" idx="3"/>
          </p:nvPr>
        </p:nvSpPr>
        <p:spPr>
          <a:xfrm>
            <a:off x="7467375" y="3649330"/>
            <a:ext cx="4044900" cy="15903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17" name="Google Shape;1617;p158"/>
          <p:cNvSpPr txBox="1">
            <a:spLocks noGrp="1"/>
          </p:cNvSpPr>
          <p:nvPr>
            <p:ph type="body" idx="4"/>
          </p:nvPr>
        </p:nvSpPr>
        <p:spPr>
          <a:xfrm>
            <a:off x="1443515" y="3489566"/>
            <a:ext cx="4044900" cy="10455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grpSp>
        <p:nvGrpSpPr>
          <p:cNvPr id="1618" name="Google Shape;1618;p158"/>
          <p:cNvGrpSpPr/>
          <p:nvPr/>
        </p:nvGrpSpPr>
        <p:grpSpPr>
          <a:xfrm>
            <a:off x="9756891" y="6381906"/>
            <a:ext cx="2435717" cy="499880"/>
            <a:chOff x="14634602" y="9537218"/>
            <a:chExt cx="3653392" cy="749782"/>
          </a:xfrm>
        </p:grpSpPr>
        <p:pic>
          <p:nvPicPr>
            <p:cNvPr id="1619" name="Google Shape;1619;p158"/>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1620" name="Google Shape;1620;p158" descr="Logotipo"/>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1621" name="Google Shape;1621;p158"/>
          <p:cNvSpPr txBox="1"/>
          <p:nvPr/>
        </p:nvSpPr>
        <p:spPr>
          <a:xfrm>
            <a:off x="13188461" y="47244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1622" name="Google Shape;1622;p158"/>
          <p:cNvPicPr preferRelativeResize="0"/>
          <p:nvPr/>
        </p:nvPicPr>
        <p:blipFill rotWithShape="1">
          <a:blip r:embed="rId4">
            <a:alphaModFix/>
          </a:blip>
          <a:srcRect/>
          <a:stretch/>
        </p:blipFill>
        <p:spPr>
          <a:xfrm>
            <a:off x="0" y="6281734"/>
            <a:ext cx="12191999" cy="595317"/>
          </a:xfrm>
          <a:prstGeom prst="rect">
            <a:avLst/>
          </a:prstGeom>
          <a:noFill/>
          <a:ln>
            <a:noFill/>
          </a:ln>
        </p:spPr>
      </p:pic>
      <p:pic>
        <p:nvPicPr>
          <p:cNvPr id="1623" name="Google Shape;1623;p158"/>
          <p:cNvPicPr preferRelativeResize="0"/>
          <p:nvPr/>
        </p:nvPicPr>
        <p:blipFill rotWithShape="1">
          <a:blip r:embed="rId5">
            <a:alphaModFix/>
          </a:blip>
          <a:srcRect/>
          <a:stretch/>
        </p:blipFill>
        <p:spPr>
          <a:xfrm>
            <a:off x="0" y="9526"/>
            <a:ext cx="12191999" cy="568301"/>
          </a:xfrm>
          <a:prstGeom prst="rect">
            <a:avLst/>
          </a:prstGeom>
          <a:noFill/>
          <a:ln>
            <a:noFill/>
          </a:ln>
        </p:spPr>
      </p:pic>
      <p:sp>
        <p:nvSpPr>
          <p:cNvPr id="1624" name="Google Shape;1624;p158"/>
          <p:cNvSpPr/>
          <p:nvPr/>
        </p:nvSpPr>
        <p:spPr>
          <a:xfrm>
            <a:off x="538284" y="960081"/>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1625" name="Google Shape;1625;p158"/>
          <p:cNvSpPr/>
          <p:nvPr/>
        </p:nvSpPr>
        <p:spPr>
          <a:xfrm>
            <a:off x="514540" y="2965834"/>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1626" name="Google Shape;1626;p158"/>
          <p:cNvGrpSpPr/>
          <p:nvPr/>
        </p:nvGrpSpPr>
        <p:grpSpPr>
          <a:xfrm>
            <a:off x="632922" y="3096780"/>
            <a:ext cx="486856" cy="481187"/>
            <a:chOff x="8278989" y="8660410"/>
            <a:chExt cx="569755" cy="563121"/>
          </a:xfrm>
        </p:grpSpPr>
        <p:grpSp>
          <p:nvGrpSpPr>
            <p:cNvPr id="1627" name="Google Shape;1627;p158"/>
            <p:cNvGrpSpPr/>
            <p:nvPr/>
          </p:nvGrpSpPr>
          <p:grpSpPr>
            <a:xfrm>
              <a:off x="8278989" y="8852628"/>
              <a:ext cx="265651" cy="370903"/>
              <a:chOff x="8278989" y="8852628"/>
              <a:chExt cx="265651" cy="370903"/>
            </a:xfrm>
          </p:grpSpPr>
          <p:sp>
            <p:nvSpPr>
              <p:cNvPr id="1628" name="Google Shape;1628;p158"/>
              <p:cNvSpPr/>
              <p:nvPr/>
            </p:nvSpPr>
            <p:spPr>
              <a:xfrm>
                <a:off x="8358808" y="8932768"/>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29" name="Google Shape;1629;p158"/>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1630" name="Google Shape;1630;p158"/>
            <p:cNvSpPr/>
            <p:nvPr/>
          </p:nvSpPr>
          <p:spPr>
            <a:xfrm>
              <a:off x="8397765" y="8660410"/>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31" name="Google Shape;1631;p158"/>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32" name="Google Shape;1632;p158"/>
            <p:cNvSpPr/>
            <p:nvPr/>
          </p:nvSpPr>
          <p:spPr>
            <a:xfrm>
              <a:off x="8534039" y="8750044"/>
              <a:ext cx="314705" cy="225171"/>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1633" name="Google Shape;1633;p158"/>
          <p:cNvSpPr/>
          <p:nvPr/>
        </p:nvSpPr>
        <p:spPr>
          <a:xfrm>
            <a:off x="516205" y="4700100"/>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pic>
        <p:nvPicPr>
          <p:cNvPr id="1634" name="Google Shape;1634;p158"/>
          <p:cNvPicPr preferRelativeResize="0"/>
          <p:nvPr/>
        </p:nvPicPr>
        <p:blipFill rotWithShape="1">
          <a:blip r:embed="rId6">
            <a:alphaModFix/>
          </a:blip>
          <a:srcRect/>
          <a:stretch/>
        </p:blipFill>
        <p:spPr>
          <a:xfrm>
            <a:off x="658917" y="4858582"/>
            <a:ext cx="380919" cy="380919"/>
          </a:xfrm>
          <a:prstGeom prst="rect">
            <a:avLst/>
          </a:prstGeom>
          <a:noFill/>
          <a:ln>
            <a:noFill/>
          </a:ln>
        </p:spPr>
      </p:pic>
      <p:sp>
        <p:nvSpPr>
          <p:cNvPr id="1635" name="Google Shape;1635;p158"/>
          <p:cNvSpPr/>
          <p:nvPr/>
        </p:nvSpPr>
        <p:spPr>
          <a:xfrm>
            <a:off x="6537750" y="974816"/>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1636" name="Google Shape;1636;p158"/>
          <p:cNvGrpSpPr/>
          <p:nvPr/>
        </p:nvGrpSpPr>
        <p:grpSpPr>
          <a:xfrm>
            <a:off x="6643473" y="1077261"/>
            <a:ext cx="472792" cy="435252"/>
            <a:chOff x="8560697" y="2808577"/>
            <a:chExt cx="496370" cy="456957"/>
          </a:xfrm>
        </p:grpSpPr>
        <p:sp>
          <p:nvSpPr>
            <p:cNvPr id="1637" name="Google Shape;1637;p158"/>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1638" name="Google Shape;1638;p158"/>
            <p:cNvGrpSpPr/>
            <p:nvPr/>
          </p:nvGrpSpPr>
          <p:grpSpPr>
            <a:xfrm>
              <a:off x="8560697" y="2875026"/>
              <a:ext cx="496370" cy="324059"/>
              <a:chOff x="8560697" y="2875026"/>
              <a:chExt cx="496370" cy="324059"/>
            </a:xfrm>
          </p:grpSpPr>
          <p:sp>
            <p:nvSpPr>
              <p:cNvPr id="1639" name="Google Shape;1639;p158"/>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40" name="Google Shape;1640;p158"/>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41" name="Google Shape;1641;p158"/>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42" name="Google Shape;1642;p158"/>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43" name="Google Shape;1643;p158"/>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44" name="Google Shape;1644;p158"/>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grpSp>
      <p:sp>
        <p:nvSpPr>
          <p:cNvPr id="1645" name="Google Shape;1645;p158"/>
          <p:cNvSpPr/>
          <p:nvPr/>
        </p:nvSpPr>
        <p:spPr>
          <a:xfrm>
            <a:off x="6537750" y="3144691"/>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1646" name="Google Shape;1646;p158"/>
          <p:cNvSpPr/>
          <p:nvPr/>
        </p:nvSpPr>
        <p:spPr>
          <a:xfrm>
            <a:off x="6637986" y="3252609"/>
            <a:ext cx="458764" cy="458662"/>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1647" name="Google Shape;1647;p158"/>
          <p:cNvGrpSpPr/>
          <p:nvPr/>
        </p:nvGrpSpPr>
        <p:grpSpPr>
          <a:xfrm>
            <a:off x="664824" y="1066107"/>
            <a:ext cx="428521" cy="428520"/>
            <a:chOff x="9358184" y="2764785"/>
            <a:chExt cx="495514" cy="495513"/>
          </a:xfrm>
        </p:grpSpPr>
        <p:grpSp>
          <p:nvGrpSpPr>
            <p:cNvPr id="1648" name="Google Shape;1648;p158"/>
            <p:cNvGrpSpPr/>
            <p:nvPr/>
          </p:nvGrpSpPr>
          <p:grpSpPr>
            <a:xfrm>
              <a:off x="9358184" y="2802389"/>
              <a:ext cx="457909" cy="457909"/>
              <a:chOff x="9358184" y="2802389"/>
              <a:chExt cx="457909" cy="457909"/>
            </a:xfrm>
          </p:grpSpPr>
          <p:sp>
            <p:nvSpPr>
              <p:cNvPr id="1649" name="Google Shape;1649;p158"/>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50" name="Google Shape;1650;p158"/>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51" name="Google Shape;1651;p158"/>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1652" name="Google Shape;1652;p158"/>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53" name="Google Shape;1653;p158"/>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matchingName="5_OqueAprendemos">
  <p:cSld name="5_OqueAprendemos">
    <p:spTree>
      <p:nvGrpSpPr>
        <p:cNvPr id="1" name="Shape 1654"/>
        <p:cNvGrpSpPr/>
        <p:nvPr/>
      </p:nvGrpSpPr>
      <p:grpSpPr>
        <a:xfrm>
          <a:off x="0" y="0"/>
          <a:ext cx="0" cy="0"/>
          <a:chOff x="0" y="0"/>
          <a:chExt cx="0" cy="0"/>
        </a:xfrm>
      </p:grpSpPr>
      <p:pic>
        <p:nvPicPr>
          <p:cNvPr id="1655" name="Google Shape;1655;p159"/>
          <p:cNvPicPr preferRelativeResize="0"/>
          <p:nvPr/>
        </p:nvPicPr>
        <p:blipFill rotWithShape="1">
          <a:blip r:embed="rId2">
            <a:alphaModFix/>
          </a:blip>
          <a:srcRect/>
          <a:stretch/>
        </p:blipFill>
        <p:spPr>
          <a:xfrm>
            <a:off x="0" y="0"/>
            <a:ext cx="3775249" cy="6857983"/>
          </a:xfrm>
          <a:prstGeom prst="rect">
            <a:avLst/>
          </a:prstGeom>
          <a:noFill/>
          <a:ln>
            <a:noFill/>
          </a:ln>
        </p:spPr>
      </p:pic>
      <p:pic>
        <p:nvPicPr>
          <p:cNvPr id="1656" name="Google Shape;1656;p159"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32497" y="695158"/>
            <a:ext cx="3823200" cy="3899400"/>
          </a:xfrm>
          <a:prstGeom prst="ellipse">
            <a:avLst/>
          </a:prstGeom>
          <a:noFill/>
          <a:ln>
            <a:noFill/>
          </a:ln>
        </p:spPr>
      </p:pic>
      <p:sp>
        <p:nvSpPr>
          <p:cNvPr id="1657" name="Google Shape;1657;p159"/>
          <p:cNvSpPr txBox="1"/>
          <p:nvPr/>
        </p:nvSpPr>
        <p:spPr>
          <a:xfrm>
            <a:off x="918094" y="4658787"/>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800" b="0" i="0" u="none" strike="noStrike" cap="none" dirty="0">
              <a:solidFill>
                <a:schemeClr val="lt1"/>
              </a:solidFill>
              <a:latin typeface="Poppins Light"/>
              <a:ea typeface="Poppins Light"/>
              <a:cs typeface="Poppins Light"/>
              <a:sym typeface="Poppins Light"/>
            </a:endParaRPr>
          </a:p>
        </p:txBody>
      </p:sp>
      <p:sp>
        <p:nvSpPr>
          <p:cNvPr id="1658" name="Google Shape;1658;p159"/>
          <p:cNvSpPr txBox="1">
            <a:spLocks noGrp="1"/>
          </p:cNvSpPr>
          <p:nvPr>
            <p:ph type="body" idx="1"/>
          </p:nvPr>
        </p:nvSpPr>
        <p:spPr>
          <a:xfrm>
            <a:off x="4867932" y="1691622"/>
            <a:ext cx="6354600" cy="1269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659" name="Google Shape;1659;p159"/>
          <p:cNvSpPr txBox="1">
            <a:spLocks noGrp="1"/>
          </p:cNvSpPr>
          <p:nvPr>
            <p:ph type="body" idx="2"/>
          </p:nvPr>
        </p:nvSpPr>
        <p:spPr>
          <a:xfrm>
            <a:off x="4867932" y="3080015"/>
            <a:ext cx="6354600" cy="1269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660" name="Google Shape;1660;p159"/>
          <p:cNvSpPr txBox="1">
            <a:spLocks noGrp="1"/>
          </p:cNvSpPr>
          <p:nvPr>
            <p:ph type="body" idx="3"/>
          </p:nvPr>
        </p:nvSpPr>
        <p:spPr>
          <a:xfrm>
            <a:off x="4867932" y="4490837"/>
            <a:ext cx="6354600" cy="1269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661" name="Google Shape;1661;p159"/>
          <p:cNvSpPr txBox="1"/>
          <p:nvPr/>
        </p:nvSpPr>
        <p:spPr>
          <a:xfrm>
            <a:off x="4603178" y="1737625"/>
            <a:ext cx="221100" cy="420600"/>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1</a:t>
            </a:r>
            <a:endParaRPr sz="933" b="0" i="0" u="none" strike="noStrike" cap="none" dirty="0">
              <a:solidFill>
                <a:schemeClr val="dk1"/>
              </a:solidFill>
              <a:latin typeface="Arial"/>
              <a:ea typeface="Arial"/>
              <a:cs typeface="Arial"/>
              <a:sym typeface="Arial"/>
            </a:endParaRPr>
          </a:p>
        </p:txBody>
      </p:sp>
      <p:sp>
        <p:nvSpPr>
          <p:cNvPr id="1662" name="Google Shape;1662;p159"/>
          <p:cNvSpPr txBox="1"/>
          <p:nvPr/>
        </p:nvSpPr>
        <p:spPr>
          <a:xfrm>
            <a:off x="4574825" y="2934235"/>
            <a:ext cx="221100" cy="420600"/>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2</a:t>
            </a:r>
            <a:endParaRPr sz="933" b="0" i="0" u="none" strike="noStrike" cap="none" dirty="0">
              <a:solidFill>
                <a:schemeClr val="dk1"/>
              </a:solidFill>
              <a:latin typeface="Arial"/>
              <a:ea typeface="Arial"/>
              <a:cs typeface="Arial"/>
              <a:sym typeface="Arial"/>
            </a:endParaRPr>
          </a:p>
        </p:txBody>
      </p:sp>
      <p:sp>
        <p:nvSpPr>
          <p:cNvPr id="1663" name="Google Shape;1663;p159"/>
          <p:cNvSpPr txBox="1"/>
          <p:nvPr/>
        </p:nvSpPr>
        <p:spPr>
          <a:xfrm>
            <a:off x="4574825" y="4130845"/>
            <a:ext cx="221100" cy="420600"/>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3</a:t>
            </a:r>
            <a:endParaRPr sz="933" b="0" i="0" u="none" strike="noStrike" cap="none" dirty="0">
              <a:solidFill>
                <a:schemeClr val="dk1"/>
              </a:solidFill>
              <a:latin typeface="Arial"/>
              <a:ea typeface="Arial"/>
              <a:cs typeface="Arial"/>
              <a:sym typeface="Arial"/>
            </a:endParaRPr>
          </a:p>
        </p:txBody>
      </p:sp>
      <p:sp>
        <p:nvSpPr>
          <p:cNvPr id="1664" name="Google Shape;1664;p159"/>
          <p:cNvSpPr txBox="1"/>
          <p:nvPr/>
        </p:nvSpPr>
        <p:spPr>
          <a:xfrm>
            <a:off x="12302837" y="90516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665" name="Google Shape;1665;p159"/>
          <p:cNvSpPr/>
          <p:nvPr/>
        </p:nvSpPr>
        <p:spPr>
          <a:xfrm>
            <a:off x="1827147" y="369589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666" name="Google Shape;1666;p159"/>
          <p:cNvSpPr txBox="1"/>
          <p:nvPr/>
        </p:nvSpPr>
        <p:spPr>
          <a:xfrm>
            <a:off x="2025947" y="3952324"/>
            <a:ext cx="2001900" cy="1077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O que nós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aprendemos hoje?</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matchingName="3_1. Desenvolvimento">
  <p:cSld name="4_1. Desenvolvimento">
    <p:spTree>
      <p:nvGrpSpPr>
        <p:cNvPr id="1" name="Shape 1667"/>
        <p:cNvGrpSpPr/>
        <p:nvPr/>
      </p:nvGrpSpPr>
      <p:grpSpPr>
        <a:xfrm>
          <a:off x="0" y="0"/>
          <a:ext cx="0" cy="0"/>
          <a:chOff x="0" y="0"/>
          <a:chExt cx="0" cy="0"/>
        </a:xfrm>
      </p:grpSpPr>
      <p:pic>
        <p:nvPicPr>
          <p:cNvPr id="1668" name="Google Shape;1668;p160"/>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669" name="Google Shape;1669;p160"/>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670" name="Google Shape;1670;p160"/>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671" name="Google Shape;1671;p160"/>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672" name="Google Shape;1672;p160"/>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matchingName="Title Only">
  <p:cSld name="1_Construindo o conceito">
    <p:spTree>
      <p:nvGrpSpPr>
        <p:cNvPr id="1" name="Shape 1673"/>
        <p:cNvGrpSpPr/>
        <p:nvPr/>
      </p:nvGrpSpPr>
      <p:grpSpPr>
        <a:xfrm>
          <a:off x="0" y="0"/>
          <a:ext cx="0" cy="0"/>
          <a:chOff x="0" y="0"/>
          <a:chExt cx="0" cy="0"/>
        </a:xfrm>
      </p:grpSpPr>
      <p:pic>
        <p:nvPicPr>
          <p:cNvPr id="1674" name="Google Shape;1674;p161"/>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1675" name="Google Shape;1675;p161"/>
          <p:cNvSpPr/>
          <p:nvPr/>
        </p:nvSpPr>
        <p:spPr>
          <a:xfrm>
            <a:off x="3426936" y="0"/>
            <a:ext cx="8781600" cy="6886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1676" name="Google Shape;1676;p161"/>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677" name="Google Shape;1677;p161"/>
          <p:cNvSpPr txBox="1">
            <a:spLocks noGrp="1"/>
          </p:cNvSpPr>
          <p:nvPr>
            <p:ph type="body" idx="1"/>
          </p:nvPr>
        </p:nvSpPr>
        <p:spPr>
          <a:xfrm>
            <a:off x="6095993" y="2930526"/>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78" name="Google Shape;1678;p161"/>
          <p:cNvSpPr txBox="1">
            <a:spLocks noGrp="1"/>
          </p:cNvSpPr>
          <p:nvPr>
            <p:ph type="body" idx="2"/>
          </p:nvPr>
        </p:nvSpPr>
        <p:spPr>
          <a:xfrm>
            <a:off x="6095995" y="328084"/>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1679" name="Google Shape;1679;p161"/>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1680" name="Google Shape;1680;p161"/>
          <p:cNvSpPr>
            <a:spLocks noGrp="1"/>
          </p:cNvSpPr>
          <p:nvPr>
            <p:ph type="pic" idx="3"/>
          </p:nvPr>
        </p:nvSpPr>
        <p:spPr>
          <a:xfrm>
            <a:off x="2916086" y="2386130"/>
            <a:ext cx="2615100" cy="1630200"/>
          </a:xfrm>
          <a:prstGeom prst="rect">
            <a:avLst/>
          </a:prstGeom>
          <a:solidFill>
            <a:srgbClr val="D8D8D8"/>
          </a:solidFill>
          <a:ln>
            <a:noFill/>
          </a:ln>
        </p:spPr>
        <p:txBody>
          <a:bodyPr/>
          <a:lstStyle/>
          <a:p>
            <a:endParaRPr lang="pt-BR" dirty="0"/>
          </a:p>
        </p:txBody>
      </p:sp>
      <p:sp>
        <p:nvSpPr>
          <p:cNvPr id="1681" name="Google Shape;1681;p161"/>
          <p:cNvSpPr>
            <a:spLocks noGrp="1"/>
          </p:cNvSpPr>
          <p:nvPr>
            <p:ph type="pic" idx="4"/>
          </p:nvPr>
        </p:nvSpPr>
        <p:spPr>
          <a:xfrm>
            <a:off x="2916086" y="4507889"/>
            <a:ext cx="2615100" cy="1674600"/>
          </a:xfrm>
          <a:prstGeom prst="rect">
            <a:avLst/>
          </a:prstGeom>
          <a:solidFill>
            <a:srgbClr val="D8D8D8"/>
          </a:solidFill>
          <a:ln>
            <a:noFill/>
          </a:ln>
        </p:spPr>
        <p:txBody>
          <a:bodyPr/>
          <a:lstStyle/>
          <a:p>
            <a:endParaRPr lang="pt-BR" dirty="0"/>
          </a:p>
        </p:txBody>
      </p:sp>
      <p:sp>
        <p:nvSpPr>
          <p:cNvPr id="1682" name="Google Shape;1682;p161"/>
          <p:cNvSpPr txBox="1">
            <a:spLocks noGrp="1"/>
          </p:cNvSpPr>
          <p:nvPr>
            <p:ph type="body" idx="5"/>
          </p:nvPr>
        </p:nvSpPr>
        <p:spPr>
          <a:xfrm>
            <a:off x="2909636" y="1999635"/>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83" name="Google Shape;1683;p161"/>
          <p:cNvSpPr txBox="1">
            <a:spLocks noGrp="1"/>
          </p:cNvSpPr>
          <p:nvPr>
            <p:ph type="body" idx="6"/>
          </p:nvPr>
        </p:nvSpPr>
        <p:spPr>
          <a:xfrm>
            <a:off x="2909636" y="4093478"/>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84" name="Google Shape;1684;p161"/>
          <p:cNvSpPr txBox="1">
            <a:spLocks noGrp="1"/>
          </p:cNvSpPr>
          <p:nvPr>
            <p:ph type="body" idx="7"/>
          </p:nvPr>
        </p:nvSpPr>
        <p:spPr>
          <a:xfrm>
            <a:off x="2909636" y="6265047"/>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85" name="Google Shape;1685;p161"/>
          <p:cNvSpPr txBox="1">
            <a:spLocks noGrp="1"/>
          </p:cNvSpPr>
          <p:nvPr>
            <p:ph type="body" idx="8"/>
          </p:nvPr>
        </p:nvSpPr>
        <p:spPr>
          <a:xfrm>
            <a:off x="6095995" y="24532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86" name="Google Shape;1686;p161"/>
          <p:cNvSpPr txBox="1">
            <a:spLocks noGrp="1"/>
          </p:cNvSpPr>
          <p:nvPr>
            <p:ph type="body" idx="9"/>
          </p:nvPr>
        </p:nvSpPr>
        <p:spPr>
          <a:xfrm>
            <a:off x="6095995" y="45868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87" name="Google Shape;1687;p161"/>
          <p:cNvSpPr txBox="1">
            <a:spLocks noGrp="1"/>
          </p:cNvSpPr>
          <p:nvPr>
            <p:ph type="body" idx="13"/>
          </p:nvPr>
        </p:nvSpPr>
        <p:spPr>
          <a:xfrm>
            <a:off x="6095993" y="813859"/>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88" name="Google Shape;1688;p161"/>
          <p:cNvSpPr txBox="1">
            <a:spLocks noGrp="1"/>
          </p:cNvSpPr>
          <p:nvPr>
            <p:ph type="body" idx="14"/>
          </p:nvPr>
        </p:nvSpPr>
        <p:spPr>
          <a:xfrm>
            <a:off x="6095993" y="5072592"/>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89" name="Google Shape;1689;p161"/>
          <p:cNvSpPr>
            <a:spLocks noGrp="1"/>
          </p:cNvSpPr>
          <p:nvPr>
            <p:ph type="pic" idx="15"/>
          </p:nvPr>
        </p:nvSpPr>
        <p:spPr>
          <a:xfrm>
            <a:off x="2916086" y="300154"/>
            <a:ext cx="2615100" cy="1630200"/>
          </a:xfrm>
          <a:prstGeom prst="rect">
            <a:avLst/>
          </a:prstGeom>
          <a:solidFill>
            <a:srgbClr val="D8D8D8"/>
          </a:solidFill>
          <a:ln>
            <a:noFill/>
          </a:ln>
        </p:spPr>
        <p:txBody>
          <a:bodyPr/>
          <a:lstStyle/>
          <a:p>
            <a:endParaRPr lang="pt-BR" dirty="0"/>
          </a:p>
        </p:txBody>
      </p:sp>
      <p:sp>
        <p:nvSpPr>
          <p:cNvPr id="1690" name="Google Shape;1690;p161"/>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691" name="Google Shape;1691;p161"/>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1692"/>
        <p:cNvGrpSpPr/>
        <p:nvPr/>
      </p:nvGrpSpPr>
      <p:grpSpPr>
        <a:xfrm>
          <a:off x="0" y="0"/>
          <a:ext cx="0" cy="0"/>
          <a:chOff x="0" y="0"/>
          <a:chExt cx="0" cy="0"/>
        </a:xfrm>
      </p:grpSpPr>
      <p:pic>
        <p:nvPicPr>
          <p:cNvPr id="1693" name="Google Shape;1693;p162"/>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1694" name="Google Shape;1694;p162"/>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695" name="Google Shape;1695;p162"/>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696" name="Google Shape;1696;p162"/>
          <p:cNvSpPr txBox="1">
            <a:spLocks noGrp="1"/>
          </p:cNvSpPr>
          <p:nvPr>
            <p:ph type="body" idx="1"/>
          </p:nvPr>
        </p:nvSpPr>
        <p:spPr>
          <a:xfrm>
            <a:off x="6095993" y="2930526"/>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97" name="Google Shape;1697;p162"/>
          <p:cNvSpPr txBox="1">
            <a:spLocks noGrp="1"/>
          </p:cNvSpPr>
          <p:nvPr>
            <p:ph type="body" idx="2"/>
          </p:nvPr>
        </p:nvSpPr>
        <p:spPr>
          <a:xfrm>
            <a:off x="6095995" y="328084"/>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1698" name="Google Shape;1698;p162"/>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1699" name="Google Shape;1699;p162"/>
          <p:cNvSpPr>
            <a:spLocks noGrp="1"/>
          </p:cNvSpPr>
          <p:nvPr>
            <p:ph type="pic" idx="3"/>
          </p:nvPr>
        </p:nvSpPr>
        <p:spPr>
          <a:xfrm>
            <a:off x="2916086" y="2386130"/>
            <a:ext cx="2615100" cy="1630200"/>
          </a:xfrm>
          <a:prstGeom prst="rect">
            <a:avLst/>
          </a:prstGeom>
          <a:solidFill>
            <a:srgbClr val="D8D8D8"/>
          </a:solidFill>
          <a:ln>
            <a:noFill/>
          </a:ln>
        </p:spPr>
        <p:txBody>
          <a:bodyPr/>
          <a:lstStyle/>
          <a:p>
            <a:endParaRPr lang="pt-BR" dirty="0"/>
          </a:p>
        </p:txBody>
      </p:sp>
      <p:sp>
        <p:nvSpPr>
          <p:cNvPr id="1700" name="Google Shape;1700;p162"/>
          <p:cNvSpPr>
            <a:spLocks noGrp="1"/>
          </p:cNvSpPr>
          <p:nvPr>
            <p:ph type="pic" idx="4"/>
          </p:nvPr>
        </p:nvSpPr>
        <p:spPr>
          <a:xfrm>
            <a:off x="2916086" y="4507889"/>
            <a:ext cx="2615100" cy="1674600"/>
          </a:xfrm>
          <a:prstGeom prst="rect">
            <a:avLst/>
          </a:prstGeom>
          <a:solidFill>
            <a:srgbClr val="D8D8D8"/>
          </a:solidFill>
          <a:ln>
            <a:noFill/>
          </a:ln>
        </p:spPr>
        <p:txBody>
          <a:bodyPr/>
          <a:lstStyle/>
          <a:p>
            <a:endParaRPr lang="pt-BR" dirty="0"/>
          </a:p>
        </p:txBody>
      </p:sp>
      <p:sp>
        <p:nvSpPr>
          <p:cNvPr id="1701" name="Google Shape;1701;p162"/>
          <p:cNvSpPr txBox="1">
            <a:spLocks noGrp="1"/>
          </p:cNvSpPr>
          <p:nvPr>
            <p:ph type="body" idx="5"/>
          </p:nvPr>
        </p:nvSpPr>
        <p:spPr>
          <a:xfrm>
            <a:off x="2909636" y="1999635"/>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02" name="Google Shape;1702;p162"/>
          <p:cNvSpPr txBox="1">
            <a:spLocks noGrp="1"/>
          </p:cNvSpPr>
          <p:nvPr>
            <p:ph type="body" idx="6"/>
          </p:nvPr>
        </p:nvSpPr>
        <p:spPr>
          <a:xfrm>
            <a:off x="2909636" y="4093478"/>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03" name="Google Shape;1703;p162"/>
          <p:cNvSpPr txBox="1">
            <a:spLocks noGrp="1"/>
          </p:cNvSpPr>
          <p:nvPr>
            <p:ph type="body" idx="7"/>
          </p:nvPr>
        </p:nvSpPr>
        <p:spPr>
          <a:xfrm>
            <a:off x="2909636" y="6265047"/>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04" name="Google Shape;1704;p162"/>
          <p:cNvSpPr txBox="1">
            <a:spLocks noGrp="1"/>
          </p:cNvSpPr>
          <p:nvPr>
            <p:ph type="body" idx="8"/>
          </p:nvPr>
        </p:nvSpPr>
        <p:spPr>
          <a:xfrm>
            <a:off x="6095995" y="24532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05" name="Google Shape;1705;p162"/>
          <p:cNvSpPr txBox="1">
            <a:spLocks noGrp="1"/>
          </p:cNvSpPr>
          <p:nvPr>
            <p:ph type="body" idx="9"/>
          </p:nvPr>
        </p:nvSpPr>
        <p:spPr>
          <a:xfrm>
            <a:off x="6095995" y="45868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06" name="Google Shape;1706;p162"/>
          <p:cNvSpPr txBox="1">
            <a:spLocks noGrp="1"/>
          </p:cNvSpPr>
          <p:nvPr>
            <p:ph type="body" idx="13"/>
          </p:nvPr>
        </p:nvSpPr>
        <p:spPr>
          <a:xfrm>
            <a:off x="6095993" y="813859"/>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07" name="Google Shape;1707;p162"/>
          <p:cNvSpPr txBox="1">
            <a:spLocks noGrp="1"/>
          </p:cNvSpPr>
          <p:nvPr>
            <p:ph type="body" idx="14"/>
          </p:nvPr>
        </p:nvSpPr>
        <p:spPr>
          <a:xfrm>
            <a:off x="6095993" y="5072592"/>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08" name="Google Shape;1708;p162"/>
          <p:cNvSpPr>
            <a:spLocks noGrp="1"/>
          </p:cNvSpPr>
          <p:nvPr>
            <p:ph type="pic" idx="15"/>
          </p:nvPr>
        </p:nvSpPr>
        <p:spPr>
          <a:xfrm>
            <a:off x="2916086" y="300154"/>
            <a:ext cx="2615100" cy="1630200"/>
          </a:xfrm>
          <a:prstGeom prst="rect">
            <a:avLst/>
          </a:prstGeom>
          <a:solidFill>
            <a:srgbClr val="D8D8D8"/>
          </a:solidFill>
          <a:ln>
            <a:noFill/>
          </a:ln>
        </p:spPr>
        <p:txBody>
          <a:bodyPr/>
          <a:lstStyle/>
          <a:p>
            <a:endParaRPr lang="pt-BR" dirty="0"/>
          </a:p>
        </p:txBody>
      </p:sp>
      <p:sp>
        <p:nvSpPr>
          <p:cNvPr id="1709" name="Google Shape;1709;p162"/>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matchingName="1. Conteudo">
  <p:cSld name="2_1. Conteudo 2">
    <p:spTree>
      <p:nvGrpSpPr>
        <p:cNvPr id="1" name="Shape 1710"/>
        <p:cNvGrpSpPr/>
        <p:nvPr/>
      </p:nvGrpSpPr>
      <p:grpSpPr>
        <a:xfrm>
          <a:off x="0" y="0"/>
          <a:ext cx="0" cy="0"/>
          <a:chOff x="0" y="0"/>
          <a:chExt cx="0" cy="0"/>
        </a:xfrm>
      </p:grpSpPr>
      <p:sp>
        <p:nvSpPr>
          <p:cNvPr id="1711" name="Google Shape;1711;p163"/>
          <p:cNvSpPr txBox="1">
            <a:spLocks noGrp="1"/>
          </p:cNvSpPr>
          <p:nvPr>
            <p:ph type="body" idx="1"/>
          </p:nvPr>
        </p:nvSpPr>
        <p:spPr>
          <a:xfrm>
            <a:off x="3751838" y="21702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12" name="Google Shape;1712;p163"/>
          <p:cNvSpPr txBox="1">
            <a:spLocks noGrp="1"/>
          </p:cNvSpPr>
          <p:nvPr>
            <p:ph type="body" idx="2"/>
          </p:nvPr>
        </p:nvSpPr>
        <p:spPr>
          <a:xfrm>
            <a:off x="3751838" y="31227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13" name="Google Shape;1713;p163"/>
          <p:cNvSpPr txBox="1">
            <a:spLocks noGrp="1"/>
          </p:cNvSpPr>
          <p:nvPr>
            <p:ph type="body" idx="3"/>
          </p:nvPr>
        </p:nvSpPr>
        <p:spPr>
          <a:xfrm>
            <a:off x="3751838" y="40498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14" name="Google Shape;1714;p163"/>
          <p:cNvSpPr txBox="1">
            <a:spLocks noGrp="1"/>
          </p:cNvSpPr>
          <p:nvPr>
            <p:ph type="body" idx="4"/>
          </p:nvPr>
        </p:nvSpPr>
        <p:spPr>
          <a:xfrm>
            <a:off x="3751838" y="49896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15" name="Google Shape;1715;p163"/>
          <p:cNvSpPr txBox="1">
            <a:spLocks noGrp="1"/>
          </p:cNvSpPr>
          <p:nvPr>
            <p:ph type="body" idx="5"/>
          </p:nvPr>
        </p:nvSpPr>
        <p:spPr>
          <a:xfrm>
            <a:off x="3514725" y="559205"/>
            <a:ext cx="7208400" cy="1260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16" name="Google Shape;1716;p163"/>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717" name="Google Shape;1717;p163"/>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matchingName="3. Conteudo">
  <p:cSld name="2_3. Conteudo 2">
    <p:spTree>
      <p:nvGrpSpPr>
        <p:cNvPr id="1" name="Shape 1718"/>
        <p:cNvGrpSpPr/>
        <p:nvPr/>
      </p:nvGrpSpPr>
      <p:grpSpPr>
        <a:xfrm>
          <a:off x="0" y="0"/>
          <a:ext cx="0" cy="0"/>
          <a:chOff x="0" y="0"/>
          <a:chExt cx="0" cy="0"/>
        </a:xfrm>
      </p:grpSpPr>
      <p:pic>
        <p:nvPicPr>
          <p:cNvPr id="1719" name="Google Shape;1719;p164"/>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1720" name="Google Shape;1720;p164"/>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21" name="Google Shape;1721;p164"/>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22" name="Google Shape;1722;p164"/>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23" name="Google Shape;1723;p164"/>
          <p:cNvSpPr txBox="1">
            <a:spLocks noGrp="1"/>
          </p:cNvSpPr>
          <p:nvPr>
            <p:ph type="body" idx="1"/>
          </p:nvPr>
        </p:nvSpPr>
        <p:spPr>
          <a:xfrm>
            <a:off x="3598410" y="633942"/>
            <a:ext cx="8052900" cy="1162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24" name="Google Shape;1724;p164"/>
          <p:cNvSpPr txBox="1">
            <a:spLocks noGrp="1"/>
          </p:cNvSpPr>
          <p:nvPr>
            <p:ph type="body" idx="2"/>
          </p:nvPr>
        </p:nvSpPr>
        <p:spPr>
          <a:xfrm>
            <a:off x="6374268" y="2372801"/>
            <a:ext cx="5277000" cy="3572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25" name="Google Shape;1725;p164"/>
          <p:cNvSpPr txBox="1">
            <a:spLocks noGrp="1"/>
          </p:cNvSpPr>
          <p:nvPr>
            <p:ph type="body" idx="3"/>
          </p:nvPr>
        </p:nvSpPr>
        <p:spPr>
          <a:xfrm>
            <a:off x="3596090" y="5702430"/>
            <a:ext cx="2497500" cy="243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26" name="Google Shape;1726;p164"/>
          <p:cNvSpPr>
            <a:spLocks noGrp="1"/>
          </p:cNvSpPr>
          <p:nvPr>
            <p:ph type="pic" idx="4"/>
          </p:nvPr>
        </p:nvSpPr>
        <p:spPr>
          <a:xfrm>
            <a:off x="3596091" y="2364317"/>
            <a:ext cx="2497800" cy="3216300"/>
          </a:xfrm>
          <a:prstGeom prst="rect">
            <a:avLst/>
          </a:prstGeom>
          <a:solidFill>
            <a:srgbClr val="D9D9D9"/>
          </a:solidFill>
          <a:ln>
            <a:noFill/>
          </a:ln>
        </p:spPr>
        <p:txBody>
          <a:bodyPr/>
          <a:lstStyle/>
          <a:p>
            <a:endParaRPr lang="pt-BR" dirty="0"/>
          </a:p>
        </p:txBody>
      </p:sp>
      <p:sp>
        <p:nvSpPr>
          <p:cNvPr id="1727" name="Google Shape;1727;p164"/>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728" name="Google Shape;1728;p164"/>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matchingName="3. Conteudo">
  <p:cSld name="2_3. Conteudo 3">
    <p:spTree>
      <p:nvGrpSpPr>
        <p:cNvPr id="1" name="Shape 1729"/>
        <p:cNvGrpSpPr/>
        <p:nvPr/>
      </p:nvGrpSpPr>
      <p:grpSpPr>
        <a:xfrm>
          <a:off x="0" y="0"/>
          <a:ext cx="0" cy="0"/>
          <a:chOff x="0" y="0"/>
          <a:chExt cx="0" cy="0"/>
        </a:xfrm>
      </p:grpSpPr>
      <p:pic>
        <p:nvPicPr>
          <p:cNvPr id="1730" name="Google Shape;1730;p165"/>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1731" name="Google Shape;1731;p165"/>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32" name="Google Shape;1732;p165"/>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33" name="Google Shape;1733;p165"/>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34" name="Google Shape;1734;p165"/>
          <p:cNvSpPr txBox="1">
            <a:spLocks noGrp="1"/>
          </p:cNvSpPr>
          <p:nvPr>
            <p:ph type="body" idx="1"/>
          </p:nvPr>
        </p:nvSpPr>
        <p:spPr>
          <a:xfrm>
            <a:off x="3598409" y="619125"/>
            <a:ext cx="8052900" cy="1189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35" name="Google Shape;1735;p165"/>
          <p:cNvSpPr txBox="1">
            <a:spLocks noGrp="1"/>
          </p:cNvSpPr>
          <p:nvPr>
            <p:ph type="body" idx="2"/>
          </p:nvPr>
        </p:nvSpPr>
        <p:spPr>
          <a:xfrm>
            <a:off x="3598409" y="5860191"/>
            <a:ext cx="8052600" cy="295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36" name="Google Shape;1736;p165"/>
          <p:cNvSpPr txBox="1"/>
          <p:nvPr/>
        </p:nvSpPr>
        <p:spPr>
          <a:xfrm>
            <a:off x="12032105" y="578620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37" name="Google Shape;1737;p165"/>
          <p:cNvSpPr txBox="1">
            <a:spLocks noGrp="1"/>
          </p:cNvSpPr>
          <p:nvPr>
            <p:ph type="body" idx="3"/>
          </p:nvPr>
        </p:nvSpPr>
        <p:spPr>
          <a:xfrm>
            <a:off x="3598409" y="2012716"/>
            <a:ext cx="8052600" cy="3736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38" name="Google Shape;1738;p165"/>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739" name="Google Shape;1739;p165"/>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matchingName="3. Conteudo">
  <p:cSld name="2_3. Conteudo 4">
    <p:spTree>
      <p:nvGrpSpPr>
        <p:cNvPr id="1" name="Shape 1740"/>
        <p:cNvGrpSpPr/>
        <p:nvPr/>
      </p:nvGrpSpPr>
      <p:grpSpPr>
        <a:xfrm>
          <a:off x="0" y="0"/>
          <a:ext cx="0" cy="0"/>
          <a:chOff x="0" y="0"/>
          <a:chExt cx="0" cy="0"/>
        </a:xfrm>
      </p:grpSpPr>
      <p:pic>
        <p:nvPicPr>
          <p:cNvPr id="1741" name="Google Shape;1741;p166"/>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1742" name="Google Shape;1742;p166"/>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43" name="Google Shape;1743;p166"/>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44" name="Google Shape;1744;p166"/>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45" name="Google Shape;1745;p166"/>
          <p:cNvSpPr>
            <a:spLocks noGrp="1"/>
          </p:cNvSpPr>
          <p:nvPr>
            <p:ph type="pic" idx="2"/>
          </p:nvPr>
        </p:nvSpPr>
        <p:spPr>
          <a:xfrm>
            <a:off x="3598408" y="2027345"/>
            <a:ext cx="8052600" cy="3699900"/>
          </a:xfrm>
          <a:prstGeom prst="rect">
            <a:avLst/>
          </a:prstGeom>
          <a:solidFill>
            <a:srgbClr val="D8D8D8"/>
          </a:solidFill>
          <a:ln>
            <a:noFill/>
          </a:ln>
        </p:spPr>
        <p:txBody>
          <a:bodyPr/>
          <a:lstStyle/>
          <a:p>
            <a:endParaRPr lang="pt-BR" dirty="0"/>
          </a:p>
        </p:txBody>
      </p:sp>
      <p:sp>
        <p:nvSpPr>
          <p:cNvPr id="1746" name="Google Shape;1746;p166"/>
          <p:cNvSpPr txBox="1">
            <a:spLocks noGrp="1"/>
          </p:cNvSpPr>
          <p:nvPr>
            <p:ph type="body" idx="1"/>
          </p:nvPr>
        </p:nvSpPr>
        <p:spPr>
          <a:xfrm>
            <a:off x="3598407" y="633942"/>
            <a:ext cx="8052900" cy="1162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47" name="Google Shape;1747;p166"/>
          <p:cNvSpPr txBox="1">
            <a:spLocks noGrp="1"/>
          </p:cNvSpPr>
          <p:nvPr>
            <p:ph type="body" idx="3"/>
          </p:nvPr>
        </p:nvSpPr>
        <p:spPr>
          <a:xfrm>
            <a:off x="3598407" y="5842824"/>
            <a:ext cx="8052900" cy="310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48" name="Google Shape;1748;p166"/>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749" name="Google Shape;1749;p166"/>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matchingName="3. Conteudo">
  <p:cSld name="2_3. Conteudo 5">
    <p:spTree>
      <p:nvGrpSpPr>
        <p:cNvPr id="1" name="Shape 1750"/>
        <p:cNvGrpSpPr/>
        <p:nvPr/>
      </p:nvGrpSpPr>
      <p:grpSpPr>
        <a:xfrm>
          <a:off x="0" y="0"/>
          <a:ext cx="0" cy="0"/>
          <a:chOff x="0" y="0"/>
          <a:chExt cx="0" cy="0"/>
        </a:xfrm>
      </p:grpSpPr>
      <p:pic>
        <p:nvPicPr>
          <p:cNvPr id="1751" name="Google Shape;1751;p167"/>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1752" name="Google Shape;1752;p167"/>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53" name="Google Shape;1753;p167"/>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54" name="Google Shape;1754;p167"/>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55" name="Google Shape;1755;p167"/>
          <p:cNvSpPr txBox="1">
            <a:spLocks noGrp="1"/>
          </p:cNvSpPr>
          <p:nvPr>
            <p:ph type="body" idx="1"/>
          </p:nvPr>
        </p:nvSpPr>
        <p:spPr>
          <a:xfrm>
            <a:off x="3598410" y="633520"/>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56" name="Google Shape;1756;p167"/>
          <p:cNvSpPr txBox="1">
            <a:spLocks noGrp="1"/>
          </p:cNvSpPr>
          <p:nvPr>
            <p:ph type="body" idx="2"/>
          </p:nvPr>
        </p:nvSpPr>
        <p:spPr>
          <a:xfrm>
            <a:off x="7767637" y="630987"/>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57" name="Google Shape;1757;p167"/>
          <p:cNvSpPr/>
          <p:nvPr/>
        </p:nvSpPr>
        <p:spPr>
          <a:xfrm>
            <a:off x="200185" y="269162"/>
            <a:ext cx="2290200" cy="16713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758" name="Google Shape;1758;p167"/>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a:ea typeface="Poppins Light"/>
                <a:cs typeface="Poppins Light"/>
                <a:sym typeface="Poppins Light"/>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matchingName="3. Conteudo">
  <p:cSld name="2_3. Conteudo 6">
    <p:spTree>
      <p:nvGrpSpPr>
        <p:cNvPr id="1" name="Shape 1759"/>
        <p:cNvGrpSpPr/>
        <p:nvPr/>
      </p:nvGrpSpPr>
      <p:grpSpPr>
        <a:xfrm>
          <a:off x="0" y="0"/>
          <a:ext cx="0" cy="0"/>
          <a:chOff x="0" y="0"/>
          <a:chExt cx="0" cy="0"/>
        </a:xfrm>
      </p:grpSpPr>
      <p:pic>
        <p:nvPicPr>
          <p:cNvPr id="1760" name="Google Shape;1760;p168"/>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1761" name="Google Shape;1761;p168"/>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62" name="Google Shape;1762;p168"/>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63" name="Google Shape;1763;p168"/>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64" name="Google Shape;1764;p168"/>
          <p:cNvSpPr txBox="1">
            <a:spLocks noGrp="1"/>
          </p:cNvSpPr>
          <p:nvPr>
            <p:ph type="body" idx="1"/>
          </p:nvPr>
        </p:nvSpPr>
        <p:spPr>
          <a:xfrm>
            <a:off x="3598410" y="633520"/>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65" name="Google Shape;1765;p168"/>
          <p:cNvSpPr txBox="1">
            <a:spLocks noGrp="1"/>
          </p:cNvSpPr>
          <p:nvPr>
            <p:ph type="body" idx="2"/>
          </p:nvPr>
        </p:nvSpPr>
        <p:spPr>
          <a:xfrm>
            <a:off x="7767637" y="630987"/>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66" name="Google Shape;1766;p168"/>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767" name="Google Shape;1767;p168"/>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matchingName="2_Linha do Tempo1">
  <p:cSld name="3_Linha do Tempo1">
    <p:spTree>
      <p:nvGrpSpPr>
        <p:cNvPr id="1" name="Shape 1768"/>
        <p:cNvGrpSpPr/>
        <p:nvPr/>
      </p:nvGrpSpPr>
      <p:grpSpPr>
        <a:xfrm>
          <a:off x="0" y="0"/>
          <a:ext cx="0" cy="0"/>
          <a:chOff x="0" y="0"/>
          <a:chExt cx="0" cy="0"/>
        </a:xfrm>
      </p:grpSpPr>
      <p:cxnSp>
        <p:nvCxnSpPr>
          <p:cNvPr id="1769" name="Google Shape;1769;p169"/>
          <p:cNvCxnSpPr/>
          <p:nvPr/>
        </p:nvCxnSpPr>
        <p:spPr>
          <a:xfrm rot="10800000">
            <a:off x="4997330" y="2618483"/>
            <a:ext cx="6018000" cy="0"/>
          </a:xfrm>
          <a:prstGeom prst="straightConnector1">
            <a:avLst/>
          </a:prstGeom>
          <a:noFill/>
          <a:ln w="19050" cap="flat" cmpd="sng">
            <a:solidFill>
              <a:srgbClr val="F4F4F4"/>
            </a:solidFill>
            <a:prstDash val="solid"/>
            <a:round/>
            <a:headEnd type="diamond" w="med" len="med"/>
            <a:tailEnd type="none" w="sm" len="sm"/>
          </a:ln>
        </p:spPr>
      </p:cxnSp>
      <p:sp>
        <p:nvSpPr>
          <p:cNvPr id="1770" name="Google Shape;1770;p169"/>
          <p:cNvSpPr>
            <a:spLocks noGrp="1"/>
          </p:cNvSpPr>
          <p:nvPr>
            <p:ph type="pic" idx="2"/>
          </p:nvPr>
        </p:nvSpPr>
        <p:spPr>
          <a:xfrm>
            <a:off x="2204323" y="2276371"/>
            <a:ext cx="2793000" cy="1677600"/>
          </a:xfrm>
          <a:prstGeom prst="rect">
            <a:avLst/>
          </a:prstGeom>
          <a:solidFill>
            <a:srgbClr val="D8D8D8"/>
          </a:solidFill>
          <a:ln>
            <a:noFill/>
          </a:ln>
        </p:spPr>
        <p:txBody>
          <a:bodyPr/>
          <a:lstStyle/>
          <a:p>
            <a:endParaRPr lang="pt-BR" dirty="0"/>
          </a:p>
        </p:txBody>
      </p:sp>
      <p:sp>
        <p:nvSpPr>
          <p:cNvPr id="1771" name="Google Shape;1771;p169"/>
          <p:cNvSpPr txBox="1">
            <a:spLocks noGrp="1"/>
          </p:cNvSpPr>
          <p:nvPr>
            <p:ph type="body" idx="1"/>
          </p:nvPr>
        </p:nvSpPr>
        <p:spPr>
          <a:xfrm>
            <a:off x="5572275" y="2819872"/>
            <a:ext cx="5443200" cy="113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2100"/>
              <a:buFont typeface="Poppins"/>
              <a:buNone/>
              <a:defRPr sz="1400" b="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cxnSp>
        <p:nvCxnSpPr>
          <p:cNvPr id="1772" name="Google Shape;1772;p169"/>
          <p:cNvCxnSpPr/>
          <p:nvPr/>
        </p:nvCxnSpPr>
        <p:spPr>
          <a:xfrm rot="10800000">
            <a:off x="4997324" y="4669769"/>
            <a:ext cx="5961300" cy="0"/>
          </a:xfrm>
          <a:prstGeom prst="straightConnector1">
            <a:avLst/>
          </a:prstGeom>
          <a:noFill/>
          <a:ln w="19050" cap="flat" cmpd="sng">
            <a:solidFill>
              <a:srgbClr val="F4F4F4"/>
            </a:solidFill>
            <a:prstDash val="solid"/>
            <a:round/>
            <a:headEnd type="diamond" w="med" len="med"/>
            <a:tailEnd type="none" w="sm" len="sm"/>
          </a:ln>
        </p:spPr>
      </p:cxnSp>
      <p:sp>
        <p:nvSpPr>
          <p:cNvPr id="1773" name="Google Shape;1773;p169"/>
          <p:cNvSpPr>
            <a:spLocks noGrp="1"/>
          </p:cNvSpPr>
          <p:nvPr>
            <p:ph type="pic" idx="3"/>
          </p:nvPr>
        </p:nvSpPr>
        <p:spPr>
          <a:xfrm>
            <a:off x="2204323" y="4327657"/>
            <a:ext cx="2793000" cy="1677600"/>
          </a:xfrm>
          <a:prstGeom prst="rect">
            <a:avLst/>
          </a:prstGeom>
          <a:solidFill>
            <a:srgbClr val="D8D8D8"/>
          </a:solidFill>
          <a:ln>
            <a:noFill/>
          </a:ln>
        </p:spPr>
        <p:txBody>
          <a:bodyPr/>
          <a:lstStyle/>
          <a:p>
            <a:endParaRPr lang="pt-BR" dirty="0"/>
          </a:p>
        </p:txBody>
      </p:sp>
      <p:sp>
        <p:nvSpPr>
          <p:cNvPr id="1774" name="Google Shape;1774;p169"/>
          <p:cNvSpPr txBox="1">
            <a:spLocks noGrp="1"/>
          </p:cNvSpPr>
          <p:nvPr>
            <p:ph type="body" idx="4"/>
          </p:nvPr>
        </p:nvSpPr>
        <p:spPr>
          <a:xfrm>
            <a:off x="5572274" y="4871158"/>
            <a:ext cx="5443200" cy="113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2100"/>
              <a:buFont typeface="Poppins"/>
              <a:buNone/>
              <a:defRPr sz="1400" b="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1775" name="Google Shape;1775;p169"/>
          <p:cNvSpPr txBox="1">
            <a:spLocks noGrp="1"/>
          </p:cNvSpPr>
          <p:nvPr>
            <p:ph type="body" idx="5"/>
          </p:nvPr>
        </p:nvSpPr>
        <p:spPr>
          <a:xfrm>
            <a:off x="2204324" y="1484525"/>
            <a:ext cx="8811000" cy="6162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2200"/>
              <a:buFont typeface="Poppins"/>
              <a:buNone/>
              <a:defRPr sz="1467" b="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1776" name="Google Shape;1776;p169"/>
          <p:cNvSpPr txBox="1">
            <a:spLocks noGrp="1"/>
          </p:cNvSpPr>
          <p:nvPr>
            <p:ph type="body" idx="6"/>
          </p:nvPr>
        </p:nvSpPr>
        <p:spPr>
          <a:xfrm>
            <a:off x="2204323" y="454165"/>
            <a:ext cx="8811000" cy="8289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matchingName="2_Linha do Tempo1">
  <p:cSld name="3_Linha do Tempo1 2">
    <p:spTree>
      <p:nvGrpSpPr>
        <p:cNvPr id="1" name="Shape 1777"/>
        <p:cNvGrpSpPr/>
        <p:nvPr/>
      </p:nvGrpSpPr>
      <p:grpSpPr>
        <a:xfrm>
          <a:off x="0" y="0"/>
          <a:ext cx="0" cy="0"/>
          <a:chOff x="0" y="0"/>
          <a:chExt cx="0" cy="0"/>
        </a:xfrm>
      </p:grpSpPr>
      <p:pic>
        <p:nvPicPr>
          <p:cNvPr id="1778" name="Google Shape;1778;p170"/>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779" name="Google Shape;1779;p170"/>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780" name="Google Shape;1780;p170"/>
          <p:cNvSpPr txBox="1">
            <a:spLocks noGrp="1"/>
          </p:cNvSpPr>
          <p:nvPr>
            <p:ph type="body" idx="1"/>
          </p:nvPr>
        </p:nvSpPr>
        <p:spPr>
          <a:xfrm>
            <a:off x="3276600" y="1188174"/>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81" name="Google Shape;1781;p170"/>
          <p:cNvSpPr txBox="1">
            <a:spLocks noGrp="1"/>
          </p:cNvSpPr>
          <p:nvPr>
            <p:ph type="body" idx="2"/>
          </p:nvPr>
        </p:nvSpPr>
        <p:spPr>
          <a:xfrm>
            <a:off x="3276600" y="1808050"/>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82" name="Google Shape;1782;p170"/>
          <p:cNvSpPr txBox="1">
            <a:spLocks noGrp="1"/>
          </p:cNvSpPr>
          <p:nvPr>
            <p:ph type="body" idx="3"/>
          </p:nvPr>
        </p:nvSpPr>
        <p:spPr>
          <a:xfrm>
            <a:off x="3276600" y="2442212"/>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83" name="Google Shape;1783;p170"/>
          <p:cNvSpPr txBox="1">
            <a:spLocks noGrp="1"/>
          </p:cNvSpPr>
          <p:nvPr>
            <p:ph type="body" idx="4"/>
          </p:nvPr>
        </p:nvSpPr>
        <p:spPr>
          <a:xfrm>
            <a:off x="3276600" y="3108857"/>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84" name="Google Shape;1784;p170"/>
          <p:cNvSpPr txBox="1">
            <a:spLocks noGrp="1"/>
          </p:cNvSpPr>
          <p:nvPr>
            <p:ph type="body" idx="5"/>
          </p:nvPr>
        </p:nvSpPr>
        <p:spPr>
          <a:xfrm>
            <a:off x="3276600" y="3805543"/>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85" name="Google Shape;1785;p170"/>
          <p:cNvSpPr txBox="1">
            <a:spLocks noGrp="1"/>
          </p:cNvSpPr>
          <p:nvPr>
            <p:ph type="body" idx="6"/>
          </p:nvPr>
        </p:nvSpPr>
        <p:spPr>
          <a:xfrm>
            <a:off x="3276600" y="4513114"/>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86" name="Google Shape;1786;p170"/>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787" name="Google Shape;1787;p170"/>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matchingName="2_Linha do Tempo1">
  <p:cSld name="3_Linha do Tempo1 3">
    <p:spTree>
      <p:nvGrpSpPr>
        <p:cNvPr id="1" name="Shape 1788"/>
        <p:cNvGrpSpPr/>
        <p:nvPr/>
      </p:nvGrpSpPr>
      <p:grpSpPr>
        <a:xfrm>
          <a:off x="0" y="0"/>
          <a:ext cx="0" cy="0"/>
          <a:chOff x="0" y="0"/>
          <a:chExt cx="0" cy="0"/>
        </a:xfrm>
      </p:grpSpPr>
      <p:pic>
        <p:nvPicPr>
          <p:cNvPr id="1789" name="Google Shape;1789;p171"/>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790" name="Google Shape;1790;p171"/>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791" name="Google Shape;1791;p171"/>
          <p:cNvSpPr txBox="1">
            <a:spLocks noGrp="1"/>
          </p:cNvSpPr>
          <p:nvPr>
            <p:ph type="body" idx="1"/>
          </p:nvPr>
        </p:nvSpPr>
        <p:spPr>
          <a:xfrm>
            <a:off x="3562371" y="2421299"/>
            <a:ext cx="3075900"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92" name="Google Shape;1792;p171"/>
          <p:cNvSpPr txBox="1">
            <a:spLocks noGrp="1"/>
          </p:cNvSpPr>
          <p:nvPr>
            <p:ph type="body" idx="2"/>
          </p:nvPr>
        </p:nvSpPr>
        <p:spPr>
          <a:xfrm>
            <a:off x="3562371" y="3864517"/>
            <a:ext cx="3094800"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93" name="Google Shape;1793;p171"/>
          <p:cNvSpPr txBox="1">
            <a:spLocks noGrp="1"/>
          </p:cNvSpPr>
          <p:nvPr>
            <p:ph type="body" idx="3"/>
          </p:nvPr>
        </p:nvSpPr>
        <p:spPr>
          <a:xfrm>
            <a:off x="3562371" y="5222027"/>
            <a:ext cx="3120300"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94" name="Google Shape;1794;p171"/>
          <p:cNvSpPr txBox="1">
            <a:spLocks noGrp="1"/>
          </p:cNvSpPr>
          <p:nvPr>
            <p:ph type="body" idx="4"/>
          </p:nvPr>
        </p:nvSpPr>
        <p:spPr>
          <a:xfrm>
            <a:off x="8011122" y="2421299"/>
            <a:ext cx="3057600"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95" name="Google Shape;1795;p171"/>
          <p:cNvSpPr txBox="1">
            <a:spLocks noGrp="1"/>
          </p:cNvSpPr>
          <p:nvPr>
            <p:ph type="body" idx="5"/>
          </p:nvPr>
        </p:nvSpPr>
        <p:spPr>
          <a:xfrm>
            <a:off x="8021910" y="3864492"/>
            <a:ext cx="3046800"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96" name="Google Shape;1796;p171"/>
          <p:cNvSpPr txBox="1">
            <a:spLocks noGrp="1"/>
          </p:cNvSpPr>
          <p:nvPr>
            <p:ph type="body" idx="6"/>
          </p:nvPr>
        </p:nvSpPr>
        <p:spPr>
          <a:xfrm>
            <a:off x="8011122" y="5229761"/>
            <a:ext cx="3057600"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97" name="Google Shape;1797;p171"/>
          <p:cNvSpPr txBox="1">
            <a:spLocks noGrp="1"/>
          </p:cNvSpPr>
          <p:nvPr>
            <p:ph type="body" idx="7"/>
          </p:nvPr>
        </p:nvSpPr>
        <p:spPr>
          <a:xfrm>
            <a:off x="2789174" y="919259"/>
            <a:ext cx="6426000" cy="503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98" name="Google Shape;1798;p171"/>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799" name="Google Shape;1799;p171"/>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matchingName="2_Linha do Tempo1">
  <p:cSld name="3_Linha do Tempo1 4">
    <p:spTree>
      <p:nvGrpSpPr>
        <p:cNvPr id="1" name="Shape 1800"/>
        <p:cNvGrpSpPr/>
        <p:nvPr/>
      </p:nvGrpSpPr>
      <p:grpSpPr>
        <a:xfrm>
          <a:off x="0" y="0"/>
          <a:ext cx="0" cy="0"/>
          <a:chOff x="0" y="0"/>
          <a:chExt cx="0" cy="0"/>
        </a:xfrm>
      </p:grpSpPr>
      <p:pic>
        <p:nvPicPr>
          <p:cNvPr id="1801" name="Google Shape;1801;p172"/>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802" name="Google Shape;1802;p172"/>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803" name="Google Shape;1803;p172"/>
          <p:cNvSpPr txBox="1">
            <a:spLocks noGrp="1"/>
          </p:cNvSpPr>
          <p:nvPr>
            <p:ph type="body" idx="1"/>
          </p:nvPr>
        </p:nvSpPr>
        <p:spPr>
          <a:xfrm>
            <a:off x="3557090" y="3556357"/>
            <a:ext cx="2160600" cy="2382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04" name="Google Shape;1804;p172"/>
          <p:cNvSpPr txBox="1">
            <a:spLocks noGrp="1"/>
          </p:cNvSpPr>
          <p:nvPr>
            <p:ph type="body" idx="2"/>
          </p:nvPr>
        </p:nvSpPr>
        <p:spPr>
          <a:xfrm>
            <a:off x="6054957" y="3555846"/>
            <a:ext cx="2399100" cy="785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05" name="Google Shape;1805;p172"/>
          <p:cNvSpPr txBox="1">
            <a:spLocks noGrp="1"/>
          </p:cNvSpPr>
          <p:nvPr>
            <p:ph type="body" idx="3"/>
          </p:nvPr>
        </p:nvSpPr>
        <p:spPr>
          <a:xfrm>
            <a:off x="8983149" y="3555846"/>
            <a:ext cx="2492100" cy="1879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06" name="Google Shape;1806;p172"/>
          <p:cNvSpPr txBox="1">
            <a:spLocks noGrp="1"/>
          </p:cNvSpPr>
          <p:nvPr>
            <p:ph type="body" idx="4"/>
          </p:nvPr>
        </p:nvSpPr>
        <p:spPr>
          <a:xfrm>
            <a:off x="2789174" y="919259"/>
            <a:ext cx="6426000" cy="503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07" name="Google Shape;1807;p172"/>
          <p:cNvSpPr txBox="1">
            <a:spLocks noGrp="1"/>
          </p:cNvSpPr>
          <p:nvPr>
            <p:ph type="body" idx="5"/>
          </p:nvPr>
        </p:nvSpPr>
        <p:spPr>
          <a:xfrm>
            <a:off x="3548026" y="2796830"/>
            <a:ext cx="1892100" cy="62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08" name="Google Shape;1808;p172"/>
          <p:cNvSpPr txBox="1">
            <a:spLocks noGrp="1"/>
          </p:cNvSpPr>
          <p:nvPr>
            <p:ph type="body" idx="6"/>
          </p:nvPr>
        </p:nvSpPr>
        <p:spPr>
          <a:xfrm>
            <a:off x="6042197" y="2807800"/>
            <a:ext cx="1901100" cy="62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09" name="Google Shape;1809;p172"/>
          <p:cNvSpPr txBox="1">
            <a:spLocks noGrp="1"/>
          </p:cNvSpPr>
          <p:nvPr>
            <p:ph type="body" idx="7"/>
          </p:nvPr>
        </p:nvSpPr>
        <p:spPr>
          <a:xfrm>
            <a:off x="8983148" y="2807800"/>
            <a:ext cx="1989600" cy="62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10" name="Google Shape;1810;p172"/>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811" name="Google Shape;1811;p172"/>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matchingName="2_Linha do Tempo1">
  <p:cSld name="3_Linha do Tempo1 5">
    <p:spTree>
      <p:nvGrpSpPr>
        <p:cNvPr id="1" name="Shape 1812"/>
        <p:cNvGrpSpPr/>
        <p:nvPr/>
      </p:nvGrpSpPr>
      <p:grpSpPr>
        <a:xfrm>
          <a:off x="0" y="0"/>
          <a:ext cx="0" cy="0"/>
          <a:chOff x="0" y="0"/>
          <a:chExt cx="0" cy="0"/>
        </a:xfrm>
      </p:grpSpPr>
      <p:pic>
        <p:nvPicPr>
          <p:cNvPr id="1813" name="Google Shape;1813;p173"/>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814" name="Google Shape;1814;p173"/>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815" name="Google Shape;1815;p173"/>
          <p:cNvSpPr txBox="1">
            <a:spLocks noGrp="1"/>
          </p:cNvSpPr>
          <p:nvPr>
            <p:ph type="body" idx="1"/>
          </p:nvPr>
        </p:nvSpPr>
        <p:spPr>
          <a:xfrm>
            <a:off x="3276600" y="1188174"/>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16" name="Google Shape;1816;p173"/>
          <p:cNvSpPr txBox="1">
            <a:spLocks noGrp="1"/>
          </p:cNvSpPr>
          <p:nvPr>
            <p:ph type="body" idx="2"/>
          </p:nvPr>
        </p:nvSpPr>
        <p:spPr>
          <a:xfrm>
            <a:off x="3276600" y="1808050"/>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17" name="Google Shape;1817;p173"/>
          <p:cNvSpPr txBox="1">
            <a:spLocks noGrp="1"/>
          </p:cNvSpPr>
          <p:nvPr>
            <p:ph type="body" idx="3"/>
          </p:nvPr>
        </p:nvSpPr>
        <p:spPr>
          <a:xfrm>
            <a:off x="3276600" y="2442212"/>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18" name="Google Shape;1818;p173"/>
          <p:cNvSpPr txBox="1">
            <a:spLocks noGrp="1"/>
          </p:cNvSpPr>
          <p:nvPr>
            <p:ph type="body" idx="4"/>
          </p:nvPr>
        </p:nvSpPr>
        <p:spPr>
          <a:xfrm>
            <a:off x="3276600" y="3108857"/>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19" name="Google Shape;1819;p173"/>
          <p:cNvSpPr txBox="1">
            <a:spLocks noGrp="1"/>
          </p:cNvSpPr>
          <p:nvPr>
            <p:ph type="body" idx="5"/>
          </p:nvPr>
        </p:nvSpPr>
        <p:spPr>
          <a:xfrm>
            <a:off x="3276600" y="3805543"/>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20" name="Google Shape;1820;p173"/>
          <p:cNvSpPr txBox="1">
            <a:spLocks noGrp="1"/>
          </p:cNvSpPr>
          <p:nvPr>
            <p:ph type="body" idx="6"/>
          </p:nvPr>
        </p:nvSpPr>
        <p:spPr>
          <a:xfrm>
            <a:off x="3276600" y="4513114"/>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21" name="Google Shape;1821;p173"/>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822" name="Google Shape;1822;p173"/>
          <p:cNvSpPr txBox="1"/>
          <p:nvPr/>
        </p:nvSpPr>
        <p:spPr>
          <a:xfrm>
            <a:off x="473493" y="697144"/>
            <a:ext cx="1829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1" i="0" u="none" strike="noStrike" cap="none" dirty="0">
              <a:solidFill>
                <a:schemeClr val="lt1"/>
              </a:solidFill>
              <a:latin typeface="Poppins"/>
              <a:ea typeface="Poppins"/>
              <a:cs typeface="Poppins"/>
              <a:sym typeface="Poppins"/>
            </a:endParaRPr>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matchingName="Atividade">
  <p:cSld name="3_Atividade">
    <p:spTree>
      <p:nvGrpSpPr>
        <p:cNvPr id="1" name="Shape 1823"/>
        <p:cNvGrpSpPr/>
        <p:nvPr/>
      </p:nvGrpSpPr>
      <p:grpSpPr>
        <a:xfrm>
          <a:off x="0" y="0"/>
          <a:ext cx="0" cy="0"/>
          <a:chOff x="0" y="0"/>
          <a:chExt cx="0" cy="0"/>
        </a:xfrm>
      </p:grpSpPr>
      <p:sp>
        <p:nvSpPr>
          <p:cNvPr id="1824" name="Google Shape;1824;p174"/>
          <p:cNvSpPr/>
          <p:nvPr/>
        </p:nvSpPr>
        <p:spPr>
          <a:xfrm>
            <a:off x="0" y="0"/>
            <a:ext cx="12192000"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matchingName="1_Layout Personalizado">
  <p:cSld name="1_Layout Personalizado">
    <p:spTree>
      <p:nvGrpSpPr>
        <p:cNvPr id="1" name="Shape 1825"/>
        <p:cNvGrpSpPr/>
        <p:nvPr/>
      </p:nvGrpSpPr>
      <p:grpSpPr>
        <a:xfrm>
          <a:off x="0" y="0"/>
          <a:ext cx="0" cy="0"/>
          <a:chOff x="0" y="0"/>
          <a:chExt cx="0" cy="0"/>
        </a:xfrm>
      </p:grpSpPr>
      <p:pic>
        <p:nvPicPr>
          <p:cNvPr id="1826" name="Google Shape;1826;p175"/>
          <p:cNvPicPr preferRelativeResize="0"/>
          <p:nvPr/>
        </p:nvPicPr>
        <p:blipFill rotWithShape="1">
          <a:blip r:embed="rId2">
            <a:alphaModFix/>
          </a:blip>
          <a:srcRect/>
          <a:stretch/>
        </p:blipFill>
        <p:spPr>
          <a:xfrm>
            <a:off x="4" y="0"/>
            <a:ext cx="12192000" cy="6857988"/>
          </a:xfrm>
          <a:prstGeom prst="rect">
            <a:avLst/>
          </a:prstGeom>
          <a:noFill/>
          <a:ln>
            <a:noFill/>
          </a:ln>
        </p:spPr>
      </p:pic>
      <p:grpSp>
        <p:nvGrpSpPr>
          <p:cNvPr id="1827" name="Google Shape;1827;p175"/>
          <p:cNvGrpSpPr/>
          <p:nvPr/>
        </p:nvGrpSpPr>
        <p:grpSpPr>
          <a:xfrm>
            <a:off x="0" y="0"/>
            <a:ext cx="8566500" cy="5808033"/>
            <a:chOff x="0" y="0"/>
            <a:chExt cx="8566500" cy="5808033"/>
          </a:xfrm>
        </p:grpSpPr>
        <p:sp>
          <p:nvSpPr>
            <p:cNvPr id="1828" name="Google Shape;1828;p175"/>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829" name="Google Shape;1829;p175"/>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830" name="Google Shape;1830;p175"/>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
        <p:nvSpPr>
          <p:cNvPr id="1831" name="Google Shape;1831;p175"/>
          <p:cNvSpPr txBox="1">
            <a:spLocks noGrp="1"/>
          </p:cNvSpPr>
          <p:nvPr>
            <p:ph type="body" idx="1"/>
          </p:nvPr>
        </p:nvSpPr>
        <p:spPr>
          <a:xfrm>
            <a:off x="1472540" y="999139"/>
            <a:ext cx="5135400" cy="3128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32" name="Google Shape;1832;p175"/>
          <p:cNvSpPr txBox="1">
            <a:spLocks noGrp="1"/>
          </p:cNvSpPr>
          <p:nvPr>
            <p:ph type="body" idx="2"/>
          </p:nvPr>
        </p:nvSpPr>
        <p:spPr>
          <a:xfrm>
            <a:off x="1472540" y="4248213"/>
            <a:ext cx="3345300" cy="404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matchingName="1_Atividade_Resposta">
  <p:cSld name="3_Atividade_Resposta">
    <p:spTree>
      <p:nvGrpSpPr>
        <p:cNvPr id="1" name="Shape 1833"/>
        <p:cNvGrpSpPr/>
        <p:nvPr/>
      </p:nvGrpSpPr>
      <p:grpSpPr>
        <a:xfrm>
          <a:off x="0" y="0"/>
          <a:ext cx="0" cy="0"/>
          <a:chOff x="0" y="0"/>
          <a:chExt cx="0" cy="0"/>
        </a:xfrm>
      </p:grpSpPr>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matchingName="2_Atividade_Resposta">
  <p:cSld name="3_Atividade_Resposta 2">
    <p:spTree>
      <p:nvGrpSpPr>
        <p:cNvPr id="1" name="Shape 1834"/>
        <p:cNvGrpSpPr/>
        <p:nvPr/>
      </p:nvGrpSpPr>
      <p:grpSpPr>
        <a:xfrm>
          <a:off x="0" y="0"/>
          <a:ext cx="0" cy="0"/>
          <a:chOff x="0" y="0"/>
          <a:chExt cx="0" cy="0"/>
        </a:xfrm>
      </p:grpSpPr>
      <p:sp>
        <p:nvSpPr>
          <p:cNvPr id="1835" name="Google Shape;1835;p177"/>
          <p:cNvSpPr txBox="1">
            <a:spLocks noGrp="1"/>
          </p:cNvSpPr>
          <p:nvPr>
            <p:ph type="body" idx="1"/>
          </p:nvPr>
        </p:nvSpPr>
        <p:spPr>
          <a:xfrm>
            <a:off x="2633811" y="1324949"/>
            <a:ext cx="4998600" cy="837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36" name="Google Shape;1836;p177"/>
          <p:cNvSpPr txBox="1">
            <a:spLocks noGrp="1"/>
          </p:cNvSpPr>
          <p:nvPr>
            <p:ph type="body" idx="2"/>
          </p:nvPr>
        </p:nvSpPr>
        <p:spPr>
          <a:xfrm>
            <a:off x="2633811" y="2340949"/>
            <a:ext cx="4998600" cy="837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37" name="Google Shape;1837;p177"/>
          <p:cNvSpPr txBox="1">
            <a:spLocks noGrp="1"/>
          </p:cNvSpPr>
          <p:nvPr>
            <p:ph type="body" idx="3"/>
          </p:nvPr>
        </p:nvSpPr>
        <p:spPr>
          <a:xfrm>
            <a:off x="2633811" y="3365077"/>
            <a:ext cx="4998600" cy="837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38" name="Google Shape;1838;p177"/>
          <p:cNvSpPr txBox="1">
            <a:spLocks noGrp="1"/>
          </p:cNvSpPr>
          <p:nvPr>
            <p:ph type="body" idx="4"/>
          </p:nvPr>
        </p:nvSpPr>
        <p:spPr>
          <a:xfrm>
            <a:off x="2633811" y="4486741"/>
            <a:ext cx="4998600" cy="837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matchingName="4_Atividade_Resposta">
  <p:cSld name="5_Atividade_Resposta">
    <p:spTree>
      <p:nvGrpSpPr>
        <p:cNvPr id="1" name="Shape 1839"/>
        <p:cNvGrpSpPr/>
        <p:nvPr/>
      </p:nvGrpSpPr>
      <p:grpSpPr>
        <a:xfrm>
          <a:off x="0" y="0"/>
          <a:ext cx="0" cy="0"/>
          <a:chOff x="0" y="0"/>
          <a:chExt cx="0" cy="0"/>
        </a:xfrm>
      </p:grpSpPr>
      <p:pic>
        <p:nvPicPr>
          <p:cNvPr id="1840" name="Google Shape;1840;p178"/>
          <p:cNvPicPr preferRelativeResize="0"/>
          <p:nvPr/>
        </p:nvPicPr>
        <p:blipFill rotWithShape="1">
          <a:blip r:embed="rId2">
            <a:alphaModFix/>
          </a:blip>
          <a:srcRect/>
          <a:stretch/>
        </p:blipFill>
        <p:spPr>
          <a:xfrm>
            <a:off x="0" y="9526"/>
            <a:ext cx="12191999" cy="568301"/>
          </a:xfrm>
          <a:prstGeom prst="rect">
            <a:avLst/>
          </a:prstGeom>
          <a:noFill/>
          <a:ln>
            <a:noFill/>
          </a:ln>
        </p:spPr>
      </p:pic>
      <p:sp>
        <p:nvSpPr>
          <p:cNvPr id="1841" name="Google Shape;1841;p178"/>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pic>
        <p:nvPicPr>
          <p:cNvPr id="1842" name="Google Shape;1842;p178"/>
          <p:cNvPicPr preferRelativeResize="0"/>
          <p:nvPr/>
        </p:nvPicPr>
        <p:blipFill rotWithShape="1">
          <a:blip r:embed="rId3">
            <a:alphaModFix/>
          </a:blip>
          <a:srcRect/>
          <a:stretch/>
        </p:blipFill>
        <p:spPr>
          <a:xfrm>
            <a:off x="0" y="6281734"/>
            <a:ext cx="12191999" cy="595317"/>
          </a:xfrm>
          <a:prstGeom prst="rect">
            <a:avLst/>
          </a:prstGeom>
          <a:noFill/>
          <a:ln>
            <a:noFill/>
          </a:ln>
        </p:spPr>
      </p:pic>
      <p:sp>
        <p:nvSpPr>
          <p:cNvPr id="1843" name="Google Shape;1843;p178"/>
          <p:cNvSpPr txBox="1">
            <a:spLocks noGrp="1"/>
          </p:cNvSpPr>
          <p:nvPr>
            <p:ph type="body" idx="1"/>
          </p:nvPr>
        </p:nvSpPr>
        <p:spPr>
          <a:xfrm>
            <a:off x="3136759" y="1056217"/>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44" name="Google Shape;1844;p178"/>
          <p:cNvSpPr txBox="1">
            <a:spLocks noGrp="1"/>
          </p:cNvSpPr>
          <p:nvPr>
            <p:ph type="body" idx="2"/>
          </p:nvPr>
        </p:nvSpPr>
        <p:spPr>
          <a:xfrm>
            <a:off x="3136759" y="17714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45" name="Google Shape;1845;p178"/>
          <p:cNvSpPr txBox="1">
            <a:spLocks noGrp="1"/>
          </p:cNvSpPr>
          <p:nvPr>
            <p:ph type="body" idx="3"/>
          </p:nvPr>
        </p:nvSpPr>
        <p:spPr>
          <a:xfrm>
            <a:off x="3136759" y="25842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46" name="Google Shape;1846;p178"/>
          <p:cNvSpPr txBox="1">
            <a:spLocks noGrp="1"/>
          </p:cNvSpPr>
          <p:nvPr>
            <p:ph type="body" idx="4"/>
          </p:nvPr>
        </p:nvSpPr>
        <p:spPr>
          <a:xfrm>
            <a:off x="6501751" y="1056217"/>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47" name="Google Shape;1847;p178"/>
          <p:cNvSpPr txBox="1">
            <a:spLocks noGrp="1"/>
          </p:cNvSpPr>
          <p:nvPr>
            <p:ph type="body" idx="5"/>
          </p:nvPr>
        </p:nvSpPr>
        <p:spPr>
          <a:xfrm>
            <a:off x="6501751" y="17714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48" name="Google Shape;1848;p178"/>
          <p:cNvSpPr txBox="1">
            <a:spLocks noGrp="1"/>
          </p:cNvSpPr>
          <p:nvPr>
            <p:ph type="body" idx="6"/>
          </p:nvPr>
        </p:nvSpPr>
        <p:spPr>
          <a:xfrm>
            <a:off x="6501751" y="25842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49" name="Google Shape;1849;p178"/>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matchingName="1_Atividade_embranco">
  <p:cSld name="2_Atividade_embranco 2">
    <p:spTree>
      <p:nvGrpSpPr>
        <p:cNvPr id="1" name="Shape 1850"/>
        <p:cNvGrpSpPr/>
        <p:nvPr/>
      </p:nvGrpSpPr>
      <p:grpSpPr>
        <a:xfrm>
          <a:off x="0" y="0"/>
          <a:ext cx="0" cy="0"/>
          <a:chOff x="0" y="0"/>
          <a:chExt cx="0" cy="0"/>
        </a:xfrm>
      </p:grpSpPr>
      <p:sp>
        <p:nvSpPr>
          <p:cNvPr id="1851" name="Google Shape;1851;p179"/>
          <p:cNvSpPr>
            <a:spLocks noGrp="1"/>
          </p:cNvSpPr>
          <p:nvPr>
            <p:ph type="pic" idx="2"/>
          </p:nvPr>
        </p:nvSpPr>
        <p:spPr>
          <a:xfrm>
            <a:off x="0" y="0"/>
            <a:ext cx="12192000" cy="6858000"/>
          </a:xfrm>
          <a:prstGeom prst="rect">
            <a:avLst/>
          </a:prstGeom>
          <a:solidFill>
            <a:srgbClr val="D8D8D8"/>
          </a:solidFill>
          <a:ln>
            <a:noFill/>
          </a:ln>
        </p:spPr>
        <p:txBody>
          <a:bodyPr/>
          <a:lstStyle/>
          <a:p>
            <a:endParaRPr lang="pt-BR" dirty="0"/>
          </a:p>
        </p:txBody>
      </p:sp>
      <p:sp>
        <p:nvSpPr>
          <p:cNvPr id="1852" name="Google Shape;1852;p179"/>
          <p:cNvSpPr>
            <a:spLocks noGrp="1"/>
          </p:cNvSpPr>
          <p:nvPr>
            <p:ph type="media" idx="3"/>
          </p:nvPr>
        </p:nvSpPr>
        <p:spPr>
          <a:xfrm>
            <a:off x="862542" y="887942"/>
            <a:ext cx="4092600" cy="36057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dirty="0"/>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1853"/>
        <p:cNvGrpSpPr/>
        <p:nvPr/>
      </p:nvGrpSpPr>
      <p:grpSpPr>
        <a:xfrm>
          <a:off x="0" y="0"/>
          <a:ext cx="0" cy="0"/>
          <a:chOff x="0" y="0"/>
          <a:chExt cx="0" cy="0"/>
        </a:xfrm>
      </p:grpSpPr>
      <p:sp>
        <p:nvSpPr>
          <p:cNvPr id="1854" name="Google Shape;1854;p180"/>
          <p:cNvSpPr txBox="1"/>
          <p:nvPr/>
        </p:nvSpPr>
        <p:spPr>
          <a:xfrm>
            <a:off x="12971489" y="493676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855" name="Google Shape;1855;p180"/>
          <p:cNvSpPr txBox="1"/>
          <p:nvPr/>
        </p:nvSpPr>
        <p:spPr>
          <a:xfrm>
            <a:off x="12691672" y="388744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856" name="Google Shape;1856;p180"/>
          <p:cNvSpPr txBox="1">
            <a:spLocks noGrp="1"/>
          </p:cNvSpPr>
          <p:nvPr>
            <p:ph type="body" idx="1"/>
          </p:nvPr>
        </p:nvSpPr>
        <p:spPr>
          <a:xfrm>
            <a:off x="878472" y="4705246"/>
            <a:ext cx="2509200" cy="306900"/>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400"/>
              <a:buFont typeface="Arial"/>
              <a:buNone/>
              <a:defRPr sz="11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57" name="Google Shape;1857;p180"/>
          <p:cNvSpPr txBox="1">
            <a:spLocks noGrp="1"/>
          </p:cNvSpPr>
          <p:nvPr>
            <p:ph type="body" idx="2"/>
          </p:nvPr>
        </p:nvSpPr>
        <p:spPr>
          <a:xfrm>
            <a:off x="878472" y="5194925"/>
            <a:ext cx="2509200" cy="306900"/>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400"/>
              <a:buFont typeface="Arial"/>
              <a:buNone/>
              <a:defRPr sz="11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58" name="Google Shape;1858;p180"/>
          <p:cNvSpPr txBox="1"/>
          <p:nvPr/>
        </p:nvSpPr>
        <p:spPr>
          <a:xfrm>
            <a:off x="3609788" y="-1039906"/>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859" name="Google Shape;1859;p180"/>
          <p:cNvSpPr txBox="1"/>
          <p:nvPr/>
        </p:nvSpPr>
        <p:spPr>
          <a:xfrm>
            <a:off x="4535254" y="1129596"/>
            <a:ext cx="546900" cy="484200"/>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1</a:t>
            </a:r>
            <a:endParaRPr sz="1400" b="0" i="0" u="none" strike="noStrike" cap="none" dirty="0">
              <a:solidFill>
                <a:srgbClr val="000000"/>
              </a:solidFill>
              <a:latin typeface="Arial"/>
              <a:ea typeface="Arial"/>
              <a:cs typeface="Arial"/>
              <a:sym typeface="Arial"/>
            </a:endParaRPr>
          </a:p>
        </p:txBody>
      </p:sp>
      <p:cxnSp>
        <p:nvCxnSpPr>
          <p:cNvPr id="1860" name="Google Shape;1860;p180"/>
          <p:cNvCxnSpPr/>
          <p:nvPr/>
        </p:nvCxnSpPr>
        <p:spPr>
          <a:xfrm>
            <a:off x="4535253" y="1685408"/>
            <a:ext cx="6858900" cy="0"/>
          </a:xfrm>
          <a:prstGeom prst="straightConnector1">
            <a:avLst/>
          </a:prstGeom>
          <a:noFill/>
          <a:ln w="19050" cap="flat" cmpd="sng">
            <a:solidFill>
              <a:srgbClr val="A5A5A5"/>
            </a:solidFill>
            <a:prstDash val="solid"/>
            <a:round/>
            <a:headEnd type="oval" w="med" len="med"/>
            <a:tailEnd type="oval" w="med" len="med"/>
          </a:ln>
        </p:spPr>
      </p:cxnSp>
      <p:sp>
        <p:nvSpPr>
          <p:cNvPr id="1861" name="Google Shape;1861;p180"/>
          <p:cNvSpPr txBox="1"/>
          <p:nvPr/>
        </p:nvSpPr>
        <p:spPr>
          <a:xfrm>
            <a:off x="4535254" y="2594775"/>
            <a:ext cx="546900" cy="484200"/>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2</a:t>
            </a:r>
            <a:endParaRPr sz="1400" b="0" i="0" u="none" strike="noStrike" cap="none" dirty="0">
              <a:solidFill>
                <a:srgbClr val="000000"/>
              </a:solidFill>
              <a:latin typeface="Arial"/>
              <a:ea typeface="Arial"/>
              <a:cs typeface="Arial"/>
              <a:sym typeface="Arial"/>
            </a:endParaRPr>
          </a:p>
        </p:txBody>
      </p:sp>
      <p:cxnSp>
        <p:nvCxnSpPr>
          <p:cNvPr id="1862" name="Google Shape;1862;p180"/>
          <p:cNvCxnSpPr/>
          <p:nvPr/>
        </p:nvCxnSpPr>
        <p:spPr>
          <a:xfrm>
            <a:off x="4535253" y="3150587"/>
            <a:ext cx="6858900" cy="0"/>
          </a:xfrm>
          <a:prstGeom prst="straightConnector1">
            <a:avLst/>
          </a:prstGeom>
          <a:noFill/>
          <a:ln w="19050" cap="flat" cmpd="sng">
            <a:solidFill>
              <a:srgbClr val="A5A5A5"/>
            </a:solidFill>
            <a:prstDash val="solid"/>
            <a:round/>
            <a:headEnd type="oval" w="med" len="med"/>
            <a:tailEnd type="oval" w="med" len="med"/>
          </a:ln>
        </p:spPr>
      </p:cxnSp>
      <p:sp>
        <p:nvSpPr>
          <p:cNvPr id="1863" name="Google Shape;1863;p180"/>
          <p:cNvSpPr txBox="1"/>
          <p:nvPr/>
        </p:nvSpPr>
        <p:spPr>
          <a:xfrm>
            <a:off x="4535254" y="4059954"/>
            <a:ext cx="546900" cy="484200"/>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3</a:t>
            </a:r>
            <a:endParaRPr sz="1400" b="0" i="0" u="none" strike="noStrike" cap="none" dirty="0">
              <a:solidFill>
                <a:srgbClr val="000000"/>
              </a:solidFill>
              <a:latin typeface="Arial"/>
              <a:ea typeface="Arial"/>
              <a:cs typeface="Arial"/>
              <a:sym typeface="Arial"/>
            </a:endParaRPr>
          </a:p>
        </p:txBody>
      </p:sp>
      <p:cxnSp>
        <p:nvCxnSpPr>
          <p:cNvPr id="1864" name="Google Shape;1864;p180"/>
          <p:cNvCxnSpPr/>
          <p:nvPr/>
        </p:nvCxnSpPr>
        <p:spPr>
          <a:xfrm>
            <a:off x="4535253" y="4615765"/>
            <a:ext cx="6858900" cy="0"/>
          </a:xfrm>
          <a:prstGeom prst="straightConnector1">
            <a:avLst/>
          </a:prstGeom>
          <a:noFill/>
          <a:ln w="19050" cap="flat" cmpd="sng">
            <a:solidFill>
              <a:srgbClr val="A5A5A5"/>
            </a:solidFill>
            <a:prstDash val="solid"/>
            <a:round/>
            <a:headEnd type="oval" w="med" len="med"/>
            <a:tailEnd type="oval" w="med" len="med"/>
          </a:ln>
        </p:spPr>
      </p:cxnSp>
      <p:sp>
        <p:nvSpPr>
          <p:cNvPr id="1865" name="Google Shape;1865;p180"/>
          <p:cNvSpPr txBox="1"/>
          <p:nvPr/>
        </p:nvSpPr>
        <p:spPr>
          <a:xfrm>
            <a:off x="4535254" y="5525133"/>
            <a:ext cx="546900" cy="484200"/>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4</a:t>
            </a:r>
            <a:endParaRPr sz="1400" b="0" i="0" u="none" strike="noStrike" cap="none" dirty="0">
              <a:solidFill>
                <a:srgbClr val="000000"/>
              </a:solidFill>
              <a:latin typeface="Arial"/>
              <a:ea typeface="Arial"/>
              <a:cs typeface="Arial"/>
              <a:sym typeface="Arial"/>
            </a:endParaRPr>
          </a:p>
        </p:txBody>
      </p:sp>
      <p:cxnSp>
        <p:nvCxnSpPr>
          <p:cNvPr id="1866" name="Google Shape;1866;p180"/>
          <p:cNvCxnSpPr/>
          <p:nvPr/>
        </p:nvCxnSpPr>
        <p:spPr>
          <a:xfrm>
            <a:off x="4535253" y="6080945"/>
            <a:ext cx="6858900" cy="0"/>
          </a:xfrm>
          <a:prstGeom prst="straightConnector1">
            <a:avLst/>
          </a:prstGeom>
          <a:noFill/>
          <a:ln w="19050" cap="flat" cmpd="sng">
            <a:solidFill>
              <a:srgbClr val="A5A5A5"/>
            </a:solidFill>
            <a:prstDash val="solid"/>
            <a:round/>
            <a:headEnd type="oval" w="med" len="med"/>
            <a:tailEnd type="oval" w="med" len="med"/>
          </a:ln>
        </p:spPr>
      </p:cxnSp>
      <p:sp>
        <p:nvSpPr>
          <p:cNvPr id="1867" name="Google Shape;1867;p180"/>
          <p:cNvSpPr txBox="1">
            <a:spLocks noGrp="1"/>
          </p:cNvSpPr>
          <p:nvPr>
            <p:ph type="body" idx="3"/>
          </p:nvPr>
        </p:nvSpPr>
        <p:spPr>
          <a:xfrm>
            <a:off x="5207001" y="609602"/>
            <a:ext cx="6035700" cy="924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68" name="Google Shape;1868;p180"/>
          <p:cNvSpPr txBox="1">
            <a:spLocks noGrp="1"/>
          </p:cNvSpPr>
          <p:nvPr>
            <p:ph type="body" idx="4"/>
          </p:nvPr>
        </p:nvSpPr>
        <p:spPr>
          <a:xfrm>
            <a:off x="5207001" y="2078638"/>
            <a:ext cx="6035700" cy="924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69" name="Google Shape;1869;p180"/>
          <p:cNvSpPr txBox="1">
            <a:spLocks noGrp="1"/>
          </p:cNvSpPr>
          <p:nvPr>
            <p:ph type="body" idx="5"/>
          </p:nvPr>
        </p:nvSpPr>
        <p:spPr>
          <a:xfrm>
            <a:off x="5207001" y="3537680"/>
            <a:ext cx="6035700" cy="924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70" name="Google Shape;1870;p180"/>
          <p:cNvSpPr txBox="1">
            <a:spLocks noGrp="1"/>
          </p:cNvSpPr>
          <p:nvPr>
            <p:ph type="body" idx="6"/>
          </p:nvPr>
        </p:nvSpPr>
        <p:spPr>
          <a:xfrm>
            <a:off x="5207001" y="5006716"/>
            <a:ext cx="6035700" cy="924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71" name="Google Shape;1871;p180"/>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872" name="Google Shape;1872;p180"/>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matchingName="Linha do Tempo2">
  <p:cSld name="1_Linha do Tempo2">
    <p:bg>
      <p:bgPr>
        <a:solidFill>
          <a:schemeClr val="lt1"/>
        </a:solidFill>
        <a:effectLst/>
      </p:bgPr>
    </p:bg>
    <p:spTree>
      <p:nvGrpSpPr>
        <p:cNvPr id="1" name="Shape 1881"/>
        <p:cNvGrpSpPr/>
        <p:nvPr/>
      </p:nvGrpSpPr>
      <p:grpSpPr>
        <a:xfrm>
          <a:off x="0" y="0"/>
          <a:ext cx="0" cy="0"/>
          <a:chOff x="0" y="0"/>
          <a:chExt cx="0" cy="0"/>
        </a:xfrm>
      </p:grpSpPr>
      <p:pic>
        <p:nvPicPr>
          <p:cNvPr id="1882" name="Google Shape;1882;p182"/>
          <p:cNvPicPr preferRelativeResize="0"/>
          <p:nvPr/>
        </p:nvPicPr>
        <p:blipFill rotWithShape="1">
          <a:blip r:embed="rId2">
            <a:alphaModFix/>
          </a:blip>
          <a:srcRect/>
          <a:stretch/>
        </p:blipFill>
        <p:spPr>
          <a:xfrm>
            <a:off x="0" y="9526"/>
            <a:ext cx="12191999" cy="568301"/>
          </a:xfrm>
          <a:prstGeom prst="rect">
            <a:avLst/>
          </a:prstGeom>
          <a:noFill/>
          <a:ln>
            <a:noFill/>
          </a:ln>
        </p:spPr>
      </p:pic>
      <p:pic>
        <p:nvPicPr>
          <p:cNvPr id="1883" name="Google Shape;1883;p182"/>
          <p:cNvPicPr preferRelativeResize="0"/>
          <p:nvPr/>
        </p:nvPicPr>
        <p:blipFill rotWithShape="1">
          <a:blip r:embed="rId3">
            <a:alphaModFix/>
          </a:blip>
          <a:srcRect/>
          <a:stretch/>
        </p:blipFill>
        <p:spPr>
          <a:xfrm>
            <a:off x="0" y="6281734"/>
            <a:ext cx="12191999" cy="595317"/>
          </a:xfrm>
          <a:prstGeom prst="rect">
            <a:avLst/>
          </a:prstGeom>
          <a:noFill/>
          <a:ln>
            <a:noFill/>
          </a:ln>
        </p:spPr>
      </p:pic>
      <p:cxnSp>
        <p:nvCxnSpPr>
          <p:cNvPr id="1884" name="Google Shape;1884;p182"/>
          <p:cNvCxnSpPr/>
          <p:nvPr/>
        </p:nvCxnSpPr>
        <p:spPr>
          <a:xfrm>
            <a:off x="460698" y="3353252"/>
            <a:ext cx="11844600" cy="0"/>
          </a:xfrm>
          <a:prstGeom prst="straightConnector1">
            <a:avLst/>
          </a:prstGeom>
          <a:noFill/>
          <a:ln w="28575" cap="flat" cmpd="sng">
            <a:solidFill>
              <a:schemeClr val="dk1"/>
            </a:solidFill>
            <a:prstDash val="dot"/>
            <a:round/>
            <a:headEnd type="none" w="sm" len="sm"/>
            <a:tailEnd type="none" w="sm" len="sm"/>
          </a:ln>
        </p:spPr>
      </p:cxnSp>
      <p:sp>
        <p:nvSpPr>
          <p:cNvPr id="1885" name="Google Shape;1885;p182"/>
          <p:cNvSpPr txBox="1">
            <a:spLocks noGrp="1"/>
          </p:cNvSpPr>
          <p:nvPr>
            <p:ph type="body" idx="1"/>
          </p:nvPr>
        </p:nvSpPr>
        <p:spPr>
          <a:xfrm>
            <a:off x="3104707" y="1639685"/>
            <a:ext cx="8240100" cy="2259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2200"/>
              <a:buFont typeface="Poppins"/>
              <a:buNone/>
              <a:defRPr sz="1467" b="0" i="0" u="none" strike="noStrike" cap="none">
                <a:solidFill>
                  <a:srgbClr val="000000"/>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1886" name="Google Shape;1886;p182"/>
          <p:cNvSpPr txBox="1">
            <a:spLocks noGrp="1"/>
          </p:cNvSpPr>
          <p:nvPr>
            <p:ph type="body" idx="2"/>
          </p:nvPr>
        </p:nvSpPr>
        <p:spPr>
          <a:xfrm>
            <a:off x="3104707" y="1090293"/>
            <a:ext cx="7173300" cy="4179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000"/>
              <a:buFont typeface="Poppins"/>
              <a:buNone/>
              <a:defRPr sz="2000" b="1" i="0" u="none" strike="noStrike" cap="none">
                <a:solidFill>
                  <a:srgbClr val="FF161F"/>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1887" name="Google Shape;1887;p182"/>
          <p:cNvSpPr txBox="1"/>
          <p:nvPr/>
        </p:nvSpPr>
        <p:spPr>
          <a:xfrm>
            <a:off x="1635512" y="498087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888" name="Google Shape;1888;p182"/>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889" name="Google Shape;1889;p182"/>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matchingName="1_Linha do Tempo1">
  <p:cSld name="3_Linha do Tempo1 6">
    <p:bg>
      <p:bgPr>
        <a:solidFill>
          <a:schemeClr val="lt1"/>
        </a:solidFill>
        <a:effectLst/>
      </p:bgPr>
    </p:bg>
    <p:spTree>
      <p:nvGrpSpPr>
        <p:cNvPr id="1" name="Shape 1890"/>
        <p:cNvGrpSpPr/>
        <p:nvPr/>
      </p:nvGrpSpPr>
      <p:grpSpPr>
        <a:xfrm>
          <a:off x="0" y="0"/>
          <a:ext cx="0" cy="0"/>
          <a:chOff x="0" y="0"/>
          <a:chExt cx="0" cy="0"/>
        </a:xfrm>
      </p:grpSpPr>
      <p:pic>
        <p:nvPicPr>
          <p:cNvPr id="1891" name="Google Shape;1891;p183"/>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892" name="Google Shape;1892;p183"/>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1893" name="Google Shape;1893;p183"/>
          <p:cNvCxnSpPr/>
          <p:nvPr/>
        </p:nvCxnSpPr>
        <p:spPr>
          <a:xfrm>
            <a:off x="1559442"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1894" name="Google Shape;1894;p183"/>
          <p:cNvCxnSpPr/>
          <p:nvPr/>
        </p:nvCxnSpPr>
        <p:spPr>
          <a:xfrm rot="10800000">
            <a:off x="1147295" y="4639591"/>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895" name="Google Shape;1895;p183"/>
          <p:cNvCxnSpPr/>
          <p:nvPr/>
        </p:nvCxnSpPr>
        <p:spPr>
          <a:xfrm rot="10800000">
            <a:off x="6787299"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896" name="Google Shape;1896;p183"/>
          <p:cNvCxnSpPr/>
          <p:nvPr/>
        </p:nvCxnSpPr>
        <p:spPr>
          <a:xfrm>
            <a:off x="3961499"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1897" name="Google Shape;1897;p183"/>
          <p:cNvCxnSpPr/>
          <p:nvPr/>
        </p:nvCxnSpPr>
        <p:spPr>
          <a:xfrm>
            <a:off x="9587327"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1898" name="Google Shape;1898;p183"/>
          <p:cNvSpPr>
            <a:spLocks noGrp="1"/>
          </p:cNvSpPr>
          <p:nvPr>
            <p:ph type="pic" idx="2"/>
          </p:nvPr>
        </p:nvSpPr>
        <p:spPr>
          <a:xfrm>
            <a:off x="778432" y="3092450"/>
            <a:ext cx="2016000" cy="1677600"/>
          </a:xfrm>
          <a:prstGeom prst="rect">
            <a:avLst/>
          </a:prstGeom>
          <a:solidFill>
            <a:srgbClr val="D8D8D8"/>
          </a:solidFill>
          <a:ln>
            <a:noFill/>
          </a:ln>
        </p:spPr>
        <p:txBody>
          <a:bodyPr/>
          <a:lstStyle/>
          <a:p>
            <a:endParaRPr lang="pt-BR" dirty="0"/>
          </a:p>
        </p:txBody>
      </p:sp>
      <p:sp>
        <p:nvSpPr>
          <p:cNvPr id="1899" name="Google Shape;1899;p183"/>
          <p:cNvSpPr>
            <a:spLocks noGrp="1"/>
          </p:cNvSpPr>
          <p:nvPr>
            <p:ph type="pic" idx="3"/>
          </p:nvPr>
        </p:nvSpPr>
        <p:spPr>
          <a:xfrm>
            <a:off x="3615829" y="3092450"/>
            <a:ext cx="2016000" cy="1677600"/>
          </a:xfrm>
          <a:prstGeom prst="rect">
            <a:avLst/>
          </a:prstGeom>
          <a:solidFill>
            <a:srgbClr val="D8D8D8"/>
          </a:solidFill>
          <a:ln>
            <a:noFill/>
          </a:ln>
        </p:spPr>
        <p:txBody>
          <a:bodyPr/>
          <a:lstStyle/>
          <a:p>
            <a:endParaRPr lang="pt-BR" dirty="0"/>
          </a:p>
        </p:txBody>
      </p:sp>
      <p:sp>
        <p:nvSpPr>
          <p:cNvPr id="1900" name="Google Shape;1900;p183"/>
          <p:cNvSpPr>
            <a:spLocks noGrp="1"/>
          </p:cNvSpPr>
          <p:nvPr>
            <p:ph type="pic" idx="4"/>
          </p:nvPr>
        </p:nvSpPr>
        <p:spPr>
          <a:xfrm>
            <a:off x="6432270" y="3092450"/>
            <a:ext cx="2016000" cy="1677600"/>
          </a:xfrm>
          <a:prstGeom prst="rect">
            <a:avLst/>
          </a:prstGeom>
          <a:solidFill>
            <a:srgbClr val="D8D8D8"/>
          </a:solidFill>
          <a:ln>
            <a:noFill/>
          </a:ln>
        </p:spPr>
        <p:txBody>
          <a:bodyPr/>
          <a:lstStyle/>
          <a:p>
            <a:endParaRPr lang="pt-BR" dirty="0"/>
          </a:p>
        </p:txBody>
      </p:sp>
      <p:sp>
        <p:nvSpPr>
          <p:cNvPr id="1901" name="Google Shape;1901;p183"/>
          <p:cNvSpPr>
            <a:spLocks noGrp="1"/>
          </p:cNvSpPr>
          <p:nvPr>
            <p:ph type="pic" idx="5"/>
          </p:nvPr>
        </p:nvSpPr>
        <p:spPr>
          <a:xfrm>
            <a:off x="9269667" y="3092450"/>
            <a:ext cx="2016000" cy="1677600"/>
          </a:xfrm>
          <a:prstGeom prst="rect">
            <a:avLst/>
          </a:prstGeom>
          <a:solidFill>
            <a:srgbClr val="D8D8D8"/>
          </a:solidFill>
          <a:ln>
            <a:noFill/>
          </a:ln>
        </p:spPr>
        <p:txBody>
          <a:bodyPr/>
          <a:lstStyle/>
          <a:p>
            <a:endParaRPr lang="pt-BR" dirty="0"/>
          </a:p>
        </p:txBody>
      </p:sp>
      <p:sp>
        <p:nvSpPr>
          <p:cNvPr id="1902" name="Google Shape;1902;p183"/>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03" name="Google Shape;1903;p183"/>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904" name="Google Shape;1904;p183"/>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matchingName="1_Linha do Tempo1">
  <p:cSld name="3_Linha do Tempo1 7">
    <p:bg>
      <p:bgPr>
        <a:solidFill>
          <a:schemeClr val="lt1"/>
        </a:solidFill>
        <a:effectLst/>
      </p:bgPr>
    </p:bg>
    <p:spTree>
      <p:nvGrpSpPr>
        <p:cNvPr id="1" name="Shape 1905"/>
        <p:cNvGrpSpPr/>
        <p:nvPr/>
      </p:nvGrpSpPr>
      <p:grpSpPr>
        <a:xfrm>
          <a:off x="0" y="0"/>
          <a:ext cx="0" cy="0"/>
          <a:chOff x="0" y="0"/>
          <a:chExt cx="0" cy="0"/>
        </a:xfrm>
      </p:grpSpPr>
      <p:pic>
        <p:nvPicPr>
          <p:cNvPr id="1906" name="Google Shape;1906;p184"/>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907" name="Google Shape;1907;p184"/>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1908" name="Google Shape;1908;p184"/>
          <p:cNvCxnSpPr/>
          <p:nvPr/>
        </p:nvCxnSpPr>
        <p:spPr>
          <a:xfrm>
            <a:off x="1559442"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1909" name="Google Shape;1909;p184"/>
          <p:cNvCxnSpPr/>
          <p:nvPr/>
        </p:nvCxnSpPr>
        <p:spPr>
          <a:xfrm rot="10800000">
            <a:off x="1147295" y="4639591"/>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910" name="Google Shape;1910;p184"/>
          <p:cNvCxnSpPr/>
          <p:nvPr/>
        </p:nvCxnSpPr>
        <p:spPr>
          <a:xfrm rot="10800000">
            <a:off x="6787299"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911" name="Google Shape;1911;p184"/>
          <p:cNvCxnSpPr/>
          <p:nvPr/>
        </p:nvCxnSpPr>
        <p:spPr>
          <a:xfrm>
            <a:off x="3961499"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1912" name="Google Shape;1912;p184"/>
          <p:cNvCxnSpPr/>
          <p:nvPr/>
        </p:nvCxnSpPr>
        <p:spPr>
          <a:xfrm>
            <a:off x="9587327"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1913" name="Google Shape;1913;p184"/>
          <p:cNvSpPr>
            <a:spLocks noGrp="1"/>
          </p:cNvSpPr>
          <p:nvPr>
            <p:ph type="pic" idx="2"/>
          </p:nvPr>
        </p:nvSpPr>
        <p:spPr>
          <a:xfrm>
            <a:off x="778432" y="3092450"/>
            <a:ext cx="2016000" cy="1677600"/>
          </a:xfrm>
          <a:prstGeom prst="rect">
            <a:avLst/>
          </a:prstGeom>
          <a:solidFill>
            <a:srgbClr val="D8D8D8"/>
          </a:solidFill>
          <a:ln>
            <a:noFill/>
          </a:ln>
        </p:spPr>
        <p:txBody>
          <a:bodyPr/>
          <a:lstStyle/>
          <a:p>
            <a:endParaRPr lang="pt-BR" dirty="0"/>
          </a:p>
        </p:txBody>
      </p:sp>
      <p:sp>
        <p:nvSpPr>
          <p:cNvPr id="1914" name="Google Shape;1914;p184"/>
          <p:cNvSpPr>
            <a:spLocks noGrp="1"/>
          </p:cNvSpPr>
          <p:nvPr>
            <p:ph type="pic" idx="3"/>
          </p:nvPr>
        </p:nvSpPr>
        <p:spPr>
          <a:xfrm>
            <a:off x="3615829" y="3092450"/>
            <a:ext cx="2016000" cy="1677600"/>
          </a:xfrm>
          <a:prstGeom prst="rect">
            <a:avLst/>
          </a:prstGeom>
          <a:solidFill>
            <a:srgbClr val="D8D8D8"/>
          </a:solidFill>
          <a:ln>
            <a:noFill/>
          </a:ln>
        </p:spPr>
        <p:txBody>
          <a:bodyPr/>
          <a:lstStyle/>
          <a:p>
            <a:endParaRPr lang="pt-BR" dirty="0"/>
          </a:p>
        </p:txBody>
      </p:sp>
      <p:sp>
        <p:nvSpPr>
          <p:cNvPr id="1915" name="Google Shape;1915;p184"/>
          <p:cNvSpPr>
            <a:spLocks noGrp="1"/>
          </p:cNvSpPr>
          <p:nvPr>
            <p:ph type="pic" idx="4"/>
          </p:nvPr>
        </p:nvSpPr>
        <p:spPr>
          <a:xfrm>
            <a:off x="6432270" y="3092450"/>
            <a:ext cx="2016000" cy="1677600"/>
          </a:xfrm>
          <a:prstGeom prst="rect">
            <a:avLst/>
          </a:prstGeom>
          <a:solidFill>
            <a:srgbClr val="D8D8D8"/>
          </a:solidFill>
          <a:ln>
            <a:noFill/>
          </a:ln>
        </p:spPr>
        <p:txBody>
          <a:bodyPr/>
          <a:lstStyle/>
          <a:p>
            <a:endParaRPr lang="pt-BR" dirty="0"/>
          </a:p>
        </p:txBody>
      </p:sp>
      <p:sp>
        <p:nvSpPr>
          <p:cNvPr id="1916" name="Google Shape;1916;p184"/>
          <p:cNvSpPr>
            <a:spLocks noGrp="1"/>
          </p:cNvSpPr>
          <p:nvPr>
            <p:ph type="pic" idx="5"/>
          </p:nvPr>
        </p:nvSpPr>
        <p:spPr>
          <a:xfrm>
            <a:off x="9269667" y="3092450"/>
            <a:ext cx="2016000" cy="1677600"/>
          </a:xfrm>
          <a:prstGeom prst="rect">
            <a:avLst/>
          </a:prstGeom>
          <a:solidFill>
            <a:srgbClr val="D8D8D8"/>
          </a:solidFill>
          <a:ln>
            <a:noFill/>
          </a:ln>
        </p:spPr>
        <p:txBody>
          <a:bodyPr/>
          <a:lstStyle/>
          <a:p>
            <a:endParaRPr lang="pt-BR" dirty="0"/>
          </a:p>
        </p:txBody>
      </p:sp>
      <p:sp>
        <p:nvSpPr>
          <p:cNvPr id="1917" name="Google Shape;1917;p184"/>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18" name="Google Shape;1918;p184"/>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919" name="Google Shape;1919;p184"/>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matchingName="1_Linha do Tempo1">
  <p:cSld name="3_Linha do Tempo1 8">
    <p:bg>
      <p:bgPr>
        <a:solidFill>
          <a:schemeClr val="lt1"/>
        </a:solidFill>
        <a:effectLst/>
      </p:bgPr>
    </p:bg>
    <p:spTree>
      <p:nvGrpSpPr>
        <p:cNvPr id="1" name="Shape 1920"/>
        <p:cNvGrpSpPr/>
        <p:nvPr/>
      </p:nvGrpSpPr>
      <p:grpSpPr>
        <a:xfrm>
          <a:off x="0" y="0"/>
          <a:ext cx="0" cy="0"/>
          <a:chOff x="0" y="0"/>
          <a:chExt cx="0" cy="0"/>
        </a:xfrm>
      </p:grpSpPr>
      <p:pic>
        <p:nvPicPr>
          <p:cNvPr id="1921" name="Google Shape;1921;p185"/>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922" name="Google Shape;1922;p185"/>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1923" name="Google Shape;1923;p185"/>
          <p:cNvCxnSpPr/>
          <p:nvPr/>
        </p:nvCxnSpPr>
        <p:spPr>
          <a:xfrm>
            <a:off x="1185264"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1924" name="Google Shape;1924;p185"/>
          <p:cNvCxnSpPr/>
          <p:nvPr/>
        </p:nvCxnSpPr>
        <p:spPr>
          <a:xfrm rot="10800000">
            <a:off x="620355"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925" name="Google Shape;1925;p185"/>
          <p:cNvCxnSpPr/>
          <p:nvPr/>
        </p:nvCxnSpPr>
        <p:spPr>
          <a:xfrm rot="10800000">
            <a:off x="5263300"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926" name="Google Shape;1926;p185"/>
          <p:cNvCxnSpPr/>
          <p:nvPr/>
        </p:nvCxnSpPr>
        <p:spPr>
          <a:xfrm>
            <a:off x="2959237"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1927" name="Google Shape;1927;p185"/>
          <p:cNvCxnSpPr/>
          <p:nvPr/>
        </p:nvCxnSpPr>
        <p:spPr>
          <a:xfrm>
            <a:off x="7589194"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1928" name="Google Shape;1928;p185"/>
          <p:cNvSpPr>
            <a:spLocks noGrp="1"/>
          </p:cNvSpPr>
          <p:nvPr>
            <p:ph type="pic" idx="2"/>
          </p:nvPr>
        </p:nvSpPr>
        <p:spPr>
          <a:xfrm>
            <a:off x="466617" y="3092450"/>
            <a:ext cx="1973700" cy="1677600"/>
          </a:xfrm>
          <a:prstGeom prst="rect">
            <a:avLst/>
          </a:prstGeom>
          <a:solidFill>
            <a:srgbClr val="D8D8D8"/>
          </a:solidFill>
          <a:ln>
            <a:noFill/>
          </a:ln>
        </p:spPr>
        <p:txBody>
          <a:bodyPr/>
          <a:lstStyle/>
          <a:p>
            <a:endParaRPr lang="pt-BR" dirty="0"/>
          </a:p>
        </p:txBody>
      </p:sp>
      <p:sp>
        <p:nvSpPr>
          <p:cNvPr id="1929" name="Google Shape;1929;p185"/>
          <p:cNvSpPr>
            <a:spLocks noGrp="1"/>
          </p:cNvSpPr>
          <p:nvPr>
            <p:ph type="pic" idx="3"/>
          </p:nvPr>
        </p:nvSpPr>
        <p:spPr>
          <a:xfrm>
            <a:off x="2769806" y="3092450"/>
            <a:ext cx="1973700" cy="1677600"/>
          </a:xfrm>
          <a:prstGeom prst="rect">
            <a:avLst/>
          </a:prstGeom>
          <a:solidFill>
            <a:srgbClr val="D8D8D8"/>
          </a:solidFill>
          <a:ln>
            <a:noFill/>
          </a:ln>
        </p:spPr>
        <p:txBody>
          <a:bodyPr/>
          <a:lstStyle/>
          <a:p>
            <a:endParaRPr lang="pt-BR" dirty="0"/>
          </a:p>
        </p:txBody>
      </p:sp>
      <p:sp>
        <p:nvSpPr>
          <p:cNvPr id="1930" name="Google Shape;1930;p185"/>
          <p:cNvSpPr>
            <a:spLocks noGrp="1"/>
          </p:cNvSpPr>
          <p:nvPr>
            <p:ph type="pic" idx="4"/>
          </p:nvPr>
        </p:nvSpPr>
        <p:spPr>
          <a:xfrm>
            <a:off x="5072996" y="3092450"/>
            <a:ext cx="1973700" cy="1677600"/>
          </a:xfrm>
          <a:prstGeom prst="rect">
            <a:avLst/>
          </a:prstGeom>
          <a:solidFill>
            <a:srgbClr val="D8D8D8"/>
          </a:solidFill>
          <a:ln>
            <a:noFill/>
          </a:ln>
        </p:spPr>
        <p:txBody>
          <a:bodyPr/>
          <a:lstStyle/>
          <a:p>
            <a:endParaRPr lang="pt-BR" dirty="0"/>
          </a:p>
        </p:txBody>
      </p:sp>
      <p:sp>
        <p:nvSpPr>
          <p:cNvPr id="1931" name="Google Shape;1931;p185"/>
          <p:cNvSpPr>
            <a:spLocks noGrp="1"/>
          </p:cNvSpPr>
          <p:nvPr>
            <p:ph type="pic" idx="5"/>
          </p:nvPr>
        </p:nvSpPr>
        <p:spPr>
          <a:xfrm>
            <a:off x="7376185" y="3092450"/>
            <a:ext cx="1973700" cy="1677600"/>
          </a:xfrm>
          <a:prstGeom prst="rect">
            <a:avLst/>
          </a:prstGeom>
          <a:solidFill>
            <a:srgbClr val="D8D8D8"/>
          </a:solidFill>
          <a:ln>
            <a:noFill/>
          </a:ln>
        </p:spPr>
        <p:txBody>
          <a:bodyPr/>
          <a:lstStyle/>
          <a:p>
            <a:endParaRPr lang="pt-BR" dirty="0"/>
          </a:p>
        </p:txBody>
      </p:sp>
      <p:sp>
        <p:nvSpPr>
          <p:cNvPr id="1932" name="Google Shape;1932;p185"/>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33" name="Google Shape;1933;p185"/>
          <p:cNvSpPr>
            <a:spLocks noGrp="1"/>
          </p:cNvSpPr>
          <p:nvPr>
            <p:ph type="pic" idx="6"/>
          </p:nvPr>
        </p:nvSpPr>
        <p:spPr>
          <a:xfrm>
            <a:off x="9679374" y="3092450"/>
            <a:ext cx="1973700" cy="1677600"/>
          </a:xfrm>
          <a:prstGeom prst="rect">
            <a:avLst/>
          </a:prstGeom>
          <a:solidFill>
            <a:srgbClr val="D8D8D8"/>
          </a:solidFill>
          <a:ln>
            <a:noFill/>
          </a:ln>
        </p:spPr>
        <p:txBody>
          <a:bodyPr/>
          <a:lstStyle/>
          <a:p>
            <a:endParaRPr lang="pt-BR" dirty="0"/>
          </a:p>
        </p:txBody>
      </p:sp>
      <p:cxnSp>
        <p:nvCxnSpPr>
          <p:cNvPr id="1934" name="Google Shape;1934;p185"/>
          <p:cNvCxnSpPr/>
          <p:nvPr/>
        </p:nvCxnSpPr>
        <p:spPr>
          <a:xfrm rot="10800000">
            <a:off x="9869167" y="4624797"/>
            <a:ext cx="0" cy="1398900"/>
          </a:xfrm>
          <a:prstGeom prst="straightConnector1">
            <a:avLst/>
          </a:prstGeom>
          <a:noFill/>
          <a:ln w="19050" cap="flat" cmpd="sng">
            <a:solidFill>
              <a:schemeClr val="dk1"/>
            </a:solidFill>
            <a:prstDash val="solid"/>
            <a:round/>
            <a:headEnd type="diamond" w="med" len="med"/>
            <a:tailEnd type="none" w="sm" len="sm"/>
          </a:ln>
        </p:spPr>
      </p:cxnSp>
      <p:sp>
        <p:nvSpPr>
          <p:cNvPr id="1935" name="Google Shape;1935;p185"/>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936" name="Google Shape;1936;p185"/>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matchingName="1_Linha do Tempo1">
  <p:cSld name="3_Linha do Tempo1 9">
    <p:bg>
      <p:bgPr>
        <a:solidFill>
          <a:schemeClr val="lt1"/>
        </a:solidFill>
        <a:effectLst/>
      </p:bgPr>
    </p:bg>
    <p:spTree>
      <p:nvGrpSpPr>
        <p:cNvPr id="1" name="Shape 1937"/>
        <p:cNvGrpSpPr/>
        <p:nvPr/>
      </p:nvGrpSpPr>
      <p:grpSpPr>
        <a:xfrm>
          <a:off x="0" y="0"/>
          <a:ext cx="0" cy="0"/>
          <a:chOff x="0" y="0"/>
          <a:chExt cx="0" cy="0"/>
        </a:xfrm>
      </p:grpSpPr>
      <p:pic>
        <p:nvPicPr>
          <p:cNvPr id="1938" name="Google Shape;1938;p186"/>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939" name="Google Shape;1939;p186"/>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1940" name="Google Shape;1940;p186"/>
          <p:cNvCxnSpPr/>
          <p:nvPr/>
        </p:nvCxnSpPr>
        <p:spPr>
          <a:xfrm>
            <a:off x="1185264"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1941" name="Google Shape;1941;p186"/>
          <p:cNvCxnSpPr/>
          <p:nvPr/>
        </p:nvCxnSpPr>
        <p:spPr>
          <a:xfrm rot="10800000">
            <a:off x="620355"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942" name="Google Shape;1942;p186"/>
          <p:cNvCxnSpPr/>
          <p:nvPr/>
        </p:nvCxnSpPr>
        <p:spPr>
          <a:xfrm rot="10800000">
            <a:off x="5263300"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943" name="Google Shape;1943;p186"/>
          <p:cNvCxnSpPr/>
          <p:nvPr/>
        </p:nvCxnSpPr>
        <p:spPr>
          <a:xfrm>
            <a:off x="2959237"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1944" name="Google Shape;1944;p186"/>
          <p:cNvCxnSpPr/>
          <p:nvPr/>
        </p:nvCxnSpPr>
        <p:spPr>
          <a:xfrm>
            <a:off x="7589194"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1945" name="Google Shape;1945;p186"/>
          <p:cNvSpPr>
            <a:spLocks noGrp="1"/>
          </p:cNvSpPr>
          <p:nvPr>
            <p:ph type="pic" idx="2"/>
          </p:nvPr>
        </p:nvSpPr>
        <p:spPr>
          <a:xfrm>
            <a:off x="466617" y="3092450"/>
            <a:ext cx="1973700" cy="1677600"/>
          </a:xfrm>
          <a:prstGeom prst="rect">
            <a:avLst/>
          </a:prstGeom>
          <a:solidFill>
            <a:srgbClr val="D8D8D8"/>
          </a:solidFill>
          <a:ln>
            <a:noFill/>
          </a:ln>
        </p:spPr>
        <p:txBody>
          <a:bodyPr/>
          <a:lstStyle/>
          <a:p>
            <a:endParaRPr lang="pt-BR" dirty="0"/>
          </a:p>
        </p:txBody>
      </p:sp>
      <p:sp>
        <p:nvSpPr>
          <p:cNvPr id="1946" name="Google Shape;1946;p186"/>
          <p:cNvSpPr>
            <a:spLocks noGrp="1"/>
          </p:cNvSpPr>
          <p:nvPr>
            <p:ph type="pic" idx="3"/>
          </p:nvPr>
        </p:nvSpPr>
        <p:spPr>
          <a:xfrm>
            <a:off x="2769806" y="3092450"/>
            <a:ext cx="1973700" cy="1677600"/>
          </a:xfrm>
          <a:prstGeom prst="rect">
            <a:avLst/>
          </a:prstGeom>
          <a:solidFill>
            <a:srgbClr val="D8D8D8"/>
          </a:solidFill>
          <a:ln>
            <a:noFill/>
          </a:ln>
        </p:spPr>
        <p:txBody>
          <a:bodyPr/>
          <a:lstStyle/>
          <a:p>
            <a:endParaRPr lang="pt-BR" dirty="0"/>
          </a:p>
        </p:txBody>
      </p:sp>
      <p:sp>
        <p:nvSpPr>
          <p:cNvPr id="1947" name="Google Shape;1947;p186"/>
          <p:cNvSpPr>
            <a:spLocks noGrp="1"/>
          </p:cNvSpPr>
          <p:nvPr>
            <p:ph type="pic" idx="4"/>
          </p:nvPr>
        </p:nvSpPr>
        <p:spPr>
          <a:xfrm>
            <a:off x="5072996" y="3092450"/>
            <a:ext cx="1973700" cy="1677600"/>
          </a:xfrm>
          <a:prstGeom prst="rect">
            <a:avLst/>
          </a:prstGeom>
          <a:solidFill>
            <a:srgbClr val="D8D8D8"/>
          </a:solidFill>
          <a:ln>
            <a:noFill/>
          </a:ln>
        </p:spPr>
        <p:txBody>
          <a:bodyPr/>
          <a:lstStyle/>
          <a:p>
            <a:endParaRPr lang="pt-BR" dirty="0"/>
          </a:p>
        </p:txBody>
      </p:sp>
      <p:sp>
        <p:nvSpPr>
          <p:cNvPr id="1948" name="Google Shape;1948;p186"/>
          <p:cNvSpPr>
            <a:spLocks noGrp="1"/>
          </p:cNvSpPr>
          <p:nvPr>
            <p:ph type="pic" idx="5"/>
          </p:nvPr>
        </p:nvSpPr>
        <p:spPr>
          <a:xfrm>
            <a:off x="7376185" y="3092450"/>
            <a:ext cx="1973700" cy="1677600"/>
          </a:xfrm>
          <a:prstGeom prst="rect">
            <a:avLst/>
          </a:prstGeom>
          <a:solidFill>
            <a:srgbClr val="D8D8D8"/>
          </a:solidFill>
          <a:ln>
            <a:noFill/>
          </a:ln>
        </p:spPr>
        <p:txBody>
          <a:bodyPr/>
          <a:lstStyle/>
          <a:p>
            <a:endParaRPr lang="pt-BR" dirty="0"/>
          </a:p>
        </p:txBody>
      </p:sp>
      <p:sp>
        <p:nvSpPr>
          <p:cNvPr id="1949" name="Google Shape;1949;p186"/>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50" name="Google Shape;1950;p186"/>
          <p:cNvSpPr>
            <a:spLocks noGrp="1"/>
          </p:cNvSpPr>
          <p:nvPr>
            <p:ph type="pic" idx="6"/>
          </p:nvPr>
        </p:nvSpPr>
        <p:spPr>
          <a:xfrm>
            <a:off x="9679374" y="3092450"/>
            <a:ext cx="1973700" cy="1677600"/>
          </a:xfrm>
          <a:prstGeom prst="rect">
            <a:avLst/>
          </a:prstGeom>
          <a:solidFill>
            <a:srgbClr val="D8D8D8"/>
          </a:solidFill>
          <a:ln>
            <a:noFill/>
          </a:ln>
        </p:spPr>
        <p:txBody>
          <a:bodyPr/>
          <a:lstStyle/>
          <a:p>
            <a:endParaRPr lang="pt-BR" dirty="0"/>
          </a:p>
        </p:txBody>
      </p:sp>
      <p:cxnSp>
        <p:nvCxnSpPr>
          <p:cNvPr id="1951" name="Google Shape;1951;p186"/>
          <p:cNvCxnSpPr/>
          <p:nvPr/>
        </p:nvCxnSpPr>
        <p:spPr>
          <a:xfrm rot="10800000">
            <a:off x="9869167" y="4624797"/>
            <a:ext cx="0" cy="1398900"/>
          </a:xfrm>
          <a:prstGeom prst="straightConnector1">
            <a:avLst/>
          </a:prstGeom>
          <a:noFill/>
          <a:ln w="19050" cap="flat" cmpd="sng">
            <a:solidFill>
              <a:schemeClr val="dk1"/>
            </a:solidFill>
            <a:prstDash val="solid"/>
            <a:round/>
            <a:headEnd type="diamond" w="med" len="med"/>
            <a:tailEnd type="none" w="sm" len="sm"/>
          </a:ln>
        </p:spPr>
      </p:cxnSp>
      <p:sp>
        <p:nvSpPr>
          <p:cNvPr id="1952" name="Google Shape;1952;p186"/>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953" name="Google Shape;1953;p186"/>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matchingName="1_Linha do Tempo1">
  <p:cSld name="3_Linha do Tempo1 10">
    <p:bg>
      <p:bgPr>
        <a:solidFill>
          <a:schemeClr val="lt1"/>
        </a:solidFill>
        <a:effectLst/>
      </p:bgPr>
    </p:bg>
    <p:spTree>
      <p:nvGrpSpPr>
        <p:cNvPr id="1" name="Shape 1954"/>
        <p:cNvGrpSpPr/>
        <p:nvPr/>
      </p:nvGrpSpPr>
      <p:grpSpPr>
        <a:xfrm>
          <a:off x="0" y="0"/>
          <a:ext cx="0" cy="0"/>
          <a:chOff x="0" y="0"/>
          <a:chExt cx="0" cy="0"/>
        </a:xfrm>
      </p:grpSpPr>
      <p:pic>
        <p:nvPicPr>
          <p:cNvPr id="1955" name="Google Shape;1955;p187"/>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956" name="Google Shape;1956;p187"/>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1957" name="Google Shape;1957;p187"/>
          <p:cNvCxnSpPr/>
          <p:nvPr/>
        </p:nvCxnSpPr>
        <p:spPr>
          <a:xfrm>
            <a:off x="1185264"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1958" name="Google Shape;1958;p187"/>
          <p:cNvCxnSpPr/>
          <p:nvPr/>
        </p:nvCxnSpPr>
        <p:spPr>
          <a:xfrm rot="10800000">
            <a:off x="620355"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959" name="Google Shape;1959;p187"/>
          <p:cNvCxnSpPr/>
          <p:nvPr/>
        </p:nvCxnSpPr>
        <p:spPr>
          <a:xfrm rot="10800000">
            <a:off x="5263300"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1960" name="Google Shape;1960;p187"/>
          <p:cNvCxnSpPr/>
          <p:nvPr/>
        </p:nvCxnSpPr>
        <p:spPr>
          <a:xfrm>
            <a:off x="2959237"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1961" name="Google Shape;1961;p187"/>
          <p:cNvCxnSpPr/>
          <p:nvPr/>
        </p:nvCxnSpPr>
        <p:spPr>
          <a:xfrm>
            <a:off x="7589194"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1962" name="Google Shape;1962;p187"/>
          <p:cNvSpPr>
            <a:spLocks noGrp="1"/>
          </p:cNvSpPr>
          <p:nvPr>
            <p:ph type="pic" idx="2"/>
          </p:nvPr>
        </p:nvSpPr>
        <p:spPr>
          <a:xfrm>
            <a:off x="466617" y="3092450"/>
            <a:ext cx="1973700" cy="1677600"/>
          </a:xfrm>
          <a:prstGeom prst="rect">
            <a:avLst/>
          </a:prstGeom>
          <a:solidFill>
            <a:srgbClr val="D8D8D8"/>
          </a:solidFill>
          <a:ln>
            <a:noFill/>
          </a:ln>
        </p:spPr>
        <p:txBody>
          <a:bodyPr/>
          <a:lstStyle/>
          <a:p>
            <a:endParaRPr lang="pt-BR" dirty="0"/>
          </a:p>
        </p:txBody>
      </p:sp>
      <p:sp>
        <p:nvSpPr>
          <p:cNvPr id="1963" name="Google Shape;1963;p187"/>
          <p:cNvSpPr>
            <a:spLocks noGrp="1"/>
          </p:cNvSpPr>
          <p:nvPr>
            <p:ph type="pic" idx="3"/>
          </p:nvPr>
        </p:nvSpPr>
        <p:spPr>
          <a:xfrm>
            <a:off x="2769806" y="3092450"/>
            <a:ext cx="1973700" cy="1677600"/>
          </a:xfrm>
          <a:prstGeom prst="rect">
            <a:avLst/>
          </a:prstGeom>
          <a:solidFill>
            <a:srgbClr val="D8D8D8"/>
          </a:solidFill>
          <a:ln>
            <a:noFill/>
          </a:ln>
        </p:spPr>
        <p:txBody>
          <a:bodyPr/>
          <a:lstStyle/>
          <a:p>
            <a:endParaRPr lang="pt-BR" dirty="0"/>
          </a:p>
        </p:txBody>
      </p:sp>
      <p:sp>
        <p:nvSpPr>
          <p:cNvPr id="1964" name="Google Shape;1964;p187"/>
          <p:cNvSpPr>
            <a:spLocks noGrp="1"/>
          </p:cNvSpPr>
          <p:nvPr>
            <p:ph type="pic" idx="4"/>
          </p:nvPr>
        </p:nvSpPr>
        <p:spPr>
          <a:xfrm>
            <a:off x="5072996" y="3092450"/>
            <a:ext cx="1973700" cy="1677600"/>
          </a:xfrm>
          <a:prstGeom prst="rect">
            <a:avLst/>
          </a:prstGeom>
          <a:solidFill>
            <a:srgbClr val="D8D8D8"/>
          </a:solidFill>
          <a:ln>
            <a:noFill/>
          </a:ln>
        </p:spPr>
        <p:txBody>
          <a:bodyPr/>
          <a:lstStyle/>
          <a:p>
            <a:endParaRPr lang="pt-BR" dirty="0"/>
          </a:p>
        </p:txBody>
      </p:sp>
      <p:sp>
        <p:nvSpPr>
          <p:cNvPr id="1965" name="Google Shape;1965;p187"/>
          <p:cNvSpPr>
            <a:spLocks noGrp="1"/>
          </p:cNvSpPr>
          <p:nvPr>
            <p:ph type="pic" idx="5"/>
          </p:nvPr>
        </p:nvSpPr>
        <p:spPr>
          <a:xfrm>
            <a:off x="7376185" y="3092450"/>
            <a:ext cx="1973700" cy="1677600"/>
          </a:xfrm>
          <a:prstGeom prst="rect">
            <a:avLst/>
          </a:prstGeom>
          <a:solidFill>
            <a:srgbClr val="D8D8D8"/>
          </a:solidFill>
          <a:ln>
            <a:noFill/>
          </a:ln>
        </p:spPr>
        <p:txBody>
          <a:bodyPr/>
          <a:lstStyle/>
          <a:p>
            <a:endParaRPr lang="pt-BR" dirty="0"/>
          </a:p>
        </p:txBody>
      </p:sp>
      <p:sp>
        <p:nvSpPr>
          <p:cNvPr id="1966" name="Google Shape;1966;p187"/>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67" name="Google Shape;1967;p187"/>
          <p:cNvSpPr>
            <a:spLocks noGrp="1"/>
          </p:cNvSpPr>
          <p:nvPr>
            <p:ph type="pic" idx="6"/>
          </p:nvPr>
        </p:nvSpPr>
        <p:spPr>
          <a:xfrm>
            <a:off x="9679374" y="3092450"/>
            <a:ext cx="1973700" cy="1677600"/>
          </a:xfrm>
          <a:prstGeom prst="rect">
            <a:avLst/>
          </a:prstGeom>
          <a:solidFill>
            <a:srgbClr val="D8D8D8"/>
          </a:solidFill>
          <a:ln>
            <a:noFill/>
          </a:ln>
        </p:spPr>
        <p:txBody>
          <a:bodyPr/>
          <a:lstStyle/>
          <a:p>
            <a:endParaRPr lang="pt-BR" dirty="0"/>
          </a:p>
        </p:txBody>
      </p:sp>
      <p:cxnSp>
        <p:nvCxnSpPr>
          <p:cNvPr id="1968" name="Google Shape;1968;p187"/>
          <p:cNvCxnSpPr/>
          <p:nvPr/>
        </p:nvCxnSpPr>
        <p:spPr>
          <a:xfrm rot="10800000">
            <a:off x="9869167" y="4624797"/>
            <a:ext cx="0" cy="1398900"/>
          </a:xfrm>
          <a:prstGeom prst="straightConnector1">
            <a:avLst/>
          </a:prstGeom>
          <a:noFill/>
          <a:ln w="19050" cap="flat" cmpd="sng">
            <a:solidFill>
              <a:schemeClr val="dk1"/>
            </a:solidFill>
            <a:prstDash val="solid"/>
            <a:round/>
            <a:headEnd type="diamond" w="med" len="med"/>
            <a:tailEnd type="none" w="sm" len="sm"/>
          </a:ln>
        </p:spPr>
      </p:cxnSp>
      <p:sp>
        <p:nvSpPr>
          <p:cNvPr id="1969" name="Google Shape;1969;p187"/>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970" name="Google Shape;1970;p187"/>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matchingName="1_Linha do Tempo1">
  <p:cSld name="3_Linha do Tempo1 11">
    <p:bg>
      <p:bgPr>
        <a:solidFill>
          <a:schemeClr val="lt1"/>
        </a:solidFill>
        <a:effectLst/>
      </p:bgPr>
    </p:bg>
    <p:spTree>
      <p:nvGrpSpPr>
        <p:cNvPr id="1" name="Shape 1971"/>
        <p:cNvGrpSpPr/>
        <p:nvPr/>
      </p:nvGrpSpPr>
      <p:grpSpPr>
        <a:xfrm>
          <a:off x="0" y="0"/>
          <a:ext cx="0" cy="0"/>
          <a:chOff x="0" y="0"/>
          <a:chExt cx="0" cy="0"/>
        </a:xfrm>
      </p:grpSpPr>
      <p:pic>
        <p:nvPicPr>
          <p:cNvPr id="1972" name="Google Shape;1972;p188"/>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973" name="Google Shape;1973;p188"/>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974" name="Google Shape;1974;p188"/>
          <p:cNvSpPr>
            <a:spLocks noGrp="1"/>
          </p:cNvSpPr>
          <p:nvPr>
            <p:ph type="pic" idx="2"/>
          </p:nvPr>
        </p:nvSpPr>
        <p:spPr>
          <a:xfrm>
            <a:off x="3127810" y="1084585"/>
            <a:ext cx="2481600" cy="1744800"/>
          </a:xfrm>
          <a:prstGeom prst="rect">
            <a:avLst/>
          </a:prstGeom>
          <a:solidFill>
            <a:srgbClr val="D8D8D8"/>
          </a:solidFill>
          <a:ln>
            <a:noFill/>
          </a:ln>
        </p:spPr>
        <p:txBody>
          <a:bodyPr/>
          <a:lstStyle/>
          <a:p>
            <a:endParaRPr lang="pt-BR" dirty="0"/>
          </a:p>
        </p:txBody>
      </p:sp>
      <p:sp>
        <p:nvSpPr>
          <p:cNvPr id="1975" name="Google Shape;1975;p188"/>
          <p:cNvSpPr>
            <a:spLocks noGrp="1"/>
          </p:cNvSpPr>
          <p:nvPr>
            <p:ph type="pic" idx="3"/>
          </p:nvPr>
        </p:nvSpPr>
        <p:spPr>
          <a:xfrm>
            <a:off x="3127810" y="3837265"/>
            <a:ext cx="2481600" cy="1744800"/>
          </a:xfrm>
          <a:prstGeom prst="rect">
            <a:avLst/>
          </a:prstGeom>
          <a:solidFill>
            <a:srgbClr val="D8D8D8"/>
          </a:solidFill>
          <a:ln>
            <a:noFill/>
          </a:ln>
        </p:spPr>
        <p:txBody>
          <a:bodyPr/>
          <a:lstStyle/>
          <a:p>
            <a:endParaRPr lang="pt-BR" dirty="0"/>
          </a:p>
        </p:txBody>
      </p:sp>
      <p:sp>
        <p:nvSpPr>
          <p:cNvPr id="1976" name="Google Shape;1976;p188"/>
          <p:cNvSpPr>
            <a:spLocks noGrp="1"/>
          </p:cNvSpPr>
          <p:nvPr>
            <p:ph type="pic" idx="4"/>
          </p:nvPr>
        </p:nvSpPr>
        <p:spPr>
          <a:xfrm>
            <a:off x="8759529" y="3837265"/>
            <a:ext cx="2481600" cy="1744800"/>
          </a:xfrm>
          <a:prstGeom prst="rect">
            <a:avLst/>
          </a:prstGeom>
          <a:solidFill>
            <a:srgbClr val="D8D8D8"/>
          </a:solidFill>
          <a:ln>
            <a:noFill/>
          </a:ln>
        </p:spPr>
        <p:txBody>
          <a:bodyPr/>
          <a:lstStyle/>
          <a:p>
            <a:endParaRPr lang="pt-BR" dirty="0"/>
          </a:p>
        </p:txBody>
      </p:sp>
      <p:sp>
        <p:nvSpPr>
          <p:cNvPr id="1977" name="Google Shape;1977;p188"/>
          <p:cNvSpPr>
            <a:spLocks noGrp="1"/>
          </p:cNvSpPr>
          <p:nvPr>
            <p:ph type="pic" idx="5"/>
          </p:nvPr>
        </p:nvSpPr>
        <p:spPr>
          <a:xfrm>
            <a:off x="8759529" y="1084585"/>
            <a:ext cx="2481600" cy="1744800"/>
          </a:xfrm>
          <a:prstGeom prst="rect">
            <a:avLst/>
          </a:prstGeom>
          <a:solidFill>
            <a:srgbClr val="D8D8D8"/>
          </a:solidFill>
          <a:ln>
            <a:noFill/>
          </a:ln>
        </p:spPr>
        <p:txBody>
          <a:bodyPr/>
          <a:lstStyle/>
          <a:p>
            <a:endParaRPr lang="pt-BR" dirty="0"/>
          </a:p>
        </p:txBody>
      </p:sp>
      <p:grpSp>
        <p:nvGrpSpPr>
          <p:cNvPr id="1978" name="Google Shape;1978;p188"/>
          <p:cNvGrpSpPr/>
          <p:nvPr/>
        </p:nvGrpSpPr>
        <p:grpSpPr>
          <a:xfrm>
            <a:off x="9756891" y="6381906"/>
            <a:ext cx="2435717" cy="499880"/>
            <a:chOff x="14634602" y="9537218"/>
            <a:chExt cx="3653392" cy="749782"/>
          </a:xfrm>
        </p:grpSpPr>
        <p:pic>
          <p:nvPicPr>
            <p:cNvPr id="1979" name="Google Shape;1979;p188"/>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1980" name="Google Shape;1980;p188" descr="Logotipo"/>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1981" name="Google Shape;1981;p188"/>
          <p:cNvSpPr>
            <a:spLocks noGrp="1"/>
          </p:cNvSpPr>
          <p:nvPr>
            <p:ph type="pic" idx="6"/>
          </p:nvPr>
        </p:nvSpPr>
        <p:spPr>
          <a:xfrm>
            <a:off x="5943669" y="2636294"/>
            <a:ext cx="2481600" cy="1744800"/>
          </a:xfrm>
          <a:prstGeom prst="rect">
            <a:avLst/>
          </a:prstGeom>
          <a:solidFill>
            <a:srgbClr val="D8D8D8"/>
          </a:solidFill>
          <a:ln>
            <a:noFill/>
          </a:ln>
        </p:spPr>
        <p:txBody>
          <a:bodyPr/>
          <a:lstStyle/>
          <a:p>
            <a:endParaRPr lang="pt-BR" dirty="0"/>
          </a:p>
        </p:txBody>
      </p:sp>
      <p:sp>
        <p:nvSpPr>
          <p:cNvPr id="1982" name="Google Shape;1982;p188"/>
          <p:cNvSpPr txBox="1">
            <a:spLocks noGrp="1"/>
          </p:cNvSpPr>
          <p:nvPr>
            <p:ph type="body" idx="1"/>
          </p:nvPr>
        </p:nvSpPr>
        <p:spPr>
          <a:xfrm>
            <a:off x="3127811" y="2908275"/>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983" name="Google Shape;1983;p188"/>
          <p:cNvSpPr txBox="1">
            <a:spLocks noGrp="1"/>
          </p:cNvSpPr>
          <p:nvPr>
            <p:ph type="body" idx="7"/>
          </p:nvPr>
        </p:nvSpPr>
        <p:spPr>
          <a:xfrm>
            <a:off x="3127811" y="5656962"/>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984" name="Google Shape;1984;p188"/>
          <p:cNvSpPr txBox="1">
            <a:spLocks noGrp="1"/>
          </p:cNvSpPr>
          <p:nvPr>
            <p:ph type="body" idx="8"/>
          </p:nvPr>
        </p:nvSpPr>
        <p:spPr>
          <a:xfrm>
            <a:off x="8760967" y="2908275"/>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985" name="Google Shape;1985;p188"/>
          <p:cNvSpPr txBox="1">
            <a:spLocks noGrp="1"/>
          </p:cNvSpPr>
          <p:nvPr>
            <p:ph type="body" idx="9"/>
          </p:nvPr>
        </p:nvSpPr>
        <p:spPr>
          <a:xfrm>
            <a:off x="8760967" y="5656962"/>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986" name="Google Shape;1986;p188"/>
          <p:cNvSpPr txBox="1">
            <a:spLocks noGrp="1"/>
          </p:cNvSpPr>
          <p:nvPr>
            <p:ph type="body" idx="13"/>
          </p:nvPr>
        </p:nvSpPr>
        <p:spPr>
          <a:xfrm>
            <a:off x="5950033" y="4443564"/>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987" name="Google Shape;1987;p188"/>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988" name="Google Shape;1988;p188"/>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matchingName="3_1. Desenvolvimento">
  <p:cSld name="4_1. Desenvolvimento 2">
    <p:spTree>
      <p:nvGrpSpPr>
        <p:cNvPr id="1" name="Shape 1989"/>
        <p:cNvGrpSpPr/>
        <p:nvPr/>
      </p:nvGrpSpPr>
      <p:grpSpPr>
        <a:xfrm>
          <a:off x="0" y="0"/>
          <a:ext cx="0" cy="0"/>
          <a:chOff x="0" y="0"/>
          <a:chExt cx="0" cy="0"/>
        </a:xfrm>
      </p:grpSpPr>
      <p:pic>
        <p:nvPicPr>
          <p:cNvPr id="1990" name="Google Shape;1990;p189"/>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991" name="Google Shape;1991;p189"/>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992" name="Google Shape;1992;p189"/>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993" name="Google Shape;1993;p189"/>
          <p:cNvSpPr txBox="1">
            <a:spLocks noGrp="1"/>
          </p:cNvSpPr>
          <p:nvPr>
            <p:ph type="body" idx="1"/>
          </p:nvPr>
        </p:nvSpPr>
        <p:spPr>
          <a:xfrm>
            <a:off x="3005293"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94" name="Google Shape;1994;p189"/>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995" name="Google Shape;1995;p189"/>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matchingName="Quadro">
  <p:cSld name="1_Quadro">
    <p:spTree>
      <p:nvGrpSpPr>
        <p:cNvPr id="1" name="Shape 1996"/>
        <p:cNvGrpSpPr/>
        <p:nvPr/>
      </p:nvGrpSpPr>
      <p:grpSpPr>
        <a:xfrm>
          <a:off x="0" y="0"/>
          <a:ext cx="0" cy="0"/>
          <a:chOff x="0" y="0"/>
          <a:chExt cx="0" cy="0"/>
        </a:xfrm>
      </p:grpSpPr>
      <p:pic>
        <p:nvPicPr>
          <p:cNvPr id="1997" name="Google Shape;1997;p190"/>
          <p:cNvPicPr preferRelativeResize="0"/>
          <p:nvPr/>
        </p:nvPicPr>
        <p:blipFill rotWithShape="1">
          <a:blip r:embed="rId2">
            <a:alphaModFix/>
          </a:blip>
          <a:srcRect/>
          <a:stretch/>
        </p:blipFill>
        <p:spPr>
          <a:xfrm>
            <a:off x="4" y="0"/>
            <a:ext cx="12192000" cy="6857988"/>
          </a:xfrm>
          <a:prstGeom prst="rect">
            <a:avLst/>
          </a:prstGeom>
          <a:noFill/>
          <a:ln>
            <a:noFill/>
          </a:ln>
        </p:spPr>
      </p:pic>
      <p:sp>
        <p:nvSpPr>
          <p:cNvPr id="1998" name="Google Shape;1998;p190"/>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999" name="Google Shape;1999;p190"/>
          <p:cNvSpPr txBox="1">
            <a:spLocks noGrp="1"/>
          </p:cNvSpPr>
          <p:nvPr>
            <p:ph type="body" idx="1"/>
          </p:nvPr>
        </p:nvSpPr>
        <p:spPr>
          <a:xfrm>
            <a:off x="500292" y="3098664"/>
            <a:ext cx="2435700" cy="1303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2000" name="Google Shape;2000;p190"/>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matchingName="Quadro">
  <p:cSld name="1_Quadro 2">
    <p:spTree>
      <p:nvGrpSpPr>
        <p:cNvPr id="1" name="Shape 2001"/>
        <p:cNvGrpSpPr/>
        <p:nvPr/>
      </p:nvGrpSpPr>
      <p:grpSpPr>
        <a:xfrm>
          <a:off x="0" y="0"/>
          <a:ext cx="0" cy="0"/>
          <a:chOff x="0" y="0"/>
          <a:chExt cx="0" cy="0"/>
        </a:xfrm>
      </p:grpSpPr>
      <p:pic>
        <p:nvPicPr>
          <p:cNvPr id="2002" name="Google Shape;2002;p191"/>
          <p:cNvPicPr preferRelativeResize="0"/>
          <p:nvPr/>
        </p:nvPicPr>
        <p:blipFill rotWithShape="1">
          <a:blip r:embed="rId2">
            <a:alphaModFix/>
          </a:blip>
          <a:srcRect/>
          <a:stretch/>
        </p:blipFill>
        <p:spPr>
          <a:xfrm>
            <a:off x="4" y="0"/>
            <a:ext cx="12192000" cy="6857988"/>
          </a:xfrm>
          <a:prstGeom prst="rect">
            <a:avLst/>
          </a:prstGeom>
          <a:noFill/>
          <a:ln>
            <a:noFill/>
          </a:ln>
        </p:spPr>
      </p:pic>
      <p:sp>
        <p:nvSpPr>
          <p:cNvPr id="2003" name="Google Shape;2003;p191"/>
          <p:cNvSpPr txBox="1">
            <a:spLocks noGrp="1"/>
          </p:cNvSpPr>
          <p:nvPr>
            <p:ph type="body" idx="1"/>
          </p:nvPr>
        </p:nvSpPr>
        <p:spPr>
          <a:xfrm>
            <a:off x="500292" y="3098664"/>
            <a:ext cx="2601300" cy="1303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2004" name="Google Shape;2004;p191"/>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005" name="Google Shape;2005;p191"/>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2">
    <p:spTree>
      <p:nvGrpSpPr>
        <p:cNvPr id="1" name="Shape 2006"/>
        <p:cNvGrpSpPr/>
        <p:nvPr/>
      </p:nvGrpSpPr>
      <p:grpSpPr>
        <a:xfrm>
          <a:off x="0" y="0"/>
          <a:ext cx="0" cy="0"/>
          <a:chOff x="0" y="0"/>
          <a:chExt cx="0" cy="0"/>
        </a:xfrm>
      </p:grpSpPr>
      <p:pic>
        <p:nvPicPr>
          <p:cNvPr id="2007" name="Google Shape;2007;p192"/>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008" name="Google Shape;2008;p192"/>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009" name="Google Shape;2009;p192"/>
          <p:cNvSpPr txBox="1">
            <a:spLocks noGrp="1"/>
          </p:cNvSpPr>
          <p:nvPr>
            <p:ph type="body" idx="1"/>
          </p:nvPr>
        </p:nvSpPr>
        <p:spPr>
          <a:xfrm>
            <a:off x="3163359" y="1023409"/>
            <a:ext cx="4888500" cy="1081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10" name="Google Shape;2010;p192"/>
          <p:cNvSpPr txBox="1">
            <a:spLocks noGrp="1"/>
          </p:cNvSpPr>
          <p:nvPr>
            <p:ph type="body" idx="2"/>
          </p:nvPr>
        </p:nvSpPr>
        <p:spPr>
          <a:xfrm>
            <a:off x="3163359" y="2334624"/>
            <a:ext cx="4888500" cy="1081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11" name="Google Shape;2011;p192"/>
          <p:cNvSpPr>
            <a:spLocks noGrp="1"/>
          </p:cNvSpPr>
          <p:nvPr>
            <p:ph type="pic" idx="3"/>
          </p:nvPr>
        </p:nvSpPr>
        <p:spPr>
          <a:xfrm>
            <a:off x="3163359" y="3645959"/>
            <a:ext cx="4888500" cy="1668000"/>
          </a:xfrm>
          <a:prstGeom prst="rect">
            <a:avLst/>
          </a:prstGeom>
          <a:noFill/>
          <a:ln>
            <a:noFill/>
          </a:ln>
        </p:spPr>
        <p:txBody>
          <a:bodyPr/>
          <a:lstStyle/>
          <a:p>
            <a:endParaRPr lang="pt-BR" dirty="0"/>
          </a:p>
        </p:txBody>
      </p:sp>
      <p:sp>
        <p:nvSpPr>
          <p:cNvPr id="2012" name="Google Shape;2012;p192"/>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013" name="Google Shape;2013;p192"/>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3">
    <p:spTree>
      <p:nvGrpSpPr>
        <p:cNvPr id="1" name="Shape 2014"/>
        <p:cNvGrpSpPr/>
        <p:nvPr/>
      </p:nvGrpSpPr>
      <p:grpSpPr>
        <a:xfrm>
          <a:off x="0" y="0"/>
          <a:ext cx="0" cy="0"/>
          <a:chOff x="0" y="0"/>
          <a:chExt cx="0" cy="0"/>
        </a:xfrm>
      </p:grpSpPr>
      <p:pic>
        <p:nvPicPr>
          <p:cNvPr id="2015" name="Google Shape;2015;p193"/>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016" name="Google Shape;2016;p193"/>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017" name="Google Shape;2017;p193"/>
          <p:cNvSpPr>
            <a:spLocks noGrp="1"/>
          </p:cNvSpPr>
          <p:nvPr>
            <p:ph type="pic" idx="2"/>
          </p:nvPr>
        </p:nvSpPr>
        <p:spPr>
          <a:xfrm>
            <a:off x="2805141" y="2431243"/>
            <a:ext cx="9004500" cy="3295800"/>
          </a:xfrm>
          <a:prstGeom prst="rect">
            <a:avLst/>
          </a:prstGeom>
          <a:solidFill>
            <a:srgbClr val="D8D8D8"/>
          </a:solidFill>
          <a:ln>
            <a:noFill/>
          </a:ln>
        </p:spPr>
        <p:txBody>
          <a:bodyPr/>
          <a:lstStyle/>
          <a:p>
            <a:endParaRPr lang="pt-BR" dirty="0"/>
          </a:p>
        </p:txBody>
      </p:sp>
      <p:sp>
        <p:nvSpPr>
          <p:cNvPr id="2018" name="Google Shape;2018;p193"/>
          <p:cNvSpPr txBox="1">
            <a:spLocks noGrp="1"/>
          </p:cNvSpPr>
          <p:nvPr>
            <p:ph type="body" idx="1"/>
          </p:nvPr>
        </p:nvSpPr>
        <p:spPr>
          <a:xfrm>
            <a:off x="2805142" y="5860191"/>
            <a:ext cx="9004800" cy="279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19" name="Google Shape;2019;p193"/>
          <p:cNvSpPr txBox="1">
            <a:spLocks noGrp="1"/>
          </p:cNvSpPr>
          <p:nvPr>
            <p:ph type="body" idx="3"/>
          </p:nvPr>
        </p:nvSpPr>
        <p:spPr>
          <a:xfrm>
            <a:off x="2805142" y="823383"/>
            <a:ext cx="9004800" cy="1363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20" name="Google Shape;2020;p193"/>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021" name="Google Shape;2021;p193"/>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4">
    <p:spTree>
      <p:nvGrpSpPr>
        <p:cNvPr id="1" name="Shape 2022"/>
        <p:cNvGrpSpPr/>
        <p:nvPr/>
      </p:nvGrpSpPr>
      <p:grpSpPr>
        <a:xfrm>
          <a:off x="0" y="0"/>
          <a:ext cx="0" cy="0"/>
          <a:chOff x="0" y="0"/>
          <a:chExt cx="0" cy="0"/>
        </a:xfrm>
      </p:grpSpPr>
      <p:pic>
        <p:nvPicPr>
          <p:cNvPr id="2023" name="Google Shape;2023;p194"/>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024" name="Google Shape;2024;p194"/>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025" name="Google Shape;2025;p194"/>
          <p:cNvSpPr txBox="1">
            <a:spLocks noGrp="1"/>
          </p:cNvSpPr>
          <p:nvPr>
            <p:ph type="body" idx="1"/>
          </p:nvPr>
        </p:nvSpPr>
        <p:spPr>
          <a:xfrm>
            <a:off x="2967826" y="931395"/>
            <a:ext cx="85401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26" name="Google Shape;2026;p194"/>
          <p:cNvSpPr txBox="1">
            <a:spLocks noGrp="1"/>
          </p:cNvSpPr>
          <p:nvPr>
            <p:ph type="body" idx="2"/>
          </p:nvPr>
        </p:nvSpPr>
        <p:spPr>
          <a:xfrm>
            <a:off x="2967826" y="2012830"/>
            <a:ext cx="3829800" cy="3761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27" name="Google Shape;2027;p194"/>
          <p:cNvSpPr>
            <a:spLocks noGrp="1"/>
          </p:cNvSpPr>
          <p:nvPr>
            <p:ph type="pic" idx="3"/>
          </p:nvPr>
        </p:nvSpPr>
        <p:spPr>
          <a:xfrm>
            <a:off x="7131171" y="2012830"/>
            <a:ext cx="4376700" cy="3761100"/>
          </a:xfrm>
          <a:prstGeom prst="rect">
            <a:avLst/>
          </a:prstGeom>
          <a:solidFill>
            <a:srgbClr val="D8D8D8"/>
          </a:solidFill>
          <a:ln>
            <a:noFill/>
          </a:ln>
        </p:spPr>
        <p:txBody>
          <a:bodyPr/>
          <a:lstStyle/>
          <a:p>
            <a:endParaRPr lang="pt-BR" dirty="0"/>
          </a:p>
        </p:txBody>
      </p:sp>
      <p:sp>
        <p:nvSpPr>
          <p:cNvPr id="2028" name="Google Shape;2028;p194"/>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029" name="Google Shape;2029;p194"/>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matchingName="1. Conteudo">
  <p:cSld name="2_1. Conteudo 3">
    <p:spTree>
      <p:nvGrpSpPr>
        <p:cNvPr id="1" name="Shape 2030"/>
        <p:cNvGrpSpPr/>
        <p:nvPr/>
      </p:nvGrpSpPr>
      <p:grpSpPr>
        <a:xfrm>
          <a:off x="0" y="0"/>
          <a:ext cx="0" cy="0"/>
          <a:chOff x="0" y="0"/>
          <a:chExt cx="0" cy="0"/>
        </a:xfrm>
      </p:grpSpPr>
      <p:pic>
        <p:nvPicPr>
          <p:cNvPr id="2031" name="Google Shape;2031;p195"/>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032" name="Google Shape;2032;p195"/>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033" name="Google Shape;2033;p195"/>
          <p:cNvSpPr txBox="1">
            <a:spLocks noGrp="1"/>
          </p:cNvSpPr>
          <p:nvPr>
            <p:ph type="body" idx="1"/>
          </p:nvPr>
        </p:nvSpPr>
        <p:spPr>
          <a:xfrm>
            <a:off x="3236779" y="2362200"/>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034" name="Google Shape;2034;p195"/>
          <p:cNvSpPr txBox="1">
            <a:spLocks noGrp="1"/>
          </p:cNvSpPr>
          <p:nvPr>
            <p:ph type="body" idx="2"/>
          </p:nvPr>
        </p:nvSpPr>
        <p:spPr>
          <a:xfrm>
            <a:off x="3236867" y="1170031"/>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035" name="Google Shape;2035;p195"/>
          <p:cNvSpPr txBox="1">
            <a:spLocks noGrp="1"/>
          </p:cNvSpPr>
          <p:nvPr>
            <p:ph type="body" idx="3"/>
          </p:nvPr>
        </p:nvSpPr>
        <p:spPr>
          <a:xfrm>
            <a:off x="3236778" y="4403072"/>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036" name="Google Shape;2036;p195"/>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037" name="Google Shape;2037;p195"/>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matchingName="1. Conteudo">
  <p:cSld name="2_1. Conteudo 4">
    <p:spTree>
      <p:nvGrpSpPr>
        <p:cNvPr id="1" name="Shape 2038"/>
        <p:cNvGrpSpPr/>
        <p:nvPr/>
      </p:nvGrpSpPr>
      <p:grpSpPr>
        <a:xfrm>
          <a:off x="0" y="0"/>
          <a:ext cx="0" cy="0"/>
          <a:chOff x="0" y="0"/>
          <a:chExt cx="0" cy="0"/>
        </a:xfrm>
      </p:grpSpPr>
      <p:pic>
        <p:nvPicPr>
          <p:cNvPr id="2039" name="Google Shape;2039;p196"/>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040" name="Google Shape;2040;p196"/>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041" name="Google Shape;2041;p196"/>
          <p:cNvSpPr txBox="1">
            <a:spLocks noGrp="1"/>
          </p:cNvSpPr>
          <p:nvPr>
            <p:ph type="body" idx="1"/>
          </p:nvPr>
        </p:nvSpPr>
        <p:spPr>
          <a:xfrm>
            <a:off x="3236779" y="2362200"/>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042" name="Google Shape;2042;p196"/>
          <p:cNvSpPr txBox="1">
            <a:spLocks noGrp="1"/>
          </p:cNvSpPr>
          <p:nvPr>
            <p:ph type="body" idx="2"/>
          </p:nvPr>
        </p:nvSpPr>
        <p:spPr>
          <a:xfrm>
            <a:off x="3236867" y="1170031"/>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043" name="Google Shape;2043;p196"/>
          <p:cNvSpPr txBox="1">
            <a:spLocks noGrp="1"/>
          </p:cNvSpPr>
          <p:nvPr>
            <p:ph type="body" idx="3"/>
          </p:nvPr>
        </p:nvSpPr>
        <p:spPr>
          <a:xfrm>
            <a:off x="3236778" y="4403072"/>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044" name="Google Shape;2044;p196"/>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045" name="Google Shape;2045;p196"/>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matchingName="1_3. Conteudo">
  <p:cSld name="2_3. Conteudo 7">
    <p:bg>
      <p:bgPr>
        <a:solidFill>
          <a:srgbClr val="28566E"/>
        </a:solidFill>
        <a:effectLst/>
      </p:bgPr>
    </p:bg>
    <p:spTree>
      <p:nvGrpSpPr>
        <p:cNvPr id="1" name="Shape 2046"/>
        <p:cNvGrpSpPr/>
        <p:nvPr/>
      </p:nvGrpSpPr>
      <p:grpSpPr>
        <a:xfrm>
          <a:off x="0" y="0"/>
          <a:ext cx="0" cy="0"/>
          <a:chOff x="0" y="0"/>
          <a:chExt cx="0" cy="0"/>
        </a:xfrm>
      </p:grpSpPr>
      <p:pic>
        <p:nvPicPr>
          <p:cNvPr id="2047" name="Google Shape;2047;p197"/>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2048" name="Google Shape;2048;p197"/>
          <p:cNvSpPr/>
          <p:nvPr/>
        </p:nvSpPr>
        <p:spPr>
          <a:xfrm>
            <a:off x="448134" y="414865"/>
            <a:ext cx="3222625" cy="3222612"/>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a:alphaModFix/>
            </a:blip>
            <a:stretch>
              <a:fillRect/>
            </a:stretch>
          </a:blip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2049" name="Google Shape;2049;p197"/>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050" name="Google Shape;2050;p197"/>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2051" name="Google Shape;2051;p197"/>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2052" name="Google Shape;2052;p197"/>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2053" name="Google Shape;2053;p197"/>
          <p:cNvSpPr txBox="1"/>
          <p:nvPr/>
        </p:nvSpPr>
        <p:spPr>
          <a:xfrm>
            <a:off x="12279086" y="384144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54" name="Google Shape;2054;p197"/>
          <p:cNvSpPr txBox="1"/>
          <p:nvPr/>
        </p:nvSpPr>
        <p:spPr>
          <a:xfrm>
            <a:off x="4744995" y="191117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55" name="Google Shape;2055;p197"/>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2056" name="Google Shape;2056;p197"/>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57" name="Google Shape;2057;p197"/>
          <p:cNvSpPr txBox="1"/>
          <p:nvPr/>
        </p:nvSpPr>
        <p:spPr>
          <a:xfrm>
            <a:off x="6265889" y="14990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58" name="Google Shape;2058;p197"/>
          <p:cNvSpPr txBox="1"/>
          <p:nvPr/>
        </p:nvSpPr>
        <p:spPr>
          <a:xfrm>
            <a:off x="2806376" y="3120112"/>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matchingName="1_3. Conteudo">
  <p:cSld name="2_3. Conteudo 8">
    <p:bg>
      <p:bgPr>
        <a:solidFill>
          <a:srgbClr val="28566E"/>
        </a:solidFill>
        <a:effectLst/>
      </p:bgPr>
    </p:bg>
    <p:spTree>
      <p:nvGrpSpPr>
        <p:cNvPr id="1" name="Shape 2059"/>
        <p:cNvGrpSpPr/>
        <p:nvPr/>
      </p:nvGrpSpPr>
      <p:grpSpPr>
        <a:xfrm>
          <a:off x="0" y="0"/>
          <a:ext cx="0" cy="0"/>
          <a:chOff x="0" y="0"/>
          <a:chExt cx="0" cy="0"/>
        </a:xfrm>
      </p:grpSpPr>
      <p:pic>
        <p:nvPicPr>
          <p:cNvPr id="2060" name="Google Shape;2060;p198"/>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2061" name="Google Shape;2061;p198"/>
          <p:cNvSpPr/>
          <p:nvPr/>
        </p:nvSpPr>
        <p:spPr>
          <a:xfrm>
            <a:off x="448134" y="414865"/>
            <a:ext cx="3222625" cy="3222612"/>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cstate="hqprint">
              <a:alphaModFix/>
              <a:extLst>
                <a:ext uri="{28A0092B-C50C-407E-A947-70E740481C1C}">
                  <a14:useLocalDpi xmlns:a14="http://schemas.microsoft.com/office/drawing/2010/main"/>
                </a:ext>
              </a:extLst>
            </a:blip>
            <a:stretch>
              <a:fillRect/>
            </a:stretch>
          </a:blip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2062" name="Google Shape;2062;p198"/>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2063" name="Google Shape;2063;p198"/>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2064" name="Google Shape;2064;p198"/>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2065" name="Google Shape;2065;p198"/>
          <p:cNvSpPr txBox="1"/>
          <p:nvPr/>
        </p:nvSpPr>
        <p:spPr>
          <a:xfrm>
            <a:off x="12279086" y="384144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66" name="Google Shape;2066;p198"/>
          <p:cNvSpPr txBox="1"/>
          <p:nvPr/>
        </p:nvSpPr>
        <p:spPr>
          <a:xfrm>
            <a:off x="4744995" y="191117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67" name="Google Shape;2067;p198"/>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2068" name="Google Shape;2068;p198"/>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69" name="Google Shape;2069;p198"/>
          <p:cNvSpPr txBox="1"/>
          <p:nvPr/>
        </p:nvSpPr>
        <p:spPr>
          <a:xfrm>
            <a:off x="12638314" y="383177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70" name="Google Shape;2070;p198"/>
          <p:cNvSpPr txBox="1"/>
          <p:nvPr/>
        </p:nvSpPr>
        <p:spPr>
          <a:xfrm>
            <a:off x="12442371" y="124097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71" name="Google Shape;2071;p198"/>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072" name="Google Shape;2072;p198"/>
          <p:cNvSpPr txBox="1"/>
          <p:nvPr/>
        </p:nvSpPr>
        <p:spPr>
          <a:xfrm>
            <a:off x="2578394" y="3162010"/>
            <a:ext cx="1600800" cy="656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133" b="0" i="0" u="none" strike="noStrike" cap="none" dirty="0">
                <a:solidFill>
                  <a:srgbClr val="FFFFFF"/>
                </a:solidFill>
                <a:latin typeface="Poppins Light"/>
                <a:ea typeface="Poppins Light"/>
                <a:cs typeface="Poppins Light"/>
                <a:sym typeface="Poppins Light"/>
              </a:rPr>
              <a:t>Colocando</a:t>
            </a:r>
            <a:br>
              <a:rPr lang="pt-BR" sz="2133" b="0" i="0" u="none" strike="noStrike" cap="none" dirty="0">
                <a:solidFill>
                  <a:srgbClr val="FFFFFF"/>
                </a:solidFill>
                <a:latin typeface="Poppins Light"/>
                <a:ea typeface="Poppins Light"/>
                <a:cs typeface="Poppins Light"/>
                <a:sym typeface="Poppins Light"/>
              </a:rPr>
            </a:br>
            <a:r>
              <a:rPr lang="pt-BR" sz="2133" b="0" i="0" u="none" strike="noStrike" cap="none" dirty="0">
                <a:solidFill>
                  <a:srgbClr val="FFFFFF"/>
                </a:solidFill>
                <a:latin typeface="Poppins Light"/>
                <a:ea typeface="Poppins Light"/>
                <a:cs typeface="Poppins Light"/>
                <a:sym typeface="Poppins Light"/>
              </a:rPr>
              <a:t>em </a:t>
            </a:r>
            <a:r>
              <a:rPr lang="pt-BR" sz="2133" b="1" i="0" u="none" strike="noStrike" cap="none" dirty="0">
                <a:solidFill>
                  <a:srgbClr val="FFFFFF"/>
                </a:solidFill>
                <a:latin typeface="Poppins"/>
                <a:ea typeface="Poppins"/>
                <a:cs typeface="Poppins"/>
                <a:sym typeface="Poppins"/>
              </a:rPr>
              <a:t>prática</a:t>
            </a:r>
            <a:endParaRPr sz="21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matchingName="1_3. Conteudo">
  <p:cSld name="2_3. Conteudo 9">
    <p:bg>
      <p:bgPr>
        <a:solidFill>
          <a:srgbClr val="28566E"/>
        </a:solidFill>
        <a:effectLst/>
      </p:bgPr>
    </p:bg>
    <p:spTree>
      <p:nvGrpSpPr>
        <p:cNvPr id="1" name="Shape 2073"/>
        <p:cNvGrpSpPr/>
        <p:nvPr/>
      </p:nvGrpSpPr>
      <p:grpSpPr>
        <a:xfrm>
          <a:off x="0" y="0"/>
          <a:ext cx="0" cy="0"/>
          <a:chOff x="0" y="0"/>
          <a:chExt cx="0" cy="0"/>
        </a:xfrm>
      </p:grpSpPr>
      <p:pic>
        <p:nvPicPr>
          <p:cNvPr id="2074" name="Google Shape;2074;p199"/>
          <p:cNvPicPr preferRelativeResize="0"/>
          <p:nvPr/>
        </p:nvPicPr>
        <p:blipFill rotWithShape="1">
          <a:blip r:embed="rId2">
            <a:alphaModFix/>
          </a:blip>
          <a:srcRect/>
          <a:stretch/>
        </p:blipFill>
        <p:spPr>
          <a:xfrm>
            <a:off x="0" y="17"/>
            <a:ext cx="4630818" cy="6857983"/>
          </a:xfrm>
          <a:prstGeom prst="rect">
            <a:avLst/>
          </a:prstGeom>
          <a:noFill/>
          <a:ln>
            <a:noFill/>
          </a:ln>
        </p:spPr>
      </p:pic>
      <p:pic>
        <p:nvPicPr>
          <p:cNvPr id="2075" name="Google Shape;2075;p199" descr="Câmera fotográfica preta&#10;&#10;Descrição gerada automaticamente"/>
          <p:cNvPicPr preferRelativeResize="0"/>
          <p:nvPr/>
        </p:nvPicPr>
        <p:blipFill rotWithShape="1">
          <a:blip r:embed="rId3" cstate="hqprint">
            <a:alphaModFix/>
            <a:extLst>
              <a:ext uri="{28A0092B-C50C-407E-A947-70E740481C1C}">
                <a14:useLocalDpi xmlns:a14="http://schemas.microsoft.com/office/drawing/2010/main"/>
              </a:ext>
            </a:extLst>
          </a:blip>
          <a:srcRect t="-271"/>
          <a:stretch/>
        </p:blipFill>
        <p:spPr>
          <a:xfrm>
            <a:off x="428798" y="386760"/>
            <a:ext cx="3243300" cy="3243300"/>
          </a:xfrm>
          <a:prstGeom prst="ellipse">
            <a:avLst/>
          </a:prstGeom>
          <a:noFill/>
          <a:ln>
            <a:noFill/>
          </a:ln>
        </p:spPr>
      </p:pic>
      <p:sp>
        <p:nvSpPr>
          <p:cNvPr id="2076" name="Google Shape;2076;p199"/>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2077" name="Google Shape;2077;p199"/>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2078" name="Google Shape;2078;p199"/>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2079" name="Google Shape;2079;p199"/>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2080" name="Google Shape;2080;p199"/>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81" name="Google Shape;2081;p199"/>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082" name="Google Shape;2082;p199"/>
          <p:cNvSpPr txBox="1"/>
          <p:nvPr/>
        </p:nvSpPr>
        <p:spPr>
          <a:xfrm>
            <a:off x="2806376" y="3120112"/>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matchingName="1_3. Conteudo">
  <p:cSld name="2_3. Conteudo 10">
    <p:bg>
      <p:bgPr>
        <a:solidFill>
          <a:srgbClr val="28566E"/>
        </a:solidFill>
        <a:effectLst/>
      </p:bgPr>
    </p:bg>
    <p:spTree>
      <p:nvGrpSpPr>
        <p:cNvPr id="1" name="Shape 2083"/>
        <p:cNvGrpSpPr/>
        <p:nvPr/>
      </p:nvGrpSpPr>
      <p:grpSpPr>
        <a:xfrm>
          <a:off x="0" y="0"/>
          <a:ext cx="0" cy="0"/>
          <a:chOff x="0" y="0"/>
          <a:chExt cx="0" cy="0"/>
        </a:xfrm>
      </p:grpSpPr>
      <p:pic>
        <p:nvPicPr>
          <p:cNvPr id="2084" name="Google Shape;2084;p200"/>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2085" name="Google Shape;2085;p200" descr="Câmera fotográfica preta&#10;&#10;Descrição gerada automaticamente"/>
          <p:cNvSpPr/>
          <p:nvPr/>
        </p:nvSpPr>
        <p:spPr>
          <a:xfrm>
            <a:off x="428798" y="386760"/>
            <a:ext cx="3243300" cy="32433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6" name="Google Shape;2086;p200"/>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2087" name="Google Shape;2087;p200"/>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2088" name="Google Shape;2088;p200"/>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2089" name="Google Shape;2089;p200"/>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2090" name="Google Shape;2090;p200"/>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91" name="Google Shape;2091;p200"/>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092" name="Google Shape;2092;p200"/>
          <p:cNvSpPr txBox="1"/>
          <p:nvPr/>
        </p:nvSpPr>
        <p:spPr>
          <a:xfrm>
            <a:off x="2578394" y="3162010"/>
            <a:ext cx="1600800" cy="656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133" b="0" i="0" u="none" strike="noStrike" cap="none" dirty="0">
                <a:solidFill>
                  <a:srgbClr val="FFFFFF"/>
                </a:solidFill>
                <a:latin typeface="Poppins Light"/>
                <a:ea typeface="Poppins Light"/>
                <a:cs typeface="Poppins Light"/>
                <a:sym typeface="Poppins Light"/>
              </a:rPr>
              <a:t>Colocando</a:t>
            </a:r>
            <a:br>
              <a:rPr lang="pt-BR" sz="2133" b="0" i="0" u="none" strike="noStrike" cap="none" dirty="0">
                <a:solidFill>
                  <a:srgbClr val="FFFFFF"/>
                </a:solidFill>
                <a:latin typeface="Poppins Light"/>
                <a:ea typeface="Poppins Light"/>
                <a:cs typeface="Poppins Light"/>
                <a:sym typeface="Poppins Light"/>
              </a:rPr>
            </a:br>
            <a:r>
              <a:rPr lang="pt-BR" sz="2133" b="0" i="0" u="none" strike="noStrike" cap="none" dirty="0">
                <a:solidFill>
                  <a:srgbClr val="FFFFFF"/>
                </a:solidFill>
                <a:latin typeface="Poppins Light"/>
                <a:ea typeface="Poppins Light"/>
                <a:cs typeface="Poppins Light"/>
                <a:sym typeface="Poppins Light"/>
              </a:rPr>
              <a:t>em </a:t>
            </a:r>
            <a:r>
              <a:rPr lang="pt-BR" sz="2133" b="1" i="0" u="none" strike="noStrike" cap="none" dirty="0">
                <a:solidFill>
                  <a:srgbClr val="FFFFFF"/>
                </a:solidFill>
                <a:latin typeface="Poppins"/>
                <a:ea typeface="Poppins"/>
                <a:cs typeface="Poppins"/>
                <a:sym typeface="Poppins"/>
              </a:rPr>
              <a:t>prática</a:t>
            </a:r>
            <a:endParaRPr sz="21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matchingName="4. Exposição">
  <p:cSld name="2_4. Exposição 2">
    <p:spTree>
      <p:nvGrpSpPr>
        <p:cNvPr id="1" name="Shape 2093"/>
        <p:cNvGrpSpPr/>
        <p:nvPr/>
      </p:nvGrpSpPr>
      <p:grpSpPr>
        <a:xfrm>
          <a:off x="0" y="0"/>
          <a:ext cx="0" cy="0"/>
          <a:chOff x="0" y="0"/>
          <a:chExt cx="0" cy="0"/>
        </a:xfrm>
      </p:grpSpPr>
      <p:pic>
        <p:nvPicPr>
          <p:cNvPr id="2094" name="Google Shape;2094;p201"/>
          <p:cNvPicPr preferRelativeResize="0"/>
          <p:nvPr/>
        </p:nvPicPr>
        <p:blipFill rotWithShape="1">
          <a:blip r:embed="rId2">
            <a:alphaModFix/>
          </a:blip>
          <a:srcRect/>
          <a:stretch/>
        </p:blipFill>
        <p:spPr>
          <a:xfrm>
            <a:off x="-3" y="0"/>
            <a:ext cx="3218119" cy="6857983"/>
          </a:xfrm>
          <a:prstGeom prst="rect">
            <a:avLst/>
          </a:prstGeom>
          <a:noFill/>
          <a:ln>
            <a:noFill/>
          </a:ln>
        </p:spPr>
      </p:pic>
      <p:sp>
        <p:nvSpPr>
          <p:cNvPr id="2095" name="Google Shape;2095;p201"/>
          <p:cNvSpPr txBox="1">
            <a:spLocks noGrp="1"/>
          </p:cNvSpPr>
          <p:nvPr>
            <p:ph type="body" idx="1"/>
          </p:nvPr>
        </p:nvSpPr>
        <p:spPr>
          <a:xfrm>
            <a:off x="3969778" y="768737"/>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096" name="Google Shape;2096;p201"/>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97" name="Google Shape;2097;p201"/>
          <p:cNvSpPr>
            <a:spLocks noGrp="1"/>
          </p:cNvSpPr>
          <p:nvPr>
            <p:ph type="pic" idx="2"/>
          </p:nvPr>
        </p:nvSpPr>
        <p:spPr>
          <a:xfrm>
            <a:off x="3979525" y="1953131"/>
            <a:ext cx="7268700" cy="3781500"/>
          </a:xfrm>
          <a:prstGeom prst="rect">
            <a:avLst/>
          </a:prstGeom>
          <a:noFill/>
          <a:ln>
            <a:noFill/>
          </a:ln>
        </p:spPr>
        <p:txBody>
          <a:bodyPr/>
          <a:lstStyle/>
          <a:p>
            <a:endParaRPr lang="pt-BR" dirty="0"/>
          </a:p>
        </p:txBody>
      </p:sp>
      <p:sp>
        <p:nvSpPr>
          <p:cNvPr id="2098" name="Google Shape;2098;p201"/>
          <p:cNvSpPr txBox="1">
            <a:spLocks noGrp="1"/>
          </p:cNvSpPr>
          <p:nvPr>
            <p:ph type="body" idx="3"/>
          </p:nvPr>
        </p:nvSpPr>
        <p:spPr>
          <a:xfrm>
            <a:off x="3969778" y="5831202"/>
            <a:ext cx="7268700" cy="148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dk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2099" name="Google Shape;2099;p201"/>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00" name="Google Shape;2100;p201"/>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matchingName="4. Exposição">
  <p:cSld name="2_4. Exposição 3">
    <p:spTree>
      <p:nvGrpSpPr>
        <p:cNvPr id="1" name="Shape 2101"/>
        <p:cNvGrpSpPr/>
        <p:nvPr/>
      </p:nvGrpSpPr>
      <p:grpSpPr>
        <a:xfrm>
          <a:off x="0" y="0"/>
          <a:ext cx="0" cy="0"/>
          <a:chOff x="0" y="0"/>
          <a:chExt cx="0" cy="0"/>
        </a:xfrm>
      </p:grpSpPr>
      <p:sp>
        <p:nvSpPr>
          <p:cNvPr id="2102" name="Google Shape;2102;p202"/>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cxnSp>
        <p:nvCxnSpPr>
          <p:cNvPr id="2103" name="Google Shape;2103;p202"/>
          <p:cNvCxnSpPr/>
          <p:nvPr/>
        </p:nvCxnSpPr>
        <p:spPr>
          <a:xfrm>
            <a:off x="343022" y="609127"/>
            <a:ext cx="7496100" cy="0"/>
          </a:xfrm>
          <a:prstGeom prst="straightConnector1">
            <a:avLst/>
          </a:prstGeom>
          <a:noFill/>
          <a:ln w="12700" cap="flat" cmpd="sng">
            <a:solidFill>
              <a:schemeClr val="dk1"/>
            </a:solidFill>
            <a:prstDash val="solid"/>
            <a:round/>
            <a:headEnd type="none" w="sm" len="sm"/>
            <a:tailEnd type="none" w="sm" len="sm"/>
          </a:ln>
        </p:spPr>
      </p:cxnSp>
      <p:sp>
        <p:nvSpPr>
          <p:cNvPr id="2104" name="Google Shape;2104;p202"/>
          <p:cNvSpPr txBox="1"/>
          <p:nvPr/>
        </p:nvSpPr>
        <p:spPr>
          <a:xfrm>
            <a:off x="343021" y="409155"/>
            <a:ext cx="4153500" cy="219000"/>
          </a:xfrm>
          <a:prstGeom prst="rect">
            <a:avLst/>
          </a:prstGeom>
          <a:noFill/>
          <a:ln>
            <a:noFill/>
          </a:ln>
        </p:spPr>
        <p:txBody>
          <a:bodyPr spcFirstLastPara="1" wrap="square" lIns="60950" tIns="60950" rIns="60950" bIns="60950" anchor="ctr" anchorCtr="0">
            <a:spAutoFit/>
          </a:bodyPr>
          <a:lstStyle/>
          <a:p>
            <a:pPr marL="0" marR="0" lvl="0" indent="0" algn="l" rtl="0">
              <a:lnSpc>
                <a:spcPct val="115000"/>
              </a:lnSpc>
              <a:spcBef>
                <a:spcPts val="0"/>
              </a:spcBef>
              <a:spcAft>
                <a:spcPts val="0"/>
              </a:spcAft>
              <a:buClr>
                <a:srgbClr val="000000"/>
              </a:buClr>
              <a:buSzPts val="3400"/>
              <a:buFont typeface="Arial"/>
              <a:buNone/>
            </a:pPr>
            <a:r>
              <a:rPr lang="pt-BR" sz="622" b="1" i="0" u="none" strike="noStrike" cap="none" dirty="0">
                <a:solidFill>
                  <a:srgbClr val="000000"/>
                </a:solidFill>
                <a:latin typeface="Arial"/>
                <a:ea typeface="Arial"/>
                <a:cs typeface="Arial"/>
                <a:sym typeface="Arial"/>
              </a:rPr>
              <a:t>Diversas aplicações</a:t>
            </a:r>
            <a:endParaRPr sz="933" b="1"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matchingName="4. Exposição">
  <p:cSld name="2_4. Exposição 4">
    <p:spTree>
      <p:nvGrpSpPr>
        <p:cNvPr id="1" name="Shape 2105"/>
        <p:cNvGrpSpPr/>
        <p:nvPr/>
      </p:nvGrpSpPr>
      <p:grpSpPr>
        <a:xfrm>
          <a:off x="0" y="0"/>
          <a:ext cx="0" cy="0"/>
          <a:chOff x="0" y="0"/>
          <a:chExt cx="0" cy="0"/>
        </a:xfrm>
      </p:grpSpPr>
      <p:sp>
        <p:nvSpPr>
          <p:cNvPr id="2106" name="Google Shape;2106;p203"/>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2">
    <p:spTree>
      <p:nvGrpSpPr>
        <p:cNvPr id="1" name="Shape 2108"/>
        <p:cNvGrpSpPr/>
        <p:nvPr/>
      </p:nvGrpSpPr>
      <p:grpSpPr>
        <a:xfrm>
          <a:off x="0" y="0"/>
          <a:ext cx="0" cy="0"/>
          <a:chOff x="0" y="0"/>
          <a:chExt cx="0" cy="0"/>
        </a:xfrm>
      </p:grpSpPr>
      <p:pic>
        <p:nvPicPr>
          <p:cNvPr id="2109" name="Google Shape;2109;p205"/>
          <p:cNvPicPr preferRelativeResize="0"/>
          <p:nvPr/>
        </p:nvPicPr>
        <p:blipFill rotWithShape="1">
          <a:blip r:embed="rId2">
            <a:alphaModFix/>
          </a:blip>
          <a:srcRect/>
          <a:stretch/>
        </p:blipFill>
        <p:spPr>
          <a:xfrm>
            <a:off x="0" y="1434"/>
            <a:ext cx="12191999" cy="568301"/>
          </a:xfrm>
          <a:prstGeom prst="rect">
            <a:avLst/>
          </a:prstGeom>
          <a:noFill/>
          <a:ln>
            <a:noFill/>
          </a:ln>
        </p:spPr>
      </p:pic>
      <p:pic>
        <p:nvPicPr>
          <p:cNvPr id="2110" name="Google Shape;2110;p205"/>
          <p:cNvPicPr preferRelativeResize="0"/>
          <p:nvPr/>
        </p:nvPicPr>
        <p:blipFill rotWithShape="1">
          <a:blip r:embed="rId3">
            <a:alphaModFix/>
          </a:blip>
          <a:srcRect/>
          <a:stretch/>
        </p:blipFill>
        <p:spPr>
          <a:xfrm>
            <a:off x="0" y="6281734"/>
            <a:ext cx="12191999" cy="595317"/>
          </a:xfrm>
          <a:prstGeom prst="rect">
            <a:avLst/>
          </a:prstGeom>
          <a:noFill/>
          <a:ln>
            <a:noFill/>
          </a:ln>
        </p:spPr>
      </p:pic>
      <p:sp>
        <p:nvSpPr>
          <p:cNvPr id="2111" name="Google Shape;2111;p205"/>
          <p:cNvSpPr txBox="1">
            <a:spLocks noGrp="1"/>
          </p:cNvSpPr>
          <p:nvPr>
            <p:ph type="body" idx="1"/>
          </p:nvPr>
        </p:nvSpPr>
        <p:spPr>
          <a:xfrm>
            <a:off x="2832629" y="929217"/>
            <a:ext cx="8512200" cy="409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4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12" name="Google Shape;2112;p205"/>
          <p:cNvSpPr txBox="1">
            <a:spLocks noGrp="1"/>
          </p:cNvSpPr>
          <p:nvPr>
            <p:ph type="body" idx="2"/>
          </p:nvPr>
        </p:nvSpPr>
        <p:spPr>
          <a:xfrm>
            <a:off x="3117954" y="1598778"/>
            <a:ext cx="8226900" cy="2612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13" name="Google Shape;2113;p205"/>
          <p:cNvSpPr txBox="1">
            <a:spLocks noGrp="1"/>
          </p:cNvSpPr>
          <p:nvPr>
            <p:ph type="body" idx="3"/>
          </p:nvPr>
        </p:nvSpPr>
        <p:spPr>
          <a:xfrm>
            <a:off x="4282082" y="4997173"/>
            <a:ext cx="6770700" cy="90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14" name="Google Shape;2114;p205"/>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15" name="Google Shape;2115;p205"/>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p:spTree>
      <p:nvGrpSpPr>
        <p:cNvPr id="1" name="Shape 2116"/>
        <p:cNvGrpSpPr/>
        <p:nvPr/>
      </p:nvGrpSpPr>
      <p:grpSpPr>
        <a:xfrm>
          <a:off x="0" y="0"/>
          <a:ext cx="0" cy="0"/>
          <a:chOff x="0" y="0"/>
          <a:chExt cx="0" cy="0"/>
        </a:xfrm>
      </p:grpSpPr>
      <p:pic>
        <p:nvPicPr>
          <p:cNvPr id="2117" name="Google Shape;2117;p206"/>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118" name="Google Shape;2118;p206"/>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119" name="Google Shape;2119;p206"/>
          <p:cNvSpPr txBox="1">
            <a:spLocks noGrp="1"/>
          </p:cNvSpPr>
          <p:nvPr>
            <p:ph type="body" idx="1"/>
          </p:nvPr>
        </p:nvSpPr>
        <p:spPr>
          <a:xfrm>
            <a:off x="3163359" y="1023409"/>
            <a:ext cx="4888500" cy="1081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20" name="Google Shape;2120;p206"/>
          <p:cNvSpPr txBox="1">
            <a:spLocks noGrp="1"/>
          </p:cNvSpPr>
          <p:nvPr>
            <p:ph type="body" idx="2"/>
          </p:nvPr>
        </p:nvSpPr>
        <p:spPr>
          <a:xfrm>
            <a:off x="3163359" y="2334624"/>
            <a:ext cx="4888500" cy="1081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21" name="Google Shape;2121;p206"/>
          <p:cNvSpPr>
            <a:spLocks noGrp="1"/>
          </p:cNvSpPr>
          <p:nvPr>
            <p:ph type="pic" idx="3"/>
          </p:nvPr>
        </p:nvSpPr>
        <p:spPr>
          <a:xfrm>
            <a:off x="3163359" y="3645959"/>
            <a:ext cx="4888500" cy="1668000"/>
          </a:xfrm>
          <a:prstGeom prst="rect">
            <a:avLst/>
          </a:prstGeom>
          <a:noFill/>
          <a:ln>
            <a:noFill/>
          </a:ln>
        </p:spPr>
        <p:txBody>
          <a:bodyPr/>
          <a:lstStyle/>
          <a:p>
            <a:endParaRPr lang="pt-BR" dirty="0"/>
          </a:p>
        </p:txBody>
      </p:sp>
      <p:sp>
        <p:nvSpPr>
          <p:cNvPr id="2122" name="Google Shape;2122;p206"/>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23" name="Google Shape;2123;p206"/>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matchingName="2_Atividade_Resposta">
  <p:cSld name="2_Atividade_Resposta">
    <p:spTree>
      <p:nvGrpSpPr>
        <p:cNvPr id="1" name="Shape 2124"/>
        <p:cNvGrpSpPr/>
        <p:nvPr/>
      </p:nvGrpSpPr>
      <p:grpSpPr>
        <a:xfrm>
          <a:off x="0" y="0"/>
          <a:ext cx="0" cy="0"/>
          <a:chOff x="0" y="0"/>
          <a:chExt cx="0" cy="0"/>
        </a:xfrm>
      </p:grpSpPr>
      <p:sp>
        <p:nvSpPr>
          <p:cNvPr id="2125" name="Google Shape;2125;p207"/>
          <p:cNvSpPr/>
          <p:nvPr/>
        </p:nvSpPr>
        <p:spPr>
          <a:xfrm>
            <a:off x="2883290" y="2029006"/>
            <a:ext cx="4047000" cy="3616800"/>
          </a:xfrm>
          <a:prstGeom prst="rect">
            <a:avLst/>
          </a:prstGeom>
          <a:noFill/>
          <a:ln w="19050" cap="flat" cmpd="sng">
            <a:solidFill>
              <a:srgbClr val="434343"/>
            </a:solidFill>
            <a:prstDash val="solid"/>
            <a:round/>
            <a:headEnd type="none" w="sm" len="sm"/>
            <a:tailEnd type="none" w="sm" len="sm"/>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sp>
        <p:nvSpPr>
          <p:cNvPr id="2126" name="Google Shape;2126;p207"/>
          <p:cNvSpPr/>
          <p:nvPr/>
        </p:nvSpPr>
        <p:spPr>
          <a:xfrm>
            <a:off x="7220006" y="2029006"/>
            <a:ext cx="4047000" cy="3616800"/>
          </a:xfrm>
          <a:prstGeom prst="rect">
            <a:avLst/>
          </a:prstGeom>
          <a:noFill/>
          <a:ln w="19050" cap="flat" cmpd="sng">
            <a:solidFill>
              <a:srgbClr val="434343"/>
            </a:solidFill>
            <a:prstDash val="solid"/>
            <a:round/>
            <a:headEnd type="none" w="sm" len="sm"/>
            <a:tailEnd type="none" w="sm" len="sm"/>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sp>
        <p:nvSpPr>
          <p:cNvPr id="2127" name="Google Shape;2127;p207"/>
          <p:cNvSpPr txBox="1"/>
          <p:nvPr/>
        </p:nvSpPr>
        <p:spPr>
          <a:xfrm>
            <a:off x="2883290" y="2509149"/>
            <a:ext cx="40470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1800" b="1" i="0" u="none" strike="noStrike" cap="none" dirty="0">
                <a:solidFill>
                  <a:schemeClr val="dk1"/>
                </a:solidFill>
                <a:latin typeface="Poppins"/>
                <a:ea typeface="Poppins"/>
                <a:cs typeface="Poppins"/>
                <a:sym typeface="Poppins"/>
              </a:rPr>
              <a:t>Materiais necessários</a:t>
            </a:r>
            <a:endParaRPr sz="1400" b="0" i="0" u="none" strike="noStrike" cap="none" dirty="0">
              <a:solidFill>
                <a:srgbClr val="000000"/>
              </a:solidFill>
              <a:latin typeface="Arial"/>
              <a:ea typeface="Arial"/>
              <a:cs typeface="Arial"/>
              <a:sym typeface="Arial"/>
            </a:endParaRPr>
          </a:p>
        </p:txBody>
      </p:sp>
      <p:sp>
        <p:nvSpPr>
          <p:cNvPr id="2128" name="Google Shape;2128;p207"/>
          <p:cNvSpPr txBox="1"/>
          <p:nvPr/>
        </p:nvSpPr>
        <p:spPr>
          <a:xfrm>
            <a:off x="7220007" y="2509149"/>
            <a:ext cx="40470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1800" b="1" i="0" u="none" strike="noStrike" cap="none" dirty="0">
                <a:solidFill>
                  <a:schemeClr val="dk1"/>
                </a:solidFill>
                <a:latin typeface="Poppins"/>
                <a:ea typeface="Poppins"/>
                <a:cs typeface="Poppins"/>
                <a:sym typeface="Poppins"/>
              </a:rPr>
              <a:t>Passo a passo</a:t>
            </a:r>
            <a:endParaRPr sz="1400" b="0" i="0" u="none" strike="noStrike" cap="none" dirty="0">
              <a:solidFill>
                <a:srgbClr val="000000"/>
              </a:solidFill>
              <a:latin typeface="Arial"/>
              <a:ea typeface="Arial"/>
              <a:cs typeface="Arial"/>
              <a:sym typeface="Arial"/>
            </a:endParaRPr>
          </a:p>
        </p:txBody>
      </p:sp>
      <p:sp>
        <p:nvSpPr>
          <p:cNvPr id="2129" name="Google Shape;2129;p207"/>
          <p:cNvSpPr txBox="1">
            <a:spLocks noGrp="1"/>
          </p:cNvSpPr>
          <p:nvPr>
            <p:ph type="body" idx="1"/>
          </p:nvPr>
        </p:nvSpPr>
        <p:spPr>
          <a:xfrm>
            <a:off x="3071283" y="619126"/>
            <a:ext cx="6680700" cy="483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30" name="Google Shape;2130;p207"/>
          <p:cNvSpPr txBox="1">
            <a:spLocks noGrp="1"/>
          </p:cNvSpPr>
          <p:nvPr>
            <p:ph type="body" idx="2"/>
          </p:nvPr>
        </p:nvSpPr>
        <p:spPr>
          <a:xfrm>
            <a:off x="427780" y="3025735"/>
            <a:ext cx="1865400" cy="428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31" name="Google Shape;2131;p207"/>
          <p:cNvSpPr txBox="1">
            <a:spLocks noGrp="1"/>
          </p:cNvSpPr>
          <p:nvPr>
            <p:ph type="body" idx="3"/>
          </p:nvPr>
        </p:nvSpPr>
        <p:spPr>
          <a:xfrm>
            <a:off x="925094" y="4056434"/>
            <a:ext cx="1839300" cy="428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32" name="Google Shape;2132;p207"/>
          <p:cNvSpPr txBox="1">
            <a:spLocks noGrp="1"/>
          </p:cNvSpPr>
          <p:nvPr>
            <p:ph type="body" idx="4"/>
          </p:nvPr>
        </p:nvSpPr>
        <p:spPr>
          <a:xfrm>
            <a:off x="906044" y="4847009"/>
            <a:ext cx="1839300" cy="428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33" name="Google Shape;2133;p207"/>
          <p:cNvSpPr txBox="1"/>
          <p:nvPr/>
        </p:nvSpPr>
        <p:spPr>
          <a:xfrm>
            <a:off x="3305837" y="5948777"/>
            <a:ext cx="6190500" cy="2463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pt-BR" sz="1200" b="1" i="0" u="none" strike="noStrike" cap="none" dirty="0">
                <a:solidFill>
                  <a:schemeClr val="dk1"/>
                </a:solidFill>
                <a:latin typeface="Poppins"/>
                <a:ea typeface="Poppins"/>
                <a:cs typeface="Poppins"/>
                <a:sym typeface="Poppins"/>
              </a:rPr>
              <a:t>Baixe o roteiro dessa atividade / Baixe o material de apoio dessa atividade</a:t>
            </a:r>
            <a:endParaRPr sz="1200" b="0" i="0" u="none" strike="noStrike" cap="none" dirty="0">
              <a:solidFill>
                <a:srgbClr val="000000"/>
              </a:solidFill>
              <a:latin typeface="Poppins"/>
              <a:ea typeface="Poppins"/>
              <a:cs typeface="Poppins"/>
              <a:sym typeface="Poppins"/>
            </a:endParaRPr>
          </a:p>
        </p:txBody>
      </p:sp>
      <p:pic>
        <p:nvPicPr>
          <p:cNvPr id="2134" name="Google Shape;2134;p207"/>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2902047" y="5795955"/>
            <a:ext cx="363560" cy="436271"/>
          </a:xfrm>
          <a:prstGeom prst="rect">
            <a:avLst/>
          </a:prstGeom>
          <a:noFill/>
          <a:ln>
            <a:noFill/>
          </a:ln>
        </p:spPr>
      </p:pic>
      <p:sp>
        <p:nvSpPr>
          <p:cNvPr id="2135" name="Google Shape;2135;p207"/>
          <p:cNvSpPr/>
          <p:nvPr/>
        </p:nvSpPr>
        <p:spPr>
          <a:xfrm rot="10800000">
            <a:off x="4522934" y="1517739"/>
            <a:ext cx="767604" cy="849508"/>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sp>
        <p:nvSpPr>
          <p:cNvPr id="2136" name="Google Shape;2136;p207"/>
          <p:cNvSpPr/>
          <p:nvPr/>
        </p:nvSpPr>
        <p:spPr>
          <a:xfrm>
            <a:off x="4625052" y="1652486"/>
            <a:ext cx="613200" cy="417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7" name="Google Shape;2137;p207"/>
          <p:cNvSpPr/>
          <p:nvPr/>
        </p:nvSpPr>
        <p:spPr>
          <a:xfrm rot="10800000">
            <a:off x="8859652" y="1517739"/>
            <a:ext cx="767604" cy="849508"/>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sp>
        <p:nvSpPr>
          <p:cNvPr id="2138" name="Google Shape;2138;p207"/>
          <p:cNvSpPr/>
          <p:nvPr/>
        </p:nvSpPr>
        <p:spPr>
          <a:xfrm>
            <a:off x="9045782" y="1632977"/>
            <a:ext cx="450600" cy="441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9" name="Google Shape;2139;p207"/>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40" name="Google Shape;2140;p207"/>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matchingName="3_Layout Personalizado">
  <p:cSld name="3_Layout Personalizado">
    <p:spTree>
      <p:nvGrpSpPr>
        <p:cNvPr id="1" name="Shape 2141"/>
        <p:cNvGrpSpPr/>
        <p:nvPr/>
      </p:nvGrpSpPr>
      <p:grpSpPr>
        <a:xfrm>
          <a:off x="0" y="0"/>
          <a:ext cx="0" cy="0"/>
          <a:chOff x="0" y="0"/>
          <a:chExt cx="0" cy="0"/>
        </a:xfrm>
      </p:grpSpPr>
      <p:sp>
        <p:nvSpPr>
          <p:cNvPr id="2142" name="Google Shape;2142;p208"/>
          <p:cNvSpPr/>
          <p:nvPr/>
        </p:nvSpPr>
        <p:spPr>
          <a:xfrm>
            <a:off x="0" y="0"/>
            <a:ext cx="12192000" cy="6858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2143" name="Google Shape;2143;p208"/>
          <p:cNvSpPr/>
          <p:nvPr/>
        </p:nvSpPr>
        <p:spPr>
          <a:xfrm>
            <a:off x="5802699" y="1543035"/>
            <a:ext cx="4206000" cy="3044100"/>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44" name="Google Shape;2144;p208"/>
          <p:cNvSpPr txBox="1"/>
          <p:nvPr/>
        </p:nvSpPr>
        <p:spPr>
          <a:xfrm>
            <a:off x="2149362" y="2398780"/>
            <a:ext cx="3401700" cy="1851600"/>
          </a:xfrm>
          <a:prstGeom prst="rect">
            <a:avLst/>
          </a:prstGeom>
          <a:noFill/>
          <a:ln>
            <a:noFill/>
          </a:ln>
        </p:spPr>
        <p:txBody>
          <a:bodyPr spcFirstLastPara="1" wrap="square" lIns="0" tIns="0" rIns="0" bIns="0" anchor="t" anchorCtr="0">
            <a:spAutoFit/>
          </a:bodyPr>
          <a:lstStyle/>
          <a:p>
            <a:pPr marL="0" marR="0" lvl="0" indent="0" algn="r" rtl="0">
              <a:lnSpc>
                <a:spcPct val="93999"/>
              </a:lnSpc>
              <a:spcBef>
                <a:spcPts val="0"/>
              </a:spcBef>
              <a:spcAft>
                <a:spcPts val="0"/>
              </a:spcAft>
              <a:buClr>
                <a:srgbClr val="000000"/>
              </a:buClr>
              <a:buSzPts val="4266"/>
              <a:buFont typeface="Arial"/>
              <a:buNone/>
            </a:pPr>
            <a:r>
              <a:rPr lang="pt-BR" sz="4266" b="1" i="0" u="none" strike="noStrike" cap="none" dirty="0">
                <a:solidFill>
                  <a:srgbClr val="000000"/>
                </a:solidFill>
                <a:latin typeface="Poppins"/>
                <a:ea typeface="Poppins"/>
                <a:cs typeface="Poppins"/>
                <a:sym typeface="Poppins"/>
              </a:rPr>
              <a:t>Educação Profissional Paulista</a:t>
            </a:r>
            <a:endParaRPr sz="1400" b="0" i="0" u="none" strike="noStrike" cap="none" dirty="0">
              <a:solidFill>
                <a:srgbClr val="000000"/>
              </a:solidFill>
              <a:latin typeface="Arial"/>
              <a:ea typeface="Arial"/>
              <a:cs typeface="Arial"/>
              <a:sym typeface="Arial"/>
            </a:endParaRPr>
          </a:p>
        </p:txBody>
      </p:sp>
      <p:sp>
        <p:nvSpPr>
          <p:cNvPr id="2145" name="Google Shape;2145;p208"/>
          <p:cNvSpPr txBox="1"/>
          <p:nvPr/>
        </p:nvSpPr>
        <p:spPr>
          <a:xfrm>
            <a:off x="6069602" y="2317274"/>
            <a:ext cx="3578400" cy="513300"/>
          </a:xfrm>
          <a:prstGeom prst="rect">
            <a:avLst/>
          </a:prstGeom>
          <a:noFill/>
          <a:ln>
            <a:noFill/>
          </a:ln>
        </p:spPr>
        <p:txBody>
          <a:bodyPr spcFirstLastPara="1" wrap="square" lIns="0" tIns="0" rIns="0" bIns="0" anchor="t" anchorCtr="0">
            <a:spAutoFit/>
          </a:bodyPr>
          <a:lstStyle/>
          <a:p>
            <a:pPr marL="0" marR="0" lvl="0" indent="0" algn="l" rtl="0">
              <a:lnSpc>
                <a:spcPct val="136892"/>
              </a:lnSpc>
              <a:spcBef>
                <a:spcPts val="0"/>
              </a:spcBef>
              <a:spcAft>
                <a:spcPts val="0"/>
              </a:spcAft>
              <a:buClr>
                <a:srgbClr val="000000"/>
              </a:buClr>
              <a:buSzPts val="3334"/>
              <a:buFont typeface="Arial"/>
              <a:buNone/>
            </a:pPr>
            <a:r>
              <a:rPr lang="pt-BR" sz="3334" b="0" i="0" u="none" strike="noStrike" cap="none" dirty="0">
                <a:solidFill>
                  <a:srgbClr val="FFFFFF"/>
                </a:solidFill>
                <a:latin typeface="Poppins Light"/>
                <a:ea typeface="Poppins Light"/>
                <a:cs typeface="Poppins Light"/>
                <a:sym typeface="Poppins Light"/>
              </a:rPr>
              <a:t>Técnico em </a:t>
            </a:r>
            <a:endParaRPr sz="1400" b="0" i="0" u="none" strike="noStrike" cap="none" dirty="0">
              <a:solidFill>
                <a:srgbClr val="000000"/>
              </a:solidFill>
              <a:latin typeface="Arial"/>
              <a:ea typeface="Arial"/>
              <a:cs typeface="Arial"/>
              <a:sym typeface="Arial"/>
            </a:endParaRPr>
          </a:p>
        </p:txBody>
      </p:sp>
      <p:sp>
        <p:nvSpPr>
          <p:cNvPr id="2146" name="Google Shape;2146;p208"/>
          <p:cNvSpPr txBox="1"/>
          <p:nvPr/>
        </p:nvSpPr>
        <p:spPr>
          <a:xfrm>
            <a:off x="6116400" y="2896479"/>
            <a:ext cx="3673800" cy="964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133"/>
              <a:buFont typeface="Arial"/>
              <a:buNone/>
            </a:pPr>
            <a:r>
              <a:rPr lang="pt-BR" sz="3133" b="1" i="0" u="none" strike="noStrike" cap="none" dirty="0">
                <a:solidFill>
                  <a:srgbClr val="FFFFFF"/>
                </a:solidFill>
                <a:latin typeface="Poppins"/>
                <a:ea typeface="Poppins"/>
                <a:cs typeface="Poppins"/>
                <a:sym typeface="Poppins"/>
              </a:rPr>
              <a:t>Desenvolvimento de Sistemas</a:t>
            </a:r>
            <a:endParaRPr sz="1400" b="0" i="0" u="none" strike="noStrike" cap="none" dirty="0">
              <a:solidFill>
                <a:srgbClr val="000000"/>
              </a:solidFill>
              <a:latin typeface="Arial"/>
              <a:ea typeface="Arial"/>
              <a:cs typeface="Arial"/>
              <a:sym typeface="Arial"/>
            </a:endParaRPr>
          </a:p>
        </p:txBody>
      </p:sp>
      <p:pic>
        <p:nvPicPr>
          <p:cNvPr id="2147" name="Google Shape;2147;p208" descr="Logotipo&#10;&#10;O conteúdo gerado por IA pode estar incorreto."/>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4828111" y="5385674"/>
            <a:ext cx="2535775" cy="1147457"/>
          </a:xfrm>
          <a:prstGeom prst="rect">
            <a:avLst/>
          </a:prstGeom>
          <a:noFill/>
          <a:ln>
            <a:noFill/>
          </a:ln>
        </p:spPr>
      </p:pic>
    </p:spTree>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matchingName="Layout Personalizado">
  <p:cSld name="Layout Personalizado">
    <p:spTree>
      <p:nvGrpSpPr>
        <p:cNvPr id="1" name="Shape 2148"/>
        <p:cNvGrpSpPr/>
        <p:nvPr/>
      </p:nvGrpSpPr>
      <p:grpSpPr>
        <a:xfrm>
          <a:off x="0" y="0"/>
          <a:ext cx="0" cy="0"/>
          <a:chOff x="0" y="0"/>
          <a:chExt cx="0" cy="0"/>
        </a:xfrm>
      </p:grpSpPr>
      <p:pic>
        <p:nvPicPr>
          <p:cNvPr id="2149" name="Google Shape;2149;p209"/>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0" y="0"/>
            <a:ext cx="8566486" cy="6857999"/>
          </a:xfrm>
          <a:prstGeom prst="rect">
            <a:avLst/>
          </a:prstGeom>
          <a:noFill/>
          <a:ln>
            <a:noFill/>
          </a:ln>
        </p:spPr>
      </p:pic>
      <p:grpSp>
        <p:nvGrpSpPr>
          <p:cNvPr id="2150" name="Google Shape;2150;p209"/>
          <p:cNvGrpSpPr/>
          <p:nvPr/>
        </p:nvGrpSpPr>
        <p:grpSpPr>
          <a:xfrm>
            <a:off x="9767223" y="6379123"/>
            <a:ext cx="2435717" cy="499880"/>
            <a:chOff x="14634602" y="9537218"/>
            <a:chExt cx="3653392" cy="749782"/>
          </a:xfrm>
        </p:grpSpPr>
        <p:pic>
          <p:nvPicPr>
            <p:cNvPr id="2151" name="Google Shape;2151;p209"/>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2152" name="Google Shape;2152;p209" descr="Logotipo"/>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2153" name="Google Shape;2153;p209"/>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2154" name="Google Shape;2154;p209"/>
          <p:cNvPicPr preferRelativeResize="0"/>
          <p:nvPr/>
        </p:nvPicPr>
        <p:blipFill rotWithShape="1">
          <a:blip r:embed="rId5">
            <a:alphaModFix/>
          </a:blip>
          <a:srcRect/>
          <a:stretch/>
        </p:blipFill>
        <p:spPr>
          <a:xfrm>
            <a:off x="0" y="0"/>
            <a:ext cx="12191999" cy="6859201"/>
          </a:xfrm>
          <a:prstGeom prst="rect">
            <a:avLst/>
          </a:prstGeom>
          <a:noFill/>
          <a:ln>
            <a:noFill/>
          </a:ln>
        </p:spPr>
      </p:pic>
      <p:grpSp>
        <p:nvGrpSpPr>
          <p:cNvPr id="2155" name="Google Shape;2155;p209"/>
          <p:cNvGrpSpPr/>
          <p:nvPr/>
        </p:nvGrpSpPr>
        <p:grpSpPr>
          <a:xfrm>
            <a:off x="10400796" y="6090630"/>
            <a:ext cx="1791300" cy="767400"/>
            <a:chOff x="10400796" y="6090630"/>
            <a:chExt cx="1791300" cy="767400"/>
          </a:xfrm>
        </p:grpSpPr>
        <p:sp>
          <p:nvSpPr>
            <p:cNvPr id="2156" name="Google Shape;2156;p209"/>
            <p:cNvSpPr/>
            <p:nvPr/>
          </p:nvSpPr>
          <p:spPr>
            <a:xfrm>
              <a:off x="10400796" y="6090630"/>
              <a:ext cx="1791300" cy="767400"/>
            </a:xfrm>
            <a:prstGeom prst="round2SameRect">
              <a:avLst>
                <a:gd name="adj1" fmla="val 15454"/>
                <a:gd name="adj2" fmla="val 0"/>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57" name="Google Shape;2157;p209"/>
            <p:cNvSpPr/>
            <p:nvPr/>
          </p:nvSpPr>
          <p:spPr>
            <a:xfrm>
              <a:off x="11842890" y="6090630"/>
              <a:ext cx="349200" cy="306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pic>
        <p:nvPicPr>
          <p:cNvPr id="2158" name="Google Shape;2158;p209" descr="Logotipo&#10;&#10;O conteúdo gerado por IA pode estar incorreto."/>
          <p:cNvPicPr preferRelativeResize="0"/>
          <p:nvPr/>
        </p:nvPicPr>
        <p:blipFill rotWithShape="1">
          <a:blip r:embed="rId6" cstate="hqprint">
            <a:alphaModFix/>
            <a:extLst>
              <a:ext uri="{28A0092B-C50C-407E-A947-70E740481C1C}">
                <a14:useLocalDpi xmlns:a14="http://schemas.microsoft.com/office/drawing/2010/main"/>
              </a:ext>
            </a:extLst>
          </a:blip>
          <a:srcRect/>
          <a:stretch/>
        </p:blipFill>
        <p:spPr>
          <a:xfrm>
            <a:off x="10534930" y="6126882"/>
            <a:ext cx="1539045" cy="696428"/>
          </a:xfrm>
          <a:prstGeom prst="rect">
            <a:avLst/>
          </a:prstGeom>
          <a:noFill/>
          <a:ln>
            <a:noFill/>
          </a:ln>
        </p:spPr>
      </p:pic>
      <p:grpSp>
        <p:nvGrpSpPr>
          <p:cNvPr id="2159" name="Google Shape;2159;p209"/>
          <p:cNvGrpSpPr/>
          <p:nvPr/>
        </p:nvGrpSpPr>
        <p:grpSpPr>
          <a:xfrm>
            <a:off x="0" y="1"/>
            <a:ext cx="8566500" cy="5379981"/>
            <a:chOff x="0" y="0"/>
            <a:chExt cx="8566500" cy="5808033"/>
          </a:xfrm>
        </p:grpSpPr>
        <p:sp>
          <p:nvSpPr>
            <p:cNvPr id="2160" name="Google Shape;2160;p209"/>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61" name="Google Shape;2161;p209"/>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62" name="Google Shape;2162;p209"/>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Tree>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matchingName="Layout Personalizado">
  <p:cSld name="1_Layout Personalizado">
    <p:spTree>
      <p:nvGrpSpPr>
        <p:cNvPr id="1" name="Shape 2163"/>
        <p:cNvGrpSpPr/>
        <p:nvPr/>
      </p:nvGrpSpPr>
      <p:grpSpPr>
        <a:xfrm>
          <a:off x="0" y="0"/>
          <a:ext cx="0" cy="0"/>
          <a:chOff x="0" y="0"/>
          <a:chExt cx="0" cy="0"/>
        </a:xfrm>
      </p:grpSpPr>
      <p:pic>
        <p:nvPicPr>
          <p:cNvPr id="2164" name="Google Shape;2164;p210"/>
          <p:cNvPicPr preferRelativeResize="0"/>
          <p:nvPr/>
        </p:nvPicPr>
        <p:blipFill rotWithShape="1">
          <a:blip r:embed="rId2">
            <a:alphaModFix/>
          </a:blip>
          <a:srcRect/>
          <a:stretch/>
        </p:blipFill>
        <p:spPr>
          <a:xfrm>
            <a:off x="0" y="0"/>
            <a:ext cx="12191999" cy="6859201"/>
          </a:xfrm>
          <a:prstGeom prst="rect">
            <a:avLst/>
          </a:prstGeom>
          <a:noFill/>
          <a:ln>
            <a:noFill/>
          </a:ln>
        </p:spPr>
      </p:pic>
      <p:grpSp>
        <p:nvGrpSpPr>
          <p:cNvPr id="2165" name="Google Shape;2165;p210"/>
          <p:cNvGrpSpPr/>
          <p:nvPr/>
        </p:nvGrpSpPr>
        <p:grpSpPr>
          <a:xfrm>
            <a:off x="0" y="1"/>
            <a:ext cx="8566500" cy="5379981"/>
            <a:chOff x="0" y="0"/>
            <a:chExt cx="8566500" cy="5808033"/>
          </a:xfrm>
        </p:grpSpPr>
        <p:sp>
          <p:nvSpPr>
            <p:cNvPr id="2166" name="Google Shape;2166;p210"/>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67" name="Google Shape;2167;p210"/>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68" name="Google Shape;2168;p210"/>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
        <p:nvSpPr>
          <p:cNvPr id="2169" name="Google Shape;2169;p210"/>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170" name="Google Shape;2170;p210"/>
          <p:cNvSpPr txBox="1"/>
          <p:nvPr/>
        </p:nvSpPr>
        <p:spPr>
          <a:xfrm>
            <a:off x="625132" y="2553290"/>
            <a:ext cx="6814800" cy="53550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chemeClr val="dk1"/>
              </a:buClr>
              <a:buSzPts val="4500"/>
              <a:buFont typeface="Arial"/>
              <a:buNone/>
            </a:pPr>
            <a:r>
              <a:rPr lang="pt-BR" sz="3000" b="1" i="0" u="none" strike="noStrike" cap="none" dirty="0">
                <a:solidFill>
                  <a:srgbClr val="FF161F"/>
                </a:solidFill>
                <a:latin typeface="Poppins"/>
                <a:ea typeface="Poppins"/>
                <a:cs typeface="Poppins"/>
                <a:sym typeface="Poppins"/>
              </a:rPr>
              <a:t>Orientações ao Professor</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171"/>
        <p:cNvGrpSpPr/>
        <p:nvPr/>
      </p:nvGrpSpPr>
      <p:grpSpPr>
        <a:xfrm>
          <a:off x="0" y="0"/>
          <a:ext cx="0" cy="0"/>
          <a:chOff x="0" y="0"/>
          <a:chExt cx="0" cy="0"/>
        </a:xfrm>
      </p:grpSpPr>
      <p:pic>
        <p:nvPicPr>
          <p:cNvPr id="2172" name="Google Shape;2172;p211"/>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2173" name="Google Shape;2173;p211"/>
          <p:cNvSpPr/>
          <p:nvPr/>
        </p:nvSpPr>
        <p:spPr>
          <a:xfrm>
            <a:off x="3426936" y="0"/>
            <a:ext cx="8781600" cy="6886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2174" name="Google Shape;2174;p211"/>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175" name="Google Shape;2175;p211"/>
          <p:cNvSpPr txBox="1">
            <a:spLocks noGrp="1"/>
          </p:cNvSpPr>
          <p:nvPr>
            <p:ph type="body" idx="1"/>
          </p:nvPr>
        </p:nvSpPr>
        <p:spPr>
          <a:xfrm>
            <a:off x="6095993" y="2930526"/>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76" name="Google Shape;2176;p211"/>
          <p:cNvSpPr txBox="1">
            <a:spLocks noGrp="1"/>
          </p:cNvSpPr>
          <p:nvPr>
            <p:ph type="body" idx="2"/>
          </p:nvPr>
        </p:nvSpPr>
        <p:spPr>
          <a:xfrm>
            <a:off x="6095995" y="328084"/>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2177" name="Google Shape;2177;p211"/>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2178" name="Google Shape;2178;p211"/>
          <p:cNvSpPr>
            <a:spLocks noGrp="1"/>
          </p:cNvSpPr>
          <p:nvPr>
            <p:ph type="pic" idx="3"/>
          </p:nvPr>
        </p:nvSpPr>
        <p:spPr>
          <a:xfrm>
            <a:off x="2916086" y="2386130"/>
            <a:ext cx="2615100" cy="1630200"/>
          </a:xfrm>
          <a:prstGeom prst="rect">
            <a:avLst/>
          </a:prstGeom>
          <a:solidFill>
            <a:srgbClr val="D8D8D8"/>
          </a:solidFill>
          <a:ln>
            <a:noFill/>
          </a:ln>
        </p:spPr>
        <p:txBody>
          <a:bodyPr/>
          <a:lstStyle/>
          <a:p>
            <a:endParaRPr lang="pt-BR" dirty="0"/>
          </a:p>
        </p:txBody>
      </p:sp>
      <p:sp>
        <p:nvSpPr>
          <p:cNvPr id="2179" name="Google Shape;2179;p211"/>
          <p:cNvSpPr>
            <a:spLocks noGrp="1"/>
          </p:cNvSpPr>
          <p:nvPr>
            <p:ph type="pic" idx="4"/>
          </p:nvPr>
        </p:nvSpPr>
        <p:spPr>
          <a:xfrm>
            <a:off x="2916086" y="4507889"/>
            <a:ext cx="2615100" cy="1674600"/>
          </a:xfrm>
          <a:prstGeom prst="rect">
            <a:avLst/>
          </a:prstGeom>
          <a:solidFill>
            <a:srgbClr val="D8D8D8"/>
          </a:solidFill>
          <a:ln>
            <a:noFill/>
          </a:ln>
        </p:spPr>
        <p:txBody>
          <a:bodyPr/>
          <a:lstStyle/>
          <a:p>
            <a:endParaRPr lang="pt-BR" dirty="0"/>
          </a:p>
        </p:txBody>
      </p:sp>
      <p:sp>
        <p:nvSpPr>
          <p:cNvPr id="2180" name="Google Shape;2180;p211"/>
          <p:cNvSpPr txBox="1">
            <a:spLocks noGrp="1"/>
          </p:cNvSpPr>
          <p:nvPr>
            <p:ph type="body" idx="5"/>
          </p:nvPr>
        </p:nvSpPr>
        <p:spPr>
          <a:xfrm>
            <a:off x="2909636" y="1999635"/>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81" name="Google Shape;2181;p211"/>
          <p:cNvSpPr txBox="1">
            <a:spLocks noGrp="1"/>
          </p:cNvSpPr>
          <p:nvPr>
            <p:ph type="body" idx="6"/>
          </p:nvPr>
        </p:nvSpPr>
        <p:spPr>
          <a:xfrm>
            <a:off x="2909636" y="4093478"/>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82" name="Google Shape;2182;p211"/>
          <p:cNvSpPr txBox="1">
            <a:spLocks noGrp="1"/>
          </p:cNvSpPr>
          <p:nvPr>
            <p:ph type="body" idx="7"/>
          </p:nvPr>
        </p:nvSpPr>
        <p:spPr>
          <a:xfrm>
            <a:off x="2909636" y="6265047"/>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83" name="Google Shape;2183;p211"/>
          <p:cNvSpPr txBox="1">
            <a:spLocks noGrp="1"/>
          </p:cNvSpPr>
          <p:nvPr>
            <p:ph type="body" idx="8"/>
          </p:nvPr>
        </p:nvSpPr>
        <p:spPr>
          <a:xfrm>
            <a:off x="6095995" y="24532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84" name="Google Shape;2184;p211"/>
          <p:cNvSpPr txBox="1">
            <a:spLocks noGrp="1"/>
          </p:cNvSpPr>
          <p:nvPr>
            <p:ph type="body" idx="9"/>
          </p:nvPr>
        </p:nvSpPr>
        <p:spPr>
          <a:xfrm>
            <a:off x="6095995" y="45868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85" name="Google Shape;2185;p211"/>
          <p:cNvSpPr txBox="1">
            <a:spLocks noGrp="1"/>
          </p:cNvSpPr>
          <p:nvPr>
            <p:ph type="body" idx="13"/>
          </p:nvPr>
        </p:nvSpPr>
        <p:spPr>
          <a:xfrm>
            <a:off x="6095993" y="813859"/>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86" name="Google Shape;2186;p211"/>
          <p:cNvSpPr txBox="1">
            <a:spLocks noGrp="1"/>
          </p:cNvSpPr>
          <p:nvPr>
            <p:ph type="body" idx="14"/>
          </p:nvPr>
        </p:nvSpPr>
        <p:spPr>
          <a:xfrm>
            <a:off x="6095993" y="5072592"/>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87" name="Google Shape;2187;p211"/>
          <p:cNvSpPr>
            <a:spLocks noGrp="1"/>
          </p:cNvSpPr>
          <p:nvPr>
            <p:ph type="pic" idx="15"/>
          </p:nvPr>
        </p:nvSpPr>
        <p:spPr>
          <a:xfrm>
            <a:off x="2916086" y="300154"/>
            <a:ext cx="2615100" cy="1630200"/>
          </a:xfrm>
          <a:prstGeom prst="rect">
            <a:avLst/>
          </a:prstGeom>
          <a:solidFill>
            <a:srgbClr val="D8D8D8"/>
          </a:solidFill>
          <a:ln>
            <a:noFill/>
          </a:ln>
        </p:spPr>
        <p:txBody>
          <a:bodyPr/>
          <a:lstStyle/>
          <a:p>
            <a:endParaRPr lang="pt-BR" dirty="0"/>
          </a:p>
        </p:txBody>
      </p:sp>
      <p:sp>
        <p:nvSpPr>
          <p:cNvPr id="2188" name="Google Shape;2188;p211"/>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89" name="Google Shape;2189;p211"/>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2190"/>
        <p:cNvGrpSpPr/>
        <p:nvPr/>
      </p:nvGrpSpPr>
      <p:grpSpPr>
        <a:xfrm>
          <a:off x="0" y="0"/>
          <a:ext cx="0" cy="0"/>
          <a:chOff x="0" y="0"/>
          <a:chExt cx="0" cy="0"/>
        </a:xfrm>
      </p:grpSpPr>
      <p:pic>
        <p:nvPicPr>
          <p:cNvPr id="2191" name="Google Shape;2191;p212"/>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2192" name="Google Shape;2192;p212"/>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93" name="Google Shape;2193;p212"/>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194" name="Google Shape;2194;p212"/>
          <p:cNvSpPr txBox="1">
            <a:spLocks noGrp="1"/>
          </p:cNvSpPr>
          <p:nvPr>
            <p:ph type="body" idx="1"/>
          </p:nvPr>
        </p:nvSpPr>
        <p:spPr>
          <a:xfrm>
            <a:off x="6095993" y="2930526"/>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95" name="Google Shape;2195;p212"/>
          <p:cNvSpPr txBox="1">
            <a:spLocks noGrp="1"/>
          </p:cNvSpPr>
          <p:nvPr>
            <p:ph type="body" idx="2"/>
          </p:nvPr>
        </p:nvSpPr>
        <p:spPr>
          <a:xfrm>
            <a:off x="6095995" y="328084"/>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2196" name="Google Shape;2196;p212"/>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2197" name="Google Shape;2197;p212"/>
          <p:cNvSpPr>
            <a:spLocks noGrp="1"/>
          </p:cNvSpPr>
          <p:nvPr>
            <p:ph type="pic" idx="3"/>
          </p:nvPr>
        </p:nvSpPr>
        <p:spPr>
          <a:xfrm>
            <a:off x="2916086" y="2386130"/>
            <a:ext cx="2615100" cy="1630200"/>
          </a:xfrm>
          <a:prstGeom prst="rect">
            <a:avLst/>
          </a:prstGeom>
          <a:solidFill>
            <a:srgbClr val="D8D8D8"/>
          </a:solidFill>
          <a:ln>
            <a:noFill/>
          </a:ln>
        </p:spPr>
        <p:txBody>
          <a:bodyPr/>
          <a:lstStyle/>
          <a:p>
            <a:endParaRPr lang="pt-BR" dirty="0"/>
          </a:p>
        </p:txBody>
      </p:sp>
      <p:sp>
        <p:nvSpPr>
          <p:cNvPr id="2198" name="Google Shape;2198;p212"/>
          <p:cNvSpPr>
            <a:spLocks noGrp="1"/>
          </p:cNvSpPr>
          <p:nvPr>
            <p:ph type="pic" idx="4"/>
          </p:nvPr>
        </p:nvSpPr>
        <p:spPr>
          <a:xfrm>
            <a:off x="2916086" y="4507889"/>
            <a:ext cx="2615100" cy="1674600"/>
          </a:xfrm>
          <a:prstGeom prst="rect">
            <a:avLst/>
          </a:prstGeom>
          <a:solidFill>
            <a:srgbClr val="D8D8D8"/>
          </a:solidFill>
          <a:ln>
            <a:noFill/>
          </a:ln>
        </p:spPr>
        <p:txBody>
          <a:bodyPr/>
          <a:lstStyle/>
          <a:p>
            <a:endParaRPr lang="pt-BR" dirty="0"/>
          </a:p>
        </p:txBody>
      </p:sp>
      <p:sp>
        <p:nvSpPr>
          <p:cNvPr id="2199" name="Google Shape;2199;p212"/>
          <p:cNvSpPr txBox="1">
            <a:spLocks noGrp="1"/>
          </p:cNvSpPr>
          <p:nvPr>
            <p:ph type="body" idx="5"/>
          </p:nvPr>
        </p:nvSpPr>
        <p:spPr>
          <a:xfrm>
            <a:off x="2909636" y="1999635"/>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00" name="Google Shape;2200;p212"/>
          <p:cNvSpPr txBox="1">
            <a:spLocks noGrp="1"/>
          </p:cNvSpPr>
          <p:nvPr>
            <p:ph type="body" idx="6"/>
          </p:nvPr>
        </p:nvSpPr>
        <p:spPr>
          <a:xfrm>
            <a:off x="2909636" y="4093478"/>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01" name="Google Shape;2201;p212"/>
          <p:cNvSpPr txBox="1">
            <a:spLocks noGrp="1"/>
          </p:cNvSpPr>
          <p:nvPr>
            <p:ph type="body" idx="7"/>
          </p:nvPr>
        </p:nvSpPr>
        <p:spPr>
          <a:xfrm>
            <a:off x="2909636" y="6265047"/>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02" name="Google Shape;2202;p212"/>
          <p:cNvSpPr txBox="1">
            <a:spLocks noGrp="1"/>
          </p:cNvSpPr>
          <p:nvPr>
            <p:ph type="body" idx="8"/>
          </p:nvPr>
        </p:nvSpPr>
        <p:spPr>
          <a:xfrm>
            <a:off x="6095995" y="24532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03" name="Google Shape;2203;p212"/>
          <p:cNvSpPr txBox="1">
            <a:spLocks noGrp="1"/>
          </p:cNvSpPr>
          <p:nvPr>
            <p:ph type="body" idx="9"/>
          </p:nvPr>
        </p:nvSpPr>
        <p:spPr>
          <a:xfrm>
            <a:off x="6095995" y="45868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04" name="Google Shape;2204;p212"/>
          <p:cNvSpPr txBox="1">
            <a:spLocks noGrp="1"/>
          </p:cNvSpPr>
          <p:nvPr>
            <p:ph type="body" idx="13"/>
          </p:nvPr>
        </p:nvSpPr>
        <p:spPr>
          <a:xfrm>
            <a:off x="6095993" y="813859"/>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05" name="Google Shape;2205;p212"/>
          <p:cNvSpPr txBox="1">
            <a:spLocks noGrp="1"/>
          </p:cNvSpPr>
          <p:nvPr>
            <p:ph type="body" idx="14"/>
          </p:nvPr>
        </p:nvSpPr>
        <p:spPr>
          <a:xfrm>
            <a:off x="6095993" y="5072592"/>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06" name="Google Shape;2206;p212"/>
          <p:cNvSpPr>
            <a:spLocks noGrp="1"/>
          </p:cNvSpPr>
          <p:nvPr>
            <p:ph type="pic" idx="15"/>
          </p:nvPr>
        </p:nvSpPr>
        <p:spPr>
          <a:xfrm>
            <a:off x="2916086" y="300154"/>
            <a:ext cx="2615100" cy="1630200"/>
          </a:xfrm>
          <a:prstGeom prst="rect">
            <a:avLst/>
          </a:prstGeom>
          <a:solidFill>
            <a:srgbClr val="D8D8D8"/>
          </a:solidFill>
          <a:ln>
            <a:noFill/>
          </a:ln>
        </p:spPr>
        <p:txBody>
          <a:bodyPr/>
          <a:lstStyle/>
          <a:p>
            <a:endParaRPr lang="pt-BR" dirty="0"/>
          </a:p>
        </p:txBody>
      </p:sp>
      <p:sp>
        <p:nvSpPr>
          <p:cNvPr id="2207" name="Google Shape;2207;p212"/>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matchingName="1_1. Conteudo">
  <p:cSld name="1_1. Conteudo">
    <p:spTree>
      <p:nvGrpSpPr>
        <p:cNvPr id="1" name="Shape 2208"/>
        <p:cNvGrpSpPr/>
        <p:nvPr/>
      </p:nvGrpSpPr>
      <p:grpSpPr>
        <a:xfrm>
          <a:off x="0" y="0"/>
          <a:ext cx="0" cy="0"/>
          <a:chOff x="0" y="0"/>
          <a:chExt cx="0" cy="0"/>
        </a:xfrm>
      </p:grpSpPr>
      <p:cxnSp>
        <p:nvCxnSpPr>
          <p:cNvPr id="2209" name="Google Shape;2209;p213"/>
          <p:cNvCxnSpPr/>
          <p:nvPr/>
        </p:nvCxnSpPr>
        <p:spPr>
          <a:xfrm>
            <a:off x="6090044" y="840916"/>
            <a:ext cx="0" cy="5100900"/>
          </a:xfrm>
          <a:prstGeom prst="straightConnector1">
            <a:avLst/>
          </a:prstGeom>
          <a:noFill/>
          <a:ln w="38100" cap="flat" cmpd="sng">
            <a:solidFill>
              <a:srgbClr val="BFBFBF"/>
            </a:solidFill>
            <a:prstDash val="solid"/>
            <a:round/>
            <a:headEnd type="none" w="sm" len="sm"/>
            <a:tailEnd type="none" w="sm" len="sm"/>
          </a:ln>
        </p:spPr>
      </p:cxnSp>
      <p:sp>
        <p:nvSpPr>
          <p:cNvPr id="2210" name="Google Shape;2210;p213"/>
          <p:cNvSpPr txBox="1"/>
          <p:nvPr/>
        </p:nvSpPr>
        <p:spPr>
          <a:xfrm>
            <a:off x="1467545" y="885957"/>
            <a:ext cx="40455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Objetivos da aula</a:t>
            </a:r>
            <a:endParaRPr sz="2000" b="1" i="0" u="none" strike="noStrike" cap="none" dirty="0">
              <a:solidFill>
                <a:srgbClr val="000000"/>
              </a:solidFill>
              <a:latin typeface="Poppins"/>
              <a:ea typeface="Poppins"/>
              <a:cs typeface="Poppins"/>
              <a:sym typeface="Poppins"/>
            </a:endParaRPr>
          </a:p>
        </p:txBody>
      </p:sp>
      <p:sp>
        <p:nvSpPr>
          <p:cNvPr id="2211" name="Google Shape;2211;p213"/>
          <p:cNvSpPr txBox="1"/>
          <p:nvPr/>
        </p:nvSpPr>
        <p:spPr>
          <a:xfrm>
            <a:off x="7467011" y="885654"/>
            <a:ext cx="43017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técnicas</a:t>
            </a:r>
            <a:endParaRPr sz="2000" b="0" i="0" u="none" strike="noStrike" cap="none" dirty="0">
              <a:solidFill>
                <a:srgbClr val="000000"/>
              </a:solidFill>
              <a:latin typeface="Poppins"/>
              <a:ea typeface="Poppins"/>
              <a:cs typeface="Poppins"/>
              <a:sym typeface="Poppins"/>
            </a:endParaRPr>
          </a:p>
        </p:txBody>
      </p:sp>
      <p:sp>
        <p:nvSpPr>
          <p:cNvPr id="2212" name="Google Shape;2212;p213"/>
          <p:cNvSpPr txBox="1"/>
          <p:nvPr/>
        </p:nvSpPr>
        <p:spPr>
          <a:xfrm>
            <a:off x="1433188" y="2910758"/>
            <a:ext cx="33690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Recursos didáticos</a:t>
            </a:r>
            <a:endParaRPr sz="2000" b="0" i="0" u="none" strike="noStrike" cap="none" dirty="0">
              <a:solidFill>
                <a:srgbClr val="000000"/>
              </a:solidFill>
              <a:latin typeface="Poppins"/>
              <a:ea typeface="Poppins"/>
              <a:cs typeface="Poppins"/>
              <a:sym typeface="Poppins"/>
            </a:endParaRPr>
          </a:p>
        </p:txBody>
      </p:sp>
      <p:sp>
        <p:nvSpPr>
          <p:cNvPr id="2213" name="Google Shape;2213;p213"/>
          <p:cNvSpPr txBox="1"/>
          <p:nvPr/>
        </p:nvSpPr>
        <p:spPr>
          <a:xfrm>
            <a:off x="1445466" y="4649652"/>
            <a:ext cx="32673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Duração da aula</a:t>
            </a:r>
            <a:endParaRPr sz="2000" b="0" i="0" u="none" strike="noStrike" cap="none" dirty="0">
              <a:solidFill>
                <a:srgbClr val="000000"/>
              </a:solidFill>
              <a:latin typeface="Poppins"/>
              <a:ea typeface="Poppins"/>
              <a:cs typeface="Poppins"/>
              <a:sym typeface="Poppins"/>
            </a:endParaRPr>
          </a:p>
        </p:txBody>
      </p:sp>
      <p:sp>
        <p:nvSpPr>
          <p:cNvPr id="2214" name="Google Shape;2214;p213"/>
          <p:cNvSpPr txBox="1"/>
          <p:nvPr/>
        </p:nvSpPr>
        <p:spPr>
          <a:xfrm>
            <a:off x="7467011" y="3115942"/>
            <a:ext cx="43812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socioemocionais</a:t>
            </a:r>
            <a:endParaRPr sz="2000" b="0" i="0" u="none" strike="noStrike" cap="none" dirty="0">
              <a:solidFill>
                <a:srgbClr val="000000"/>
              </a:solidFill>
              <a:latin typeface="Poppins"/>
              <a:ea typeface="Poppins"/>
              <a:cs typeface="Poppins"/>
              <a:sym typeface="Poppins"/>
            </a:endParaRPr>
          </a:p>
        </p:txBody>
      </p:sp>
      <p:sp>
        <p:nvSpPr>
          <p:cNvPr id="2215" name="Google Shape;2215;p213"/>
          <p:cNvSpPr txBox="1"/>
          <p:nvPr/>
        </p:nvSpPr>
        <p:spPr>
          <a:xfrm>
            <a:off x="4717774" y="224403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16" name="Google Shape;2216;p213"/>
          <p:cNvSpPr txBox="1"/>
          <p:nvPr/>
        </p:nvSpPr>
        <p:spPr>
          <a:xfrm>
            <a:off x="1395562" y="5079496"/>
            <a:ext cx="1723800" cy="292500"/>
          </a:xfrm>
          <a:prstGeom prst="rect">
            <a:avLst/>
          </a:prstGeom>
          <a:solidFill>
            <a:schemeClr val="lt1"/>
          </a:solid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1500" b="0" i="0" u="none" strike="noStrike" cap="none" dirty="0">
                <a:solidFill>
                  <a:srgbClr val="000000"/>
                </a:solidFill>
                <a:latin typeface="Poppins"/>
                <a:ea typeface="Poppins"/>
                <a:cs typeface="Poppins"/>
                <a:sym typeface="Poppins"/>
              </a:rPr>
              <a:t>50 minutos.</a:t>
            </a:r>
            <a:endParaRPr sz="1400" b="0" i="0" u="none" strike="noStrike" cap="none" dirty="0">
              <a:solidFill>
                <a:srgbClr val="000000"/>
              </a:solidFill>
              <a:latin typeface="Arial"/>
              <a:ea typeface="Arial"/>
              <a:cs typeface="Arial"/>
              <a:sym typeface="Arial"/>
            </a:endParaRPr>
          </a:p>
        </p:txBody>
      </p:sp>
      <p:sp>
        <p:nvSpPr>
          <p:cNvPr id="2217" name="Google Shape;2217;p213"/>
          <p:cNvSpPr txBox="1">
            <a:spLocks noGrp="1"/>
          </p:cNvSpPr>
          <p:nvPr>
            <p:ph type="body" idx="1"/>
          </p:nvPr>
        </p:nvSpPr>
        <p:spPr>
          <a:xfrm>
            <a:off x="1467909" y="1390650"/>
            <a:ext cx="4044900" cy="13977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chemeClr val="dk1"/>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18" name="Google Shape;2218;p213"/>
          <p:cNvSpPr txBox="1">
            <a:spLocks noGrp="1"/>
          </p:cNvSpPr>
          <p:nvPr>
            <p:ph type="body" idx="2"/>
          </p:nvPr>
        </p:nvSpPr>
        <p:spPr>
          <a:xfrm>
            <a:off x="7467375" y="1355465"/>
            <a:ext cx="4044900" cy="15552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19" name="Google Shape;2219;p213"/>
          <p:cNvSpPr txBox="1">
            <a:spLocks noGrp="1"/>
          </p:cNvSpPr>
          <p:nvPr>
            <p:ph type="body" idx="3"/>
          </p:nvPr>
        </p:nvSpPr>
        <p:spPr>
          <a:xfrm>
            <a:off x="7467375" y="3649330"/>
            <a:ext cx="4044900" cy="15903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20" name="Google Shape;2220;p213"/>
          <p:cNvSpPr txBox="1">
            <a:spLocks noGrp="1"/>
          </p:cNvSpPr>
          <p:nvPr>
            <p:ph type="body" idx="4"/>
          </p:nvPr>
        </p:nvSpPr>
        <p:spPr>
          <a:xfrm>
            <a:off x="1443515" y="3489566"/>
            <a:ext cx="4044900" cy="10455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grpSp>
        <p:nvGrpSpPr>
          <p:cNvPr id="2221" name="Google Shape;2221;p213"/>
          <p:cNvGrpSpPr/>
          <p:nvPr/>
        </p:nvGrpSpPr>
        <p:grpSpPr>
          <a:xfrm>
            <a:off x="9756891" y="6381906"/>
            <a:ext cx="2435717" cy="499880"/>
            <a:chOff x="14634602" y="9537218"/>
            <a:chExt cx="3653392" cy="749782"/>
          </a:xfrm>
        </p:grpSpPr>
        <p:pic>
          <p:nvPicPr>
            <p:cNvPr id="2222" name="Google Shape;2222;p213"/>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2223" name="Google Shape;2223;p213" descr="Logotipo"/>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2224" name="Google Shape;2224;p213"/>
          <p:cNvSpPr txBox="1"/>
          <p:nvPr/>
        </p:nvSpPr>
        <p:spPr>
          <a:xfrm>
            <a:off x="13188461" y="47244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2225" name="Google Shape;2225;p213"/>
          <p:cNvPicPr preferRelativeResize="0"/>
          <p:nvPr/>
        </p:nvPicPr>
        <p:blipFill rotWithShape="1">
          <a:blip r:embed="rId4">
            <a:alphaModFix/>
          </a:blip>
          <a:srcRect/>
          <a:stretch/>
        </p:blipFill>
        <p:spPr>
          <a:xfrm>
            <a:off x="0" y="6281734"/>
            <a:ext cx="12191999" cy="595317"/>
          </a:xfrm>
          <a:prstGeom prst="rect">
            <a:avLst/>
          </a:prstGeom>
          <a:noFill/>
          <a:ln>
            <a:noFill/>
          </a:ln>
        </p:spPr>
      </p:pic>
      <p:pic>
        <p:nvPicPr>
          <p:cNvPr id="2226" name="Google Shape;2226;p213"/>
          <p:cNvPicPr preferRelativeResize="0"/>
          <p:nvPr/>
        </p:nvPicPr>
        <p:blipFill rotWithShape="1">
          <a:blip r:embed="rId5">
            <a:alphaModFix/>
          </a:blip>
          <a:srcRect/>
          <a:stretch/>
        </p:blipFill>
        <p:spPr>
          <a:xfrm>
            <a:off x="0" y="9526"/>
            <a:ext cx="12191999" cy="568301"/>
          </a:xfrm>
          <a:prstGeom prst="rect">
            <a:avLst/>
          </a:prstGeom>
          <a:noFill/>
          <a:ln>
            <a:noFill/>
          </a:ln>
        </p:spPr>
      </p:pic>
      <p:sp>
        <p:nvSpPr>
          <p:cNvPr id="2227" name="Google Shape;2227;p213"/>
          <p:cNvSpPr/>
          <p:nvPr/>
        </p:nvSpPr>
        <p:spPr>
          <a:xfrm>
            <a:off x="538284" y="960081"/>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2228" name="Google Shape;2228;p213"/>
          <p:cNvSpPr/>
          <p:nvPr/>
        </p:nvSpPr>
        <p:spPr>
          <a:xfrm>
            <a:off x="514540" y="2965834"/>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2229" name="Google Shape;2229;p213"/>
          <p:cNvGrpSpPr/>
          <p:nvPr/>
        </p:nvGrpSpPr>
        <p:grpSpPr>
          <a:xfrm>
            <a:off x="632922" y="3096780"/>
            <a:ext cx="486856" cy="481187"/>
            <a:chOff x="8278989" y="8660410"/>
            <a:chExt cx="569755" cy="563121"/>
          </a:xfrm>
        </p:grpSpPr>
        <p:grpSp>
          <p:nvGrpSpPr>
            <p:cNvPr id="2230" name="Google Shape;2230;p213"/>
            <p:cNvGrpSpPr/>
            <p:nvPr/>
          </p:nvGrpSpPr>
          <p:grpSpPr>
            <a:xfrm>
              <a:off x="8278989" y="8852628"/>
              <a:ext cx="265651" cy="370903"/>
              <a:chOff x="8278989" y="8852628"/>
              <a:chExt cx="265651" cy="370903"/>
            </a:xfrm>
          </p:grpSpPr>
          <p:sp>
            <p:nvSpPr>
              <p:cNvPr id="2231" name="Google Shape;2231;p213"/>
              <p:cNvSpPr/>
              <p:nvPr/>
            </p:nvSpPr>
            <p:spPr>
              <a:xfrm>
                <a:off x="8358808" y="8932768"/>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232" name="Google Shape;2232;p213"/>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2233" name="Google Shape;2233;p213"/>
            <p:cNvSpPr/>
            <p:nvPr/>
          </p:nvSpPr>
          <p:spPr>
            <a:xfrm>
              <a:off x="8397765" y="8660410"/>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234" name="Google Shape;2234;p213"/>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235" name="Google Shape;2235;p213"/>
            <p:cNvSpPr/>
            <p:nvPr/>
          </p:nvSpPr>
          <p:spPr>
            <a:xfrm>
              <a:off x="8534039" y="8750044"/>
              <a:ext cx="314705" cy="225171"/>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2236" name="Google Shape;2236;p213"/>
          <p:cNvSpPr/>
          <p:nvPr/>
        </p:nvSpPr>
        <p:spPr>
          <a:xfrm>
            <a:off x="516205" y="4700100"/>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pic>
        <p:nvPicPr>
          <p:cNvPr id="2237" name="Google Shape;2237;p213"/>
          <p:cNvPicPr preferRelativeResize="0"/>
          <p:nvPr/>
        </p:nvPicPr>
        <p:blipFill rotWithShape="1">
          <a:blip r:embed="rId6">
            <a:alphaModFix/>
          </a:blip>
          <a:srcRect/>
          <a:stretch/>
        </p:blipFill>
        <p:spPr>
          <a:xfrm>
            <a:off x="658917" y="4858582"/>
            <a:ext cx="380919" cy="380919"/>
          </a:xfrm>
          <a:prstGeom prst="rect">
            <a:avLst/>
          </a:prstGeom>
          <a:noFill/>
          <a:ln>
            <a:noFill/>
          </a:ln>
        </p:spPr>
      </p:pic>
      <p:sp>
        <p:nvSpPr>
          <p:cNvPr id="2238" name="Google Shape;2238;p213"/>
          <p:cNvSpPr/>
          <p:nvPr/>
        </p:nvSpPr>
        <p:spPr>
          <a:xfrm>
            <a:off x="6537750" y="974816"/>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2239" name="Google Shape;2239;p213"/>
          <p:cNvGrpSpPr/>
          <p:nvPr/>
        </p:nvGrpSpPr>
        <p:grpSpPr>
          <a:xfrm>
            <a:off x="6643473" y="1077261"/>
            <a:ext cx="472792" cy="435252"/>
            <a:chOff x="8560697" y="2808577"/>
            <a:chExt cx="496370" cy="456957"/>
          </a:xfrm>
        </p:grpSpPr>
        <p:sp>
          <p:nvSpPr>
            <p:cNvPr id="2240" name="Google Shape;2240;p213"/>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2241" name="Google Shape;2241;p213"/>
            <p:cNvGrpSpPr/>
            <p:nvPr/>
          </p:nvGrpSpPr>
          <p:grpSpPr>
            <a:xfrm>
              <a:off x="8560697" y="2875026"/>
              <a:ext cx="496370" cy="324059"/>
              <a:chOff x="8560697" y="2875026"/>
              <a:chExt cx="496370" cy="324059"/>
            </a:xfrm>
          </p:grpSpPr>
          <p:sp>
            <p:nvSpPr>
              <p:cNvPr id="2242" name="Google Shape;2242;p213"/>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243" name="Google Shape;2243;p213"/>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244" name="Google Shape;2244;p213"/>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245" name="Google Shape;2245;p213"/>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246" name="Google Shape;2246;p213"/>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247" name="Google Shape;2247;p213"/>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grpSp>
      <p:sp>
        <p:nvSpPr>
          <p:cNvPr id="2248" name="Google Shape;2248;p213"/>
          <p:cNvSpPr/>
          <p:nvPr/>
        </p:nvSpPr>
        <p:spPr>
          <a:xfrm>
            <a:off x="6537750" y="3144691"/>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2249" name="Google Shape;2249;p213"/>
          <p:cNvSpPr/>
          <p:nvPr/>
        </p:nvSpPr>
        <p:spPr>
          <a:xfrm>
            <a:off x="6637986" y="3252609"/>
            <a:ext cx="458764" cy="458662"/>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2250" name="Google Shape;2250;p213"/>
          <p:cNvGrpSpPr/>
          <p:nvPr/>
        </p:nvGrpSpPr>
        <p:grpSpPr>
          <a:xfrm>
            <a:off x="664824" y="1066107"/>
            <a:ext cx="428521" cy="428520"/>
            <a:chOff x="9358184" y="2764785"/>
            <a:chExt cx="495514" cy="495513"/>
          </a:xfrm>
        </p:grpSpPr>
        <p:grpSp>
          <p:nvGrpSpPr>
            <p:cNvPr id="2251" name="Google Shape;2251;p213"/>
            <p:cNvGrpSpPr/>
            <p:nvPr/>
          </p:nvGrpSpPr>
          <p:grpSpPr>
            <a:xfrm>
              <a:off x="9358184" y="2802389"/>
              <a:ext cx="457909" cy="457909"/>
              <a:chOff x="9358184" y="2802389"/>
              <a:chExt cx="457909" cy="457909"/>
            </a:xfrm>
          </p:grpSpPr>
          <p:sp>
            <p:nvSpPr>
              <p:cNvPr id="2252" name="Google Shape;2252;p213"/>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253" name="Google Shape;2253;p213"/>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254" name="Google Shape;2254;p213"/>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2255" name="Google Shape;2255;p213"/>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256" name="Google Shape;2256;p213"/>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Tree>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matchingName="1. Conteudo">
  <p:cSld name="1. Conteudo">
    <p:spTree>
      <p:nvGrpSpPr>
        <p:cNvPr id="1" name="Shape 2257"/>
        <p:cNvGrpSpPr/>
        <p:nvPr/>
      </p:nvGrpSpPr>
      <p:grpSpPr>
        <a:xfrm>
          <a:off x="0" y="0"/>
          <a:ext cx="0" cy="0"/>
          <a:chOff x="0" y="0"/>
          <a:chExt cx="0" cy="0"/>
        </a:xfrm>
      </p:grpSpPr>
      <p:sp>
        <p:nvSpPr>
          <p:cNvPr id="2258" name="Google Shape;2258;p214"/>
          <p:cNvSpPr txBox="1">
            <a:spLocks noGrp="1"/>
          </p:cNvSpPr>
          <p:nvPr>
            <p:ph type="body" idx="1"/>
          </p:nvPr>
        </p:nvSpPr>
        <p:spPr>
          <a:xfrm>
            <a:off x="3751838" y="21702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59" name="Google Shape;2259;p214"/>
          <p:cNvSpPr txBox="1">
            <a:spLocks noGrp="1"/>
          </p:cNvSpPr>
          <p:nvPr>
            <p:ph type="body" idx="2"/>
          </p:nvPr>
        </p:nvSpPr>
        <p:spPr>
          <a:xfrm>
            <a:off x="3751838" y="31227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60" name="Google Shape;2260;p214"/>
          <p:cNvSpPr txBox="1">
            <a:spLocks noGrp="1"/>
          </p:cNvSpPr>
          <p:nvPr>
            <p:ph type="body" idx="3"/>
          </p:nvPr>
        </p:nvSpPr>
        <p:spPr>
          <a:xfrm>
            <a:off x="3751838" y="40498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61" name="Google Shape;2261;p214"/>
          <p:cNvSpPr txBox="1">
            <a:spLocks noGrp="1"/>
          </p:cNvSpPr>
          <p:nvPr>
            <p:ph type="body" idx="4"/>
          </p:nvPr>
        </p:nvSpPr>
        <p:spPr>
          <a:xfrm>
            <a:off x="3751838" y="49896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62" name="Google Shape;2262;p214"/>
          <p:cNvSpPr txBox="1">
            <a:spLocks noGrp="1"/>
          </p:cNvSpPr>
          <p:nvPr>
            <p:ph type="body" idx="5"/>
          </p:nvPr>
        </p:nvSpPr>
        <p:spPr>
          <a:xfrm>
            <a:off x="3514725" y="559205"/>
            <a:ext cx="7208400" cy="1260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63" name="Google Shape;2263;p214"/>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264" name="Google Shape;2264;p214"/>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matchingName="3. Conteudo">
  <p:cSld name="3. Conteudo">
    <p:spTree>
      <p:nvGrpSpPr>
        <p:cNvPr id="1" name="Shape 2265"/>
        <p:cNvGrpSpPr/>
        <p:nvPr/>
      </p:nvGrpSpPr>
      <p:grpSpPr>
        <a:xfrm>
          <a:off x="0" y="0"/>
          <a:ext cx="0" cy="0"/>
          <a:chOff x="0" y="0"/>
          <a:chExt cx="0" cy="0"/>
        </a:xfrm>
      </p:grpSpPr>
      <p:pic>
        <p:nvPicPr>
          <p:cNvPr id="2266" name="Google Shape;2266;p215"/>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267" name="Google Shape;2267;p215"/>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68" name="Google Shape;2268;p215"/>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69" name="Google Shape;2269;p215"/>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70" name="Google Shape;2270;p215"/>
          <p:cNvSpPr txBox="1">
            <a:spLocks noGrp="1"/>
          </p:cNvSpPr>
          <p:nvPr>
            <p:ph type="body" idx="1"/>
          </p:nvPr>
        </p:nvSpPr>
        <p:spPr>
          <a:xfrm>
            <a:off x="3598334" y="2009776"/>
            <a:ext cx="8080500" cy="3739200"/>
          </a:xfrm>
          <a:prstGeom prst="rect">
            <a:avLst/>
          </a:prstGeom>
          <a:solidFill>
            <a:srgbClr val="D9D9D9"/>
          </a:solid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71" name="Google Shape;2271;p215"/>
          <p:cNvSpPr/>
          <p:nvPr/>
        </p:nvSpPr>
        <p:spPr>
          <a:xfrm>
            <a:off x="200185" y="269162"/>
            <a:ext cx="2290200" cy="16713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272" name="Google Shape;2272;p215"/>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a:ea typeface="Poppins Light"/>
                <a:cs typeface="Poppins Light"/>
                <a:sym typeface="Poppins Light"/>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matchingName="3. Conteudo">
  <p:cSld name="1_3. Conteudo">
    <p:spTree>
      <p:nvGrpSpPr>
        <p:cNvPr id="1" name="Shape 2273"/>
        <p:cNvGrpSpPr/>
        <p:nvPr/>
      </p:nvGrpSpPr>
      <p:grpSpPr>
        <a:xfrm>
          <a:off x="0" y="0"/>
          <a:ext cx="0" cy="0"/>
          <a:chOff x="0" y="0"/>
          <a:chExt cx="0" cy="0"/>
        </a:xfrm>
      </p:grpSpPr>
      <p:pic>
        <p:nvPicPr>
          <p:cNvPr id="2274" name="Google Shape;2274;p216"/>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275" name="Google Shape;2275;p216"/>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76" name="Google Shape;2276;p216"/>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77" name="Google Shape;2277;p216"/>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78" name="Google Shape;2278;p216"/>
          <p:cNvSpPr txBox="1">
            <a:spLocks noGrp="1"/>
          </p:cNvSpPr>
          <p:nvPr>
            <p:ph type="body" idx="1"/>
          </p:nvPr>
        </p:nvSpPr>
        <p:spPr>
          <a:xfrm>
            <a:off x="3707268" y="641350"/>
            <a:ext cx="7366200" cy="1732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79" name="Google Shape;2279;p216"/>
          <p:cNvSpPr txBox="1">
            <a:spLocks noGrp="1"/>
          </p:cNvSpPr>
          <p:nvPr>
            <p:ph type="body" idx="2"/>
          </p:nvPr>
        </p:nvSpPr>
        <p:spPr>
          <a:xfrm>
            <a:off x="4428690" y="2540104"/>
            <a:ext cx="6644700" cy="348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80" name="Google Shape;2280;p216"/>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281" name="Google Shape;2281;p216"/>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matchingName="3. Conteudo">
  <p:cSld name="1_3. Conteudo 2">
    <p:spTree>
      <p:nvGrpSpPr>
        <p:cNvPr id="1" name="Shape 2282"/>
        <p:cNvGrpSpPr/>
        <p:nvPr/>
      </p:nvGrpSpPr>
      <p:grpSpPr>
        <a:xfrm>
          <a:off x="0" y="0"/>
          <a:ext cx="0" cy="0"/>
          <a:chOff x="0" y="0"/>
          <a:chExt cx="0" cy="0"/>
        </a:xfrm>
      </p:grpSpPr>
      <p:pic>
        <p:nvPicPr>
          <p:cNvPr id="2283" name="Google Shape;2283;p217"/>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284" name="Google Shape;2284;p217"/>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85" name="Google Shape;2285;p217"/>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86" name="Google Shape;2286;p217"/>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87" name="Google Shape;2287;p217"/>
          <p:cNvSpPr txBox="1">
            <a:spLocks noGrp="1"/>
          </p:cNvSpPr>
          <p:nvPr>
            <p:ph type="body" idx="1"/>
          </p:nvPr>
        </p:nvSpPr>
        <p:spPr>
          <a:xfrm>
            <a:off x="3598410" y="633942"/>
            <a:ext cx="8052900" cy="1162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88" name="Google Shape;2288;p217"/>
          <p:cNvSpPr txBox="1">
            <a:spLocks noGrp="1"/>
          </p:cNvSpPr>
          <p:nvPr>
            <p:ph type="body" idx="2"/>
          </p:nvPr>
        </p:nvSpPr>
        <p:spPr>
          <a:xfrm>
            <a:off x="6374268" y="2372801"/>
            <a:ext cx="5277000" cy="3572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89" name="Google Shape;2289;p217"/>
          <p:cNvSpPr txBox="1">
            <a:spLocks noGrp="1"/>
          </p:cNvSpPr>
          <p:nvPr>
            <p:ph type="body" idx="3"/>
          </p:nvPr>
        </p:nvSpPr>
        <p:spPr>
          <a:xfrm>
            <a:off x="3596090" y="5702430"/>
            <a:ext cx="2497500" cy="243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90" name="Google Shape;2290;p217"/>
          <p:cNvSpPr>
            <a:spLocks noGrp="1"/>
          </p:cNvSpPr>
          <p:nvPr>
            <p:ph type="pic" idx="4"/>
          </p:nvPr>
        </p:nvSpPr>
        <p:spPr>
          <a:xfrm>
            <a:off x="3596091" y="2364317"/>
            <a:ext cx="2497800" cy="3216300"/>
          </a:xfrm>
          <a:prstGeom prst="rect">
            <a:avLst/>
          </a:prstGeom>
          <a:solidFill>
            <a:srgbClr val="D9D9D9"/>
          </a:solidFill>
          <a:ln>
            <a:noFill/>
          </a:ln>
        </p:spPr>
        <p:txBody>
          <a:bodyPr/>
          <a:lstStyle/>
          <a:p>
            <a:endParaRPr lang="pt-BR" dirty="0"/>
          </a:p>
        </p:txBody>
      </p:sp>
      <p:sp>
        <p:nvSpPr>
          <p:cNvPr id="2291" name="Google Shape;2291;p217"/>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292" name="Google Shape;2292;p217"/>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matchingName="3. Conteudo">
  <p:cSld name="1_3. Conteudo 3">
    <p:spTree>
      <p:nvGrpSpPr>
        <p:cNvPr id="1" name="Shape 2293"/>
        <p:cNvGrpSpPr/>
        <p:nvPr/>
      </p:nvGrpSpPr>
      <p:grpSpPr>
        <a:xfrm>
          <a:off x="0" y="0"/>
          <a:ext cx="0" cy="0"/>
          <a:chOff x="0" y="0"/>
          <a:chExt cx="0" cy="0"/>
        </a:xfrm>
      </p:grpSpPr>
      <p:pic>
        <p:nvPicPr>
          <p:cNvPr id="2294" name="Google Shape;2294;p218"/>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295" name="Google Shape;2295;p218"/>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96" name="Google Shape;2296;p218"/>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97" name="Google Shape;2297;p218"/>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98" name="Google Shape;2298;p218"/>
          <p:cNvSpPr txBox="1">
            <a:spLocks noGrp="1"/>
          </p:cNvSpPr>
          <p:nvPr>
            <p:ph type="body" idx="1"/>
          </p:nvPr>
        </p:nvSpPr>
        <p:spPr>
          <a:xfrm>
            <a:off x="3598409" y="619125"/>
            <a:ext cx="8052900" cy="1189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99" name="Google Shape;2299;p218"/>
          <p:cNvSpPr txBox="1">
            <a:spLocks noGrp="1"/>
          </p:cNvSpPr>
          <p:nvPr>
            <p:ph type="body" idx="2"/>
          </p:nvPr>
        </p:nvSpPr>
        <p:spPr>
          <a:xfrm>
            <a:off x="3598409" y="5860191"/>
            <a:ext cx="8052600" cy="295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00" name="Google Shape;2300;p218"/>
          <p:cNvSpPr txBox="1"/>
          <p:nvPr/>
        </p:nvSpPr>
        <p:spPr>
          <a:xfrm>
            <a:off x="12032105" y="578620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301" name="Google Shape;2301;p218"/>
          <p:cNvSpPr txBox="1">
            <a:spLocks noGrp="1"/>
          </p:cNvSpPr>
          <p:nvPr>
            <p:ph type="body" idx="3"/>
          </p:nvPr>
        </p:nvSpPr>
        <p:spPr>
          <a:xfrm>
            <a:off x="3598409" y="2012716"/>
            <a:ext cx="8052600" cy="3736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02" name="Google Shape;2302;p218"/>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303" name="Google Shape;2303;p218"/>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matchingName="3. Conteudo">
  <p:cSld name="1_3. Conteudo 4">
    <p:spTree>
      <p:nvGrpSpPr>
        <p:cNvPr id="1" name="Shape 2304"/>
        <p:cNvGrpSpPr/>
        <p:nvPr/>
      </p:nvGrpSpPr>
      <p:grpSpPr>
        <a:xfrm>
          <a:off x="0" y="0"/>
          <a:ext cx="0" cy="0"/>
          <a:chOff x="0" y="0"/>
          <a:chExt cx="0" cy="0"/>
        </a:xfrm>
      </p:grpSpPr>
      <p:pic>
        <p:nvPicPr>
          <p:cNvPr id="2305" name="Google Shape;2305;p219"/>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306" name="Google Shape;2306;p219"/>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307" name="Google Shape;2307;p219"/>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308" name="Google Shape;2308;p219"/>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309" name="Google Shape;2309;p219"/>
          <p:cNvSpPr>
            <a:spLocks noGrp="1"/>
          </p:cNvSpPr>
          <p:nvPr>
            <p:ph type="pic" idx="2"/>
          </p:nvPr>
        </p:nvSpPr>
        <p:spPr>
          <a:xfrm>
            <a:off x="3598408" y="2027345"/>
            <a:ext cx="8052600" cy="3699900"/>
          </a:xfrm>
          <a:prstGeom prst="rect">
            <a:avLst/>
          </a:prstGeom>
          <a:solidFill>
            <a:srgbClr val="D8D8D8"/>
          </a:solidFill>
          <a:ln>
            <a:noFill/>
          </a:ln>
        </p:spPr>
        <p:txBody>
          <a:bodyPr/>
          <a:lstStyle/>
          <a:p>
            <a:endParaRPr lang="pt-BR" dirty="0"/>
          </a:p>
        </p:txBody>
      </p:sp>
      <p:sp>
        <p:nvSpPr>
          <p:cNvPr id="2310" name="Google Shape;2310;p219"/>
          <p:cNvSpPr txBox="1">
            <a:spLocks noGrp="1"/>
          </p:cNvSpPr>
          <p:nvPr>
            <p:ph type="body" idx="1"/>
          </p:nvPr>
        </p:nvSpPr>
        <p:spPr>
          <a:xfrm>
            <a:off x="3598407" y="633942"/>
            <a:ext cx="8052900" cy="1162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11" name="Google Shape;2311;p219"/>
          <p:cNvSpPr txBox="1">
            <a:spLocks noGrp="1"/>
          </p:cNvSpPr>
          <p:nvPr>
            <p:ph type="body" idx="3"/>
          </p:nvPr>
        </p:nvSpPr>
        <p:spPr>
          <a:xfrm>
            <a:off x="3598407" y="5842824"/>
            <a:ext cx="8052900" cy="310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12" name="Google Shape;2312;p219"/>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313" name="Google Shape;2313;p219"/>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14.xml><?xml version="1.0" encoding="utf-8"?>
<p:sldLayout xmlns:a="http://schemas.openxmlformats.org/drawingml/2006/main" xmlns:r="http://schemas.openxmlformats.org/officeDocument/2006/relationships" xmlns:p="http://schemas.openxmlformats.org/presentationml/2006/main" matchingName="3. Conteudo">
  <p:cSld name="1_3. Conteudo 5">
    <p:spTree>
      <p:nvGrpSpPr>
        <p:cNvPr id="1" name="Shape 2314"/>
        <p:cNvGrpSpPr/>
        <p:nvPr/>
      </p:nvGrpSpPr>
      <p:grpSpPr>
        <a:xfrm>
          <a:off x="0" y="0"/>
          <a:ext cx="0" cy="0"/>
          <a:chOff x="0" y="0"/>
          <a:chExt cx="0" cy="0"/>
        </a:xfrm>
      </p:grpSpPr>
      <p:pic>
        <p:nvPicPr>
          <p:cNvPr id="2315" name="Google Shape;2315;p220"/>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316" name="Google Shape;2316;p220"/>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317" name="Google Shape;2317;p220"/>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318" name="Google Shape;2318;p220"/>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319" name="Google Shape;2319;p220"/>
          <p:cNvSpPr txBox="1">
            <a:spLocks noGrp="1"/>
          </p:cNvSpPr>
          <p:nvPr>
            <p:ph type="body" idx="1"/>
          </p:nvPr>
        </p:nvSpPr>
        <p:spPr>
          <a:xfrm>
            <a:off x="3598410" y="633520"/>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20" name="Google Shape;2320;p220"/>
          <p:cNvSpPr txBox="1">
            <a:spLocks noGrp="1"/>
          </p:cNvSpPr>
          <p:nvPr>
            <p:ph type="body" idx="2"/>
          </p:nvPr>
        </p:nvSpPr>
        <p:spPr>
          <a:xfrm>
            <a:off x="7767637" y="630987"/>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21" name="Google Shape;2321;p220"/>
          <p:cNvSpPr/>
          <p:nvPr/>
        </p:nvSpPr>
        <p:spPr>
          <a:xfrm>
            <a:off x="200185" y="269162"/>
            <a:ext cx="2290200" cy="16713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322" name="Google Shape;2322;p220"/>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a:ea typeface="Poppins Light"/>
                <a:cs typeface="Poppins Light"/>
                <a:sym typeface="Poppins Light"/>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matchingName="3. Conteudo">
  <p:cSld name="1_3. Conteudo 6">
    <p:spTree>
      <p:nvGrpSpPr>
        <p:cNvPr id="1" name="Shape 2323"/>
        <p:cNvGrpSpPr/>
        <p:nvPr/>
      </p:nvGrpSpPr>
      <p:grpSpPr>
        <a:xfrm>
          <a:off x="0" y="0"/>
          <a:ext cx="0" cy="0"/>
          <a:chOff x="0" y="0"/>
          <a:chExt cx="0" cy="0"/>
        </a:xfrm>
      </p:grpSpPr>
      <p:pic>
        <p:nvPicPr>
          <p:cNvPr id="2324" name="Google Shape;2324;p221"/>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325" name="Google Shape;2325;p221"/>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326" name="Google Shape;2326;p221"/>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327" name="Google Shape;2327;p221"/>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328" name="Google Shape;2328;p221"/>
          <p:cNvSpPr txBox="1">
            <a:spLocks noGrp="1"/>
          </p:cNvSpPr>
          <p:nvPr>
            <p:ph type="body" idx="1"/>
          </p:nvPr>
        </p:nvSpPr>
        <p:spPr>
          <a:xfrm>
            <a:off x="3598410" y="633520"/>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29" name="Google Shape;2329;p221"/>
          <p:cNvSpPr txBox="1">
            <a:spLocks noGrp="1"/>
          </p:cNvSpPr>
          <p:nvPr>
            <p:ph type="body" idx="2"/>
          </p:nvPr>
        </p:nvSpPr>
        <p:spPr>
          <a:xfrm>
            <a:off x="7767637" y="630987"/>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30" name="Google Shape;2330;p221"/>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331" name="Google Shape;2331;p221"/>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16.xml><?xml version="1.0" encoding="utf-8"?>
<p:sldLayout xmlns:a="http://schemas.openxmlformats.org/drawingml/2006/main" xmlns:r="http://schemas.openxmlformats.org/officeDocument/2006/relationships" xmlns:p="http://schemas.openxmlformats.org/presentationml/2006/main" matchingName="2_Linha do Tempo1">
  <p:cSld name="2_Linha do Tempo1">
    <p:spTree>
      <p:nvGrpSpPr>
        <p:cNvPr id="1" name="Shape 2332"/>
        <p:cNvGrpSpPr/>
        <p:nvPr/>
      </p:nvGrpSpPr>
      <p:grpSpPr>
        <a:xfrm>
          <a:off x="0" y="0"/>
          <a:ext cx="0" cy="0"/>
          <a:chOff x="0" y="0"/>
          <a:chExt cx="0" cy="0"/>
        </a:xfrm>
      </p:grpSpPr>
      <p:cxnSp>
        <p:nvCxnSpPr>
          <p:cNvPr id="2333" name="Google Shape;2333;p222"/>
          <p:cNvCxnSpPr/>
          <p:nvPr/>
        </p:nvCxnSpPr>
        <p:spPr>
          <a:xfrm rot="10800000">
            <a:off x="4997330" y="2618483"/>
            <a:ext cx="6018000" cy="0"/>
          </a:xfrm>
          <a:prstGeom prst="straightConnector1">
            <a:avLst/>
          </a:prstGeom>
          <a:noFill/>
          <a:ln w="19050" cap="flat" cmpd="sng">
            <a:solidFill>
              <a:srgbClr val="F4F4F4"/>
            </a:solidFill>
            <a:prstDash val="solid"/>
            <a:round/>
            <a:headEnd type="diamond" w="med" len="med"/>
            <a:tailEnd type="none" w="sm" len="sm"/>
          </a:ln>
        </p:spPr>
      </p:cxnSp>
      <p:sp>
        <p:nvSpPr>
          <p:cNvPr id="2334" name="Google Shape;2334;p222"/>
          <p:cNvSpPr>
            <a:spLocks noGrp="1"/>
          </p:cNvSpPr>
          <p:nvPr>
            <p:ph type="pic" idx="2"/>
          </p:nvPr>
        </p:nvSpPr>
        <p:spPr>
          <a:xfrm>
            <a:off x="2204323" y="2276371"/>
            <a:ext cx="2793000" cy="1677600"/>
          </a:xfrm>
          <a:prstGeom prst="rect">
            <a:avLst/>
          </a:prstGeom>
          <a:solidFill>
            <a:srgbClr val="D8D8D8"/>
          </a:solidFill>
          <a:ln>
            <a:noFill/>
          </a:ln>
        </p:spPr>
        <p:txBody>
          <a:bodyPr/>
          <a:lstStyle/>
          <a:p>
            <a:endParaRPr lang="pt-BR" dirty="0"/>
          </a:p>
        </p:txBody>
      </p:sp>
      <p:sp>
        <p:nvSpPr>
          <p:cNvPr id="2335" name="Google Shape;2335;p222"/>
          <p:cNvSpPr txBox="1">
            <a:spLocks noGrp="1"/>
          </p:cNvSpPr>
          <p:nvPr>
            <p:ph type="body" idx="1"/>
          </p:nvPr>
        </p:nvSpPr>
        <p:spPr>
          <a:xfrm>
            <a:off x="5572275" y="2819872"/>
            <a:ext cx="5443200" cy="113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2100"/>
              <a:buFont typeface="Poppins"/>
              <a:buNone/>
              <a:defRPr sz="1400" b="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cxnSp>
        <p:nvCxnSpPr>
          <p:cNvPr id="2336" name="Google Shape;2336;p222"/>
          <p:cNvCxnSpPr/>
          <p:nvPr/>
        </p:nvCxnSpPr>
        <p:spPr>
          <a:xfrm rot="10800000">
            <a:off x="4997324" y="4669769"/>
            <a:ext cx="5961300" cy="0"/>
          </a:xfrm>
          <a:prstGeom prst="straightConnector1">
            <a:avLst/>
          </a:prstGeom>
          <a:noFill/>
          <a:ln w="19050" cap="flat" cmpd="sng">
            <a:solidFill>
              <a:srgbClr val="F4F4F4"/>
            </a:solidFill>
            <a:prstDash val="solid"/>
            <a:round/>
            <a:headEnd type="diamond" w="med" len="med"/>
            <a:tailEnd type="none" w="sm" len="sm"/>
          </a:ln>
        </p:spPr>
      </p:cxnSp>
      <p:sp>
        <p:nvSpPr>
          <p:cNvPr id="2337" name="Google Shape;2337;p222"/>
          <p:cNvSpPr>
            <a:spLocks noGrp="1"/>
          </p:cNvSpPr>
          <p:nvPr>
            <p:ph type="pic" idx="3"/>
          </p:nvPr>
        </p:nvSpPr>
        <p:spPr>
          <a:xfrm>
            <a:off x="2204323" y="4327657"/>
            <a:ext cx="2793000" cy="1677600"/>
          </a:xfrm>
          <a:prstGeom prst="rect">
            <a:avLst/>
          </a:prstGeom>
          <a:solidFill>
            <a:srgbClr val="D8D8D8"/>
          </a:solidFill>
          <a:ln>
            <a:noFill/>
          </a:ln>
        </p:spPr>
        <p:txBody>
          <a:bodyPr/>
          <a:lstStyle/>
          <a:p>
            <a:endParaRPr lang="pt-BR" dirty="0"/>
          </a:p>
        </p:txBody>
      </p:sp>
      <p:sp>
        <p:nvSpPr>
          <p:cNvPr id="2338" name="Google Shape;2338;p222"/>
          <p:cNvSpPr txBox="1">
            <a:spLocks noGrp="1"/>
          </p:cNvSpPr>
          <p:nvPr>
            <p:ph type="body" idx="4"/>
          </p:nvPr>
        </p:nvSpPr>
        <p:spPr>
          <a:xfrm>
            <a:off x="5572274" y="4871158"/>
            <a:ext cx="5443200" cy="113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2100"/>
              <a:buFont typeface="Poppins"/>
              <a:buNone/>
              <a:defRPr sz="1400" b="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2339" name="Google Shape;2339;p222"/>
          <p:cNvSpPr txBox="1">
            <a:spLocks noGrp="1"/>
          </p:cNvSpPr>
          <p:nvPr>
            <p:ph type="body" idx="5"/>
          </p:nvPr>
        </p:nvSpPr>
        <p:spPr>
          <a:xfrm>
            <a:off x="2204324" y="1484525"/>
            <a:ext cx="8811000" cy="6162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2200"/>
              <a:buFont typeface="Poppins"/>
              <a:buNone/>
              <a:defRPr sz="1467" b="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2340" name="Google Shape;2340;p222"/>
          <p:cNvSpPr txBox="1">
            <a:spLocks noGrp="1"/>
          </p:cNvSpPr>
          <p:nvPr>
            <p:ph type="body" idx="6"/>
          </p:nvPr>
        </p:nvSpPr>
        <p:spPr>
          <a:xfrm>
            <a:off x="2204323" y="454165"/>
            <a:ext cx="8811000" cy="8289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matchingName="2_Linha do Tempo1">
  <p:cSld name="3_Linha do Tempo1">
    <p:spTree>
      <p:nvGrpSpPr>
        <p:cNvPr id="1" name="Shape 2341"/>
        <p:cNvGrpSpPr/>
        <p:nvPr/>
      </p:nvGrpSpPr>
      <p:grpSpPr>
        <a:xfrm>
          <a:off x="0" y="0"/>
          <a:ext cx="0" cy="0"/>
          <a:chOff x="0" y="0"/>
          <a:chExt cx="0" cy="0"/>
        </a:xfrm>
      </p:grpSpPr>
      <p:pic>
        <p:nvPicPr>
          <p:cNvPr id="2342" name="Google Shape;2342;p223"/>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343" name="Google Shape;2343;p223"/>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344" name="Google Shape;2344;p223"/>
          <p:cNvSpPr txBox="1">
            <a:spLocks noGrp="1"/>
          </p:cNvSpPr>
          <p:nvPr>
            <p:ph type="body" idx="1"/>
          </p:nvPr>
        </p:nvSpPr>
        <p:spPr>
          <a:xfrm>
            <a:off x="3276600" y="1188174"/>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45" name="Google Shape;2345;p223"/>
          <p:cNvSpPr txBox="1">
            <a:spLocks noGrp="1"/>
          </p:cNvSpPr>
          <p:nvPr>
            <p:ph type="body" idx="2"/>
          </p:nvPr>
        </p:nvSpPr>
        <p:spPr>
          <a:xfrm>
            <a:off x="3276600" y="1808050"/>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46" name="Google Shape;2346;p223"/>
          <p:cNvSpPr txBox="1">
            <a:spLocks noGrp="1"/>
          </p:cNvSpPr>
          <p:nvPr>
            <p:ph type="body" idx="3"/>
          </p:nvPr>
        </p:nvSpPr>
        <p:spPr>
          <a:xfrm>
            <a:off x="3276600" y="2442212"/>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47" name="Google Shape;2347;p223"/>
          <p:cNvSpPr txBox="1">
            <a:spLocks noGrp="1"/>
          </p:cNvSpPr>
          <p:nvPr>
            <p:ph type="body" idx="4"/>
          </p:nvPr>
        </p:nvSpPr>
        <p:spPr>
          <a:xfrm>
            <a:off x="3276600" y="3108857"/>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48" name="Google Shape;2348;p223"/>
          <p:cNvSpPr txBox="1">
            <a:spLocks noGrp="1"/>
          </p:cNvSpPr>
          <p:nvPr>
            <p:ph type="body" idx="5"/>
          </p:nvPr>
        </p:nvSpPr>
        <p:spPr>
          <a:xfrm>
            <a:off x="3276600" y="3805543"/>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49" name="Google Shape;2349;p223"/>
          <p:cNvSpPr txBox="1">
            <a:spLocks noGrp="1"/>
          </p:cNvSpPr>
          <p:nvPr>
            <p:ph type="body" idx="6"/>
          </p:nvPr>
        </p:nvSpPr>
        <p:spPr>
          <a:xfrm>
            <a:off x="3276600" y="4513114"/>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50" name="Google Shape;2350;p223"/>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351" name="Google Shape;2351;p223"/>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matchingName="2_Linha do Tempo1">
  <p:cSld name="3_Linha do Tempo1 2">
    <p:spTree>
      <p:nvGrpSpPr>
        <p:cNvPr id="1" name="Shape 2352"/>
        <p:cNvGrpSpPr/>
        <p:nvPr/>
      </p:nvGrpSpPr>
      <p:grpSpPr>
        <a:xfrm>
          <a:off x="0" y="0"/>
          <a:ext cx="0" cy="0"/>
          <a:chOff x="0" y="0"/>
          <a:chExt cx="0" cy="0"/>
        </a:xfrm>
      </p:grpSpPr>
      <p:pic>
        <p:nvPicPr>
          <p:cNvPr id="2353" name="Google Shape;2353;p224"/>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354" name="Google Shape;2354;p224"/>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355" name="Google Shape;2355;p224"/>
          <p:cNvSpPr txBox="1">
            <a:spLocks noGrp="1"/>
          </p:cNvSpPr>
          <p:nvPr>
            <p:ph type="body" idx="1"/>
          </p:nvPr>
        </p:nvSpPr>
        <p:spPr>
          <a:xfrm>
            <a:off x="3562371" y="2421299"/>
            <a:ext cx="3075900"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56" name="Google Shape;2356;p224"/>
          <p:cNvSpPr txBox="1">
            <a:spLocks noGrp="1"/>
          </p:cNvSpPr>
          <p:nvPr>
            <p:ph type="body" idx="2"/>
          </p:nvPr>
        </p:nvSpPr>
        <p:spPr>
          <a:xfrm>
            <a:off x="3562371" y="3864517"/>
            <a:ext cx="3094800"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57" name="Google Shape;2357;p224"/>
          <p:cNvSpPr txBox="1">
            <a:spLocks noGrp="1"/>
          </p:cNvSpPr>
          <p:nvPr>
            <p:ph type="body" idx="3"/>
          </p:nvPr>
        </p:nvSpPr>
        <p:spPr>
          <a:xfrm>
            <a:off x="3562371" y="5222027"/>
            <a:ext cx="3120300"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58" name="Google Shape;2358;p224"/>
          <p:cNvSpPr txBox="1">
            <a:spLocks noGrp="1"/>
          </p:cNvSpPr>
          <p:nvPr>
            <p:ph type="body" idx="4"/>
          </p:nvPr>
        </p:nvSpPr>
        <p:spPr>
          <a:xfrm>
            <a:off x="8011122" y="2421299"/>
            <a:ext cx="3057600"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59" name="Google Shape;2359;p224"/>
          <p:cNvSpPr txBox="1">
            <a:spLocks noGrp="1"/>
          </p:cNvSpPr>
          <p:nvPr>
            <p:ph type="body" idx="5"/>
          </p:nvPr>
        </p:nvSpPr>
        <p:spPr>
          <a:xfrm>
            <a:off x="8021910" y="3864492"/>
            <a:ext cx="3046800"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60" name="Google Shape;2360;p224"/>
          <p:cNvSpPr txBox="1">
            <a:spLocks noGrp="1"/>
          </p:cNvSpPr>
          <p:nvPr>
            <p:ph type="body" idx="6"/>
          </p:nvPr>
        </p:nvSpPr>
        <p:spPr>
          <a:xfrm>
            <a:off x="8011122" y="5229761"/>
            <a:ext cx="3057600"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61" name="Google Shape;2361;p224"/>
          <p:cNvSpPr txBox="1">
            <a:spLocks noGrp="1"/>
          </p:cNvSpPr>
          <p:nvPr>
            <p:ph type="body" idx="7"/>
          </p:nvPr>
        </p:nvSpPr>
        <p:spPr>
          <a:xfrm>
            <a:off x="2789174" y="919259"/>
            <a:ext cx="6426000" cy="503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62" name="Google Shape;2362;p224"/>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363" name="Google Shape;2363;p224"/>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matchingName="2_Linha do Tempo1">
  <p:cSld name="3_Linha do Tempo1 3">
    <p:spTree>
      <p:nvGrpSpPr>
        <p:cNvPr id="1" name="Shape 2364"/>
        <p:cNvGrpSpPr/>
        <p:nvPr/>
      </p:nvGrpSpPr>
      <p:grpSpPr>
        <a:xfrm>
          <a:off x="0" y="0"/>
          <a:ext cx="0" cy="0"/>
          <a:chOff x="0" y="0"/>
          <a:chExt cx="0" cy="0"/>
        </a:xfrm>
      </p:grpSpPr>
      <p:pic>
        <p:nvPicPr>
          <p:cNvPr id="2365" name="Google Shape;2365;p225"/>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366" name="Google Shape;2366;p225"/>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367" name="Google Shape;2367;p225"/>
          <p:cNvSpPr txBox="1">
            <a:spLocks noGrp="1"/>
          </p:cNvSpPr>
          <p:nvPr>
            <p:ph type="body" idx="1"/>
          </p:nvPr>
        </p:nvSpPr>
        <p:spPr>
          <a:xfrm>
            <a:off x="3557090" y="3556357"/>
            <a:ext cx="2160600" cy="2382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68" name="Google Shape;2368;p225"/>
          <p:cNvSpPr txBox="1">
            <a:spLocks noGrp="1"/>
          </p:cNvSpPr>
          <p:nvPr>
            <p:ph type="body" idx="2"/>
          </p:nvPr>
        </p:nvSpPr>
        <p:spPr>
          <a:xfrm>
            <a:off x="6054957" y="3555846"/>
            <a:ext cx="2399100" cy="785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69" name="Google Shape;2369;p225"/>
          <p:cNvSpPr txBox="1">
            <a:spLocks noGrp="1"/>
          </p:cNvSpPr>
          <p:nvPr>
            <p:ph type="body" idx="3"/>
          </p:nvPr>
        </p:nvSpPr>
        <p:spPr>
          <a:xfrm>
            <a:off x="8983149" y="3555846"/>
            <a:ext cx="2492100" cy="1879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70" name="Google Shape;2370;p225"/>
          <p:cNvSpPr txBox="1">
            <a:spLocks noGrp="1"/>
          </p:cNvSpPr>
          <p:nvPr>
            <p:ph type="body" idx="4"/>
          </p:nvPr>
        </p:nvSpPr>
        <p:spPr>
          <a:xfrm>
            <a:off x="2789174" y="919259"/>
            <a:ext cx="6426000" cy="503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71" name="Google Shape;2371;p225"/>
          <p:cNvSpPr txBox="1">
            <a:spLocks noGrp="1"/>
          </p:cNvSpPr>
          <p:nvPr>
            <p:ph type="body" idx="5"/>
          </p:nvPr>
        </p:nvSpPr>
        <p:spPr>
          <a:xfrm>
            <a:off x="3548026" y="2796830"/>
            <a:ext cx="1892100" cy="62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72" name="Google Shape;2372;p225"/>
          <p:cNvSpPr txBox="1">
            <a:spLocks noGrp="1"/>
          </p:cNvSpPr>
          <p:nvPr>
            <p:ph type="body" idx="6"/>
          </p:nvPr>
        </p:nvSpPr>
        <p:spPr>
          <a:xfrm>
            <a:off x="6042197" y="2807800"/>
            <a:ext cx="1901100" cy="62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73" name="Google Shape;2373;p225"/>
          <p:cNvSpPr txBox="1">
            <a:spLocks noGrp="1"/>
          </p:cNvSpPr>
          <p:nvPr>
            <p:ph type="body" idx="7"/>
          </p:nvPr>
        </p:nvSpPr>
        <p:spPr>
          <a:xfrm>
            <a:off x="8983148" y="2807800"/>
            <a:ext cx="1989600" cy="62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74" name="Google Shape;2374;p225"/>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375" name="Google Shape;2375;p225"/>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matchingName="2_Linha do Tempo1">
  <p:cSld name="3_Linha do Tempo1 4">
    <p:spTree>
      <p:nvGrpSpPr>
        <p:cNvPr id="1" name="Shape 2376"/>
        <p:cNvGrpSpPr/>
        <p:nvPr/>
      </p:nvGrpSpPr>
      <p:grpSpPr>
        <a:xfrm>
          <a:off x="0" y="0"/>
          <a:ext cx="0" cy="0"/>
          <a:chOff x="0" y="0"/>
          <a:chExt cx="0" cy="0"/>
        </a:xfrm>
      </p:grpSpPr>
      <p:pic>
        <p:nvPicPr>
          <p:cNvPr id="2377" name="Google Shape;2377;p226"/>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378" name="Google Shape;2378;p226"/>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379" name="Google Shape;2379;p226"/>
          <p:cNvSpPr txBox="1">
            <a:spLocks noGrp="1"/>
          </p:cNvSpPr>
          <p:nvPr>
            <p:ph type="body" idx="1"/>
          </p:nvPr>
        </p:nvSpPr>
        <p:spPr>
          <a:xfrm>
            <a:off x="3276600" y="1188174"/>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80" name="Google Shape;2380;p226"/>
          <p:cNvSpPr txBox="1">
            <a:spLocks noGrp="1"/>
          </p:cNvSpPr>
          <p:nvPr>
            <p:ph type="body" idx="2"/>
          </p:nvPr>
        </p:nvSpPr>
        <p:spPr>
          <a:xfrm>
            <a:off x="3276600" y="1808050"/>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81" name="Google Shape;2381;p226"/>
          <p:cNvSpPr txBox="1">
            <a:spLocks noGrp="1"/>
          </p:cNvSpPr>
          <p:nvPr>
            <p:ph type="body" idx="3"/>
          </p:nvPr>
        </p:nvSpPr>
        <p:spPr>
          <a:xfrm>
            <a:off x="3276600" y="2442212"/>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82" name="Google Shape;2382;p226"/>
          <p:cNvSpPr txBox="1">
            <a:spLocks noGrp="1"/>
          </p:cNvSpPr>
          <p:nvPr>
            <p:ph type="body" idx="4"/>
          </p:nvPr>
        </p:nvSpPr>
        <p:spPr>
          <a:xfrm>
            <a:off x="3276600" y="3108857"/>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83" name="Google Shape;2383;p226"/>
          <p:cNvSpPr txBox="1">
            <a:spLocks noGrp="1"/>
          </p:cNvSpPr>
          <p:nvPr>
            <p:ph type="body" idx="5"/>
          </p:nvPr>
        </p:nvSpPr>
        <p:spPr>
          <a:xfrm>
            <a:off x="3276600" y="3805543"/>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84" name="Google Shape;2384;p226"/>
          <p:cNvSpPr txBox="1">
            <a:spLocks noGrp="1"/>
          </p:cNvSpPr>
          <p:nvPr>
            <p:ph type="body" idx="6"/>
          </p:nvPr>
        </p:nvSpPr>
        <p:spPr>
          <a:xfrm>
            <a:off x="3276600" y="4513114"/>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85" name="Google Shape;2385;p226"/>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386" name="Google Shape;2386;p226"/>
          <p:cNvSpPr txBox="1"/>
          <p:nvPr/>
        </p:nvSpPr>
        <p:spPr>
          <a:xfrm>
            <a:off x="473493" y="697144"/>
            <a:ext cx="1829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1" i="0" u="none" strike="noStrike" cap="none" dirty="0">
              <a:solidFill>
                <a:schemeClr val="lt1"/>
              </a:solidFill>
              <a:latin typeface="Poppins"/>
              <a:ea typeface="Poppins"/>
              <a:cs typeface="Poppins"/>
              <a:sym typeface="Poppins"/>
            </a:endParaRPr>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matchingName="Atividade">
  <p:cSld name="Atividade">
    <p:spTree>
      <p:nvGrpSpPr>
        <p:cNvPr id="1" name="Shape 2387"/>
        <p:cNvGrpSpPr/>
        <p:nvPr/>
      </p:nvGrpSpPr>
      <p:grpSpPr>
        <a:xfrm>
          <a:off x="0" y="0"/>
          <a:ext cx="0" cy="0"/>
          <a:chOff x="0" y="0"/>
          <a:chExt cx="0" cy="0"/>
        </a:xfrm>
      </p:grpSpPr>
      <p:sp>
        <p:nvSpPr>
          <p:cNvPr id="2388" name="Google Shape;2388;p227"/>
          <p:cNvSpPr/>
          <p:nvPr/>
        </p:nvSpPr>
        <p:spPr>
          <a:xfrm>
            <a:off x="0" y="0"/>
            <a:ext cx="12192000"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matchingName="Atividade">
  <p:cSld name="1_Atividade">
    <p:spTree>
      <p:nvGrpSpPr>
        <p:cNvPr id="1" name="Shape 2389"/>
        <p:cNvGrpSpPr/>
        <p:nvPr/>
      </p:nvGrpSpPr>
      <p:grpSpPr>
        <a:xfrm>
          <a:off x="0" y="0"/>
          <a:ext cx="0" cy="0"/>
          <a:chOff x="0" y="0"/>
          <a:chExt cx="0" cy="0"/>
        </a:xfrm>
      </p:grpSpPr>
      <p:pic>
        <p:nvPicPr>
          <p:cNvPr id="2390" name="Google Shape;2390;p228"/>
          <p:cNvPicPr preferRelativeResize="0"/>
          <p:nvPr/>
        </p:nvPicPr>
        <p:blipFill rotWithShape="1">
          <a:blip r:embed="rId2">
            <a:alphaModFix/>
          </a:blip>
          <a:srcRect/>
          <a:stretch/>
        </p:blipFill>
        <p:spPr>
          <a:xfrm>
            <a:off x="4" y="0"/>
            <a:ext cx="12192000" cy="6857988"/>
          </a:xfrm>
          <a:prstGeom prst="rect">
            <a:avLst/>
          </a:prstGeom>
          <a:noFill/>
          <a:ln>
            <a:noFill/>
          </a:ln>
        </p:spPr>
      </p:pic>
      <p:sp>
        <p:nvSpPr>
          <p:cNvPr id="2391" name="Google Shape;2391;p228"/>
          <p:cNvSpPr txBox="1"/>
          <p:nvPr/>
        </p:nvSpPr>
        <p:spPr>
          <a:xfrm>
            <a:off x="2510117" y="-585694"/>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392" name="Google Shape;2392;p228"/>
          <p:cNvSpPr txBox="1">
            <a:spLocks noGrp="1"/>
          </p:cNvSpPr>
          <p:nvPr>
            <p:ph type="body" idx="1"/>
          </p:nvPr>
        </p:nvSpPr>
        <p:spPr>
          <a:xfrm>
            <a:off x="3026388" y="1395942"/>
            <a:ext cx="7107300" cy="51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2533" b="1" i="0" u="none" strike="noStrike" cap="none">
                <a:solidFill>
                  <a:schemeClr val="lt1"/>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93" name="Google Shape;2393;p228"/>
          <p:cNvSpPr txBox="1">
            <a:spLocks noGrp="1"/>
          </p:cNvSpPr>
          <p:nvPr>
            <p:ph type="body" idx="2"/>
          </p:nvPr>
        </p:nvSpPr>
        <p:spPr>
          <a:xfrm>
            <a:off x="3026389" y="2075496"/>
            <a:ext cx="7107300" cy="732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467" b="0" i="0" u="none" strike="noStrike" cap="none">
                <a:solidFill>
                  <a:schemeClr val="lt1"/>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94" name="Google Shape;2394;p228"/>
          <p:cNvSpPr/>
          <p:nvPr/>
        </p:nvSpPr>
        <p:spPr>
          <a:xfrm>
            <a:off x="200184" y="44804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395" name="Google Shape;2395;p228"/>
          <p:cNvSpPr txBox="1"/>
          <p:nvPr/>
        </p:nvSpPr>
        <p:spPr>
          <a:xfrm>
            <a:off x="629139" y="882775"/>
            <a:ext cx="1528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Pause 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responda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matchingName="1_Layout Personalizado">
  <p:cSld name="1_Layout Personalizado 2">
    <p:spTree>
      <p:nvGrpSpPr>
        <p:cNvPr id="1" name="Shape 2396"/>
        <p:cNvGrpSpPr/>
        <p:nvPr/>
      </p:nvGrpSpPr>
      <p:grpSpPr>
        <a:xfrm>
          <a:off x="0" y="0"/>
          <a:ext cx="0" cy="0"/>
          <a:chOff x="0" y="0"/>
          <a:chExt cx="0" cy="0"/>
        </a:xfrm>
      </p:grpSpPr>
      <p:pic>
        <p:nvPicPr>
          <p:cNvPr id="2397" name="Google Shape;2397;p229"/>
          <p:cNvPicPr preferRelativeResize="0"/>
          <p:nvPr/>
        </p:nvPicPr>
        <p:blipFill rotWithShape="1">
          <a:blip r:embed="rId2">
            <a:alphaModFix/>
          </a:blip>
          <a:srcRect/>
          <a:stretch/>
        </p:blipFill>
        <p:spPr>
          <a:xfrm>
            <a:off x="4" y="0"/>
            <a:ext cx="12192000" cy="6857988"/>
          </a:xfrm>
          <a:prstGeom prst="rect">
            <a:avLst/>
          </a:prstGeom>
          <a:noFill/>
          <a:ln>
            <a:noFill/>
          </a:ln>
        </p:spPr>
      </p:pic>
      <p:grpSp>
        <p:nvGrpSpPr>
          <p:cNvPr id="2398" name="Google Shape;2398;p229"/>
          <p:cNvGrpSpPr/>
          <p:nvPr/>
        </p:nvGrpSpPr>
        <p:grpSpPr>
          <a:xfrm>
            <a:off x="0" y="0"/>
            <a:ext cx="8566500" cy="5808033"/>
            <a:chOff x="0" y="0"/>
            <a:chExt cx="8566500" cy="5808033"/>
          </a:xfrm>
        </p:grpSpPr>
        <p:sp>
          <p:nvSpPr>
            <p:cNvPr id="2399" name="Google Shape;2399;p229"/>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400" name="Google Shape;2400;p229"/>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401" name="Google Shape;2401;p229"/>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
        <p:nvSpPr>
          <p:cNvPr id="2402" name="Google Shape;2402;p229"/>
          <p:cNvSpPr txBox="1">
            <a:spLocks noGrp="1"/>
          </p:cNvSpPr>
          <p:nvPr>
            <p:ph type="body" idx="1"/>
          </p:nvPr>
        </p:nvSpPr>
        <p:spPr>
          <a:xfrm>
            <a:off x="1472540" y="999139"/>
            <a:ext cx="5135400" cy="3128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403" name="Google Shape;2403;p229"/>
          <p:cNvSpPr txBox="1">
            <a:spLocks noGrp="1"/>
          </p:cNvSpPr>
          <p:nvPr>
            <p:ph type="body" idx="2"/>
          </p:nvPr>
        </p:nvSpPr>
        <p:spPr>
          <a:xfrm>
            <a:off x="1472540" y="4248213"/>
            <a:ext cx="3345300" cy="404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matchingName="1_Atividade_Resposta">
  <p:cSld name="1_Atividade_Resposta">
    <p:spTree>
      <p:nvGrpSpPr>
        <p:cNvPr id="1" name="Shape 2404"/>
        <p:cNvGrpSpPr/>
        <p:nvPr/>
      </p:nvGrpSpPr>
      <p:grpSpPr>
        <a:xfrm>
          <a:off x="0" y="0"/>
          <a:ext cx="0" cy="0"/>
          <a:chOff x="0" y="0"/>
          <a:chExt cx="0" cy="0"/>
        </a:xfrm>
      </p:grpSpPr>
    </p:spTree>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matchingName="2_Atividade_Resposta">
  <p:cSld name="3_Atividade_Resposta">
    <p:spTree>
      <p:nvGrpSpPr>
        <p:cNvPr id="1" name="Shape 2405"/>
        <p:cNvGrpSpPr/>
        <p:nvPr/>
      </p:nvGrpSpPr>
      <p:grpSpPr>
        <a:xfrm>
          <a:off x="0" y="0"/>
          <a:ext cx="0" cy="0"/>
          <a:chOff x="0" y="0"/>
          <a:chExt cx="0" cy="0"/>
        </a:xfrm>
      </p:grpSpPr>
      <p:sp>
        <p:nvSpPr>
          <p:cNvPr id="2406" name="Google Shape;2406;p231"/>
          <p:cNvSpPr txBox="1">
            <a:spLocks noGrp="1"/>
          </p:cNvSpPr>
          <p:nvPr>
            <p:ph type="body" idx="1"/>
          </p:nvPr>
        </p:nvSpPr>
        <p:spPr>
          <a:xfrm>
            <a:off x="2633811" y="1324949"/>
            <a:ext cx="4998600" cy="837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407" name="Google Shape;2407;p231"/>
          <p:cNvSpPr txBox="1">
            <a:spLocks noGrp="1"/>
          </p:cNvSpPr>
          <p:nvPr>
            <p:ph type="body" idx="2"/>
          </p:nvPr>
        </p:nvSpPr>
        <p:spPr>
          <a:xfrm>
            <a:off x="2633811" y="2340949"/>
            <a:ext cx="4998600" cy="837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408" name="Google Shape;2408;p231"/>
          <p:cNvSpPr txBox="1">
            <a:spLocks noGrp="1"/>
          </p:cNvSpPr>
          <p:nvPr>
            <p:ph type="body" idx="3"/>
          </p:nvPr>
        </p:nvSpPr>
        <p:spPr>
          <a:xfrm>
            <a:off x="2633811" y="3365077"/>
            <a:ext cx="4998600" cy="837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409" name="Google Shape;2409;p231"/>
          <p:cNvSpPr txBox="1">
            <a:spLocks noGrp="1"/>
          </p:cNvSpPr>
          <p:nvPr>
            <p:ph type="body" idx="4"/>
          </p:nvPr>
        </p:nvSpPr>
        <p:spPr>
          <a:xfrm>
            <a:off x="2633811" y="4486741"/>
            <a:ext cx="4998600" cy="837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matchingName="4_Atividade_Resposta">
  <p:cSld name="4_Atividade_Resposta">
    <p:spTree>
      <p:nvGrpSpPr>
        <p:cNvPr id="1" name="Shape 2410"/>
        <p:cNvGrpSpPr/>
        <p:nvPr/>
      </p:nvGrpSpPr>
      <p:grpSpPr>
        <a:xfrm>
          <a:off x="0" y="0"/>
          <a:ext cx="0" cy="0"/>
          <a:chOff x="0" y="0"/>
          <a:chExt cx="0" cy="0"/>
        </a:xfrm>
      </p:grpSpPr>
      <p:pic>
        <p:nvPicPr>
          <p:cNvPr id="2411" name="Google Shape;2411;p232"/>
          <p:cNvPicPr preferRelativeResize="0"/>
          <p:nvPr/>
        </p:nvPicPr>
        <p:blipFill rotWithShape="1">
          <a:blip r:embed="rId2">
            <a:alphaModFix/>
          </a:blip>
          <a:srcRect/>
          <a:stretch/>
        </p:blipFill>
        <p:spPr>
          <a:xfrm>
            <a:off x="0" y="9526"/>
            <a:ext cx="12191999" cy="568301"/>
          </a:xfrm>
          <a:prstGeom prst="rect">
            <a:avLst/>
          </a:prstGeom>
          <a:noFill/>
          <a:ln>
            <a:noFill/>
          </a:ln>
        </p:spPr>
      </p:pic>
      <p:sp>
        <p:nvSpPr>
          <p:cNvPr id="2412" name="Google Shape;2412;p232"/>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pic>
        <p:nvPicPr>
          <p:cNvPr id="2413" name="Google Shape;2413;p232"/>
          <p:cNvPicPr preferRelativeResize="0"/>
          <p:nvPr/>
        </p:nvPicPr>
        <p:blipFill rotWithShape="1">
          <a:blip r:embed="rId3">
            <a:alphaModFix/>
          </a:blip>
          <a:srcRect/>
          <a:stretch/>
        </p:blipFill>
        <p:spPr>
          <a:xfrm>
            <a:off x="0" y="6281734"/>
            <a:ext cx="12191999" cy="595317"/>
          </a:xfrm>
          <a:prstGeom prst="rect">
            <a:avLst/>
          </a:prstGeom>
          <a:noFill/>
          <a:ln>
            <a:noFill/>
          </a:ln>
        </p:spPr>
      </p:pic>
      <p:sp>
        <p:nvSpPr>
          <p:cNvPr id="2414" name="Google Shape;2414;p232"/>
          <p:cNvSpPr txBox="1">
            <a:spLocks noGrp="1"/>
          </p:cNvSpPr>
          <p:nvPr>
            <p:ph type="body" idx="1"/>
          </p:nvPr>
        </p:nvSpPr>
        <p:spPr>
          <a:xfrm>
            <a:off x="3136759" y="1056217"/>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415" name="Google Shape;2415;p232"/>
          <p:cNvSpPr txBox="1">
            <a:spLocks noGrp="1"/>
          </p:cNvSpPr>
          <p:nvPr>
            <p:ph type="body" idx="2"/>
          </p:nvPr>
        </p:nvSpPr>
        <p:spPr>
          <a:xfrm>
            <a:off x="3136759" y="17714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416" name="Google Shape;2416;p232"/>
          <p:cNvSpPr txBox="1">
            <a:spLocks noGrp="1"/>
          </p:cNvSpPr>
          <p:nvPr>
            <p:ph type="body" idx="3"/>
          </p:nvPr>
        </p:nvSpPr>
        <p:spPr>
          <a:xfrm>
            <a:off x="3136759" y="25842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417" name="Google Shape;2417;p232"/>
          <p:cNvSpPr txBox="1">
            <a:spLocks noGrp="1"/>
          </p:cNvSpPr>
          <p:nvPr>
            <p:ph type="body" idx="4"/>
          </p:nvPr>
        </p:nvSpPr>
        <p:spPr>
          <a:xfrm>
            <a:off x="6501751" y="1056217"/>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418" name="Google Shape;2418;p232"/>
          <p:cNvSpPr txBox="1">
            <a:spLocks noGrp="1"/>
          </p:cNvSpPr>
          <p:nvPr>
            <p:ph type="body" idx="5"/>
          </p:nvPr>
        </p:nvSpPr>
        <p:spPr>
          <a:xfrm>
            <a:off x="6501751" y="17714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419" name="Google Shape;2419;p232"/>
          <p:cNvSpPr txBox="1">
            <a:spLocks noGrp="1"/>
          </p:cNvSpPr>
          <p:nvPr>
            <p:ph type="body" idx="6"/>
          </p:nvPr>
        </p:nvSpPr>
        <p:spPr>
          <a:xfrm>
            <a:off x="6501751" y="25842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420" name="Google Shape;2420;p232"/>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matchingName="1_Atividade_embranco">
  <p:cSld name="1_Atividade_embranco">
    <p:spTree>
      <p:nvGrpSpPr>
        <p:cNvPr id="1" name="Shape 2421"/>
        <p:cNvGrpSpPr/>
        <p:nvPr/>
      </p:nvGrpSpPr>
      <p:grpSpPr>
        <a:xfrm>
          <a:off x="0" y="0"/>
          <a:ext cx="0" cy="0"/>
          <a:chOff x="0" y="0"/>
          <a:chExt cx="0" cy="0"/>
        </a:xfrm>
      </p:grpSpPr>
      <p:sp>
        <p:nvSpPr>
          <p:cNvPr id="2422" name="Google Shape;2422;p233"/>
          <p:cNvSpPr>
            <a:spLocks noGrp="1"/>
          </p:cNvSpPr>
          <p:nvPr>
            <p:ph type="pic" idx="2"/>
          </p:nvPr>
        </p:nvSpPr>
        <p:spPr>
          <a:xfrm>
            <a:off x="0" y="0"/>
            <a:ext cx="12192000" cy="6858000"/>
          </a:xfrm>
          <a:prstGeom prst="rect">
            <a:avLst/>
          </a:prstGeom>
          <a:solidFill>
            <a:srgbClr val="D8D8D8"/>
          </a:solidFill>
          <a:ln>
            <a:noFill/>
          </a:ln>
        </p:spPr>
        <p:txBody>
          <a:bodyPr/>
          <a:lstStyle/>
          <a:p>
            <a:endParaRPr lang="pt-BR" dirty="0"/>
          </a:p>
        </p:txBody>
      </p:sp>
      <p:sp>
        <p:nvSpPr>
          <p:cNvPr id="2423" name="Google Shape;2423;p233"/>
          <p:cNvSpPr>
            <a:spLocks noGrp="1"/>
          </p:cNvSpPr>
          <p:nvPr>
            <p:ph type="media" idx="3"/>
          </p:nvPr>
        </p:nvSpPr>
        <p:spPr>
          <a:xfrm>
            <a:off x="862542" y="887942"/>
            <a:ext cx="4092600" cy="36057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dirty="0"/>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matchingName="3_EstudoCaso">
  <p:cSld name="3_EstudoCaso">
    <p:spTree>
      <p:nvGrpSpPr>
        <p:cNvPr id="1" name="Shape 2424"/>
        <p:cNvGrpSpPr/>
        <p:nvPr/>
      </p:nvGrpSpPr>
      <p:grpSpPr>
        <a:xfrm>
          <a:off x="0" y="0"/>
          <a:ext cx="0" cy="0"/>
          <a:chOff x="0" y="0"/>
          <a:chExt cx="0" cy="0"/>
        </a:xfrm>
      </p:grpSpPr>
      <p:pic>
        <p:nvPicPr>
          <p:cNvPr id="2425" name="Google Shape;2425;p234"/>
          <p:cNvPicPr preferRelativeResize="0"/>
          <p:nvPr/>
        </p:nvPicPr>
        <p:blipFill rotWithShape="1">
          <a:blip r:embed="rId2">
            <a:alphaModFix/>
          </a:blip>
          <a:srcRect/>
          <a:stretch/>
        </p:blipFill>
        <p:spPr>
          <a:xfrm>
            <a:off x="-3" y="0"/>
            <a:ext cx="3218119" cy="6857983"/>
          </a:xfrm>
          <a:prstGeom prst="rect">
            <a:avLst/>
          </a:prstGeom>
          <a:noFill/>
          <a:ln>
            <a:noFill/>
          </a:ln>
        </p:spPr>
      </p:pic>
      <p:sp>
        <p:nvSpPr>
          <p:cNvPr id="2426" name="Google Shape;2426;p234"/>
          <p:cNvSpPr txBox="1">
            <a:spLocks noGrp="1"/>
          </p:cNvSpPr>
          <p:nvPr>
            <p:ph type="body" idx="1"/>
          </p:nvPr>
        </p:nvSpPr>
        <p:spPr>
          <a:xfrm>
            <a:off x="3641085" y="1210734"/>
            <a:ext cx="7610400" cy="2825700"/>
          </a:xfrm>
          <a:prstGeom prst="rect">
            <a:avLst/>
          </a:prstGeom>
          <a:solidFill>
            <a:srgbClr val="D9D9D9"/>
          </a:solid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427" name="Google Shape;2427;p234"/>
          <p:cNvSpPr txBox="1"/>
          <p:nvPr/>
        </p:nvSpPr>
        <p:spPr>
          <a:xfrm>
            <a:off x="4736123" y="-64476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428" name="Google Shape;2428;p234"/>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542">
          <p15:clr>
            <a:srgbClr val="FBAE40"/>
          </p15:clr>
        </p15:guide>
        <p15:guide id="2" pos="2283">
          <p15:clr>
            <a:srgbClr val="FBAE40"/>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2429"/>
        <p:cNvGrpSpPr/>
        <p:nvPr/>
      </p:nvGrpSpPr>
      <p:grpSpPr>
        <a:xfrm>
          <a:off x="0" y="0"/>
          <a:ext cx="0" cy="0"/>
          <a:chOff x="0" y="0"/>
          <a:chExt cx="0" cy="0"/>
        </a:xfrm>
      </p:grpSpPr>
      <p:sp>
        <p:nvSpPr>
          <p:cNvPr id="2430" name="Google Shape;2430;p235"/>
          <p:cNvSpPr txBox="1"/>
          <p:nvPr/>
        </p:nvSpPr>
        <p:spPr>
          <a:xfrm>
            <a:off x="12971489" y="493676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431" name="Google Shape;2431;p235"/>
          <p:cNvSpPr txBox="1"/>
          <p:nvPr/>
        </p:nvSpPr>
        <p:spPr>
          <a:xfrm>
            <a:off x="12691672" y="388744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432" name="Google Shape;2432;p235"/>
          <p:cNvSpPr txBox="1">
            <a:spLocks noGrp="1"/>
          </p:cNvSpPr>
          <p:nvPr>
            <p:ph type="body" idx="1"/>
          </p:nvPr>
        </p:nvSpPr>
        <p:spPr>
          <a:xfrm>
            <a:off x="878472" y="4705246"/>
            <a:ext cx="2509200" cy="306900"/>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400"/>
              <a:buFont typeface="Arial"/>
              <a:buNone/>
              <a:defRPr sz="11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433" name="Google Shape;2433;p235"/>
          <p:cNvSpPr txBox="1">
            <a:spLocks noGrp="1"/>
          </p:cNvSpPr>
          <p:nvPr>
            <p:ph type="body" idx="2"/>
          </p:nvPr>
        </p:nvSpPr>
        <p:spPr>
          <a:xfrm>
            <a:off x="878472" y="5194925"/>
            <a:ext cx="2509200" cy="306900"/>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400"/>
              <a:buFont typeface="Arial"/>
              <a:buNone/>
              <a:defRPr sz="11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434" name="Google Shape;2434;p235"/>
          <p:cNvSpPr txBox="1"/>
          <p:nvPr/>
        </p:nvSpPr>
        <p:spPr>
          <a:xfrm>
            <a:off x="3609788" y="-1039906"/>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435" name="Google Shape;2435;p235"/>
          <p:cNvSpPr txBox="1"/>
          <p:nvPr/>
        </p:nvSpPr>
        <p:spPr>
          <a:xfrm>
            <a:off x="4535254" y="1129596"/>
            <a:ext cx="546900" cy="484200"/>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1</a:t>
            </a:r>
            <a:endParaRPr sz="1400" b="0" i="0" u="none" strike="noStrike" cap="none" dirty="0">
              <a:solidFill>
                <a:srgbClr val="000000"/>
              </a:solidFill>
              <a:latin typeface="Arial"/>
              <a:ea typeface="Arial"/>
              <a:cs typeface="Arial"/>
              <a:sym typeface="Arial"/>
            </a:endParaRPr>
          </a:p>
        </p:txBody>
      </p:sp>
      <p:cxnSp>
        <p:nvCxnSpPr>
          <p:cNvPr id="2436" name="Google Shape;2436;p235"/>
          <p:cNvCxnSpPr/>
          <p:nvPr/>
        </p:nvCxnSpPr>
        <p:spPr>
          <a:xfrm>
            <a:off x="4535253" y="1685408"/>
            <a:ext cx="6858900" cy="0"/>
          </a:xfrm>
          <a:prstGeom prst="straightConnector1">
            <a:avLst/>
          </a:prstGeom>
          <a:noFill/>
          <a:ln w="19050" cap="flat" cmpd="sng">
            <a:solidFill>
              <a:srgbClr val="A5A5A5"/>
            </a:solidFill>
            <a:prstDash val="solid"/>
            <a:round/>
            <a:headEnd type="oval" w="med" len="med"/>
            <a:tailEnd type="oval" w="med" len="med"/>
          </a:ln>
        </p:spPr>
      </p:cxnSp>
      <p:sp>
        <p:nvSpPr>
          <p:cNvPr id="2437" name="Google Shape;2437;p235"/>
          <p:cNvSpPr txBox="1"/>
          <p:nvPr/>
        </p:nvSpPr>
        <p:spPr>
          <a:xfrm>
            <a:off x="4535254" y="2594775"/>
            <a:ext cx="546900" cy="484200"/>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2</a:t>
            </a:r>
            <a:endParaRPr sz="1400" b="0" i="0" u="none" strike="noStrike" cap="none" dirty="0">
              <a:solidFill>
                <a:srgbClr val="000000"/>
              </a:solidFill>
              <a:latin typeface="Arial"/>
              <a:ea typeface="Arial"/>
              <a:cs typeface="Arial"/>
              <a:sym typeface="Arial"/>
            </a:endParaRPr>
          </a:p>
        </p:txBody>
      </p:sp>
      <p:cxnSp>
        <p:nvCxnSpPr>
          <p:cNvPr id="2438" name="Google Shape;2438;p235"/>
          <p:cNvCxnSpPr/>
          <p:nvPr/>
        </p:nvCxnSpPr>
        <p:spPr>
          <a:xfrm>
            <a:off x="4535253" y="3150587"/>
            <a:ext cx="6858900" cy="0"/>
          </a:xfrm>
          <a:prstGeom prst="straightConnector1">
            <a:avLst/>
          </a:prstGeom>
          <a:noFill/>
          <a:ln w="19050" cap="flat" cmpd="sng">
            <a:solidFill>
              <a:srgbClr val="A5A5A5"/>
            </a:solidFill>
            <a:prstDash val="solid"/>
            <a:round/>
            <a:headEnd type="oval" w="med" len="med"/>
            <a:tailEnd type="oval" w="med" len="med"/>
          </a:ln>
        </p:spPr>
      </p:cxnSp>
      <p:sp>
        <p:nvSpPr>
          <p:cNvPr id="2439" name="Google Shape;2439;p235"/>
          <p:cNvSpPr txBox="1"/>
          <p:nvPr/>
        </p:nvSpPr>
        <p:spPr>
          <a:xfrm>
            <a:off x="4535254" y="4059954"/>
            <a:ext cx="546900" cy="484200"/>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3</a:t>
            </a:r>
            <a:endParaRPr sz="1400" b="0" i="0" u="none" strike="noStrike" cap="none" dirty="0">
              <a:solidFill>
                <a:srgbClr val="000000"/>
              </a:solidFill>
              <a:latin typeface="Arial"/>
              <a:ea typeface="Arial"/>
              <a:cs typeface="Arial"/>
              <a:sym typeface="Arial"/>
            </a:endParaRPr>
          </a:p>
        </p:txBody>
      </p:sp>
      <p:cxnSp>
        <p:nvCxnSpPr>
          <p:cNvPr id="2440" name="Google Shape;2440;p235"/>
          <p:cNvCxnSpPr/>
          <p:nvPr/>
        </p:nvCxnSpPr>
        <p:spPr>
          <a:xfrm>
            <a:off x="4535253" y="4615765"/>
            <a:ext cx="6858900" cy="0"/>
          </a:xfrm>
          <a:prstGeom prst="straightConnector1">
            <a:avLst/>
          </a:prstGeom>
          <a:noFill/>
          <a:ln w="19050" cap="flat" cmpd="sng">
            <a:solidFill>
              <a:srgbClr val="A5A5A5"/>
            </a:solidFill>
            <a:prstDash val="solid"/>
            <a:round/>
            <a:headEnd type="oval" w="med" len="med"/>
            <a:tailEnd type="oval" w="med" len="med"/>
          </a:ln>
        </p:spPr>
      </p:cxnSp>
      <p:sp>
        <p:nvSpPr>
          <p:cNvPr id="2441" name="Google Shape;2441;p235"/>
          <p:cNvSpPr txBox="1"/>
          <p:nvPr/>
        </p:nvSpPr>
        <p:spPr>
          <a:xfrm>
            <a:off x="4535254" y="5525133"/>
            <a:ext cx="546900" cy="484200"/>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4</a:t>
            </a:r>
            <a:endParaRPr sz="1400" b="0" i="0" u="none" strike="noStrike" cap="none" dirty="0">
              <a:solidFill>
                <a:srgbClr val="000000"/>
              </a:solidFill>
              <a:latin typeface="Arial"/>
              <a:ea typeface="Arial"/>
              <a:cs typeface="Arial"/>
              <a:sym typeface="Arial"/>
            </a:endParaRPr>
          </a:p>
        </p:txBody>
      </p:sp>
      <p:cxnSp>
        <p:nvCxnSpPr>
          <p:cNvPr id="2442" name="Google Shape;2442;p235"/>
          <p:cNvCxnSpPr/>
          <p:nvPr/>
        </p:nvCxnSpPr>
        <p:spPr>
          <a:xfrm>
            <a:off x="4535253" y="6080945"/>
            <a:ext cx="6858900" cy="0"/>
          </a:xfrm>
          <a:prstGeom prst="straightConnector1">
            <a:avLst/>
          </a:prstGeom>
          <a:noFill/>
          <a:ln w="19050" cap="flat" cmpd="sng">
            <a:solidFill>
              <a:srgbClr val="A5A5A5"/>
            </a:solidFill>
            <a:prstDash val="solid"/>
            <a:round/>
            <a:headEnd type="oval" w="med" len="med"/>
            <a:tailEnd type="oval" w="med" len="med"/>
          </a:ln>
        </p:spPr>
      </p:cxnSp>
      <p:sp>
        <p:nvSpPr>
          <p:cNvPr id="2443" name="Google Shape;2443;p235"/>
          <p:cNvSpPr txBox="1">
            <a:spLocks noGrp="1"/>
          </p:cNvSpPr>
          <p:nvPr>
            <p:ph type="body" idx="3"/>
          </p:nvPr>
        </p:nvSpPr>
        <p:spPr>
          <a:xfrm>
            <a:off x="5207001" y="609602"/>
            <a:ext cx="6035700" cy="924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444" name="Google Shape;2444;p235"/>
          <p:cNvSpPr txBox="1">
            <a:spLocks noGrp="1"/>
          </p:cNvSpPr>
          <p:nvPr>
            <p:ph type="body" idx="4"/>
          </p:nvPr>
        </p:nvSpPr>
        <p:spPr>
          <a:xfrm>
            <a:off x="5207001" y="2078638"/>
            <a:ext cx="6035700" cy="924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445" name="Google Shape;2445;p235"/>
          <p:cNvSpPr txBox="1">
            <a:spLocks noGrp="1"/>
          </p:cNvSpPr>
          <p:nvPr>
            <p:ph type="body" idx="5"/>
          </p:nvPr>
        </p:nvSpPr>
        <p:spPr>
          <a:xfrm>
            <a:off x="5207001" y="3537680"/>
            <a:ext cx="6035700" cy="924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446" name="Google Shape;2446;p235"/>
          <p:cNvSpPr txBox="1">
            <a:spLocks noGrp="1"/>
          </p:cNvSpPr>
          <p:nvPr>
            <p:ph type="body" idx="6"/>
          </p:nvPr>
        </p:nvSpPr>
        <p:spPr>
          <a:xfrm>
            <a:off x="5207001" y="5006716"/>
            <a:ext cx="6035700" cy="924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447" name="Google Shape;2447;p235"/>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448" name="Google Shape;2448;p235"/>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matchingName="1_4. Exposição">
  <p:cSld name="1_4. Exposição">
    <p:spTree>
      <p:nvGrpSpPr>
        <p:cNvPr id="1" name="Shape 2449"/>
        <p:cNvGrpSpPr/>
        <p:nvPr/>
      </p:nvGrpSpPr>
      <p:grpSpPr>
        <a:xfrm>
          <a:off x="0" y="0"/>
          <a:ext cx="0" cy="0"/>
          <a:chOff x="0" y="0"/>
          <a:chExt cx="0" cy="0"/>
        </a:xfrm>
      </p:grpSpPr>
      <p:pic>
        <p:nvPicPr>
          <p:cNvPr id="2450" name="Google Shape;2450;p236"/>
          <p:cNvPicPr preferRelativeResize="0"/>
          <p:nvPr/>
        </p:nvPicPr>
        <p:blipFill rotWithShape="1">
          <a:blip r:embed="rId2">
            <a:alphaModFix/>
          </a:blip>
          <a:srcRect/>
          <a:stretch/>
        </p:blipFill>
        <p:spPr>
          <a:xfrm>
            <a:off x="4" y="0"/>
            <a:ext cx="12192002" cy="6857989"/>
          </a:xfrm>
          <a:prstGeom prst="rect">
            <a:avLst/>
          </a:prstGeom>
          <a:noFill/>
          <a:ln>
            <a:noFill/>
          </a:ln>
        </p:spPr>
      </p:pic>
      <p:sp>
        <p:nvSpPr>
          <p:cNvPr id="2451" name="Google Shape;2451;p236"/>
          <p:cNvSpPr/>
          <p:nvPr/>
        </p:nvSpPr>
        <p:spPr>
          <a:xfrm>
            <a:off x="5260792" y="304269"/>
            <a:ext cx="6553800" cy="5568300"/>
          </a:xfrm>
          <a:prstGeom prst="roundRect">
            <a:avLst>
              <a:gd name="adj" fmla="val 16667"/>
            </a:avLst>
          </a:prstGeom>
          <a:solidFill>
            <a:schemeClr val="lt1"/>
          </a:solidFill>
          <a:ln>
            <a:noFill/>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452" name="Google Shape;2452;p236"/>
          <p:cNvSpPr txBox="1">
            <a:spLocks noGrp="1"/>
          </p:cNvSpPr>
          <p:nvPr>
            <p:ph type="body" idx="1"/>
          </p:nvPr>
        </p:nvSpPr>
        <p:spPr>
          <a:xfrm>
            <a:off x="6087875" y="1378003"/>
            <a:ext cx="5071800" cy="22962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453" name="Google Shape;2453;p236"/>
          <p:cNvSpPr txBox="1"/>
          <p:nvPr/>
        </p:nvSpPr>
        <p:spPr>
          <a:xfrm>
            <a:off x="3178098" y="-289932"/>
            <a:ext cx="0" cy="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2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matchingName="5_OqueAprendemos">
  <p:cSld name="5_OqueAprendemos">
    <p:spTree>
      <p:nvGrpSpPr>
        <p:cNvPr id="1" name="Shape 2454"/>
        <p:cNvGrpSpPr/>
        <p:nvPr/>
      </p:nvGrpSpPr>
      <p:grpSpPr>
        <a:xfrm>
          <a:off x="0" y="0"/>
          <a:ext cx="0" cy="0"/>
          <a:chOff x="0" y="0"/>
          <a:chExt cx="0" cy="0"/>
        </a:xfrm>
      </p:grpSpPr>
      <p:pic>
        <p:nvPicPr>
          <p:cNvPr id="2455" name="Google Shape;2455;p237"/>
          <p:cNvPicPr preferRelativeResize="0"/>
          <p:nvPr/>
        </p:nvPicPr>
        <p:blipFill rotWithShape="1">
          <a:blip r:embed="rId2">
            <a:alphaModFix/>
          </a:blip>
          <a:srcRect/>
          <a:stretch/>
        </p:blipFill>
        <p:spPr>
          <a:xfrm>
            <a:off x="0" y="0"/>
            <a:ext cx="3775249" cy="6857983"/>
          </a:xfrm>
          <a:prstGeom prst="rect">
            <a:avLst/>
          </a:prstGeom>
          <a:noFill/>
          <a:ln>
            <a:noFill/>
          </a:ln>
        </p:spPr>
      </p:pic>
      <p:pic>
        <p:nvPicPr>
          <p:cNvPr id="2456" name="Google Shape;2456;p237"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32497" y="695158"/>
            <a:ext cx="3823200" cy="3899400"/>
          </a:xfrm>
          <a:prstGeom prst="ellipse">
            <a:avLst/>
          </a:prstGeom>
          <a:noFill/>
          <a:ln>
            <a:noFill/>
          </a:ln>
        </p:spPr>
      </p:pic>
      <p:sp>
        <p:nvSpPr>
          <p:cNvPr id="2457" name="Google Shape;2457;p237"/>
          <p:cNvSpPr txBox="1"/>
          <p:nvPr/>
        </p:nvSpPr>
        <p:spPr>
          <a:xfrm>
            <a:off x="918094" y="4658787"/>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800" b="0" i="0" u="none" strike="noStrike" cap="none" dirty="0">
              <a:solidFill>
                <a:schemeClr val="lt1"/>
              </a:solidFill>
              <a:latin typeface="Poppins Light"/>
              <a:ea typeface="Poppins Light"/>
              <a:cs typeface="Poppins Light"/>
              <a:sym typeface="Poppins Light"/>
            </a:endParaRPr>
          </a:p>
        </p:txBody>
      </p:sp>
      <p:sp>
        <p:nvSpPr>
          <p:cNvPr id="2458" name="Google Shape;2458;p237"/>
          <p:cNvSpPr txBox="1">
            <a:spLocks noGrp="1"/>
          </p:cNvSpPr>
          <p:nvPr>
            <p:ph type="body" idx="1"/>
          </p:nvPr>
        </p:nvSpPr>
        <p:spPr>
          <a:xfrm>
            <a:off x="4867932" y="1691622"/>
            <a:ext cx="6354600" cy="1269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459" name="Google Shape;2459;p237"/>
          <p:cNvSpPr txBox="1">
            <a:spLocks noGrp="1"/>
          </p:cNvSpPr>
          <p:nvPr>
            <p:ph type="body" idx="2"/>
          </p:nvPr>
        </p:nvSpPr>
        <p:spPr>
          <a:xfrm>
            <a:off x="4867932" y="3080015"/>
            <a:ext cx="6354600" cy="1269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460" name="Google Shape;2460;p237"/>
          <p:cNvSpPr txBox="1">
            <a:spLocks noGrp="1"/>
          </p:cNvSpPr>
          <p:nvPr>
            <p:ph type="body" idx="3"/>
          </p:nvPr>
        </p:nvSpPr>
        <p:spPr>
          <a:xfrm>
            <a:off x="4867932" y="4490837"/>
            <a:ext cx="6354600" cy="1269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461" name="Google Shape;2461;p237"/>
          <p:cNvSpPr txBox="1"/>
          <p:nvPr/>
        </p:nvSpPr>
        <p:spPr>
          <a:xfrm>
            <a:off x="4603178" y="1737625"/>
            <a:ext cx="221100" cy="420600"/>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1</a:t>
            </a:r>
            <a:endParaRPr sz="933" b="0" i="0" u="none" strike="noStrike" cap="none" dirty="0">
              <a:solidFill>
                <a:schemeClr val="dk1"/>
              </a:solidFill>
              <a:latin typeface="Arial"/>
              <a:ea typeface="Arial"/>
              <a:cs typeface="Arial"/>
              <a:sym typeface="Arial"/>
            </a:endParaRPr>
          </a:p>
        </p:txBody>
      </p:sp>
      <p:sp>
        <p:nvSpPr>
          <p:cNvPr id="2462" name="Google Shape;2462;p237"/>
          <p:cNvSpPr txBox="1"/>
          <p:nvPr/>
        </p:nvSpPr>
        <p:spPr>
          <a:xfrm>
            <a:off x="4574825" y="2934235"/>
            <a:ext cx="221100" cy="420600"/>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2</a:t>
            </a:r>
            <a:endParaRPr sz="933" b="0" i="0" u="none" strike="noStrike" cap="none" dirty="0">
              <a:solidFill>
                <a:schemeClr val="dk1"/>
              </a:solidFill>
              <a:latin typeface="Arial"/>
              <a:ea typeface="Arial"/>
              <a:cs typeface="Arial"/>
              <a:sym typeface="Arial"/>
            </a:endParaRPr>
          </a:p>
        </p:txBody>
      </p:sp>
      <p:sp>
        <p:nvSpPr>
          <p:cNvPr id="2463" name="Google Shape;2463;p237"/>
          <p:cNvSpPr txBox="1"/>
          <p:nvPr/>
        </p:nvSpPr>
        <p:spPr>
          <a:xfrm>
            <a:off x="4574825" y="4130845"/>
            <a:ext cx="221100" cy="420600"/>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3</a:t>
            </a:r>
            <a:endParaRPr sz="933" b="0" i="0" u="none" strike="noStrike" cap="none" dirty="0">
              <a:solidFill>
                <a:schemeClr val="dk1"/>
              </a:solidFill>
              <a:latin typeface="Arial"/>
              <a:ea typeface="Arial"/>
              <a:cs typeface="Arial"/>
              <a:sym typeface="Arial"/>
            </a:endParaRPr>
          </a:p>
        </p:txBody>
      </p:sp>
      <p:sp>
        <p:nvSpPr>
          <p:cNvPr id="2464" name="Google Shape;2464;p237"/>
          <p:cNvSpPr txBox="1"/>
          <p:nvPr/>
        </p:nvSpPr>
        <p:spPr>
          <a:xfrm>
            <a:off x="12302837" y="90516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465" name="Google Shape;2465;p237"/>
          <p:cNvSpPr/>
          <p:nvPr/>
        </p:nvSpPr>
        <p:spPr>
          <a:xfrm>
            <a:off x="1827147" y="369589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466" name="Google Shape;2466;p237"/>
          <p:cNvSpPr txBox="1"/>
          <p:nvPr/>
        </p:nvSpPr>
        <p:spPr>
          <a:xfrm>
            <a:off x="2025947" y="3952324"/>
            <a:ext cx="2001900" cy="1077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O que nós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aprendemos hoje?</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2.xml><?xml version="1.0" encoding="utf-8"?>
<p:sldLayout xmlns:a="http://schemas.openxmlformats.org/drawingml/2006/main" xmlns:r="http://schemas.openxmlformats.org/officeDocument/2006/relationships" xmlns:p="http://schemas.openxmlformats.org/presentationml/2006/main" matchingName="5_OqueAprendemos">
  <p:cSld name="6_OqueAprendemos">
    <p:spTree>
      <p:nvGrpSpPr>
        <p:cNvPr id="1" name="Shape 2467"/>
        <p:cNvGrpSpPr/>
        <p:nvPr/>
      </p:nvGrpSpPr>
      <p:grpSpPr>
        <a:xfrm>
          <a:off x="0" y="0"/>
          <a:ext cx="0" cy="0"/>
          <a:chOff x="0" y="0"/>
          <a:chExt cx="0" cy="0"/>
        </a:xfrm>
      </p:grpSpPr>
      <p:pic>
        <p:nvPicPr>
          <p:cNvPr id="2468" name="Google Shape;2468;p238"/>
          <p:cNvPicPr preferRelativeResize="0"/>
          <p:nvPr/>
        </p:nvPicPr>
        <p:blipFill rotWithShape="1">
          <a:blip r:embed="rId2">
            <a:alphaModFix/>
          </a:blip>
          <a:srcRect/>
          <a:stretch/>
        </p:blipFill>
        <p:spPr>
          <a:xfrm>
            <a:off x="0" y="0"/>
            <a:ext cx="3775249" cy="6857983"/>
          </a:xfrm>
          <a:prstGeom prst="rect">
            <a:avLst/>
          </a:prstGeom>
          <a:noFill/>
          <a:ln>
            <a:noFill/>
          </a:ln>
        </p:spPr>
      </p:pic>
      <p:pic>
        <p:nvPicPr>
          <p:cNvPr id="2469" name="Google Shape;2469;p238"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32497" y="695158"/>
            <a:ext cx="3823200" cy="3899400"/>
          </a:xfrm>
          <a:prstGeom prst="ellipse">
            <a:avLst/>
          </a:prstGeom>
          <a:noFill/>
          <a:ln>
            <a:noFill/>
          </a:ln>
        </p:spPr>
      </p:pic>
      <p:sp>
        <p:nvSpPr>
          <p:cNvPr id="2470" name="Google Shape;2470;p238"/>
          <p:cNvSpPr txBox="1"/>
          <p:nvPr/>
        </p:nvSpPr>
        <p:spPr>
          <a:xfrm>
            <a:off x="918094" y="4658787"/>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800" b="0" i="0" u="none" strike="noStrike" cap="none" dirty="0">
              <a:solidFill>
                <a:schemeClr val="lt1"/>
              </a:solidFill>
              <a:latin typeface="Poppins Light"/>
              <a:ea typeface="Poppins Light"/>
              <a:cs typeface="Poppins Light"/>
              <a:sym typeface="Poppins Light"/>
            </a:endParaRPr>
          </a:p>
        </p:txBody>
      </p:sp>
      <p:sp>
        <p:nvSpPr>
          <p:cNvPr id="2471" name="Google Shape;2471;p238"/>
          <p:cNvSpPr>
            <a:spLocks noGrp="1"/>
          </p:cNvSpPr>
          <p:nvPr>
            <p:ph type="pic" idx="2"/>
          </p:nvPr>
        </p:nvSpPr>
        <p:spPr>
          <a:xfrm>
            <a:off x="4868334" y="1691217"/>
            <a:ext cx="6354300" cy="4068300"/>
          </a:xfrm>
          <a:prstGeom prst="rect">
            <a:avLst/>
          </a:prstGeom>
          <a:solidFill>
            <a:srgbClr val="D8D8D8"/>
          </a:solidFill>
          <a:ln>
            <a:noFill/>
          </a:ln>
        </p:spPr>
        <p:txBody>
          <a:bodyPr/>
          <a:lstStyle/>
          <a:p>
            <a:endParaRPr lang="pt-BR" dirty="0"/>
          </a:p>
        </p:txBody>
      </p:sp>
      <p:sp>
        <p:nvSpPr>
          <p:cNvPr id="2472" name="Google Shape;2472;p238"/>
          <p:cNvSpPr txBox="1"/>
          <p:nvPr/>
        </p:nvSpPr>
        <p:spPr>
          <a:xfrm>
            <a:off x="4676921" y="734022"/>
            <a:ext cx="5440500" cy="718200"/>
          </a:xfrm>
          <a:prstGeom prst="rect">
            <a:avLst/>
          </a:prstGeom>
          <a:noFill/>
          <a:ln>
            <a:noFill/>
          </a:ln>
        </p:spPr>
        <p:txBody>
          <a:bodyPr spcFirstLastPara="1" wrap="square" lIns="60950" tIns="30450" rIns="60950" bIns="30450" anchor="t" anchorCtr="0">
            <a:normAutofit/>
          </a:bodyPr>
          <a:lstStyle/>
          <a:p>
            <a:pPr marL="304815" marR="0" lvl="0" indent="-152408" algn="l" rtl="0">
              <a:lnSpc>
                <a:spcPct val="100000"/>
              </a:lnSpc>
              <a:spcBef>
                <a:spcPts val="600"/>
              </a:spcBef>
              <a:spcAft>
                <a:spcPts val="0"/>
              </a:spcAft>
              <a:buClr>
                <a:schemeClr val="dk1"/>
              </a:buClr>
              <a:buSzPts val="4500"/>
              <a:buFont typeface="Poppins"/>
              <a:buNone/>
            </a:pPr>
            <a:r>
              <a:rPr lang="pt-BR" sz="3000" b="1" i="0" u="none" strike="noStrike" cap="none" dirty="0">
                <a:solidFill>
                  <a:srgbClr val="FF0000"/>
                </a:solidFill>
                <a:latin typeface="Poppins"/>
                <a:ea typeface="Poppins"/>
                <a:cs typeface="Poppins"/>
                <a:sym typeface="Poppins"/>
              </a:rPr>
              <a:t>Nuvem de palavras</a:t>
            </a:r>
            <a:endParaRPr sz="1400" b="0" i="0" u="none" strike="noStrike" cap="none" dirty="0">
              <a:solidFill>
                <a:srgbClr val="000000"/>
              </a:solidFill>
              <a:latin typeface="Arial"/>
              <a:ea typeface="Arial"/>
              <a:cs typeface="Arial"/>
              <a:sym typeface="Arial"/>
            </a:endParaRPr>
          </a:p>
        </p:txBody>
      </p:sp>
      <p:sp>
        <p:nvSpPr>
          <p:cNvPr id="2473" name="Google Shape;2473;p238"/>
          <p:cNvSpPr/>
          <p:nvPr/>
        </p:nvSpPr>
        <p:spPr>
          <a:xfrm>
            <a:off x="1827147" y="369589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474" name="Google Shape;2474;p238"/>
          <p:cNvSpPr txBox="1"/>
          <p:nvPr/>
        </p:nvSpPr>
        <p:spPr>
          <a:xfrm>
            <a:off x="2025947" y="3952324"/>
            <a:ext cx="2001900" cy="1077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O que nós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aprendemos hoje?</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3.xml><?xml version="1.0" encoding="utf-8"?>
<p:sldLayout xmlns:a="http://schemas.openxmlformats.org/drawingml/2006/main" xmlns:r="http://schemas.openxmlformats.org/officeDocument/2006/relationships" xmlns:p="http://schemas.openxmlformats.org/presentationml/2006/main" matchingName="3_Atividade_Seminario">
  <p:cSld name="3_Atividade_Seminario">
    <p:spTree>
      <p:nvGrpSpPr>
        <p:cNvPr id="1" name="Shape 2475"/>
        <p:cNvGrpSpPr/>
        <p:nvPr/>
      </p:nvGrpSpPr>
      <p:grpSpPr>
        <a:xfrm>
          <a:off x="0" y="0"/>
          <a:ext cx="0" cy="0"/>
          <a:chOff x="0" y="0"/>
          <a:chExt cx="0" cy="0"/>
        </a:xfrm>
      </p:grpSpPr>
      <p:pic>
        <p:nvPicPr>
          <p:cNvPr id="2476" name="Google Shape;2476;p239"/>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477" name="Google Shape;2477;p239"/>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478" name="Google Shape;2478;p239"/>
          <p:cNvSpPr txBox="1">
            <a:spLocks noGrp="1"/>
          </p:cNvSpPr>
          <p:nvPr>
            <p:ph type="body" idx="1"/>
          </p:nvPr>
        </p:nvSpPr>
        <p:spPr>
          <a:xfrm>
            <a:off x="632648" y="1701800"/>
            <a:ext cx="11081700" cy="4145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00"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479" name="Google Shape;2479;p239"/>
          <p:cNvSpPr txBox="1"/>
          <p:nvPr/>
        </p:nvSpPr>
        <p:spPr>
          <a:xfrm>
            <a:off x="632648" y="1011053"/>
            <a:ext cx="6345600" cy="492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3200" b="1" i="0" u="none" strike="noStrike" cap="none" dirty="0">
                <a:solidFill>
                  <a:srgbClr val="FF161F"/>
                </a:solidFill>
                <a:latin typeface="Poppins"/>
                <a:ea typeface="Poppins"/>
                <a:cs typeface="Poppins"/>
                <a:sym typeface="Poppins"/>
              </a:rPr>
              <a:t>Referências da aula</a:t>
            </a:r>
            <a:endParaRPr sz="3200" b="0" i="0" u="none" strike="noStrike" cap="none" dirty="0">
              <a:solidFill>
                <a:srgbClr val="FF161F"/>
              </a:solidFill>
              <a:latin typeface="Poppins"/>
              <a:ea typeface="Poppins"/>
              <a:cs typeface="Poppins"/>
              <a:sym typeface="Poppins"/>
            </a:endParaRPr>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matchingName="Título e Conteúdo">
  <p:cSld name="Título e Conteúdo">
    <p:spTree>
      <p:nvGrpSpPr>
        <p:cNvPr id="1" name="Shape 2480"/>
        <p:cNvGrpSpPr/>
        <p:nvPr/>
      </p:nvGrpSpPr>
      <p:grpSpPr>
        <a:xfrm>
          <a:off x="0" y="0"/>
          <a:ext cx="0" cy="0"/>
          <a:chOff x="0" y="0"/>
          <a:chExt cx="0" cy="0"/>
        </a:xfrm>
      </p:grpSpPr>
      <p:pic>
        <p:nvPicPr>
          <p:cNvPr id="2481" name="Google Shape;2481;p240"/>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482" name="Google Shape;2482;p240"/>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483" name="Google Shape;2483;p240"/>
          <p:cNvSpPr txBox="1">
            <a:spLocks noGrp="1"/>
          </p:cNvSpPr>
          <p:nvPr>
            <p:ph type="body" idx="1"/>
          </p:nvPr>
        </p:nvSpPr>
        <p:spPr>
          <a:xfrm>
            <a:off x="3178176" y="1031875"/>
            <a:ext cx="4616400" cy="536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484" name="Google Shape;2484;p240"/>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485" name="Google Shape;2485;p240"/>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matchingName="Linha do Tempo2">
  <p:cSld name="Linha do Tempo2">
    <p:bg>
      <p:bgPr>
        <a:solidFill>
          <a:schemeClr val="lt1"/>
        </a:solidFill>
        <a:effectLst/>
      </p:bgPr>
    </p:bg>
    <p:spTree>
      <p:nvGrpSpPr>
        <p:cNvPr id="1" name="Shape 2486"/>
        <p:cNvGrpSpPr/>
        <p:nvPr/>
      </p:nvGrpSpPr>
      <p:grpSpPr>
        <a:xfrm>
          <a:off x="0" y="0"/>
          <a:ext cx="0" cy="0"/>
          <a:chOff x="0" y="0"/>
          <a:chExt cx="0" cy="0"/>
        </a:xfrm>
      </p:grpSpPr>
      <p:pic>
        <p:nvPicPr>
          <p:cNvPr id="2487" name="Google Shape;2487;p241"/>
          <p:cNvPicPr preferRelativeResize="0"/>
          <p:nvPr/>
        </p:nvPicPr>
        <p:blipFill rotWithShape="1">
          <a:blip r:embed="rId2">
            <a:alphaModFix/>
          </a:blip>
          <a:srcRect/>
          <a:stretch/>
        </p:blipFill>
        <p:spPr>
          <a:xfrm>
            <a:off x="0" y="9526"/>
            <a:ext cx="12191999" cy="568301"/>
          </a:xfrm>
          <a:prstGeom prst="rect">
            <a:avLst/>
          </a:prstGeom>
          <a:noFill/>
          <a:ln>
            <a:noFill/>
          </a:ln>
        </p:spPr>
      </p:pic>
      <p:pic>
        <p:nvPicPr>
          <p:cNvPr id="2488" name="Google Shape;2488;p241"/>
          <p:cNvPicPr preferRelativeResize="0"/>
          <p:nvPr/>
        </p:nvPicPr>
        <p:blipFill rotWithShape="1">
          <a:blip r:embed="rId3">
            <a:alphaModFix/>
          </a:blip>
          <a:srcRect/>
          <a:stretch/>
        </p:blipFill>
        <p:spPr>
          <a:xfrm>
            <a:off x="0" y="6281734"/>
            <a:ext cx="12191999" cy="595317"/>
          </a:xfrm>
          <a:prstGeom prst="rect">
            <a:avLst/>
          </a:prstGeom>
          <a:noFill/>
          <a:ln>
            <a:noFill/>
          </a:ln>
        </p:spPr>
      </p:pic>
      <p:cxnSp>
        <p:nvCxnSpPr>
          <p:cNvPr id="2489" name="Google Shape;2489;p241"/>
          <p:cNvCxnSpPr/>
          <p:nvPr/>
        </p:nvCxnSpPr>
        <p:spPr>
          <a:xfrm>
            <a:off x="460698" y="3353252"/>
            <a:ext cx="11844600" cy="0"/>
          </a:xfrm>
          <a:prstGeom prst="straightConnector1">
            <a:avLst/>
          </a:prstGeom>
          <a:noFill/>
          <a:ln w="28575" cap="flat" cmpd="sng">
            <a:solidFill>
              <a:schemeClr val="dk1"/>
            </a:solidFill>
            <a:prstDash val="dot"/>
            <a:round/>
            <a:headEnd type="none" w="sm" len="sm"/>
            <a:tailEnd type="none" w="sm" len="sm"/>
          </a:ln>
        </p:spPr>
      </p:cxnSp>
      <p:sp>
        <p:nvSpPr>
          <p:cNvPr id="2490" name="Google Shape;2490;p241"/>
          <p:cNvSpPr txBox="1">
            <a:spLocks noGrp="1"/>
          </p:cNvSpPr>
          <p:nvPr>
            <p:ph type="body" idx="1"/>
          </p:nvPr>
        </p:nvSpPr>
        <p:spPr>
          <a:xfrm>
            <a:off x="3104707" y="1639685"/>
            <a:ext cx="8240100" cy="2259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2200"/>
              <a:buFont typeface="Poppins"/>
              <a:buNone/>
              <a:defRPr sz="1467" b="0" i="0" u="none" strike="noStrike" cap="none">
                <a:solidFill>
                  <a:srgbClr val="000000"/>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2491" name="Google Shape;2491;p241"/>
          <p:cNvSpPr txBox="1">
            <a:spLocks noGrp="1"/>
          </p:cNvSpPr>
          <p:nvPr>
            <p:ph type="body" idx="2"/>
          </p:nvPr>
        </p:nvSpPr>
        <p:spPr>
          <a:xfrm>
            <a:off x="3104707" y="1090293"/>
            <a:ext cx="7173300" cy="4179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000"/>
              <a:buFont typeface="Poppins"/>
              <a:buNone/>
              <a:defRPr sz="2000" b="1" i="0" u="none" strike="noStrike" cap="none">
                <a:solidFill>
                  <a:srgbClr val="FF161F"/>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2492" name="Google Shape;2492;p241"/>
          <p:cNvSpPr txBox="1"/>
          <p:nvPr/>
        </p:nvSpPr>
        <p:spPr>
          <a:xfrm>
            <a:off x="1635512" y="498087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493" name="Google Shape;2493;p241"/>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494" name="Google Shape;2494;p241"/>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matchingName="1_Linha do Tempo1">
  <p:cSld name="1_Linha do Tempo1">
    <p:bg>
      <p:bgPr>
        <a:solidFill>
          <a:schemeClr val="lt1"/>
        </a:solidFill>
        <a:effectLst/>
      </p:bgPr>
    </p:bg>
    <p:spTree>
      <p:nvGrpSpPr>
        <p:cNvPr id="1" name="Shape 2495"/>
        <p:cNvGrpSpPr/>
        <p:nvPr/>
      </p:nvGrpSpPr>
      <p:grpSpPr>
        <a:xfrm>
          <a:off x="0" y="0"/>
          <a:ext cx="0" cy="0"/>
          <a:chOff x="0" y="0"/>
          <a:chExt cx="0" cy="0"/>
        </a:xfrm>
      </p:grpSpPr>
      <p:pic>
        <p:nvPicPr>
          <p:cNvPr id="2496" name="Google Shape;2496;p242"/>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497" name="Google Shape;2497;p242"/>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2498" name="Google Shape;2498;p242"/>
          <p:cNvCxnSpPr/>
          <p:nvPr/>
        </p:nvCxnSpPr>
        <p:spPr>
          <a:xfrm>
            <a:off x="1559442"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2499" name="Google Shape;2499;p242"/>
          <p:cNvCxnSpPr/>
          <p:nvPr/>
        </p:nvCxnSpPr>
        <p:spPr>
          <a:xfrm rot="10800000">
            <a:off x="1147295" y="4639591"/>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2500" name="Google Shape;2500;p242"/>
          <p:cNvCxnSpPr/>
          <p:nvPr/>
        </p:nvCxnSpPr>
        <p:spPr>
          <a:xfrm rot="10800000">
            <a:off x="6787299"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2501" name="Google Shape;2501;p242"/>
          <p:cNvCxnSpPr/>
          <p:nvPr/>
        </p:nvCxnSpPr>
        <p:spPr>
          <a:xfrm>
            <a:off x="3961499"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2502" name="Google Shape;2502;p242"/>
          <p:cNvCxnSpPr/>
          <p:nvPr/>
        </p:nvCxnSpPr>
        <p:spPr>
          <a:xfrm>
            <a:off x="9587327"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2503" name="Google Shape;2503;p242"/>
          <p:cNvSpPr>
            <a:spLocks noGrp="1"/>
          </p:cNvSpPr>
          <p:nvPr>
            <p:ph type="pic" idx="2"/>
          </p:nvPr>
        </p:nvSpPr>
        <p:spPr>
          <a:xfrm>
            <a:off x="778432" y="3092450"/>
            <a:ext cx="2016000" cy="1677600"/>
          </a:xfrm>
          <a:prstGeom prst="rect">
            <a:avLst/>
          </a:prstGeom>
          <a:solidFill>
            <a:srgbClr val="D8D8D8"/>
          </a:solidFill>
          <a:ln>
            <a:noFill/>
          </a:ln>
        </p:spPr>
        <p:txBody>
          <a:bodyPr/>
          <a:lstStyle/>
          <a:p>
            <a:endParaRPr lang="pt-BR" dirty="0"/>
          </a:p>
        </p:txBody>
      </p:sp>
      <p:sp>
        <p:nvSpPr>
          <p:cNvPr id="2504" name="Google Shape;2504;p242"/>
          <p:cNvSpPr>
            <a:spLocks noGrp="1"/>
          </p:cNvSpPr>
          <p:nvPr>
            <p:ph type="pic" idx="3"/>
          </p:nvPr>
        </p:nvSpPr>
        <p:spPr>
          <a:xfrm>
            <a:off x="3615829" y="3092450"/>
            <a:ext cx="2016000" cy="1677600"/>
          </a:xfrm>
          <a:prstGeom prst="rect">
            <a:avLst/>
          </a:prstGeom>
          <a:solidFill>
            <a:srgbClr val="D8D8D8"/>
          </a:solidFill>
          <a:ln>
            <a:noFill/>
          </a:ln>
        </p:spPr>
        <p:txBody>
          <a:bodyPr/>
          <a:lstStyle/>
          <a:p>
            <a:endParaRPr lang="pt-BR" dirty="0"/>
          </a:p>
        </p:txBody>
      </p:sp>
      <p:sp>
        <p:nvSpPr>
          <p:cNvPr id="2505" name="Google Shape;2505;p242"/>
          <p:cNvSpPr>
            <a:spLocks noGrp="1"/>
          </p:cNvSpPr>
          <p:nvPr>
            <p:ph type="pic" idx="4"/>
          </p:nvPr>
        </p:nvSpPr>
        <p:spPr>
          <a:xfrm>
            <a:off x="6432270" y="3092450"/>
            <a:ext cx="2016000" cy="1677600"/>
          </a:xfrm>
          <a:prstGeom prst="rect">
            <a:avLst/>
          </a:prstGeom>
          <a:solidFill>
            <a:srgbClr val="D8D8D8"/>
          </a:solidFill>
          <a:ln>
            <a:noFill/>
          </a:ln>
        </p:spPr>
        <p:txBody>
          <a:bodyPr/>
          <a:lstStyle/>
          <a:p>
            <a:endParaRPr lang="pt-BR" dirty="0"/>
          </a:p>
        </p:txBody>
      </p:sp>
      <p:sp>
        <p:nvSpPr>
          <p:cNvPr id="2506" name="Google Shape;2506;p242"/>
          <p:cNvSpPr>
            <a:spLocks noGrp="1"/>
          </p:cNvSpPr>
          <p:nvPr>
            <p:ph type="pic" idx="5"/>
          </p:nvPr>
        </p:nvSpPr>
        <p:spPr>
          <a:xfrm>
            <a:off x="9269667" y="3092450"/>
            <a:ext cx="2016000" cy="1677600"/>
          </a:xfrm>
          <a:prstGeom prst="rect">
            <a:avLst/>
          </a:prstGeom>
          <a:solidFill>
            <a:srgbClr val="D8D8D8"/>
          </a:solidFill>
          <a:ln>
            <a:noFill/>
          </a:ln>
        </p:spPr>
        <p:txBody>
          <a:bodyPr/>
          <a:lstStyle/>
          <a:p>
            <a:endParaRPr lang="pt-BR" dirty="0"/>
          </a:p>
        </p:txBody>
      </p:sp>
      <p:sp>
        <p:nvSpPr>
          <p:cNvPr id="2507" name="Google Shape;2507;p242"/>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508" name="Google Shape;2508;p242"/>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509" name="Google Shape;2509;p242"/>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matchingName="1_Linha do Tempo1">
  <p:cSld name="3_Linha do Tempo1 5">
    <p:bg>
      <p:bgPr>
        <a:solidFill>
          <a:schemeClr val="lt1"/>
        </a:solidFill>
        <a:effectLst/>
      </p:bgPr>
    </p:bg>
    <p:spTree>
      <p:nvGrpSpPr>
        <p:cNvPr id="1" name="Shape 2510"/>
        <p:cNvGrpSpPr/>
        <p:nvPr/>
      </p:nvGrpSpPr>
      <p:grpSpPr>
        <a:xfrm>
          <a:off x="0" y="0"/>
          <a:ext cx="0" cy="0"/>
          <a:chOff x="0" y="0"/>
          <a:chExt cx="0" cy="0"/>
        </a:xfrm>
      </p:grpSpPr>
      <p:pic>
        <p:nvPicPr>
          <p:cNvPr id="2511" name="Google Shape;2511;p243"/>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512" name="Google Shape;2512;p243"/>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2513" name="Google Shape;2513;p243"/>
          <p:cNvCxnSpPr/>
          <p:nvPr/>
        </p:nvCxnSpPr>
        <p:spPr>
          <a:xfrm>
            <a:off x="1559442"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2514" name="Google Shape;2514;p243"/>
          <p:cNvCxnSpPr/>
          <p:nvPr/>
        </p:nvCxnSpPr>
        <p:spPr>
          <a:xfrm rot="10800000">
            <a:off x="1147295" y="4639591"/>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2515" name="Google Shape;2515;p243"/>
          <p:cNvCxnSpPr/>
          <p:nvPr/>
        </p:nvCxnSpPr>
        <p:spPr>
          <a:xfrm rot="10800000">
            <a:off x="6787299"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2516" name="Google Shape;2516;p243"/>
          <p:cNvCxnSpPr/>
          <p:nvPr/>
        </p:nvCxnSpPr>
        <p:spPr>
          <a:xfrm>
            <a:off x="3961499"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2517" name="Google Shape;2517;p243"/>
          <p:cNvCxnSpPr/>
          <p:nvPr/>
        </p:nvCxnSpPr>
        <p:spPr>
          <a:xfrm>
            <a:off x="9587327"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2518" name="Google Shape;2518;p243"/>
          <p:cNvSpPr>
            <a:spLocks noGrp="1"/>
          </p:cNvSpPr>
          <p:nvPr>
            <p:ph type="pic" idx="2"/>
          </p:nvPr>
        </p:nvSpPr>
        <p:spPr>
          <a:xfrm>
            <a:off x="778432" y="3092450"/>
            <a:ext cx="2016000" cy="1677600"/>
          </a:xfrm>
          <a:prstGeom prst="rect">
            <a:avLst/>
          </a:prstGeom>
          <a:solidFill>
            <a:srgbClr val="D8D8D8"/>
          </a:solidFill>
          <a:ln>
            <a:noFill/>
          </a:ln>
        </p:spPr>
        <p:txBody>
          <a:bodyPr/>
          <a:lstStyle/>
          <a:p>
            <a:endParaRPr lang="pt-BR" dirty="0"/>
          </a:p>
        </p:txBody>
      </p:sp>
      <p:sp>
        <p:nvSpPr>
          <p:cNvPr id="2519" name="Google Shape;2519;p243"/>
          <p:cNvSpPr>
            <a:spLocks noGrp="1"/>
          </p:cNvSpPr>
          <p:nvPr>
            <p:ph type="pic" idx="3"/>
          </p:nvPr>
        </p:nvSpPr>
        <p:spPr>
          <a:xfrm>
            <a:off x="3615829" y="3092450"/>
            <a:ext cx="2016000" cy="1677600"/>
          </a:xfrm>
          <a:prstGeom prst="rect">
            <a:avLst/>
          </a:prstGeom>
          <a:solidFill>
            <a:srgbClr val="D8D8D8"/>
          </a:solidFill>
          <a:ln>
            <a:noFill/>
          </a:ln>
        </p:spPr>
        <p:txBody>
          <a:bodyPr/>
          <a:lstStyle/>
          <a:p>
            <a:endParaRPr lang="pt-BR" dirty="0"/>
          </a:p>
        </p:txBody>
      </p:sp>
      <p:sp>
        <p:nvSpPr>
          <p:cNvPr id="2520" name="Google Shape;2520;p243"/>
          <p:cNvSpPr>
            <a:spLocks noGrp="1"/>
          </p:cNvSpPr>
          <p:nvPr>
            <p:ph type="pic" idx="4"/>
          </p:nvPr>
        </p:nvSpPr>
        <p:spPr>
          <a:xfrm>
            <a:off x="6432270" y="3092450"/>
            <a:ext cx="2016000" cy="1677600"/>
          </a:xfrm>
          <a:prstGeom prst="rect">
            <a:avLst/>
          </a:prstGeom>
          <a:solidFill>
            <a:srgbClr val="D8D8D8"/>
          </a:solidFill>
          <a:ln>
            <a:noFill/>
          </a:ln>
        </p:spPr>
        <p:txBody>
          <a:bodyPr/>
          <a:lstStyle/>
          <a:p>
            <a:endParaRPr lang="pt-BR" dirty="0"/>
          </a:p>
        </p:txBody>
      </p:sp>
      <p:sp>
        <p:nvSpPr>
          <p:cNvPr id="2521" name="Google Shape;2521;p243"/>
          <p:cNvSpPr>
            <a:spLocks noGrp="1"/>
          </p:cNvSpPr>
          <p:nvPr>
            <p:ph type="pic" idx="5"/>
          </p:nvPr>
        </p:nvSpPr>
        <p:spPr>
          <a:xfrm>
            <a:off x="9269667" y="3092450"/>
            <a:ext cx="2016000" cy="1677600"/>
          </a:xfrm>
          <a:prstGeom prst="rect">
            <a:avLst/>
          </a:prstGeom>
          <a:solidFill>
            <a:srgbClr val="D8D8D8"/>
          </a:solidFill>
          <a:ln>
            <a:noFill/>
          </a:ln>
        </p:spPr>
        <p:txBody>
          <a:bodyPr/>
          <a:lstStyle/>
          <a:p>
            <a:endParaRPr lang="pt-BR" dirty="0"/>
          </a:p>
        </p:txBody>
      </p:sp>
      <p:sp>
        <p:nvSpPr>
          <p:cNvPr id="2522" name="Google Shape;2522;p243"/>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523" name="Google Shape;2523;p243"/>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524" name="Google Shape;2524;p243"/>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matchingName="1_Linha do Tempo1">
  <p:cSld name="3_Linha do Tempo1 6">
    <p:bg>
      <p:bgPr>
        <a:solidFill>
          <a:schemeClr val="lt1"/>
        </a:solidFill>
        <a:effectLst/>
      </p:bgPr>
    </p:bg>
    <p:spTree>
      <p:nvGrpSpPr>
        <p:cNvPr id="1" name="Shape 2525"/>
        <p:cNvGrpSpPr/>
        <p:nvPr/>
      </p:nvGrpSpPr>
      <p:grpSpPr>
        <a:xfrm>
          <a:off x="0" y="0"/>
          <a:ext cx="0" cy="0"/>
          <a:chOff x="0" y="0"/>
          <a:chExt cx="0" cy="0"/>
        </a:xfrm>
      </p:grpSpPr>
      <p:pic>
        <p:nvPicPr>
          <p:cNvPr id="2526" name="Google Shape;2526;p244"/>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527" name="Google Shape;2527;p244"/>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2528" name="Google Shape;2528;p244"/>
          <p:cNvCxnSpPr/>
          <p:nvPr/>
        </p:nvCxnSpPr>
        <p:spPr>
          <a:xfrm>
            <a:off x="1185264"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2529" name="Google Shape;2529;p244"/>
          <p:cNvCxnSpPr/>
          <p:nvPr/>
        </p:nvCxnSpPr>
        <p:spPr>
          <a:xfrm rot="10800000">
            <a:off x="620355"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2530" name="Google Shape;2530;p244"/>
          <p:cNvCxnSpPr/>
          <p:nvPr/>
        </p:nvCxnSpPr>
        <p:spPr>
          <a:xfrm rot="10800000">
            <a:off x="5263300"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2531" name="Google Shape;2531;p244"/>
          <p:cNvCxnSpPr/>
          <p:nvPr/>
        </p:nvCxnSpPr>
        <p:spPr>
          <a:xfrm>
            <a:off x="2959237"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2532" name="Google Shape;2532;p244"/>
          <p:cNvCxnSpPr/>
          <p:nvPr/>
        </p:nvCxnSpPr>
        <p:spPr>
          <a:xfrm>
            <a:off x="7589194"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2533" name="Google Shape;2533;p244"/>
          <p:cNvSpPr>
            <a:spLocks noGrp="1"/>
          </p:cNvSpPr>
          <p:nvPr>
            <p:ph type="pic" idx="2"/>
          </p:nvPr>
        </p:nvSpPr>
        <p:spPr>
          <a:xfrm>
            <a:off x="466617" y="3092450"/>
            <a:ext cx="1973700" cy="1677600"/>
          </a:xfrm>
          <a:prstGeom prst="rect">
            <a:avLst/>
          </a:prstGeom>
          <a:solidFill>
            <a:srgbClr val="D8D8D8"/>
          </a:solidFill>
          <a:ln>
            <a:noFill/>
          </a:ln>
        </p:spPr>
        <p:txBody>
          <a:bodyPr/>
          <a:lstStyle/>
          <a:p>
            <a:endParaRPr lang="pt-BR" dirty="0"/>
          </a:p>
        </p:txBody>
      </p:sp>
      <p:sp>
        <p:nvSpPr>
          <p:cNvPr id="2534" name="Google Shape;2534;p244"/>
          <p:cNvSpPr>
            <a:spLocks noGrp="1"/>
          </p:cNvSpPr>
          <p:nvPr>
            <p:ph type="pic" idx="3"/>
          </p:nvPr>
        </p:nvSpPr>
        <p:spPr>
          <a:xfrm>
            <a:off x="2769806" y="3092450"/>
            <a:ext cx="1973700" cy="1677600"/>
          </a:xfrm>
          <a:prstGeom prst="rect">
            <a:avLst/>
          </a:prstGeom>
          <a:solidFill>
            <a:srgbClr val="D8D8D8"/>
          </a:solidFill>
          <a:ln>
            <a:noFill/>
          </a:ln>
        </p:spPr>
        <p:txBody>
          <a:bodyPr/>
          <a:lstStyle/>
          <a:p>
            <a:endParaRPr lang="pt-BR" dirty="0"/>
          </a:p>
        </p:txBody>
      </p:sp>
      <p:sp>
        <p:nvSpPr>
          <p:cNvPr id="2535" name="Google Shape;2535;p244"/>
          <p:cNvSpPr>
            <a:spLocks noGrp="1"/>
          </p:cNvSpPr>
          <p:nvPr>
            <p:ph type="pic" idx="4"/>
          </p:nvPr>
        </p:nvSpPr>
        <p:spPr>
          <a:xfrm>
            <a:off x="5072996" y="3092450"/>
            <a:ext cx="1973700" cy="1677600"/>
          </a:xfrm>
          <a:prstGeom prst="rect">
            <a:avLst/>
          </a:prstGeom>
          <a:solidFill>
            <a:srgbClr val="D8D8D8"/>
          </a:solidFill>
          <a:ln>
            <a:noFill/>
          </a:ln>
        </p:spPr>
        <p:txBody>
          <a:bodyPr/>
          <a:lstStyle/>
          <a:p>
            <a:endParaRPr lang="pt-BR" dirty="0"/>
          </a:p>
        </p:txBody>
      </p:sp>
      <p:sp>
        <p:nvSpPr>
          <p:cNvPr id="2536" name="Google Shape;2536;p244"/>
          <p:cNvSpPr>
            <a:spLocks noGrp="1"/>
          </p:cNvSpPr>
          <p:nvPr>
            <p:ph type="pic" idx="5"/>
          </p:nvPr>
        </p:nvSpPr>
        <p:spPr>
          <a:xfrm>
            <a:off x="7376185" y="3092450"/>
            <a:ext cx="1973700" cy="1677600"/>
          </a:xfrm>
          <a:prstGeom prst="rect">
            <a:avLst/>
          </a:prstGeom>
          <a:solidFill>
            <a:srgbClr val="D8D8D8"/>
          </a:solidFill>
          <a:ln>
            <a:noFill/>
          </a:ln>
        </p:spPr>
        <p:txBody>
          <a:bodyPr/>
          <a:lstStyle/>
          <a:p>
            <a:endParaRPr lang="pt-BR" dirty="0"/>
          </a:p>
        </p:txBody>
      </p:sp>
      <p:sp>
        <p:nvSpPr>
          <p:cNvPr id="2537" name="Google Shape;2537;p244"/>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538" name="Google Shape;2538;p244"/>
          <p:cNvSpPr>
            <a:spLocks noGrp="1"/>
          </p:cNvSpPr>
          <p:nvPr>
            <p:ph type="pic" idx="6"/>
          </p:nvPr>
        </p:nvSpPr>
        <p:spPr>
          <a:xfrm>
            <a:off x="9679374" y="3092450"/>
            <a:ext cx="1973700" cy="1677600"/>
          </a:xfrm>
          <a:prstGeom prst="rect">
            <a:avLst/>
          </a:prstGeom>
          <a:solidFill>
            <a:srgbClr val="D8D8D8"/>
          </a:solidFill>
          <a:ln>
            <a:noFill/>
          </a:ln>
        </p:spPr>
        <p:txBody>
          <a:bodyPr/>
          <a:lstStyle/>
          <a:p>
            <a:endParaRPr lang="pt-BR" dirty="0"/>
          </a:p>
        </p:txBody>
      </p:sp>
      <p:cxnSp>
        <p:nvCxnSpPr>
          <p:cNvPr id="2539" name="Google Shape;2539;p244"/>
          <p:cNvCxnSpPr/>
          <p:nvPr/>
        </p:nvCxnSpPr>
        <p:spPr>
          <a:xfrm rot="10800000">
            <a:off x="9869167" y="4624797"/>
            <a:ext cx="0" cy="1398900"/>
          </a:xfrm>
          <a:prstGeom prst="straightConnector1">
            <a:avLst/>
          </a:prstGeom>
          <a:noFill/>
          <a:ln w="19050" cap="flat" cmpd="sng">
            <a:solidFill>
              <a:schemeClr val="dk1"/>
            </a:solidFill>
            <a:prstDash val="solid"/>
            <a:round/>
            <a:headEnd type="diamond" w="med" len="med"/>
            <a:tailEnd type="none" w="sm" len="sm"/>
          </a:ln>
        </p:spPr>
      </p:cxnSp>
      <p:sp>
        <p:nvSpPr>
          <p:cNvPr id="2540" name="Google Shape;2540;p244"/>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541" name="Google Shape;2541;p244"/>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matchingName="1_Linha do Tempo1">
  <p:cSld name="3_Linha do Tempo1 7">
    <p:bg>
      <p:bgPr>
        <a:solidFill>
          <a:schemeClr val="lt1"/>
        </a:solidFill>
        <a:effectLst/>
      </p:bgPr>
    </p:bg>
    <p:spTree>
      <p:nvGrpSpPr>
        <p:cNvPr id="1" name="Shape 2542"/>
        <p:cNvGrpSpPr/>
        <p:nvPr/>
      </p:nvGrpSpPr>
      <p:grpSpPr>
        <a:xfrm>
          <a:off x="0" y="0"/>
          <a:ext cx="0" cy="0"/>
          <a:chOff x="0" y="0"/>
          <a:chExt cx="0" cy="0"/>
        </a:xfrm>
      </p:grpSpPr>
      <p:pic>
        <p:nvPicPr>
          <p:cNvPr id="2543" name="Google Shape;2543;p245"/>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544" name="Google Shape;2544;p245"/>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2545" name="Google Shape;2545;p245"/>
          <p:cNvCxnSpPr/>
          <p:nvPr/>
        </p:nvCxnSpPr>
        <p:spPr>
          <a:xfrm>
            <a:off x="1185264"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2546" name="Google Shape;2546;p245"/>
          <p:cNvCxnSpPr/>
          <p:nvPr/>
        </p:nvCxnSpPr>
        <p:spPr>
          <a:xfrm rot="10800000">
            <a:off x="620355"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2547" name="Google Shape;2547;p245"/>
          <p:cNvCxnSpPr/>
          <p:nvPr/>
        </p:nvCxnSpPr>
        <p:spPr>
          <a:xfrm rot="10800000">
            <a:off x="5263300"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2548" name="Google Shape;2548;p245"/>
          <p:cNvCxnSpPr/>
          <p:nvPr/>
        </p:nvCxnSpPr>
        <p:spPr>
          <a:xfrm>
            <a:off x="2959237"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2549" name="Google Shape;2549;p245"/>
          <p:cNvCxnSpPr/>
          <p:nvPr/>
        </p:nvCxnSpPr>
        <p:spPr>
          <a:xfrm>
            <a:off x="7589194"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2550" name="Google Shape;2550;p245"/>
          <p:cNvSpPr>
            <a:spLocks noGrp="1"/>
          </p:cNvSpPr>
          <p:nvPr>
            <p:ph type="pic" idx="2"/>
          </p:nvPr>
        </p:nvSpPr>
        <p:spPr>
          <a:xfrm>
            <a:off x="466617" y="3092450"/>
            <a:ext cx="1973700" cy="1677600"/>
          </a:xfrm>
          <a:prstGeom prst="rect">
            <a:avLst/>
          </a:prstGeom>
          <a:solidFill>
            <a:srgbClr val="D8D8D8"/>
          </a:solidFill>
          <a:ln>
            <a:noFill/>
          </a:ln>
        </p:spPr>
        <p:txBody>
          <a:bodyPr/>
          <a:lstStyle/>
          <a:p>
            <a:endParaRPr lang="pt-BR" dirty="0"/>
          </a:p>
        </p:txBody>
      </p:sp>
      <p:sp>
        <p:nvSpPr>
          <p:cNvPr id="2551" name="Google Shape;2551;p245"/>
          <p:cNvSpPr>
            <a:spLocks noGrp="1"/>
          </p:cNvSpPr>
          <p:nvPr>
            <p:ph type="pic" idx="3"/>
          </p:nvPr>
        </p:nvSpPr>
        <p:spPr>
          <a:xfrm>
            <a:off x="2769806" y="3092450"/>
            <a:ext cx="1973700" cy="1677600"/>
          </a:xfrm>
          <a:prstGeom prst="rect">
            <a:avLst/>
          </a:prstGeom>
          <a:solidFill>
            <a:srgbClr val="D8D8D8"/>
          </a:solidFill>
          <a:ln>
            <a:noFill/>
          </a:ln>
        </p:spPr>
        <p:txBody>
          <a:bodyPr/>
          <a:lstStyle/>
          <a:p>
            <a:endParaRPr lang="pt-BR" dirty="0"/>
          </a:p>
        </p:txBody>
      </p:sp>
      <p:sp>
        <p:nvSpPr>
          <p:cNvPr id="2552" name="Google Shape;2552;p245"/>
          <p:cNvSpPr>
            <a:spLocks noGrp="1"/>
          </p:cNvSpPr>
          <p:nvPr>
            <p:ph type="pic" idx="4"/>
          </p:nvPr>
        </p:nvSpPr>
        <p:spPr>
          <a:xfrm>
            <a:off x="5072996" y="3092450"/>
            <a:ext cx="1973700" cy="1677600"/>
          </a:xfrm>
          <a:prstGeom prst="rect">
            <a:avLst/>
          </a:prstGeom>
          <a:solidFill>
            <a:srgbClr val="D8D8D8"/>
          </a:solidFill>
          <a:ln>
            <a:noFill/>
          </a:ln>
        </p:spPr>
        <p:txBody>
          <a:bodyPr/>
          <a:lstStyle/>
          <a:p>
            <a:endParaRPr lang="pt-BR" dirty="0"/>
          </a:p>
        </p:txBody>
      </p:sp>
      <p:sp>
        <p:nvSpPr>
          <p:cNvPr id="2553" name="Google Shape;2553;p245"/>
          <p:cNvSpPr>
            <a:spLocks noGrp="1"/>
          </p:cNvSpPr>
          <p:nvPr>
            <p:ph type="pic" idx="5"/>
          </p:nvPr>
        </p:nvSpPr>
        <p:spPr>
          <a:xfrm>
            <a:off x="7376185" y="3092450"/>
            <a:ext cx="1973700" cy="1677600"/>
          </a:xfrm>
          <a:prstGeom prst="rect">
            <a:avLst/>
          </a:prstGeom>
          <a:solidFill>
            <a:srgbClr val="D8D8D8"/>
          </a:solidFill>
          <a:ln>
            <a:noFill/>
          </a:ln>
        </p:spPr>
        <p:txBody>
          <a:bodyPr/>
          <a:lstStyle/>
          <a:p>
            <a:endParaRPr lang="pt-BR" dirty="0"/>
          </a:p>
        </p:txBody>
      </p:sp>
      <p:sp>
        <p:nvSpPr>
          <p:cNvPr id="2554" name="Google Shape;2554;p245"/>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555" name="Google Shape;2555;p245"/>
          <p:cNvSpPr>
            <a:spLocks noGrp="1"/>
          </p:cNvSpPr>
          <p:nvPr>
            <p:ph type="pic" idx="6"/>
          </p:nvPr>
        </p:nvSpPr>
        <p:spPr>
          <a:xfrm>
            <a:off x="9679374" y="3092450"/>
            <a:ext cx="1973700" cy="1677600"/>
          </a:xfrm>
          <a:prstGeom prst="rect">
            <a:avLst/>
          </a:prstGeom>
          <a:solidFill>
            <a:srgbClr val="D8D8D8"/>
          </a:solidFill>
          <a:ln>
            <a:noFill/>
          </a:ln>
        </p:spPr>
        <p:txBody>
          <a:bodyPr/>
          <a:lstStyle/>
          <a:p>
            <a:endParaRPr lang="pt-BR" dirty="0"/>
          </a:p>
        </p:txBody>
      </p:sp>
      <p:cxnSp>
        <p:nvCxnSpPr>
          <p:cNvPr id="2556" name="Google Shape;2556;p245"/>
          <p:cNvCxnSpPr/>
          <p:nvPr/>
        </p:nvCxnSpPr>
        <p:spPr>
          <a:xfrm rot="10800000">
            <a:off x="9869167" y="4624797"/>
            <a:ext cx="0" cy="1398900"/>
          </a:xfrm>
          <a:prstGeom prst="straightConnector1">
            <a:avLst/>
          </a:prstGeom>
          <a:noFill/>
          <a:ln w="19050" cap="flat" cmpd="sng">
            <a:solidFill>
              <a:schemeClr val="dk1"/>
            </a:solidFill>
            <a:prstDash val="solid"/>
            <a:round/>
            <a:headEnd type="diamond" w="med" len="med"/>
            <a:tailEnd type="none" w="sm" len="sm"/>
          </a:ln>
        </p:spPr>
      </p:cxnSp>
      <p:sp>
        <p:nvSpPr>
          <p:cNvPr id="2557" name="Google Shape;2557;p245"/>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558" name="Google Shape;2558;p245"/>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matchingName="1_Linha do Tempo1">
  <p:cSld name="3_Linha do Tempo1 8">
    <p:bg>
      <p:bgPr>
        <a:solidFill>
          <a:schemeClr val="lt1"/>
        </a:solidFill>
        <a:effectLst/>
      </p:bgPr>
    </p:bg>
    <p:spTree>
      <p:nvGrpSpPr>
        <p:cNvPr id="1" name="Shape 2559"/>
        <p:cNvGrpSpPr/>
        <p:nvPr/>
      </p:nvGrpSpPr>
      <p:grpSpPr>
        <a:xfrm>
          <a:off x="0" y="0"/>
          <a:ext cx="0" cy="0"/>
          <a:chOff x="0" y="0"/>
          <a:chExt cx="0" cy="0"/>
        </a:xfrm>
      </p:grpSpPr>
      <p:pic>
        <p:nvPicPr>
          <p:cNvPr id="2560" name="Google Shape;2560;p246"/>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561" name="Google Shape;2561;p246"/>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2562" name="Google Shape;2562;p246"/>
          <p:cNvCxnSpPr/>
          <p:nvPr/>
        </p:nvCxnSpPr>
        <p:spPr>
          <a:xfrm>
            <a:off x="1185264"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2563" name="Google Shape;2563;p246"/>
          <p:cNvCxnSpPr/>
          <p:nvPr/>
        </p:nvCxnSpPr>
        <p:spPr>
          <a:xfrm rot="10800000">
            <a:off x="620355"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2564" name="Google Shape;2564;p246"/>
          <p:cNvCxnSpPr/>
          <p:nvPr/>
        </p:nvCxnSpPr>
        <p:spPr>
          <a:xfrm rot="10800000">
            <a:off x="5263300"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2565" name="Google Shape;2565;p246"/>
          <p:cNvCxnSpPr/>
          <p:nvPr/>
        </p:nvCxnSpPr>
        <p:spPr>
          <a:xfrm>
            <a:off x="2959237"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2566" name="Google Shape;2566;p246"/>
          <p:cNvCxnSpPr/>
          <p:nvPr/>
        </p:nvCxnSpPr>
        <p:spPr>
          <a:xfrm>
            <a:off x="7589194"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2567" name="Google Shape;2567;p246"/>
          <p:cNvSpPr>
            <a:spLocks noGrp="1"/>
          </p:cNvSpPr>
          <p:nvPr>
            <p:ph type="pic" idx="2"/>
          </p:nvPr>
        </p:nvSpPr>
        <p:spPr>
          <a:xfrm>
            <a:off x="466617" y="3092450"/>
            <a:ext cx="1973700" cy="1677600"/>
          </a:xfrm>
          <a:prstGeom prst="rect">
            <a:avLst/>
          </a:prstGeom>
          <a:solidFill>
            <a:srgbClr val="D8D8D8"/>
          </a:solidFill>
          <a:ln>
            <a:noFill/>
          </a:ln>
        </p:spPr>
        <p:txBody>
          <a:bodyPr/>
          <a:lstStyle/>
          <a:p>
            <a:endParaRPr lang="pt-BR" dirty="0"/>
          </a:p>
        </p:txBody>
      </p:sp>
      <p:sp>
        <p:nvSpPr>
          <p:cNvPr id="2568" name="Google Shape;2568;p246"/>
          <p:cNvSpPr>
            <a:spLocks noGrp="1"/>
          </p:cNvSpPr>
          <p:nvPr>
            <p:ph type="pic" idx="3"/>
          </p:nvPr>
        </p:nvSpPr>
        <p:spPr>
          <a:xfrm>
            <a:off x="2769806" y="3092450"/>
            <a:ext cx="1973700" cy="1677600"/>
          </a:xfrm>
          <a:prstGeom prst="rect">
            <a:avLst/>
          </a:prstGeom>
          <a:solidFill>
            <a:srgbClr val="D8D8D8"/>
          </a:solidFill>
          <a:ln>
            <a:noFill/>
          </a:ln>
        </p:spPr>
        <p:txBody>
          <a:bodyPr/>
          <a:lstStyle/>
          <a:p>
            <a:endParaRPr lang="pt-BR" dirty="0"/>
          </a:p>
        </p:txBody>
      </p:sp>
      <p:sp>
        <p:nvSpPr>
          <p:cNvPr id="2569" name="Google Shape;2569;p246"/>
          <p:cNvSpPr>
            <a:spLocks noGrp="1"/>
          </p:cNvSpPr>
          <p:nvPr>
            <p:ph type="pic" idx="4"/>
          </p:nvPr>
        </p:nvSpPr>
        <p:spPr>
          <a:xfrm>
            <a:off x="5072996" y="3092450"/>
            <a:ext cx="1973700" cy="1677600"/>
          </a:xfrm>
          <a:prstGeom prst="rect">
            <a:avLst/>
          </a:prstGeom>
          <a:solidFill>
            <a:srgbClr val="D8D8D8"/>
          </a:solidFill>
          <a:ln>
            <a:noFill/>
          </a:ln>
        </p:spPr>
        <p:txBody>
          <a:bodyPr/>
          <a:lstStyle/>
          <a:p>
            <a:endParaRPr lang="pt-BR" dirty="0"/>
          </a:p>
        </p:txBody>
      </p:sp>
      <p:sp>
        <p:nvSpPr>
          <p:cNvPr id="2570" name="Google Shape;2570;p246"/>
          <p:cNvSpPr>
            <a:spLocks noGrp="1"/>
          </p:cNvSpPr>
          <p:nvPr>
            <p:ph type="pic" idx="5"/>
          </p:nvPr>
        </p:nvSpPr>
        <p:spPr>
          <a:xfrm>
            <a:off x="7376185" y="3092450"/>
            <a:ext cx="1973700" cy="1677600"/>
          </a:xfrm>
          <a:prstGeom prst="rect">
            <a:avLst/>
          </a:prstGeom>
          <a:solidFill>
            <a:srgbClr val="D8D8D8"/>
          </a:solidFill>
          <a:ln>
            <a:noFill/>
          </a:ln>
        </p:spPr>
        <p:txBody>
          <a:bodyPr/>
          <a:lstStyle/>
          <a:p>
            <a:endParaRPr lang="pt-BR" dirty="0"/>
          </a:p>
        </p:txBody>
      </p:sp>
      <p:sp>
        <p:nvSpPr>
          <p:cNvPr id="2571" name="Google Shape;2571;p246"/>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572" name="Google Shape;2572;p246"/>
          <p:cNvSpPr>
            <a:spLocks noGrp="1"/>
          </p:cNvSpPr>
          <p:nvPr>
            <p:ph type="pic" idx="6"/>
          </p:nvPr>
        </p:nvSpPr>
        <p:spPr>
          <a:xfrm>
            <a:off x="9679374" y="3092450"/>
            <a:ext cx="1973700" cy="1677600"/>
          </a:xfrm>
          <a:prstGeom prst="rect">
            <a:avLst/>
          </a:prstGeom>
          <a:solidFill>
            <a:srgbClr val="D8D8D8"/>
          </a:solidFill>
          <a:ln>
            <a:noFill/>
          </a:ln>
        </p:spPr>
        <p:txBody>
          <a:bodyPr/>
          <a:lstStyle/>
          <a:p>
            <a:endParaRPr lang="pt-BR" dirty="0"/>
          </a:p>
        </p:txBody>
      </p:sp>
      <p:cxnSp>
        <p:nvCxnSpPr>
          <p:cNvPr id="2573" name="Google Shape;2573;p246"/>
          <p:cNvCxnSpPr/>
          <p:nvPr/>
        </p:nvCxnSpPr>
        <p:spPr>
          <a:xfrm rot="10800000">
            <a:off x="9869167" y="4624797"/>
            <a:ext cx="0" cy="1398900"/>
          </a:xfrm>
          <a:prstGeom prst="straightConnector1">
            <a:avLst/>
          </a:prstGeom>
          <a:noFill/>
          <a:ln w="19050" cap="flat" cmpd="sng">
            <a:solidFill>
              <a:schemeClr val="dk1"/>
            </a:solidFill>
            <a:prstDash val="solid"/>
            <a:round/>
            <a:headEnd type="diamond" w="med" len="med"/>
            <a:tailEnd type="none" w="sm" len="sm"/>
          </a:ln>
        </p:spPr>
      </p:cxnSp>
      <p:sp>
        <p:nvSpPr>
          <p:cNvPr id="2574" name="Google Shape;2574;p246"/>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575" name="Google Shape;2575;p246"/>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matchingName="1_Linha do Tempo1">
  <p:cSld name="3_Linha do Tempo1 9">
    <p:bg>
      <p:bgPr>
        <a:solidFill>
          <a:schemeClr val="lt1"/>
        </a:solidFill>
        <a:effectLst/>
      </p:bgPr>
    </p:bg>
    <p:spTree>
      <p:nvGrpSpPr>
        <p:cNvPr id="1" name="Shape 2576"/>
        <p:cNvGrpSpPr/>
        <p:nvPr/>
      </p:nvGrpSpPr>
      <p:grpSpPr>
        <a:xfrm>
          <a:off x="0" y="0"/>
          <a:ext cx="0" cy="0"/>
          <a:chOff x="0" y="0"/>
          <a:chExt cx="0" cy="0"/>
        </a:xfrm>
      </p:grpSpPr>
      <p:pic>
        <p:nvPicPr>
          <p:cNvPr id="2577" name="Google Shape;2577;p247"/>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578" name="Google Shape;2578;p247"/>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579" name="Google Shape;2579;p247"/>
          <p:cNvSpPr>
            <a:spLocks noGrp="1"/>
          </p:cNvSpPr>
          <p:nvPr>
            <p:ph type="pic" idx="2"/>
          </p:nvPr>
        </p:nvSpPr>
        <p:spPr>
          <a:xfrm>
            <a:off x="3127810" y="1084585"/>
            <a:ext cx="2481600" cy="1744800"/>
          </a:xfrm>
          <a:prstGeom prst="rect">
            <a:avLst/>
          </a:prstGeom>
          <a:solidFill>
            <a:srgbClr val="D8D8D8"/>
          </a:solidFill>
          <a:ln>
            <a:noFill/>
          </a:ln>
        </p:spPr>
        <p:txBody>
          <a:bodyPr/>
          <a:lstStyle/>
          <a:p>
            <a:endParaRPr lang="pt-BR" dirty="0"/>
          </a:p>
        </p:txBody>
      </p:sp>
      <p:sp>
        <p:nvSpPr>
          <p:cNvPr id="2580" name="Google Shape;2580;p247"/>
          <p:cNvSpPr>
            <a:spLocks noGrp="1"/>
          </p:cNvSpPr>
          <p:nvPr>
            <p:ph type="pic" idx="3"/>
          </p:nvPr>
        </p:nvSpPr>
        <p:spPr>
          <a:xfrm>
            <a:off x="3127810" y="3837265"/>
            <a:ext cx="2481600" cy="1744800"/>
          </a:xfrm>
          <a:prstGeom prst="rect">
            <a:avLst/>
          </a:prstGeom>
          <a:solidFill>
            <a:srgbClr val="D8D8D8"/>
          </a:solidFill>
          <a:ln>
            <a:noFill/>
          </a:ln>
        </p:spPr>
        <p:txBody>
          <a:bodyPr/>
          <a:lstStyle/>
          <a:p>
            <a:endParaRPr lang="pt-BR" dirty="0"/>
          </a:p>
        </p:txBody>
      </p:sp>
      <p:sp>
        <p:nvSpPr>
          <p:cNvPr id="2581" name="Google Shape;2581;p247"/>
          <p:cNvSpPr>
            <a:spLocks noGrp="1"/>
          </p:cNvSpPr>
          <p:nvPr>
            <p:ph type="pic" idx="4"/>
          </p:nvPr>
        </p:nvSpPr>
        <p:spPr>
          <a:xfrm>
            <a:off x="8759529" y="3837265"/>
            <a:ext cx="2481600" cy="1744800"/>
          </a:xfrm>
          <a:prstGeom prst="rect">
            <a:avLst/>
          </a:prstGeom>
          <a:solidFill>
            <a:srgbClr val="D8D8D8"/>
          </a:solidFill>
          <a:ln>
            <a:noFill/>
          </a:ln>
        </p:spPr>
        <p:txBody>
          <a:bodyPr/>
          <a:lstStyle/>
          <a:p>
            <a:endParaRPr lang="pt-BR" dirty="0"/>
          </a:p>
        </p:txBody>
      </p:sp>
      <p:sp>
        <p:nvSpPr>
          <p:cNvPr id="2582" name="Google Shape;2582;p247"/>
          <p:cNvSpPr>
            <a:spLocks noGrp="1"/>
          </p:cNvSpPr>
          <p:nvPr>
            <p:ph type="pic" idx="5"/>
          </p:nvPr>
        </p:nvSpPr>
        <p:spPr>
          <a:xfrm>
            <a:off x="8759529" y="1084585"/>
            <a:ext cx="2481600" cy="1744800"/>
          </a:xfrm>
          <a:prstGeom prst="rect">
            <a:avLst/>
          </a:prstGeom>
          <a:solidFill>
            <a:srgbClr val="D8D8D8"/>
          </a:solidFill>
          <a:ln>
            <a:noFill/>
          </a:ln>
        </p:spPr>
        <p:txBody>
          <a:bodyPr/>
          <a:lstStyle/>
          <a:p>
            <a:endParaRPr lang="pt-BR" dirty="0"/>
          </a:p>
        </p:txBody>
      </p:sp>
      <p:grpSp>
        <p:nvGrpSpPr>
          <p:cNvPr id="2583" name="Google Shape;2583;p247"/>
          <p:cNvGrpSpPr/>
          <p:nvPr/>
        </p:nvGrpSpPr>
        <p:grpSpPr>
          <a:xfrm>
            <a:off x="9756891" y="6381906"/>
            <a:ext cx="2435717" cy="499880"/>
            <a:chOff x="14634602" y="9537218"/>
            <a:chExt cx="3653392" cy="749782"/>
          </a:xfrm>
        </p:grpSpPr>
        <p:pic>
          <p:nvPicPr>
            <p:cNvPr id="2584" name="Google Shape;2584;p247"/>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2585" name="Google Shape;2585;p247" descr="Logotipo"/>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2586" name="Google Shape;2586;p247"/>
          <p:cNvSpPr>
            <a:spLocks noGrp="1"/>
          </p:cNvSpPr>
          <p:nvPr>
            <p:ph type="pic" idx="6"/>
          </p:nvPr>
        </p:nvSpPr>
        <p:spPr>
          <a:xfrm>
            <a:off x="5943669" y="2636294"/>
            <a:ext cx="2481600" cy="1744800"/>
          </a:xfrm>
          <a:prstGeom prst="rect">
            <a:avLst/>
          </a:prstGeom>
          <a:solidFill>
            <a:srgbClr val="D8D8D8"/>
          </a:solidFill>
          <a:ln>
            <a:noFill/>
          </a:ln>
        </p:spPr>
        <p:txBody>
          <a:bodyPr/>
          <a:lstStyle/>
          <a:p>
            <a:endParaRPr lang="pt-BR" dirty="0"/>
          </a:p>
        </p:txBody>
      </p:sp>
      <p:sp>
        <p:nvSpPr>
          <p:cNvPr id="2587" name="Google Shape;2587;p247"/>
          <p:cNvSpPr txBox="1">
            <a:spLocks noGrp="1"/>
          </p:cNvSpPr>
          <p:nvPr>
            <p:ph type="body" idx="1"/>
          </p:nvPr>
        </p:nvSpPr>
        <p:spPr>
          <a:xfrm>
            <a:off x="3127811" y="2908275"/>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588" name="Google Shape;2588;p247"/>
          <p:cNvSpPr txBox="1">
            <a:spLocks noGrp="1"/>
          </p:cNvSpPr>
          <p:nvPr>
            <p:ph type="body" idx="7"/>
          </p:nvPr>
        </p:nvSpPr>
        <p:spPr>
          <a:xfrm>
            <a:off x="3127811" y="5656962"/>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589" name="Google Shape;2589;p247"/>
          <p:cNvSpPr txBox="1">
            <a:spLocks noGrp="1"/>
          </p:cNvSpPr>
          <p:nvPr>
            <p:ph type="body" idx="8"/>
          </p:nvPr>
        </p:nvSpPr>
        <p:spPr>
          <a:xfrm>
            <a:off x="8760967" y="2908275"/>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590" name="Google Shape;2590;p247"/>
          <p:cNvSpPr txBox="1">
            <a:spLocks noGrp="1"/>
          </p:cNvSpPr>
          <p:nvPr>
            <p:ph type="body" idx="9"/>
          </p:nvPr>
        </p:nvSpPr>
        <p:spPr>
          <a:xfrm>
            <a:off x="8760967" y="5656962"/>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591" name="Google Shape;2591;p247"/>
          <p:cNvSpPr txBox="1">
            <a:spLocks noGrp="1"/>
          </p:cNvSpPr>
          <p:nvPr>
            <p:ph type="body" idx="13"/>
          </p:nvPr>
        </p:nvSpPr>
        <p:spPr>
          <a:xfrm>
            <a:off x="5950033" y="4443564"/>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592" name="Google Shape;2592;p247"/>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593" name="Google Shape;2593;p247"/>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matchingName="3_1. Desenvolvimento">
  <p:cSld name="3_1. Desenvolvimento">
    <p:spTree>
      <p:nvGrpSpPr>
        <p:cNvPr id="1" name="Shape 2594"/>
        <p:cNvGrpSpPr/>
        <p:nvPr/>
      </p:nvGrpSpPr>
      <p:grpSpPr>
        <a:xfrm>
          <a:off x="0" y="0"/>
          <a:ext cx="0" cy="0"/>
          <a:chOff x="0" y="0"/>
          <a:chExt cx="0" cy="0"/>
        </a:xfrm>
      </p:grpSpPr>
      <p:pic>
        <p:nvPicPr>
          <p:cNvPr id="2595" name="Google Shape;2595;p248"/>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596" name="Google Shape;2596;p248"/>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597" name="Google Shape;2597;p248"/>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598" name="Google Shape;2598;p248"/>
          <p:cNvSpPr txBox="1">
            <a:spLocks noGrp="1"/>
          </p:cNvSpPr>
          <p:nvPr>
            <p:ph type="body" idx="1"/>
          </p:nvPr>
        </p:nvSpPr>
        <p:spPr>
          <a:xfrm>
            <a:off x="3005293"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599" name="Google Shape;2599;p248"/>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600" name="Google Shape;2600;p248"/>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matchingName="3_1. Desenvolvimento">
  <p:cSld name="4_1. Desenvolvimento">
    <p:spTree>
      <p:nvGrpSpPr>
        <p:cNvPr id="1" name="Shape 2601"/>
        <p:cNvGrpSpPr/>
        <p:nvPr/>
      </p:nvGrpSpPr>
      <p:grpSpPr>
        <a:xfrm>
          <a:off x="0" y="0"/>
          <a:ext cx="0" cy="0"/>
          <a:chOff x="0" y="0"/>
          <a:chExt cx="0" cy="0"/>
        </a:xfrm>
      </p:grpSpPr>
      <p:pic>
        <p:nvPicPr>
          <p:cNvPr id="2602" name="Google Shape;2602;p249"/>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603" name="Google Shape;2603;p249"/>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604" name="Google Shape;2604;p249"/>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605" name="Google Shape;2605;p249"/>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606" name="Google Shape;2606;p249"/>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matchingName="Quadro">
  <p:cSld name="Quadro">
    <p:spTree>
      <p:nvGrpSpPr>
        <p:cNvPr id="1" name="Shape 2607"/>
        <p:cNvGrpSpPr/>
        <p:nvPr/>
      </p:nvGrpSpPr>
      <p:grpSpPr>
        <a:xfrm>
          <a:off x="0" y="0"/>
          <a:ext cx="0" cy="0"/>
          <a:chOff x="0" y="0"/>
          <a:chExt cx="0" cy="0"/>
        </a:xfrm>
      </p:grpSpPr>
      <p:pic>
        <p:nvPicPr>
          <p:cNvPr id="2608" name="Google Shape;2608;p250"/>
          <p:cNvPicPr preferRelativeResize="0"/>
          <p:nvPr/>
        </p:nvPicPr>
        <p:blipFill rotWithShape="1">
          <a:blip r:embed="rId2">
            <a:alphaModFix/>
          </a:blip>
          <a:srcRect/>
          <a:stretch/>
        </p:blipFill>
        <p:spPr>
          <a:xfrm>
            <a:off x="4" y="0"/>
            <a:ext cx="12192000" cy="6857988"/>
          </a:xfrm>
          <a:prstGeom prst="rect">
            <a:avLst/>
          </a:prstGeom>
          <a:noFill/>
          <a:ln>
            <a:noFill/>
          </a:ln>
        </p:spPr>
      </p:pic>
      <p:sp>
        <p:nvSpPr>
          <p:cNvPr id="2609" name="Google Shape;2609;p250"/>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610" name="Google Shape;2610;p250"/>
          <p:cNvSpPr txBox="1">
            <a:spLocks noGrp="1"/>
          </p:cNvSpPr>
          <p:nvPr>
            <p:ph type="body" idx="1"/>
          </p:nvPr>
        </p:nvSpPr>
        <p:spPr>
          <a:xfrm>
            <a:off x="500292" y="3098664"/>
            <a:ext cx="2435700" cy="1303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2611" name="Google Shape;2611;p250"/>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matchingName="Quadro">
  <p:cSld name="1_Quadro">
    <p:spTree>
      <p:nvGrpSpPr>
        <p:cNvPr id="1" name="Shape 2612"/>
        <p:cNvGrpSpPr/>
        <p:nvPr/>
      </p:nvGrpSpPr>
      <p:grpSpPr>
        <a:xfrm>
          <a:off x="0" y="0"/>
          <a:ext cx="0" cy="0"/>
          <a:chOff x="0" y="0"/>
          <a:chExt cx="0" cy="0"/>
        </a:xfrm>
      </p:grpSpPr>
      <p:pic>
        <p:nvPicPr>
          <p:cNvPr id="2613" name="Google Shape;2613;p251"/>
          <p:cNvPicPr preferRelativeResize="0"/>
          <p:nvPr/>
        </p:nvPicPr>
        <p:blipFill rotWithShape="1">
          <a:blip r:embed="rId2">
            <a:alphaModFix/>
          </a:blip>
          <a:srcRect/>
          <a:stretch/>
        </p:blipFill>
        <p:spPr>
          <a:xfrm>
            <a:off x="4" y="0"/>
            <a:ext cx="12192000" cy="6857988"/>
          </a:xfrm>
          <a:prstGeom prst="rect">
            <a:avLst/>
          </a:prstGeom>
          <a:noFill/>
          <a:ln>
            <a:noFill/>
          </a:ln>
        </p:spPr>
      </p:pic>
      <p:sp>
        <p:nvSpPr>
          <p:cNvPr id="2614" name="Google Shape;2614;p251"/>
          <p:cNvSpPr txBox="1">
            <a:spLocks noGrp="1"/>
          </p:cNvSpPr>
          <p:nvPr>
            <p:ph type="body" idx="1"/>
          </p:nvPr>
        </p:nvSpPr>
        <p:spPr>
          <a:xfrm>
            <a:off x="500292" y="3098664"/>
            <a:ext cx="2601300" cy="1303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2615" name="Google Shape;2615;p251"/>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616" name="Google Shape;2616;p251"/>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3">
    <p:spTree>
      <p:nvGrpSpPr>
        <p:cNvPr id="1" name="Shape 2617"/>
        <p:cNvGrpSpPr/>
        <p:nvPr/>
      </p:nvGrpSpPr>
      <p:grpSpPr>
        <a:xfrm>
          <a:off x="0" y="0"/>
          <a:ext cx="0" cy="0"/>
          <a:chOff x="0" y="0"/>
          <a:chExt cx="0" cy="0"/>
        </a:xfrm>
      </p:grpSpPr>
      <p:pic>
        <p:nvPicPr>
          <p:cNvPr id="2618" name="Google Shape;2618;p252"/>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619" name="Google Shape;2619;p252"/>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620" name="Google Shape;2620;p252"/>
          <p:cNvSpPr>
            <a:spLocks noGrp="1"/>
          </p:cNvSpPr>
          <p:nvPr>
            <p:ph type="pic" idx="2"/>
          </p:nvPr>
        </p:nvSpPr>
        <p:spPr>
          <a:xfrm>
            <a:off x="2805141" y="2431243"/>
            <a:ext cx="9004500" cy="3295800"/>
          </a:xfrm>
          <a:prstGeom prst="rect">
            <a:avLst/>
          </a:prstGeom>
          <a:solidFill>
            <a:srgbClr val="D8D8D8"/>
          </a:solidFill>
          <a:ln>
            <a:noFill/>
          </a:ln>
        </p:spPr>
        <p:txBody>
          <a:bodyPr/>
          <a:lstStyle/>
          <a:p>
            <a:endParaRPr lang="pt-BR" dirty="0"/>
          </a:p>
        </p:txBody>
      </p:sp>
      <p:sp>
        <p:nvSpPr>
          <p:cNvPr id="2621" name="Google Shape;2621;p252"/>
          <p:cNvSpPr txBox="1">
            <a:spLocks noGrp="1"/>
          </p:cNvSpPr>
          <p:nvPr>
            <p:ph type="body" idx="1"/>
          </p:nvPr>
        </p:nvSpPr>
        <p:spPr>
          <a:xfrm>
            <a:off x="2805142" y="5860191"/>
            <a:ext cx="9004800" cy="279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622" name="Google Shape;2622;p252"/>
          <p:cNvSpPr txBox="1">
            <a:spLocks noGrp="1"/>
          </p:cNvSpPr>
          <p:nvPr>
            <p:ph type="body" idx="3"/>
          </p:nvPr>
        </p:nvSpPr>
        <p:spPr>
          <a:xfrm>
            <a:off x="2805142" y="823383"/>
            <a:ext cx="9004800" cy="1363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623" name="Google Shape;2623;p252"/>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624" name="Google Shape;2624;p252"/>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4">
    <p:spTree>
      <p:nvGrpSpPr>
        <p:cNvPr id="1" name="Shape 2625"/>
        <p:cNvGrpSpPr/>
        <p:nvPr/>
      </p:nvGrpSpPr>
      <p:grpSpPr>
        <a:xfrm>
          <a:off x="0" y="0"/>
          <a:ext cx="0" cy="0"/>
          <a:chOff x="0" y="0"/>
          <a:chExt cx="0" cy="0"/>
        </a:xfrm>
      </p:grpSpPr>
      <p:pic>
        <p:nvPicPr>
          <p:cNvPr id="2626" name="Google Shape;2626;p253"/>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627" name="Google Shape;2627;p253"/>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628" name="Google Shape;2628;p253"/>
          <p:cNvSpPr txBox="1">
            <a:spLocks noGrp="1"/>
          </p:cNvSpPr>
          <p:nvPr>
            <p:ph type="body" idx="1"/>
          </p:nvPr>
        </p:nvSpPr>
        <p:spPr>
          <a:xfrm>
            <a:off x="2967826" y="931395"/>
            <a:ext cx="8540100" cy="52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629" name="Google Shape;2629;p253"/>
          <p:cNvSpPr txBox="1">
            <a:spLocks noGrp="1"/>
          </p:cNvSpPr>
          <p:nvPr>
            <p:ph type="body" idx="2"/>
          </p:nvPr>
        </p:nvSpPr>
        <p:spPr>
          <a:xfrm>
            <a:off x="2967826" y="2012830"/>
            <a:ext cx="3829800" cy="3761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630" name="Google Shape;2630;p253"/>
          <p:cNvSpPr>
            <a:spLocks noGrp="1"/>
          </p:cNvSpPr>
          <p:nvPr>
            <p:ph type="pic" idx="3"/>
          </p:nvPr>
        </p:nvSpPr>
        <p:spPr>
          <a:xfrm>
            <a:off x="7131171" y="2012830"/>
            <a:ext cx="4376700" cy="3761100"/>
          </a:xfrm>
          <a:prstGeom prst="rect">
            <a:avLst/>
          </a:prstGeom>
          <a:solidFill>
            <a:srgbClr val="D8D8D8"/>
          </a:solidFill>
          <a:ln>
            <a:noFill/>
          </a:ln>
        </p:spPr>
        <p:txBody>
          <a:bodyPr/>
          <a:lstStyle/>
          <a:p>
            <a:endParaRPr lang="pt-BR" dirty="0"/>
          </a:p>
        </p:txBody>
      </p:sp>
      <p:sp>
        <p:nvSpPr>
          <p:cNvPr id="2631" name="Google Shape;2631;p253"/>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632" name="Google Shape;2632;p253"/>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matchingName="1. Conteudo">
  <p:cSld name="2_1. Conteudo">
    <p:spTree>
      <p:nvGrpSpPr>
        <p:cNvPr id="1" name="Shape 2633"/>
        <p:cNvGrpSpPr/>
        <p:nvPr/>
      </p:nvGrpSpPr>
      <p:grpSpPr>
        <a:xfrm>
          <a:off x="0" y="0"/>
          <a:ext cx="0" cy="0"/>
          <a:chOff x="0" y="0"/>
          <a:chExt cx="0" cy="0"/>
        </a:xfrm>
      </p:grpSpPr>
      <p:pic>
        <p:nvPicPr>
          <p:cNvPr id="2634" name="Google Shape;2634;p254"/>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635" name="Google Shape;2635;p254"/>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636" name="Google Shape;2636;p254"/>
          <p:cNvSpPr txBox="1">
            <a:spLocks noGrp="1"/>
          </p:cNvSpPr>
          <p:nvPr>
            <p:ph type="body" idx="1"/>
          </p:nvPr>
        </p:nvSpPr>
        <p:spPr>
          <a:xfrm>
            <a:off x="3236779" y="2362200"/>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637" name="Google Shape;2637;p254"/>
          <p:cNvSpPr txBox="1">
            <a:spLocks noGrp="1"/>
          </p:cNvSpPr>
          <p:nvPr>
            <p:ph type="body" idx="2"/>
          </p:nvPr>
        </p:nvSpPr>
        <p:spPr>
          <a:xfrm>
            <a:off x="3236867" y="1170031"/>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638" name="Google Shape;2638;p254"/>
          <p:cNvSpPr txBox="1">
            <a:spLocks noGrp="1"/>
          </p:cNvSpPr>
          <p:nvPr>
            <p:ph type="body" idx="3"/>
          </p:nvPr>
        </p:nvSpPr>
        <p:spPr>
          <a:xfrm>
            <a:off x="3236778" y="4403072"/>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639" name="Google Shape;2639;p254"/>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640" name="Google Shape;2640;p254"/>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matchingName="1. Conteudo">
  <p:cSld name="2_1. Conteudo 2">
    <p:spTree>
      <p:nvGrpSpPr>
        <p:cNvPr id="1" name="Shape 2641"/>
        <p:cNvGrpSpPr/>
        <p:nvPr/>
      </p:nvGrpSpPr>
      <p:grpSpPr>
        <a:xfrm>
          <a:off x="0" y="0"/>
          <a:ext cx="0" cy="0"/>
          <a:chOff x="0" y="0"/>
          <a:chExt cx="0" cy="0"/>
        </a:xfrm>
      </p:grpSpPr>
      <p:pic>
        <p:nvPicPr>
          <p:cNvPr id="2642" name="Google Shape;2642;p255"/>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643" name="Google Shape;2643;p255"/>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644" name="Google Shape;2644;p255"/>
          <p:cNvSpPr txBox="1">
            <a:spLocks noGrp="1"/>
          </p:cNvSpPr>
          <p:nvPr>
            <p:ph type="body" idx="1"/>
          </p:nvPr>
        </p:nvSpPr>
        <p:spPr>
          <a:xfrm>
            <a:off x="3236779" y="2362200"/>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645" name="Google Shape;2645;p255"/>
          <p:cNvSpPr txBox="1">
            <a:spLocks noGrp="1"/>
          </p:cNvSpPr>
          <p:nvPr>
            <p:ph type="body" idx="2"/>
          </p:nvPr>
        </p:nvSpPr>
        <p:spPr>
          <a:xfrm>
            <a:off x="3236867" y="1170031"/>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646" name="Google Shape;2646;p255"/>
          <p:cNvSpPr txBox="1">
            <a:spLocks noGrp="1"/>
          </p:cNvSpPr>
          <p:nvPr>
            <p:ph type="body" idx="3"/>
          </p:nvPr>
        </p:nvSpPr>
        <p:spPr>
          <a:xfrm>
            <a:off x="3236778" y="4403072"/>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647" name="Google Shape;2647;p255"/>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648" name="Google Shape;2648;p255"/>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matchingName="1_3. Conteudo">
  <p:cSld name="1_3. Conteudo 7">
    <p:bg>
      <p:bgPr>
        <a:solidFill>
          <a:srgbClr val="28566E"/>
        </a:solidFill>
        <a:effectLst/>
      </p:bgPr>
    </p:bg>
    <p:spTree>
      <p:nvGrpSpPr>
        <p:cNvPr id="1" name="Shape 2649"/>
        <p:cNvGrpSpPr/>
        <p:nvPr/>
      </p:nvGrpSpPr>
      <p:grpSpPr>
        <a:xfrm>
          <a:off x="0" y="0"/>
          <a:ext cx="0" cy="0"/>
          <a:chOff x="0" y="0"/>
          <a:chExt cx="0" cy="0"/>
        </a:xfrm>
      </p:grpSpPr>
      <p:pic>
        <p:nvPicPr>
          <p:cNvPr id="2650" name="Google Shape;2650;p256"/>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2651" name="Google Shape;2651;p256"/>
          <p:cNvSpPr/>
          <p:nvPr/>
        </p:nvSpPr>
        <p:spPr>
          <a:xfrm>
            <a:off x="448134" y="414865"/>
            <a:ext cx="3222625" cy="3222612"/>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a:alphaModFix/>
            </a:blip>
            <a:stretch>
              <a:fillRect/>
            </a:stretch>
          </a:blip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2652" name="Google Shape;2652;p256"/>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653" name="Google Shape;2653;p256"/>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2654" name="Google Shape;2654;p256"/>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2655" name="Google Shape;2655;p256"/>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2656" name="Google Shape;2656;p256"/>
          <p:cNvSpPr txBox="1"/>
          <p:nvPr/>
        </p:nvSpPr>
        <p:spPr>
          <a:xfrm>
            <a:off x="12279086" y="384144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657" name="Google Shape;2657;p256"/>
          <p:cNvSpPr txBox="1"/>
          <p:nvPr/>
        </p:nvSpPr>
        <p:spPr>
          <a:xfrm>
            <a:off x="4744995" y="191117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658" name="Google Shape;2658;p256"/>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2659" name="Google Shape;2659;p256"/>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660" name="Google Shape;2660;p256"/>
          <p:cNvSpPr txBox="1"/>
          <p:nvPr/>
        </p:nvSpPr>
        <p:spPr>
          <a:xfrm>
            <a:off x="6265889" y="14990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661" name="Google Shape;2661;p256"/>
          <p:cNvSpPr txBox="1"/>
          <p:nvPr/>
        </p:nvSpPr>
        <p:spPr>
          <a:xfrm>
            <a:off x="2806376" y="3120112"/>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matchingName="1_3. Conteudo">
  <p:cSld name="2_3. Conteudo">
    <p:bg>
      <p:bgPr>
        <a:solidFill>
          <a:srgbClr val="28566E"/>
        </a:solidFill>
        <a:effectLst/>
      </p:bgPr>
    </p:bg>
    <p:spTree>
      <p:nvGrpSpPr>
        <p:cNvPr id="1" name="Shape 2662"/>
        <p:cNvGrpSpPr/>
        <p:nvPr/>
      </p:nvGrpSpPr>
      <p:grpSpPr>
        <a:xfrm>
          <a:off x="0" y="0"/>
          <a:ext cx="0" cy="0"/>
          <a:chOff x="0" y="0"/>
          <a:chExt cx="0" cy="0"/>
        </a:xfrm>
      </p:grpSpPr>
      <p:pic>
        <p:nvPicPr>
          <p:cNvPr id="2663" name="Google Shape;2663;p257"/>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2664" name="Google Shape;2664;p257"/>
          <p:cNvSpPr/>
          <p:nvPr/>
        </p:nvSpPr>
        <p:spPr>
          <a:xfrm>
            <a:off x="448134" y="414865"/>
            <a:ext cx="3222625" cy="3222612"/>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cstate="hqprint">
              <a:alphaModFix/>
              <a:extLst>
                <a:ext uri="{28A0092B-C50C-407E-A947-70E740481C1C}">
                  <a14:useLocalDpi xmlns:a14="http://schemas.microsoft.com/office/drawing/2010/main"/>
                </a:ext>
              </a:extLst>
            </a:blip>
            <a:stretch>
              <a:fillRect/>
            </a:stretch>
          </a:blip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2665" name="Google Shape;2665;p257"/>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2666" name="Google Shape;2666;p257"/>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2667" name="Google Shape;2667;p257"/>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2668" name="Google Shape;2668;p257"/>
          <p:cNvSpPr txBox="1"/>
          <p:nvPr/>
        </p:nvSpPr>
        <p:spPr>
          <a:xfrm>
            <a:off x="12279086" y="384144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669" name="Google Shape;2669;p257"/>
          <p:cNvSpPr txBox="1"/>
          <p:nvPr/>
        </p:nvSpPr>
        <p:spPr>
          <a:xfrm>
            <a:off x="4744995" y="191117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670" name="Google Shape;2670;p257"/>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2671" name="Google Shape;2671;p257"/>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672" name="Google Shape;2672;p257"/>
          <p:cNvSpPr txBox="1"/>
          <p:nvPr/>
        </p:nvSpPr>
        <p:spPr>
          <a:xfrm>
            <a:off x="12638314" y="383177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673" name="Google Shape;2673;p257"/>
          <p:cNvSpPr txBox="1"/>
          <p:nvPr/>
        </p:nvSpPr>
        <p:spPr>
          <a:xfrm>
            <a:off x="12442371" y="124097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674" name="Google Shape;2674;p257"/>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675" name="Google Shape;2675;p257"/>
          <p:cNvSpPr txBox="1"/>
          <p:nvPr/>
        </p:nvSpPr>
        <p:spPr>
          <a:xfrm>
            <a:off x="2578394" y="3162010"/>
            <a:ext cx="1600800" cy="656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133" b="0" i="0" u="none" strike="noStrike" cap="none" dirty="0">
                <a:solidFill>
                  <a:srgbClr val="FFFFFF"/>
                </a:solidFill>
                <a:latin typeface="Poppins Light"/>
                <a:ea typeface="Poppins Light"/>
                <a:cs typeface="Poppins Light"/>
                <a:sym typeface="Poppins Light"/>
              </a:rPr>
              <a:t>Colocando</a:t>
            </a:r>
            <a:br>
              <a:rPr lang="pt-BR" sz="2133" b="0" i="0" u="none" strike="noStrike" cap="none" dirty="0">
                <a:solidFill>
                  <a:srgbClr val="FFFFFF"/>
                </a:solidFill>
                <a:latin typeface="Poppins Light"/>
                <a:ea typeface="Poppins Light"/>
                <a:cs typeface="Poppins Light"/>
                <a:sym typeface="Poppins Light"/>
              </a:rPr>
            </a:br>
            <a:r>
              <a:rPr lang="pt-BR" sz="2133" b="0" i="0" u="none" strike="noStrike" cap="none" dirty="0">
                <a:solidFill>
                  <a:srgbClr val="FFFFFF"/>
                </a:solidFill>
                <a:latin typeface="Poppins Light"/>
                <a:ea typeface="Poppins Light"/>
                <a:cs typeface="Poppins Light"/>
                <a:sym typeface="Poppins Light"/>
              </a:rPr>
              <a:t>em </a:t>
            </a:r>
            <a:r>
              <a:rPr lang="pt-BR" sz="2133" b="1" i="0" u="none" strike="noStrike" cap="none" dirty="0">
                <a:solidFill>
                  <a:srgbClr val="FFFFFF"/>
                </a:solidFill>
                <a:latin typeface="Poppins"/>
                <a:ea typeface="Poppins"/>
                <a:cs typeface="Poppins"/>
                <a:sym typeface="Poppins"/>
              </a:rPr>
              <a:t>prática</a:t>
            </a:r>
            <a:endParaRPr sz="21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matchingName="1_3. Conteudo">
  <p:cSld name="2_3. Conteudo 2">
    <p:bg>
      <p:bgPr>
        <a:solidFill>
          <a:srgbClr val="28566E"/>
        </a:solidFill>
        <a:effectLst/>
      </p:bgPr>
    </p:bg>
    <p:spTree>
      <p:nvGrpSpPr>
        <p:cNvPr id="1" name="Shape 2676"/>
        <p:cNvGrpSpPr/>
        <p:nvPr/>
      </p:nvGrpSpPr>
      <p:grpSpPr>
        <a:xfrm>
          <a:off x="0" y="0"/>
          <a:ext cx="0" cy="0"/>
          <a:chOff x="0" y="0"/>
          <a:chExt cx="0" cy="0"/>
        </a:xfrm>
      </p:grpSpPr>
      <p:pic>
        <p:nvPicPr>
          <p:cNvPr id="2677" name="Google Shape;2677;p258"/>
          <p:cNvPicPr preferRelativeResize="0"/>
          <p:nvPr/>
        </p:nvPicPr>
        <p:blipFill rotWithShape="1">
          <a:blip r:embed="rId2">
            <a:alphaModFix/>
          </a:blip>
          <a:srcRect/>
          <a:stretch/>
        </p:blipFill>
        <p:spPr>
          <a:xfrm>
            <a:off x="0" y="17"/>
            <a:ext cx="4630818" cy="6857983"/>
          </a:xfrm>
          <a:prstGeom prst="rect">
            <a:avLst/>
          </a:prstGeom>
          <a:noFill/>
          <a:ln>
            <a:noFill/>
          </a:ln>
        </p:spPr>
      </p:pic>
      <p:pic>
        <p:nvPicPr>
          <p:cNvPr id="2678" name="Google Shape;2678;p258" descr="Câmera fotográfica preta&#10;&#10;Descrição gerada automaticamente"/>
          <p:cNvPicPr preferRelativeResize="0"/>
          <p:nvPr/>
        </p:nvPicPr>
        <p:blipFill rotWithShape="1">
          <a:blip r:embed="rId3" cstate="hqprint">
            <a:alphaModFix/>
            <a:extLst>
              <a:ext uri="{28A0092B-C50C-407E-A947-70E740481C1C}">
                <a14:useLocalDpi xmlns:a14="http://schemas.microsoft.com/office/drawing/2010/main"/>
              </a:ext>
            </a:extLst>
          </a:blip>
          <a:srcRect t="-271"/>
          <a:stretch/>
        </p:blipFill>
        <p:spPr>
          <a:xfrm>
            <a:off x="428798" y="386760"/>
            <a:ext cx="3243300" cy="3243300"/>
          </a:xfrm>
          <a:prstGeom prst="ellipse">
            <a:avLst/>
          </a:prstGeom>
          <a:noFill/>
          <a:ln>
            <a:noFill/>
          </a:ln>
        </p:spPr>
      </p:pic>
      <p:sp>
        <p:nvSpPr>
          <p:cNvPr id="2679" name="Google Shape;2679;p258"/>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2680" name="Google Shape;2680;p258"/>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2681" name="Google Shape;2681;p258"/>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2682" name="Google Shape;2682;p258"/>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2683" name="Google Shape;2683;p258"/>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684" name="Google Shape;2684;p258"/>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685" name="Google Shape;2685;p258"/>
          <p:cNvSpPr txBox="1"/>
          <p:nvPr/>
        </p:nvSpPr>
        <p:spPr>
          <a:xfrm>
            <a:off x="2806376" y="3120112"/>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matchingName="1_3. Conteudo">
  <p:cSld name="2_3. Conteudo 3">
    <p:bg>
      <p:bgPr>
        <a:solidFill>
          <a:srgbClr val="28566E"/>
        </a:solidFill>
        <a:effectLst/>
      </p:bgPr>
    </p:bg>
    <p:spTree>
      <p:nvGrpSpPr>
        <p:cNvPr id="1" name="Shape 2686"/>
        <p:cNvGrpSpPr/>
        <p:nvPr/>
      </p:nvGrpSpPr>
      <p:grpSpPr>
        <a:xfrm>
          <a:off x="0" y="0"/>
          <a:ext cx="0" cy="0"/>
          <a:chOff x="0" y="0"/>
          <a:chExt cx="0" cy="0"/>
        </a:xfrm>
      </p:grpSpPr>
      <p:pic>
        <p:nvPicPr>
          <p:cNvPr id="2687" name="Google Shape;2687;p259"/>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2688" name="Google Shape;2688;p259" descr="Câmera fotográfica preta&#10;&#10;Descrição gerada automaticamente"/>
          <p:cNvSpPr/>
          <p:nvPr/>
        </p:nvSpPr>
        <p:spPr>
          <a:xfrm>
            <a:off x="428798" y="386760"/>
            <a:ext cx="3243300" cy="32433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89" name="Google Shape;2689;p259"/>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2690" name="Google Shape;2690;p259"/>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2691" name="Google Shape;2691;p259"/>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2692" name="Google Shape;2692;p259"/>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2693" name="Google Shape;2693;p259"/>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694" name="Google Shape;2694;p259"/>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695" name="Google Shape;2695;p259"/>
          <p:cNvSpPr txBox="1"/>
          <p:nvPr/>
        </p:nvSpPr>
        <p:spPr>
          <a:xfrm>
            <a:off x="2578394" y="3162010"/>
            <a:ext cx="1600800" cy="656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133" b="0" i="0" u="none" strike="noStrike" cap="none" dirty="0">
                <a:solidFill>
                  <a:srgbClr val="FFFFFF"/>
                </a:solidFill>
                <a:latin typeface="Poppins Light"/>
                <a:ea typeface="Poppins Light"/>
                <a:cs typeface="Poppins Light"/>
                <a:sym typeface="Poppins Light"/>
              </a:rPr>
              <a:t>Colocando</a:t>
            </a:r>
            <a:br>
              <a:rPr lang="pt-BR" sz="2133" b="0" i="0" u="none" strike="noStrike" cap="none" dirty="0">
                <a:solidFill>
                  <a:srgbClr val="FFFFFF"/>
                </a:solidFill>
                <a:latin typeface="Poppins Light"/>
                <a:ea typeface="Poppins Light"/>
                <a:cs typeface="Poppins Light"/>
                <a:sym typeface="Poppins Light"/>
              </a:rPr>
            </a:br>
            <a:r>
              <a:rPr lang="pt-BR" sz="2133" b="0" i="0" u="none" strike="noStrike" cap="none" dirty="0">
                <a:solidFill>
                  <a:srgbClr val="FFFFFF"/>
                </a:solidFill>
                <a:latin typeface="Poppins Light"/>
                <a:ea typeface="Poppins Light"/>
                <a:cs typeface="Poppins Light"/>
                <a:sym typeface="Poppins Light"/>
              </a:rPr>
              <a:t>em </a:t>
            </a:r>
            <a:r>
              <a:rPr lang="pt-BR" sz="2133" b="1" i="0" u="none" strike="noStrike" cap="none" dirty="0">
                <a:solidFill>
                  <a:srgbClr val="FFFFFF"/>
                </a:solidFill>
                <a:latin typeface="Poppins"/>
                <a:ea typeface="Poppins"/>
                <a:cs typeface="Poppins"/>
                <a:sym typeface="Poppins"/>
              </a:rPr>
              <a:t>prática</a:t>
            </a:r>
            <a:endParaRPr sz="21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matchingName="4. Exposição">
  <p:cSld name="4. Exposição">
    <p:spTree>
      <p:nvGrpSpPr>
        <p:cNvPr id="1" name="Shape 2696"/>
        <p:cNvGrpSpPr/>
        <p:nvPr/>
      </p:nvGrpSpPr>
      <p:grpSpPr>
        <a:xfrm>
          <a:off x="0" y="0"/>
          <a:ext cx="0" cy="0"/>
          <a:chOff x="0" y="0"/>
          <a:chExt cx="0" cy="0"/>
        </a:xfrm>
      </p:grpSpPr>
      <p:pic>
        <p:nvPicPr>
          <p:cNvPr id="2697" name="Google Shape;2697;p260"/>
          <p:cNvPicPr preferRelativeResize="0"/>
          <p:nvPr/>
        </p:nvPicPr>
        <p:blipFill rotWithShape="1">
          <a:blip r:embed="rId2">
            <a:alphaModFix/>
          </a:blip>
          <a:srcRect/>
          <a:stretch/>
        </p:blipFill>
        <p:spPr>
          <a:xfrm>
            <a:off x="-3" y="0"/>
            <a:ext cx="3218119" cy="6857983"/>
          </a:xfrm>
          <a:prstGeom prst="rect">
            <a:avLst/>
          </a:prstGeom>
          <a:noFill/>
          <a:ln>
            <a:noFill/>
          </a:ln>
        </p:spPr>
      </p:pic>
      <p:sp>
        <p:nvSpPr>
          <p:cNvPr id="2698" name="Google Shape;2698;p260"/>
          <p:cNvSpPr txBox="1">
            <a:spLocks noGrp="1"/>
          </p:cNvSpPr>
          <p:nvPr>
            <p:ph type="body" idx="1"/>
          </p:nvPr>
        </p:nvSpPr>
        <p:spPr>
          <a:xfrm>
            <a:off x="3969778" y="768737"/>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699" name="Google Shape;2699;p260"/>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700" name="Google Shape;2700;p260"/>
          <p:cNvSpPr>
            <a:spLocks noGrp="1"/>
          </p:cNvSpPr>
          <p:nvPr>
            <p:ph type="pic" idx="2"/>
          </p:nvPr>
        </p:nvSpPr>
        <p:spPr>
          <a:xfrm>
            <a:off x="3979525" y="1953131"/>
            <a:ext cx="7268700" cy="3781500"/>
          </a:xfrm>
          <a:prstGeom prst="rect">
            <a:avLst/>
          </a:prstGeom>
          <a:noFill/>
          <a:ln>
            <a:noFill/>
          </a:ln>
        </p:spPr>
        <p:txBody>
          <a:bodyPr/>
          <a:lstStyle/>
          <a:p>
            <a:endParaRPr lang="pt-BR" dirty="0"/>
          </a:p>
        </p:txBody>
      </p:sp>
      <p:sp>
        <p:nvSpPr>
          <p:cNvPr id="2701" name="Google Shape;2701;p260"/>
          <p:cNvSpPr txBox="1">
            <a:spLocks noGrp="1"/>
          </p:cNvSpPr>
          <p:nvPr>
            <p:ph type="body" idx="3"/>
          </p:nvPr>
        </p:nvSpPr>
        <p:spPr>
          <a:xfrm>
            <a:off x="3969778" y="5831202"/>
            <a:ext cx="7268700" cy="148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dk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2702" name="Google Shape;2702;p260"/>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703" name="Google Shape;2703;p260"/>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matchingName="4. Exposição">
  <p:cSld name="2_4. Exposição">
    <p:spTree>
      <p:nvGrpSpPr>
        <p:cNvPr id="1" name="Shape 2704"/>
        <p:cNvGrpSpPr/>
        <p:nvPr/>
      </p:nvGrpSpPr>
      <p:grpSpPr>
        <a:xfrm>
          <a:off x="0" y="0"/>
          <a:ext cx="0" cy="0"/>
          <a:chOff x="0" y="0"/>
          <a:chExt cx="0" cy="0"/>
        </a:xfrm>
      </p:grpSpPr>
      <p:sp>
        <p:nvSpPr>
          <p:cNvPr id="2705" name="Google Shape;2705;p261"/>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matchingName="4. Exposição">
  <p:cSld name="2_4. Exposição 2">
    <p:spTree>
      <p:nvGrpSpPr>
        <p:cNvPr id="1" name="Shape 2706"/>
        <p:cNvGrpSpPr/>
        <p:nvPr/>
      </p:nvGrpSpPr>
      <p:grpSpPr>
        <a:xfrm>
          <a:off x="0" y="0"/>
          <a:ext cx="0" cy="0"/>
          <a:chOff x="0" y="0"/>
          <a:chExt cx="0" cy="0"/>
        </a:xfrm>
      </p:grpSpPr>
      <p:sp>
        <p:nvSpPr>
          <p:cNvPr id="2707" name="Google Shape;2707;p262"/>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cxnSp>
        <p:nvCxnSpPr>
          <p:cNvPr id="2708" name="Google Shape;2708;p262"/>
          <p:cNvCxnSpPr/>
          <p:nvPr/>
        </p:nvCxnSpPr>
        <p:spPr>
          <a:xfrm>
            <a:off x="343022" y="609127"/>
            <a:ext cx="7496100" cy="0"/>
          </a:xfrm>
          <a:prstGeom prst="straightConnector1">
            <a:avLst/>
          </a:prstGeom>
          <a:noFill/>
          <a:ln w="12700" cap="flat" cmpd="sng">
            <a:solidFill>
              <a:schemeClr val="dk1"/>
            </a:solidFill>
            <a:prstDash val="solid"/>
            <a:round/>
            <a:headEnd type="none" w="sm" len="sm"/>
            <a:tailEnd type="none" w="sm" len="sm"/>
          </a:ln>
        </p:spPr>
      </p:cxnSp>
      <p:sp>
        <p:nvSpPr>
          <p:cNvPr id="2709" name="Google Shape;2709;p262"/>
          <p:cNvSpPr txBox="1"/>
          <p:nvPr/>
        </p:nvSpPr>
        <p:spPr>
          <a:xfrm>
            <a:off x="343021" y="409155"/>
            <a:ext cx="4153500" cy="219000"/>
          </a:xfrm>
          <a:prstGeom prst="rect">
            <a:avLst/>
          </a:prstGeom>
          <a:noFill/>
          <a:ln>
            <a:noFill/>
          </a:ln>
        </p:spPr>
        <p:txBody>
          <a:bodyPr spcFirstLastPara="1" wrap="square" lIns="60950" tIns="60950" rIns="60950" bIns="60950" anchor="ctr" anchorCtr="0">
            <a:spAutoFit/>
          </a:bodyPr>
          <a:lstStyle/>
          <a:p>
            <a:pPr marL="0" marR="0" lvl="0" indent="0" algn="l" rtl="0">
              <a:lnSpc>
                <a:spcPct val="115000"/>
              </a:lnSpc>
              <a:spcBef>
                <a:spcPts val="0"/>
              </a:spcBef>
              <a:spcAft>
                <a:spcPts val="0"/>
              </a:spcAft>
              <a:buClr>
                <a:srgbClr val="000000"/>
              </a:buClr>
              <a:buSzPts val="3400"/>
              <a:buFont typeface="Arial"/>
              <a:buNone/>
            </a:pPr>
            <a:r>
              <a:rPr lang="pt-BR" sz="622" b="1" i="0" u="none" strike="noStrike" cap="none" dirty="0">
                <a:solidFill>
                  <a:srgbClr val="000000"/>
                </a:solidFill>
                <a:latin typeface="Arial"/>
                <a:ea typeface="Arial"/>
                <a:cs typeface="Arial"/>
                <a:sym typeface="Arial"/>
              </a:rPr>
              <a:t>Diversas aplicações</a:t>
            </a:r>
            <a:endParaRPr sz="933" b="1"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matchingName="4. Exposição">
  <p:cSld name="2_4. Exposição 3">
    <p:spTree>
      <p:nvGrpSpPr>
        <p:cNvPr id="1" name="Shape 2710"/>
        <p:cNvGrpSpPr/>
        <p:nvPr/>
      </p:nvGrpSpPr>
      <p:grpSpPr>
        <a:xfrm>
          <a:off x="0" y="0"/>
          <a:ext cx="0" cy="0"/>
          <a:chOff x="0" y="0"/>
          <a:chExt cx="0" cy="0"/>
        </a:xfrm>
      </p:grpSpPr>
      <p:sp>
        <p:nvSpPr>
          <p:cNvPr id="2711" name="Google Shape;2711;p263"/>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matchingName="3_Layout Personalizado">
  <p:cSld name="3_Layout Personalizado">
    <p:spTree>
      <p:nvGrpSpPr>
        <p:cNvPr id="1" name="Shape 2713"/>
        <p:cNvGrpSpPr/>
        <p:nvPr/>
      </p:nvGrpSpPr>
      <p:grpSpPr>
        <a:xfrm>
          <a:off x="0" y="0"/>
          <a:ext cx="0" cy="0"/>
          <a:chOff x="0" y="0"/>
          <a:chExt cx="0" cy="0"/>
        </a:xfrm>
      </p:grpSpPr>
      <p:sp>
        <p:nvSpPr>
          <p:cNvPr id="2714" name="Google Shape;2714;p265"/>
          <p:cNvSpPr/>
          <p:nvPr/>
        </p:nvSpPr>
        <p:spPr>
          <a:xfrm>
            <a:off x="0" y="0"/>
            <a:ext cx="12192000" cy="6858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2715" name="Google Shape;2715;p265"/>
          <p:cNvSpPr/>
          <p:nvPr/>
        </p:nvSpPr>
        <p:spPr>
          <a:xfrm>
            <a:off x="5802699" y="1543035"/>
            <a:ext cx="4206000" cy="3044100"/>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716" name="Google Shape;2716;p265"/>
          <p:cNvSpPr txBox="1"/>
          <p:nvPr/>
        </p:nvSpPr>
        <p:spPr>
          <a:xfrm>
            <a:off x="2149362" y="2398780"/>
            <a:ext cx="3401700" cy="1851600"/>
          </a:xfrm>
          <a:prstGeom prst="rect">
            <a:avLst/>
          </a:prstGeom>
          <a:noFill/>
          <a:ln>
            <a:noFill/>
          </a:ln>
        </p:spPr>
        <p:txBody>
          <a:bodyPr spcFirstLastPara="1" wrap="square" lIns="0" tIns="0" rIns="0" bIns="0" anchor="t" anchorCtr="0">
            <a:spAutoFit/>
          </a:bodyPr>
          <a:lstStyle/>
          <a:p>
            <a:pPr marL="0" marR="0" lvl="0" indent="0" algn="r" rtl="0">
              <a:lnSpc>
                <a:spcPct val="93999"/>
              </a:lnSpc>
              <a:spcBef>
                <a:spcPts val="0"/>
              </a:spcBef>
              <a:spcAft>
                <a:spcPts val="0"/>
              </a:spcAft>
              <a:buClr>
                <a:srgbClr val="000000"/>
              </a:buClr>
              <a:buSzPts val="4266"/>
              <a:buFont typeface="Arial"/>
              <a:buNone/>
            </a:pPr>
            <a:r>
              <a:rPr lang="pt-BR" sz="4266" b="1" i="0" u="none" strike="noStrike" cap="none" dirty="0">
                <a:solidFill>
                  <a:srgbClr val="000000"/>
                </a:solidFill>
                <a:latin typeface="Poppins"/>
                <a:ea typeface="Poppins"/>
                <a:cs typeface="Poppins"/>
                <a:sym typeface="Poppins"/>
              </a:rPr>
              <a:t>Educação Profissional Paulista</a:t>
            </a:r>
            <a:endParaRPr sz="1400" b="0" i="0" u="none" strike="noStrike" cap="none" dirty="0">
              <a:solidFill>
                <a:srgbClr val="000000"/>
              </a:solidFill>
              <a:latin typeface="Arial"/>
              <a:ea typeface="Arial"/>
              <a:cs typeface="Arial"/>
              <a:sym typeface="Arial"/>
            </a:endParaRPr>
          </a:p>
        </p:txBody>
      </p:sp>
      <p:sp>
        <p:nvSpPr>
          <p:cNvPr id="2717" name="Google Shape;2717;p265"/>
          <p:cNvSpPr txBox="1"/>
          <p:nvPr/>
        </p:nvSpPr>
        <p:spPr>
          <a:xfrm>
            <a:off x="6069602" y="2317274"/>
            <a:ext cx="3578400" cy="513300"/>
          </a:xfrm>
          <a:prstGeom prst="rect">
            <a:avLst/>
          </a:prstGeom>
          <a:noFill/>
          <a:ln>
            <a:noFill/>
          </a:ln>
        </p:spPr>
        <p:txBody>
          <a:bodyPr spcFirstLastPara="1" wrap="square" lIns="0" tIns="0" rIns="0" bIns="0" anchor="t" anchorCtr="0">
            <a:spAutoFit/>
          </a:bodyPr>
          <a:lstStyle/>
          <a:p>
            <a:pPr marL="0" marR="0" lvl="0" indent="0" algn="l" rtl="0">
              <a:lnSpc>
                <a:spcPct val="136892"/>
              </a:lnSpc>
              <a:spcBef>
                <a:spcPts val="0"/>
              </a:spcBef>
              <a:spcAft>
                <a:spcPts val="0"/>
              </a:spcAft>
              <a:buClr>
                <a:srgbClr val="000000"/>
              </a:buClr>
              <a:buSzPts val="3334"/>
              <a:buFont typeface="Arial"/>
              <a:buNone/>
            </a:pPr>
            <a:r>
              <a:rPr lang="pt-BR" sz="3334" b="0" i="0" u="none" strike="noStrike" cap="none" dirty="0">
                <a:solidFill>
                  <a:srgbClr val="FFFFFF"/>
                </a:solidFill>
                <a:latin typeface="Poppins Light"/>
                <a:ea typeface="Poppins Light"/>
                <a:cs typeface="Poppins Light"/>
                <a:sym typeface="Poppins Light"/>
              </a:rPr>
              <a:t>Técnico em </a:t>
            </a:r>
            <a:endParaRPr sz="1400" b="0" i="0" u="none" strike="noStrike" cap="none" dirty="0">
              <a:solidFill>
                <a:srgbClr val="000000"/>
              </a:solidFill>
              <a:latin typeface="Arial"/>
              <a:ea typeface="Arial"/>
              <a:cs typeface="Arial"/>
              <a:sym typeface="Arial"/>
            </a:endParaRPr>
          </a:p>
        </p:txBody>
      </p:sp>
      <p:sp>
        <p:nvSpPr>
          <p:cNvPr id="2718" name="Google Shape;2718;p265"/>
          <p:cNvSpPr txBox="1"/>
          <p:nvPr/>
        </p:nvSpPr>
        <p:spPr>
          <a:xfrm>
            <a:off x="6116400" y="2896479"/>
            <a:ext cx="3673800" cy="964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133"/>
              <a:buFont typeface="Arial"/>
              <a:buNone/>
            </a:pPr>
            <a:r>
              <a:rPr lang="pt-BR" sz="3133" b="1" i="0" u="none" strike="noStrike" cap="none" dirty="0">
                <a:solidFill>
                  <a:srgbClr val="FFFFFF"/>
                </a:solidFill>
                <a:latin typeface="Poppins"/>
                <a:ea typeface="Poppins"/>
                <a:cs typeface="Poppins"/>
                <a:sym typeface="Poppins"/>
              </a:rPr>
              <a:t>Desenvolvimento de Sistemas</a:t>
            </a:r>
            <a:endParaRPr sz="1400" b="0" i="0" u="none" strike="noStrike" cap="none" dirty="0">
              <a:solidFill>
                <a:srgbClr val="000000"/>
              </a:solidFill>
              <a:latin typeface="Arial"/>
              <a:ea typeface="Arial"/>
              <a:cs typeface="Arial"/>
              <a:sym typeface="Arial"/>
            </a:endParaRPr>
          </a:p>
        </p:txBody>
      </p:sp>
      <p:pic>
        <p:nvPicPr>
          <p:cNvPr id="2719" name="Google Shape;2719;p265" descr="Logotipo&#10;&#10;O conteúdo gerado por IA pode estar incorreto."/>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4828111" y="5385674"/>
            <a:ext cx="2535781" cy="1147459"/>
          </a:xfrm>
          <a:prstGeom prst="rect">
            <a:avLst/>
          </a:prstGeom>
          <a:noFill/>
          <a:ln>
            <a:noFill/>
          </a:ln>
        </p:spPr>
      </p:pic>
    </p:spTree>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matchingName="michoca">
  <p:cSld name="CUSTOM">
    <p:spTree>
      <p:nvGrpSpPr>
        <p:cNvPr id="1" name="Shape 2720"/>
        <p:cNvGrpSpPr/>
        <p:nvPr/>
      </p:nvGrpSpPr>
      <p:grpSpPr>
        <a:xfrm>
          <a:off x="0" y="0"/>
          <a:ext cx="0" cy="0"/>
          <a:chOff x="0" y="0"/>
          <a:chExt cx="0" cy="0"/>
        </a:xfrm>
      </p:grpSpPr>
      <p:pic>
        <p:nvPicPr>
          <p:cNvPr id="2721" name="Google Shape;2721;p266"/>
          <p:cNvPicPr preferRelativeResize="0"/>
          <p:nvPr/>
        </p:nvPicPr>
        <p:blipFill rotWithShape="1">
          <a:blip r:embed="rId2" cstate="hqprint">
            <a:alphaModFix/>
            <a:extLst>
              <a:ext uri="{28A0092B-C50C-407E-A947-70E740481C1C}">
                <a14:useLocalDpi xmlns:a14="http://schemas.microsoft.com/office/drawing/2010/main"/>
              </a:ext>
            </a:extLst>
          </a:blip>
          <a:srcRect l="1999" r="951"/>
          <a:stretch/>
        </p:blipFill>
        <p:spPr>
          <a:xfrm>
            <a:off x="-5171" y="1336655"/>
            <a:ext cx="12197169" cy="4987270"/>
          </a:xfrm>
          <a:prstGeom prst="rect">
            <a:avLst/>
          </a:prstGeom>
          <a:noFill/>
          <a:ln>
            <a:noFill/>
          </a:ln>
        </p:spPr>
      </p:pic>
      <p:sp>
        <p:nvSpPr>
          <p:cNvPr id="2722" name="Google Shape;2722;p266"/>
          <p:cNvSpPr/>
          <p:nvPr/>
        </p:nvSpPr>
        <p:spPr>
          <a:xfrm rot="-3439711">
            <a:off x="3101904" y="4687022"/>
            <a:ext cx="210625" cy="210625"/>
          </a:xfrm>
          <a:prstGeom prst="ellipse">
            <a:avLst/>
          </a:prstGeom>
          <a:solidFill>
            <a:srgbClr val="FA161E"/>
          </a:solidFill>
          <a:ln>
            <a:noFill/>
          </a:ln>
        </p:spPr>
        <p:txBody>
          <a:bodyPr spcFirstLastPara="1" wrap="square" lIns="60950" tIns="30450" rIns="60950" bIns="3045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2723" name="Google Shape;2723;p266"/>
          <p:cNvSpPr/>
          <p:nvPr/>
        </p:nvSpPr>
        <p:spPr>
          <a:xfrm rot="8953936">
            <a:off x="6038159" y="1499754"/>
            <a:ext cx="210533" cy="210533"/>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2724" name="Google Shape;2724;p266"/>
          <p:cNvSpPr/>
          <p:nvPr/>
        </p:nvSpPr>
        <p:spPr>
          <a:xfrm rot="-4953060">
            <a:off x="7445868" y="2445423"/>
            <a:ext cx="210577" cy="210577"/>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2725" name="Google Shape;2725;p266"/>
          <p:cNvSpPr/>
          <p:nvPr/>
        </p:nvSpPr>
        <p:spPr>
          <a:xfrm rot="-2290533">
            <a:off x="8128906" y="5906016"/>
            <a:ext cx="210655" cy="210655"/>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2726" name="Google Shape;2726;p266"/>
          <p:cNvSpPr/>
          <p:nvPr/>
        </p:nvSpPr>
        <p:spPr>
          <a:xfrm rot="4159189">
            <a:off x="9504251" y="4023316"/>
            <a:ext cx="210675" cy="210675"/>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grpSp>
        <p:nvGrpSpPr>
          <p:cNvPr id="2727" name="Google Shape;2727;p266"/>
          <p:cNvGrpSpPr/>
          <p:nvPr/>
        </p:nvGrpSpPr>
        <p:grpSpPr>
          <a:xfrm>
            <a:off x="587322" y="1618499"/>
            <a:ext cx="11456514" cy="4435193"/>
            <a:chOff x="880938" y="2427625"/>
            <a:chExt cx="17183911" cy="6652457"/>
          </a:xfrm>
        </p:grpSpPr>
        <p:sp>
          <p:nvSpPr>
            <p:cNvPr id="2728" name="Google Shape;2728;p266"/>
            <p:cNvSpPr/>
            <p:nvPr/>
          </p:nvSpPr>
          <p:spPr>
            <a:xfrm>
              <a:off x="880938" y="8194174"/>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29" name="Google Shape;2729;p266"/>
            <p:cNvSpPr/>
            <p:nvPr/>
          </p:nvSpPr>
          <p:spPr>
            <a:xfrm>
              <a:off x="2332293" y="8194174"/>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0" name="Google Shape;2730;p266"/>
            <p:cNvSpPr/>
            <p:nvPr/>
          </p:nvSpPr>
          <p:spPr>
            <a:xfrm>
              <a:off x="3751845" y="8108805"/>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1" name="Google Shape;2731;p266"/>
            <p:cNvSpPr/>
            <p:nvPr/>
          </p:nvSpPr>
          <p:spPr>
            <a:xfrm rot="-3437456">
              <a:off x="5201675" y="5679979"/>
              <a:ext cx="315893" cy="315893"/>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2" name="Google Shape;2732;p266"/>
            <p:cNvSpPr/>
            <p:nvPr/>
          </p:nvSpPr>
          <p:spPr>
            <a:xfrm rot="-911871">
              <a:off x="6624196" y="5419647"/>
              <a:ext cx="315846" cy="31584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3" name="Google Shape;2733;p266"/>
            <p:cNvSpPr/>
            <p:nvPr/>
          </p:nvSpPr>
          <p:spPr>
            <a:xfrm rot="-911871">
              <a:off x="7693784" y="4751289"/>
              <a:ext cx="315846" cy="31584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4" name="Google Shape;2734;p266"/>
            <p:cNvSpPr/>
            <p:nvPr/>
          </p:nvSpPr>
          <p:spPr>
            <a:xfrm rot="8951697">
              <a:off x="10518648" y="2486202"/>
              <a:ext cx="315747" cy="31574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5" name="Google Shape;2735;p266"/>
            <p:cNvSpPr/>
            <p:nvPr/>
          </p:nvSpPr>
          <p:spPr>
            <a:xfrm rot="8951697">
              <a:off x="8026147" y="3148552"/>
              <a:ext cx="315747" cy="31574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6" name="Google Shape;2736;p266"/>
            <p:cNvSpPr/>
            <p:nvPr/>
          </p:nvSpPr>
          <p:spPr>
            <a:xfrm rot="-4951441">
              <a:off x="11180622" y="6509015"/>
              <a:ext cx="315885" cy="315885"/>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7" name="Google Shape;2737;p266"/>
            <p:cNvSpPr/>
            <p:nvPr/>
          </p:nvSpPr>
          <p:spPr>
            <a:xfrm rot="-4951441">
              <a:off x="11209836" y="5069980"/>
              <a:ext cx="315885" cy="315885"/>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8" name="Google Shape;2738;p266"/>
            <p:cNvSpPr/>
            <p:nvPr/>
          </p:nvSpPr>
          <p:spPr>
            <a:xfrm rot="-2287966">
              <a:off x="13545981" y="8700484"/>
              <a:ext cx="315797" cy="31579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9" name="Google Shape;2739;p266"/>
            <p:cNvSpPr/>
            <p:nvPr/>
          </p:nvSpPr>
          <p:spPr>
            <a:xfrm rot="-2287966">
              <a:off x="14277258" y="7524968"/>
              <a:ext cx="315797" cy="31579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40" name="Google Shape;2740;p266"/>
            <p:cNvSpPr/>
            <p:nvPr/>
          </p:nvSpPr>
          <p:spPr>
            <a:xfrm rot="5403265">
              <a:off x="11261393" y="7971458"/>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41" name="Google Shape;2741;p266"/>
            <p:cNvSpPr/>
            <p:nvPr/>
          </p:nvSpPr>
          <p:spPr>
            <a:xfrm rot="4161668">
              <a:off x="14897321" y="4884642"/>
              <a:ext cx="315766" cy="31576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42" name="Google Shape;2742;p266"/>
            <p:cNvSpPr/>
            <p:nvPr/>
          </p:nvSpPr>
          <p:spPr>
            <a:xfrm rot="-9744530">
              <a:off x="17708869" y="4757143"/>
              <a:ext cx="315661" cy="315661"/>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43" name="Google Shape;2743;p266"/>
            <p:cNvSpPr/>
            <p:nvPr/>
          </p:nvSpPr>
          <p:spPr>
            <a:xfrm rot="-9744530">
              <a:off x="16321681" y="4758619"/>
              <a:ext cx="315661" cy="315661"/>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grpSp>
      <p:sp>
        <p:nvSpPr>
          <p:cNvPr id="2744" name="Google Shape;2744;p266"/>
          <p:cNvSpPr/>
          <p:nvPr/>
        </p:nvSpPr>
        <p:spPr>
          <a:xfrm>
            <a:off x="2933526" y="2830191"/>
            <a:ext cx="536100" cy="536100"/>
          </a:xfrm>
          <a:prstGeom prst="ellipse">
            <a:avLst/>
          </a:prstGeom>
          <a:solidFill>
            <a:srgbClr val="FA161E"/>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1</a:t>
            </a:r>
            <a:endParaRPr sz="2000" b="0" i="0" u="none" strike="noStrike" cap="none" dirty="0">
              <a:solidFill>
                <a:srgbClr val="FFFFFF"/>
              </a:solidFill>
              <a:latin typeface="Calibri"/>
              <a:ea typeface="Calibri"/>
              <a:cs typeface="Calibri"/>
              <a:sym typeface="Calibri"/>
            </a:endParaRPr>
          </a:p>
        </p:txBody>
      </p:sp>
      <p:cxnSp>
        <p:nvCxnSpPr>
          <p:cNvPr id="2745" name="Google Shape;2745;p266"/>
          <p:cNvCxnSpPr>
            <a:stCxn id="2744" idx="4"/>
          </p:cNvCxnSpPr>
          <p:nvPr/>
        </p:nvCxnSpPr>
        <p:spPr>
          <a:xfrm>
            <a:off x="3201576" y="3366291"/>
            <a:ext cx="0" cy="1323300"/>
          </a:xfrm>
          <a:prstGeom prst="straightConnector1">
            <a:avLst/>
          </a:prstGeom>
          <a:noFill/>
          <a:ln w="9525" cap="flat" cmpd="sng">
            <a:solidFill>
              <a:srgbClr val="FA161E"/>
            </a:solidFill>
            <a:prstDash val="solid"/>
            <a:round/>
            <a:headEnd type="none" w="sm" len="sm"/>
            <a:tailEnd type="none" w="sm" len="sm"/>
          </a:ln>
        </p:spPr>
      </p:cxnSp>
      <p:cxnSp>
        <p:nvCxnSpPr>
          <p:cNvPr id="2746" name="Google Shape;2746;p266"/>
          <p:cNvCxnSpPr>
            <a:endCxn id="2725" idx="1"/>
          </p:cNvCxnSpPr>
          <p:nvPr/>
        </p:nvCxnSpPr>
        <p:spPr>
          <a:xfrm rot="10800000" flipH="1">
            <a:off x="7013652" y="5998827"/>
            <a:ext cx="1116000" cy="15300"/>
          </a:xfrm>
          <a:prstGeom prst="straightConnector1">
            <a:avLst/>
          </a:prstGeom>
          <a:noFill/>
          <a:ln w="9525" cap="flat" cmpd="sng">
            <a:solidFill>
              <a:schemeClr val="dk1"/>
            </a:solidFill>
            <a:prstDash val="solid"/>
            <a:round/>
            <a:headEnd type="none" w="sm" len="sm"/>
            <a:tailEnd type="none" w="sm" len="sm"/>
          </a:ln>
        </p:spPr>
      </p:cxnSp>
      <p:sp>
        <p:nvSpPr>
          <p:cNvPr id="2747" name="Google Shape;2747;p266"/>
          <p:cNvSpPr/>
          <p:nvPr/>
        </p:nvSpPr>
        <p:spPr>
          <a:xfrm>
            <a:off x="5860040" y="626852"/>
            <a:ext cx="536100" cy="5361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2</a:t>
            </a:r>
            <a:endParaRPr sz="2000" b="0" i="0" u="none" strike="noStrike" cap="none" dirty="0">
              <a:solidFill>
                <a:srgbClr val="FFFFFF"/>
              </a:solidFill>
              <a:latin typeface="Calibri"/>
              <a:ea typeface="Calibri"/>
              <a:cs typeface="Calibri"/>
              <a:sym typeface="Calibri"/>
            </a:endParaRPr>
          </a:p>
        </p:txBody>
      </p:sp>
      <p:cxnSp>
        <p:nvCxnSpPr>
          <p:cNvPr id="2748" name="Google Shape;2748;p266"/>
          <p:cNvCxnSpPr>
            <a:stCxn id="2747" idx="4"/>
            <a:endCxn id="2723" idx="7"/>
          </p:cNvCxnSpPr>
          <p:nvPr/>
        </p:nvCxnSpPr>
        <p:spPr>
          <a:xfrm flipH="1">
            <a:off x="6117590" y="1162952"/>
            <a:ext cx="10500" cy="544200"/>
          </a:xfrm>
          <a:prstGeom prst="straightConnector1">
            <a:avLst/>
          </a:prstGeom>
          <a:noFill/>
          <a:ln w="9525" cap="flat" cmpd="sng">
            <a:solidFill>
              <a:schemeClr val="dk1"/>
            </a:solidFill>
            <a:prstDash val="solid"/>
            <a:round/>
            <a:headEnd type="none" w="sm" len="sm"/>
            <a:tailEnd type="none" w="sm" len="sm"/>
          </a:ln>
        </p:spPr>
      </p:cxnSp>
      <p:sp>
        <p:nvSpPr>
          <p:cNvPr id="2749" name="Google Shape;2749;p266"/>
          <p:cNvSpPr/>
          <p:nvPr/>
        </p:nvSpPr>
        <p:spPr>
          <a:xfrm>
            <a:off x="8025148" y="1688132"/>
            <a:ext cx="536100" cy="5361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3</a:t>
            </a:r>
            <a:endParaRPr sz="2000" b="0" i="0" u="none" strike="noStrike" cap="none" dirty="0">
              <a:solidFill>
                <a:srgbClr val="FFFFFF"/>
              </a:solidFill>
              <a:latin typeface="Calibri"/>
              <a:ea typeface="Calibri"/>
              <a:cs typeface="Calibri"/>
              <a:sym typeface="Calibri"/>
            </a:endParaRPr>
          </a:p>
        </p:txBody>
      </p:sp>
      <p:cxnSp>
        <p:nvCxnSpPr>
          <p:cNvPr id="2750" name="Google Shape;2750;p266"/>
          <p:cNvCxnSpPr>
            <a:stCxn id="2749" idx="3"/>
            <a:endCxn id="2724" idx="5"/>
          </p:cNvCxnSpPr>
          <p:nvPr/>
        </p:nvCxnSpPr>
        <p:spPr>
          <a:xfrm flipH="1">
            <a:off x="7634758" y="2145722"/>
            <a:ext cx="468900" cy="340800"/>
          </a:xfrm>
          <a:prstGeom prst="straightConnector1">
            <a:avLst/>
          </a:prstGeom>
          <a:noFill/>
          <a:ln w="9525" cap="flat" cmpd="sng">
            <a:solidFill>
              <a:schemeClr val="dk1"/>
            </a:solidFill>
            <a:prstDash val="solid"/>
            <a:round/>
            <a:headEnd type="none" w="sm" len="sm"/>
            <a:tailEnd type="none" w="sm" len="sm"/>
          </a:ln>
        </p:spPr>
      </p:cxnSp>
      <p:sp>
        <p:nvSpPr>
          <p:cNvPr id="2751" name="Google Shape;2751;p266"/>
          <p:cNvSpPr txBox="1"/>
          <p:nvPr/>
        </p:nvSpPr>
        <p:spPr>
          <a:xfrm>
            <a:off x="772402" y="3726604"/>
            <a:ext cx="1728600" cy="2769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pt-BR" sz="1400" b="1" i="0" u="none" strike="noStrike" cap="none" dirty="0">
                <a:solidFill>
                  <a:srgbClr val="FA161E"/>
                </a:solidFill>
                <a:latin typeface="Poppins"/>
                <a:ea typeface="Poppins"/>
                <a:cs typeface="Poppins"/>
                <a:sym typeface="Poppins"/>
              </a:rPr>
              <a:t>Você está aqui!</a:t>
            </a:r>
            <a:endParaRPr sz="1400" b="0" i="0" u="none" strike="noStrike" cap="none" dirty="0">
              <a:solidFill>
                <a:srgbClr val="000000"/>
              </a:solidFill>
              <a:latin typeface="Arial"/>
              <a:ea typeface="Arial"/>
              <a:cs typeface="Arial"/>
              <a:sym typeface="Arial"/>
            </a:endParaRPr>
          </a:p>
        </p:txBody>
      </p:sp>
      <p:pic>
        <p:nvPicPr>
          <p:cNvPr id="2752" name="Google Shape;2752;p266"/>
          <p:cNvPicPr preferRelativeResize="0"/>
          <p:nvPr/>
        </p:nvPicPr>
        <p:blipFill rotWithShape="1">
          <a:blip r:embed="rId3">
            <a:alphaModFix/>
          </a:blip>
          <a:srcRect/>
          <a:stretch/>
        </p:blipFill>
        <p:spPr>
          <a:xfrm rot="-2744266">
            <a:off x="2787582" y="2677006"/>
            <a:ext cx="595814" cy="351746"/>
          </a:xfrm>
          <a:prstGeom prst="rect">
            <a:avLst/>
          </a:prstGeom>
          <a:noFill/>
          <a:ln>
            <a:noFill/>
          </a:ln>
        </p:spPr>
      </p:pic>
      <p:pic>
        <p:nvPicPr>
          <p:cNvPr id="2753" name="Google Shape;2753;p266"/>
          <p:cNvPicPr preferRelativeResize="0"/>
          <p:nvPr/>
        </p:nvPicPr>
        <p:blipFill rotWithShape="1">
          <a:blip r:embed="rId4">
            <a:alphaModFix/>
          </a:blip>
          <a:srcRect/>
          <a:stretch/>
        </p:blipFill>
        <p:spPr>
          <a:xfrm rot="-2744266">
            <a:off x="6507085" y="5594780"/>
            <a:ext cx="595814" cy="351746"/>
          </a:xfrm>
          <a:prstGeom prst="rect">
            <a:avLst/>
          </a:prstGeom>
          <a:noFill/>
          <a:ln>
            <a:noFill/>
          </a:ln>
        </p:spPr>
      </p:pic>
      <p:pic>
        <p:nvPicPr>
          <p:cNvPr id="2754" name="Google Shape;2754;p266"/>
          <p:cNvPicPr preferRelativeResize="0"/>
          <p:nvPr/>
        </p:nvPicPr>
        <p:blipFill rotWithShape="1">
          <a:blip r:embed="rId4">
            <a:alphaModFix/>
          </a:blip>
          <a:srcRect/>
          <a:stretch/>
        </p:blipFill>
        <p:spPr>
          <a:xfrm rot="-2744266">
            <a:off x="5742058" y="459308"/>
            <a:ext cx="595814" cy="351746"/>
          </a:xfrm>
          <a:prstGeom prst="rect">
            <a:avLst/>
          </a:prstGeom>
          <a:noFill/>
          <a:ln>
            <a:noFill/>
          </a:ln>
        </p:spPr>
      </p:pic>
      <p:pic>
        <p:nvPicPr>
          <p:cNvPr id="2755" name="Google Shape;2755;p266"/>
          <p:cNvPicPr preferRelativeResize="0"/>
          <p:nvPr/>
        </p:nvPicPr>
        <p:blipFill rotWithShape="1">
          <a:blip r:embed="rId4">
            <a:alphaModFix/>
          </a:blip>
          <a:srcRect/>
          <a:stretch/>
        </p:blipFill>
        <p:spPr>
          <a:xfrm rot="-2744266">
            <a:off x="7905615" y="1533372"/>
            <a:ext cx="595814" cy="351746"/>
          </a:xfrm>
          <a:prstGeom prst="rect">
            <a:avLst/>
          </a:prstGeom>
          <a:noFill/>
          <a:ln>
            <a:noFill/>
          </a:ln>
        </p:spPr>
      </p:pic>
      <p:sp>
        <p:nvSpPr>
          <p:cNvPr id="2756" name="Google Shape;2756;p266"/>
          <p:cNvSpPr/>
          <p:nvPr/>
        </p:nvSpPr>
        <p:spPr>
          <a:xfrm>
            <a:off x="10174052" y="3851166"/>
            <a:ext cx="536100" cy="5361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5</a:t>
            </a:r>
            <a:endParaRPr sz="2000" b="0" i="0" u="none" strike="noStrike" cap="none" dirty="0">
              <a:solidFill>
                <a:srgbClr val="FFFFFF"/>
              </a:solidFill>
              <a:latin typeface="Calibri"/>
              <a:ea typeface="Calibri"/>
              <a:cs typeface="Calibri"/>
              <a:sym typeface="Calibri"/>
            </a:endParaRPr>
          </a:p>
        </p:txBody>
      </p:sp>
      <p:cxnSp>
        <p:nvCxnSpPr>
          <p:cNvPr id="2757" name="Google Shape;2757;p266"/>
          <p:cNvCxnSpPr>
            <a:stCxn id="2756" idx="2"/>
          </p:cNvCxnSpPr>
          <p:nvPr/>
        </p:nvCxnSpPr>
        <p:spPr>
          <a:xfrm flipH="1">
            <a:off x="9579752" y="4119216"/>
            <a:ext cx="594300" cy="12300"/>
          </a:xfrm>
          <a:prstGeom prst="straightConnector1">
            <a:avLst/>
          </a:prstGeom>
          <a:noFill/>
          <a:ln w="9525" cap="flat" cmpd="sng">
            <a:solidFill>
              <a:schemeClr val="dk1"/>
            </a:solidFill>
            <a:prstDash val="solid"/>
            <a:round/>
            <a:headEnd type="none" w="sm" len="sm"/>
            <a:tailEnd type="none" w="sm" len="sm"/>
          </a:ln>
        </p:spPr>
      </p:cxnSp>
      <p:pic>
        <p:nvPicPr>
          <p:cNvPr id="2758" name="Google Shape;2758;p266"/>
          <p:cNvPicPr preferRelativeResize="0"/>
          <p:nvPr/>
        </p:nvPicPr>
        <p:blipFill rotWithShape="1">
          <a:blip r:embed="rId4">
            <a:alphaModFix/>
          </a:blip>
          <a:srcRect/>
          <a:stretch/>
        </p:blipFill>
        <p:spPr>
          <a:xfrm rot="-2744266">
            <a:off x="10032072" y="3710602"/>
            <a:ext cx="595814" cy="351746"/>
          </a:xfrm>
          <a:prstGeom prst="rect">
            <a:avLst/>
          </a:prstGeom>
          <a:noFill/>
          <a:ln>
            <a:noFill/>
          </a:ln>
        </p:spPr>
      </p:pic>
      <p:sp>
        <p:nvSpPr>
          <p:cNvPr id="2759" name="Google Shape;2759;p266"/>
          <p:cNvSpPr txBox="1"/>
          <p:nvPr/>
        </p:nvSpPr>
        <p:spPr>
          <a:xfrm>
            <a:off x="772403" y="3963595"/>
            <a:ext cx="2832600" cy="3231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rgbClr val="000000"/>
                </a:solidFill>
                <a:latin typeface="Poppins"/>
                <a:ea typeface="Poppins"/>
                <a:cs typeface="Poppins"/>
                <a:sym typeface="Poppins"/>
              </a:rPr>
              <a:t>Tema da semana 1</a:t>
            </a:r>
            <a:endParaRPr sz="1700" b="0" i="0" u="none" strike="noStrike" cap="none" dirty="0">
              <a:solidFill>
                <a:srgbClr val="000000"/>
              </a:solidFill>
              <a:latin typeface="Poppins"/>
              <a:ea typeface="Poppins"/>
              <a:cs typeface="Poppins"/>
              <a:sym typeface="Poppins"/>
            </a:endParaRPr>
          </a:p>
        </p:txBody>
      </p:sp>
      <p:sp>
        <p:nvSpPr>
          <p:cNvPr id="2760" name="Google Shape;2760;p266"/>
          <p:cNvSpPr txBox="1"/>
          <p:nvPr/>
        </p:nvSpPr>
        <p:spPr>
          <a:xfrm>
            <a:off x="4258768" y="5830396"/>
            <a:ext cx="2247600" cy="3231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chemeClr val="dk1"/>
                </a:solidFill>
                <a:latin typeface="Poppins"/>
                <a:ea typeface="Poppins"/>
                <a:cs typeface="Poppins"/>
                <a:sym typeface="Poppins"/>
              </a:rPr>
              <a:t>Tema da semana 4</a:t>
            </a:r>
            <a:endParaRPr sz="1700" b="0" i="0" u="none" strike="noStrike" cap="none" dirty="0">
              <a:solidFill>
                <a:srgbClr val="000000"/>
              </a:solidFill>
              <a:latin typeface="Poppins"/>
              <a:ea typeface="Poppins"/>
              <a:cs typeface="Poppins"/>
              <a:sym typeface="Poppins"/>
            </a:endParaRPr>
          </a:p>
        </p:txBody>
      </p:sp>
      <p:sp>
        <p:nvSpPr>
          <p:cNvPr id="2761" name="Google Shape;2761;p266"/>
          <p:cNvSpPr txBox="1"/>
          <p:nvPr/>
        </p:nvSpPr>
        <p:spPr>
          <a:xfrm>
            <a:off x="6510730" y="504694"/>
            <a:ext cx="3724500" cy="3231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chemeClr val="dk1"/>
                </a:solidFill>
                <a:latin typeface="Poppins"/>
                <a:ea typeface="Poppins"/>
                <a:cs typeface="Poppins"/>
                <a:sym typeface="Poppins"/>
              </a:rPr>
              <a:t>Tema da semana 2</a:t>
            </a:r>
            <a:endParaRPr sz="1700" b="0" i="0" u="none" strike="noStrike" cap="none" dirty="0">
              <a:solidFill>
                <a:srgbClr val="000000"/>
              </a:solidFill>
              <a:latin typeface="Poppins"/>
              <a:ea typeface="Poppins"/>
              <a:cs typeface="Poppins"/>
              <a:sym typeface="Poppins"/>
            </a:endParaRPr>
          </a:p>
        </p:txBody>
      </p:sp>
      <p:sp>
        <p:nvSpPr>
          <p:cNvPr id="2762" name="Google Shape;2762;p266"/>
          <p:cNvSpPr txBox="1"/>
          <p:nvPr/>
        </p:nvSpPr>
        <p:spPr>
          <a:xfrm>
            <a:off x="8673545" y="1652519"/>
            <a:ext cx="2756400" cy="3231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chemeClr val="dk1"/>
                </a:solidFill>
                <a:latin typeface="Poppins"/>
                <a:ea typeface="Poppins"/>
                <a:cs typeface="Poppins"/>
                <a:sym typeface="Poppins"/>
              </a:rPr>
              <a:t>Tema da semana 3</a:t>
            </a:r>
            <a:endParaRPr sz="1700" b="0" i="0" u="none" strike="noStrike" cap="none" dirty="0">
              <a:solidFill>
                <a:srgbClr val="000000"/>
              </a:solidFill>
              <a:latin typeface="Poppins"/>
              <a:ea typeface="Poppins"/>
              <a:cs typeface="Poppins"/>
              <a:sym typeface="Poppins"/>
            </a:endParaRPr>
          </a:p>
        </p:txBody>
      </p:sp>
      <p:sp>
        <p:nvSpPr>
          <p:cNvPr id="2763" name="Google Shape;2763;p266"/>
          <p:cNvSpPr txBox="1"/>
          <p:nvPr/>
        </p:nvSpPr>
        <p:spPr>
          <a:xfrm>
            <a:off x="9949275" y="4530800"/>
            <a:ext cx="2197500" cy="5850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chemeClr val="dk1"/>
                </a:solidFill>
                <a:latin typeface="Poppins"/>
                <a:ea typeface="Poppins"/>
                <a:cs typeface="Poppins"/>
                <a:sym typeface="Poppins"/>
              </a:rPr>
              <a:t>Tema da semana 5</a:t>
            </a:r>
            <a:endParaRPr sz="1700" b="0" i="0" u="none" strike="noStrike" cap="none" dirty="0">
              <a:solidFill>
                <a:srgbClr val="000000"/>
              </a:solidFill>
              <a:latin typeface="Poppins"/>
              <a:ea typeface="Poppins"/>
              <a:cs typeface="Poppins"/>
              <a:sym typeface="Poppins"/>
            </a:endParaRPr>
          </a:p>
        </p:txBody>
      </p:sp>
      <p:sp>
        <p:nvSpPr>
          <p:cNvPr id="2764" name="Google Shape;2764;p266"/>
          <p:cNvSpPr/>
          <p:nvPr/>
        </p:nvSpPr>
        <p:spPr>
          <a:xfrm>
            <a:off x="6649008" y="5735630"/>
            <a:ext cx="536100" cy="5361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4</a:t>
            </a:r>
            <a:endParaRPr sz="2000" b="0" i="0" u="none" strike="noStrike" cap="none" dirty="0">
              <a:solidFill>
                <a:srgbClr val="FFFFFF"/>
              </a:solidFill>
              <a:latin typeface="Calibri"/>
              <a:ea typeface="Calibri"/>
              <a:cs typeface="Calibri"/>
              <a:sym typeface="Calibri"/>
            </a:endParaRPr>
          </a:p>
        </p:txBody>
      </p:sp>
      <p:sp>
        <p:nvSpPr>
          <p:cNvPr id="2765" name="Google Shape;2765;p266"/>
          <p:cNvSpPr/>
          <p:nvPr/>
        </p:nvSpPr>
        <p:spPr>
          <a:xfrm>
            <a:off x="113993" y="891153"/>
            <a:ext cx="2098800" cy="1571100"/>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766" name="Google Shape;2766;p266"/>
          <p:cNvSpPr txBox="1"/>
          <p:nvPr/>
        </p:nvSpPr>
        <p:spPr>
          <a:xfrm>
            <a:off x="135519" y="1439639"/>
            <a:ext cx="1865700" cy="461700"/>
          </a:xfrm>
          <a:prstGeom prst="rect">
            <a:avLst/>
          </a:prstGeom>
          <a:noFill/>
          <a:ln>
            <a:noFill/>
          </a:ln>
        </p:spPr>
        <p:txBody>
          <a:bodyPr spcFirstLastPara="1" wrap="square" lIns="60950" tIns="30450" rIns="60950" bIns="30450" anchor="t" anchorCtr="0">
            <a:spAutoFit/>
          </a:bodyPr>
          <a:lstStyle/>
          <a:p>
            <a:pPr marL="0" marR="0" lvl="0" indent="0" algn="r" rtl="0">
              <a:lnSpc>
                <a:spcPct val="100000"/>
              </a:lnSpc>
              <a:spcBef>
                <a:spcPts val="0"/>
              </a:spcBef>
              <a:spcAft>
                <a:spcPts val="0"/>
              </a:spcAft>
              <a:buClr>
                <a:srgbClr val="000000"/>
              </a:buClr>
              <a:buSzPts val="1300"/>
              <a:buFont typeface="Arial"/>
              <a:buNone/>
            </a:pPr>
            <a:r>
              <a:rPr lang="pt-BR" sz="1300" b="1" i="0" u="none" strike="noStrike" cap="none" dirty="0">
                <a:solidFill>
                  <a:srgbClr val="FFFFFF"/>
                </a:solidFill>
                <a:latin typeface="Poppins"/>
                <a:ea typeface="Poppins"/>
                <a:cs typeface="Poppins"/>
                <a:sym typeface="Poppins"/>
              </a:rPr>
              <a:t>Nome da unidade curricular</a:t>
            </a:r>
            <a:endParaRPr sz="1300" b="0" i="0" u="none" strike="noStrike" cap="none" dirty="0">
              <a:solidFill>
                <a:srgbClr val="000000"/>
              </a:solidFill>
              <a:latin typeface="Arial"/>
              <a:ea typeface="Arial"/>
              <a:cs typeface="Arial"/>
              <a:sym typeface="Arial"/>
            </a:endParaRPr>
          </a:p>
        </p:txBody>
      </p:sp>
      <p:sp>
        <p:nvSpPr>
          <p:cNvPr id="2767" name="Google Shape;2767;p266"/>
          <p:cNvSpPr/>
          <p:nvPr/>
        </p:nvSpPr>
        <p:spPr>
          <a:xfrm>
            <a:off x="2078851" y="383070"/>
            <a:ext cx="2549700" cy="2090700"/>
          </a:xfrm>
          <a:prstGeom prst="roundRect">
            <a:avLst>
              <a:gd name="adj" fmla="val 1407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768" name="Google Shape;2768;p266"/>
          <p:cNvSpPr txBox="1"/>
          <p:nvPr/>
        </p:nvSpPr>
        <p:spPr>
          <a:xfrm>
            <a:off x="2160045" y="891153"/>
            <a:ext cx="2435700" cy="1031100"/>
          </a:xfrm>
          <a:prstGeom prst="rect">
            <a:avLst/>
          </a:prstGeom>
          <a:noFill/>
          <a:ln>
            <a:noFill/>
          </a:ln>
        </p:spPr>
        <p:txBody>
          <a:bodyPr spcFirstLastPara="1" wrap="square" lIns="60950" tIns="30450" rIns="60950" bIns="30450" anchor="t" anchorCtr="0">
            <a:spAutoFit/>
          </a:bodyPr>
          <a:lstStyle/>
          <a:p>
            <a:pPr marL="0" marR="0" lvl="0" indent="0" algn="ctr" rtl="0">
              <a:lnSpc>
                <a:spcPct val="100000"/>
              </a:lnSpc>
              <a:spcBef>
                <a:spcPts val="0"/>
              </a:spcBef>
              <a:spcAft>
                <a:spcPts val="0"/>
              </a:spcAft>
              <a:buClr>
                <a:srgbClr val="000000"/>
              </a:buClr>
              <a:buSzPts val="2100"/>
              <a:buFont typeface="Arial"/>
              <a:buNone/>
            </a:pPr>
            <a:r>
              <a:rPr lang="pt-BR" sz="2100" b="1" i="0" u="none" strike="noStrike" cap="none" dirty="0">
                <a:solidFill>
                  <a:srgbClr val="FFFFFF"/>
                </a:solidFill>
                <a:latin typeface="Poppins"/>
                <a:ea typeface="Poppins"/>
                <a:cs typeface="Poppins"/>
                <a:sym typeface="Poppins"/>
              </a:rPr>
              <a:t>Mapa da Unidade X   Componente Y</a:t>
            </a:r>
            <a:endParaRPr sz="21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matchingName="Layout Personalizado">
  <p:cSld name="Layout Personalizado">
    <p:spTree>
      <p:nvGrpSpPr>
        <p:cNvPr id="1" name="Shape 2769"/>
        <p:cNvGrpSpPr/>
        <p:nvPr/>
      </p:nvGrpSpPr>
      <p:grpSpPr>
        <a:xfrm>
          <a:off x="0" y="0"/>
          <a:ext cx="0" cy="0"/>
          <a:chOff x="0" y="0"/>
          <a:chExt cx="0" cy="0"/>
        </a:xfrm>
      </p:grpSpPr>
      <p:pic>
        <p:nvPicPr>
          <p:cNvPr id="2770" name="Google Shape;2770;p267"/>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0" y="0"/>
            <a:ext cx="8566486" cy="6857999"/>
          </a:xfrm>
          <a:prstGeom prst="rect">
            <a:avLst/>
          </a:prstGeom>
          <a:noFill/>
          <a:ln>
            <a:noFill/>
          </a:ln>
        </p:spPr>
      </p:pic>
      <p:grpSp>
        <p:nvGrpSpPr>
          <p:cNvPr id="2771" name="Google Shape;2771;p267"/>
          <p:cNvGrpSpPr/>
          <p:nvPr/>
        </p:nvGrpSpPr>
        <p:grpSpPr>
          <a:xfrm>
            <a:off x="9767223" y="6379123"/>
            <a:ext cx="2435717" cy="499880"/>
            <a:chOff x="14634602" y="9537218"/>
            <a:chExt cx="3653392" cy="749782"/>
          </a:xfrm>
        </p:grpSpPr>
        <p:pic>
          <p:nvPicPr>
            <p:cNvPr id="2772" name="Google Shape;2772;p267"/>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2773" name="Google Shape;2773;p267" descr="Logotipo"/>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2774" name="Google Shape;2774;p267"/>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2775" name="Google Shape;2775;p267"/>
          <p:cNvPicPr preferRelativeResize="0"/>
          <p:nvPr/>
        </p:nvPicPr>
        <p:blipFill rotWithShape="1">
          <a:blip r:embed="rId5">
            <a:alphaModFix/>
          </a:blip>
          <a:srcRect/>
          <a:stretch/>
        </p:blipFill>
        <p:spPr>
          <a:xfrm>
            <a:off x="0" y="0"/>
            <a:ext cx="12191999" cy="6859201"/>
          </a:xfrm>
          <a:prstGeom prst="rect">
            <a:avLst/>
          </a:prstGeom>
          <a:noFill/>
          <a:ln>
            <a:noFill/>
          </a:ln>
        </p:spPr>
      </p:pic>
      <p:grpSp>
        <p:nvGrpSpPr>
          <p:cNvPr id="2776" name="Google Shape;2776;p267"/>
          <p:cNvGrpSpPr/>
          <p:nvPr/>
        </p:nvGrpSpPr>
        <p:grpSpPr>
          <a:xfrm>
            <a:off x="10400796" y="6090630"/>
            <a:ext cx="1791300" cy="767400"/>
            <a:chOff x="10400796" y="6090630"/>
            <a:chExt cx="1791300" cy="767400"/>
          </a:xfrm>
        </p:grpSpPr>
        <p:sp>
          <p:nvSpPr>
            <p:cNvPr id="2777" name="Google Shape;2777;p267"/>
            <p:cNvSpPr/>
            <p:nvPr/>
          </p:nvSpPr>
          <p:spPr>
            <a:xfrm>
              <a:off x="10400796" y="6090630"/>
              <a:ext cx="1791300" cy="767400"/>
            </a:xfrm>
            <a:prstGeom prst="round2SameRect">
              <a:avLst>
                <a:gd name="adj1" fmla="val 15454"/>
                <a:gd name="adj2" fmla="val 0"/>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778" name="Google Shape;2778;p267"/>
            <p:cNvSpPr/>
            <p:nvPr/>
          </p:nvSpPr>
          <p:spPr>
            <a:xfrm>
              <a:off x="11842890" y="6090630"/>
              <a:ext cx="349200" cy="306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pic>
        <p:nvPicPr>
          <p:cNvPr id="2779" name="Google Shape;2779;p267" descr="Logotipo&#10;&#10;O conteúdo gerado por IA pode estar incorreto."/>
          <p:cNvPicPr preferRelativeResize="0"/>
          <p:nvPr/>
        </p:nvPicPr>
        <p:blipFill rotWithShape="1">
          <a:blip r:embed="rId6" cstate="hqprint">
            <a:alphaModFix/>
            <a:extLst>
              <a:ext uri="{28A0092B-C50C-407E-A947-70E740481C1C}">
                <a14:useLocalDpi xmlns:a14="http://schemas.microsoft.com/office/drawing/2010/main"/>
              </a:ext>
            </a:extLst>
          </a:blip>
          <a:srcRect/>
          <a:stretch/>
        </p:blipFill>
        <p:spPr>
          <a:xfrm>
            <a:off x="10534930" y="6126882"/>
            <a:ext cx="1539044" cy="696428"/>
          </a:xfrm>
          <a:prstGeom prst="rect">
            <a:avLst/>
          </a:prstGeom>
          <a:noFill/>
          <a:ln>
            <a:noFill/>
          </a:ln>
        </p:spPr>
      </p:pic>
      <p:grpSp>
        <p:nvGrpSpPr>
          <p:cNvPr id="2780" name="Google Shape;2780;p267"/>
          <p:cNvGrpSpPr/>
          <p:nvPr/>
        </p:nvGrpSpPr>
        <p:grpSpPr>
          <a:xfrm>
            <a:off x="0" y="1"/>
            <a:ext cx="8566500" cy="5379981"/>
            <a:chOff x="0" y="0"/>
            <a:chExt cx="8566500" cy="5808033"/>
          </a:xfrm>
        </p:grpSpPr>
        <p:sp>
          <p:nvSpPr>
            <p:cNvPr id="2781" name="Google Shape;2781;p267"/>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782" name="Google Shape;2782;p267"/>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783" name="Google Shape;2783;p267"/>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Tree>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matchingName="1_Atividade_embranco">
  <p:cSld name="2_Atividade_embranco">
    <p:spTree>
      <p:nvGrpSpPr>
        <p:cNvPr id="1" name="Shape 2784"/>
        <p:cNvGrpSpPr/>
        <p:nvPr/>
      </p:nvGrpSpPr>
      <p:grpSpPr>
        <a:xfrm>
          <a:off x="0" y="0"/>
          <a:ext cx="0" cy="0"/>
          <a:chOff x="0" y="0"/>
          <a:chExt cx="0" cy="0"/>
        </a:xfrm>
      </p:grpSpPr>
      <p:sp>
        <p:nvSpPr>
          <p:cNvPr id="2785" name="Google Shape;2785;p268"/>
          <p:cNvSpPr>
            <a:spLocks noGrp="1"/>
          </p:cNvSpPr>
          <p:nvPr>
            <p:ph type="pic" idx="2"/>
          </p:nvPr>
        </p:nvSpPr>
        <p:spPr>
          <a:xfrm>
            <a:off x="0" y="0"/>
            <a:ext cx="12192000" cy="6858000"/>
          </a:xfrm>
          <a:prstGeom prst="rect">
            <a:avLst/>
          </a:prstGeom>
          <a:solidFill>
            <a:srgbClr val="D8D8D8"/>
          </a:solidFill>
          <a:ln>
            <a:noFill/>
          </a:ln>
        </p:spPr>
        <p:txBody>
          <a:bodyPr/>
          <a:lstStyle/>
          <a:p>
            <a:endParaRPr lang="pt-BR" dirty="0"/>
          </a:p>
        </p:txBody>
      </p:sp>
      <p:sp>
        <p:nvSpPr>
          <p:cNvPr id="2786" name="Google Shape;2786;p268"/>
          <p:cNvSpPr>
            <a:spLocks noGrp="1"/>
          </p:cNvSpPr>
          <p:nvPr>
            <p:ph type="media" idx="3"/>
          </p:nvPr>
        </p:nvSpPr>
        <p:spPr>
          <a:xfrm>
            <a:off x="862542" y="887942"/>
            <a:ext cx="4092600" cy="36057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dirty="0"/>
          </a:p>
        </p:txBody>
      </p:sp>
    </p:spTree>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matchingName="1_1. Conteudo">
  <p:cSld name="2_1. Conteudo">
    <p:spTree>
      <p:nvGrpSpPr>
        <p:cNvPr id="1" name="Shape 2787"/>
        <p:cNvGrpSpPr/>
        <p:nvPr/>
      </p:nvGrpSpPr>
      <p:grpSpPr>
        <a:xfrm>
          <a:off x="0" y="0"/>
          <a:ext cx="0" cy="0"/>
          <a:chOff x="0" y="0"/>
          <a:chExt cx="0" cy="0"/>
        </a:xfrm>
      </p:grpSpPr>
      <p:cxnSp>
        <p:nvCxnSpPr>
          <p:cNvPr id="2788" name="Google Shape;2788;p269"/>
          <p:cNvCxnSpPr/>
          <p:nvPr/>
        </p:nvCxnSpPr>
        <p:spPr>
          <a:xfrm>
            <a:off x="6090044" y="840916"/>
            <a:ext cx="0" cy="5100900"/>
          </a:xfrm>
          <a:prstGeom prst="straightConnector1">
            <a:avLst/>
          </a:prstGeom>
          <a:noFill/>
          <a:ln w="38100" cap="flat" cmpd="sng">
            <a:solidFill>
              <a:srgbClr val="BFBFBF"/>
            </a:solidFill>
            <a:prstDash val="solid"/>
            <a:round/>
            <a:headEnd type="none" w="sm" len="sm"/>
            <a:tailEnd type="none" w="sm" len="sm"/>
          </a:ln>
        </p:spPr>
      </p:cxnSp>
      <p:sp>
        <p:nvSpPr>
          <p:cNvPr id="2789" name="Google Shape;2789;p269"/>
          <p:cNvSpPr txBox="1"/>
          <p:nvPr/>
        </p:nvSpPr>
        <p:spPr>
          <a:xfrm>
            <a:off x="1467545" y="885957"/>
            <a:ext cx="40455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Objetivos da aula</a:t>
            </a:r>
            <a:endParaRPr sz="2000" b="1" i="0" u="none" strike="noStrike" cap="none" dirty="0">
              <a:solidFill>
                <a:srgbClr val="000000"/>
              </a:solidFill>
              <a:latin typeface="Poppins"/>
              <a:ea typeface="Poppins"/>
              <a:cs typeface="Poppins"/>
              <a:sym typeface="Poppins"/>
            </a:endParaRPr>
          </a:p>
        </p:txBody>
      </p:sp>
      <p:sp>
        <p:nvSpPr>
          <p:cNvPr id="2790" name="Google Shape;2790;p269"/>
          <p:cNvSpPr txBox="1"/>
          <p:nvPr/>
        </p:nvSpPr>
        <p:spPr>
          <a:xfrm>
            <a:off x="7467011" y="885654"/>
            <a:ext cx="43017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técnicas</a:t>
            </a:r>
            <a:endParaRPr sz="2000" b="0" i="0" u="none" strike="noStrike" cap="none" dirty="0">
              <a:solidFill>
                <a:srgbClr val="000000"/>
              </a:solidFill>
              <a:latin typeface="Poppins"/>
              <a:ea typeface="Poppins"/>
              <a:cs typeface="Poppins"/>
              <a:sym typeface="Poppins"/>
            </a:endParaRPr>
          </a:p>
        </p:txBody>
      </p:sp>
      <p:sp>
        <p:nvSpPr>
          <p:cNvPr id="2791" name="Google Shape;2791;p269"/>
          <p:cNvSpPr txBox="1"/>
          <p:nvPr/>
        </p:nvSpPr>
        <p:spPr>
          <a:xfrm>
            <a:off x="1433188" y="2910758"/>
            <a:ext cx="33690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Recursos didáticos</a:t>
            </a:r>
            <a:endParaRPr sz="2000" b="0" i="0" u="none" strike="noStrike" cap="none" dirty="0">
              <a:solidFill>
                <a:srgbClr val="000000"/>
              </a:solidFill>
              <a:latin typeface="Poppins"/>
              <a:ea typeface="Poppins"/>
              <a:cs typeface="Poppins"/>
              <a:sym typeface="Poppins"/>
            </a:endParaRPr>
          </a:p>
        </p:txBody>
      </p:sp>
      <p:sp>
        <p:nvSpPr>
          <p:cNvPr id="2792" name="Google Shape;2792;p269"/>
          <p:cNvSpPr txBox="1"/>
          <p:nvPr/>
        </p:nvSpPr>
        <p:spPr>
          <a:xfrm>
            <a:off x="1445466" y="4649652"/>
            <a:ext cx="32673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Duração da aula</a:t>
            </a:r>
            <a:endParaRPr sz="2000" b="0" i="0" u="none" strike="noStrike" cap="none" dirty="0">
              <a:solidFill>
                <a:srgbClr val="000000"/>
              </a:solidFill>
              <a:latin typeface="Poppins"/>
              <a:ea typeface="Poppins"/>
              <a:cs typeface="Poppins"/>
              <a:sym typeface="Poppins"/>
            </a:endParaRPr>
          </a:p>
        </p:txBody>
      </p:sp>
      <p:sp>
        <p:nvSpPr>
          <p:cNvPr id="2793" name="Google Shape;2793;p269"/>
          <p:cNvSpPr txBox="1"/>
          <p:nvPr/>
        </p:nvSpPr>
        <p:spPr>
          <a:xfrm>
            <a:off x="7467011" y="3115942"/>
            <a:ext cx="43812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socioemocionais</a:t>
            </a:r>
            <a:endParaRPr sz="2000" b="0" i="0" u="none" strike="noStrike" cap="none" dirty="0">
              <a:solidFill>
                <a:srgbClr val="000000"/>
              </a:solidFill>
              <a:latin typeface="Poppins"/>
              <a:ea typeface="Poppins"/>
              <a:cs typeface="Poppins"/>
              <a:sym typeface="Poppins"/>
            </a:endParaRPr>
          </a:p>
        </p:txBody>
      </p:sp>
      <p:sp>
        <p:nvSpPr>
          <p:cNvPr id="2794" name="Google Shape;2794;p269"/>
          <p:cNvSpPr txBox="1"/>
          <p:nvPr/>
        </p:nvSpPr>
        <p:spPr>
          <a:xfrm>
            <a:off x="4717774" y="224403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795" name="Google Shape;2795;p269"/>
          <p:cNvSpPr txBox="1"/>
          <p:nvPr/>
        </p:nvSpPr>
        <p:spPr>
          <a:xfrm>
            <a:off x="1395562" y="5079496"/>
            <a:ext cx="1723800" cy="292500"/>
          </a:xfrm>
          <a:prstGeom prst="rect">
            <a:avLst/>
          </a:prstGeom>
          <a:solidFill>
            <a:schemeClr val="lt1"/>
          </a:solid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1500" b="0" i="0" u="none" strike="noStrike" cap="none" dirty="0">
                <a:solidFill>
                  <a:srgbClr val="000000"/>
                </a:solidFill>
                <a:latin typeface="Poppins"/>
                <a:ea typeface="Poppins"/>
                <a:cs typeface="Poppins"/>
                <a:sym typeface="Poppins"/>
              </a:rPr>
              <a:t>50 minutos.</a:t>
            </a:r>
            <a:endParaRPr sz="1400" b="0" i="0" u="none" strike="noStrike" cap="none" dirty="0">
              <a:solidFill>
                <a:srgbClr val="000000"/>
              </a:solidFill>
              <a:latin typeface="Arial"/>
              <a:ea typeface="Arial"/>
              <a:cs typeface="Arial"/>
              <a:sym typeface="Arial"/>
            </a:endParaRPr>
          </a:p>
        </p:txBody>
      </p:sp>
      <p:sp>
        <p:nvSpPr>
          <p:cNvPr id="2796" name="Google Shape;2796;p269"/>
          <p:cNvSpPr txBox="1">
            <a:spLocks noGrp="1"/>
          </p:cNvSpPr>
          <p:nvPr>
            <p:ph type="body" idx="1"/>
          </p:nvPr>
        </p:nvSpPr>
        <p:spPr>
          <a:xfrm>
            <a:off x="1467909" y="1390650"/>
            <a:ext cx="4044900" cy="1397700"/>
          </a:xfrm>
          <a:prstGeom prst="rect">
            <a:avLst/>
          </a:prstGeom>
          <a:noFill/>
          <a:ln>
            <a:noFill/>
          </a:ln>
        </p:spPr>
        <p:txBody>
          <a:bodyPr spcFirstLastPara="1" wrap="square" lIns="91425" tIns="45700" rIns="91425" bIns="45700" anchor="t" anchorCtr="0">
            <a:noAutofit/>
          </a:bodyPr>
          <a:lstStyle>
            <a:lvl1pPr marL="457200" marR="0" lvl="0" indent="-323850" algn="l">
              <a:lnSpc>
                <a:spcPct val="100000"/>
              </a:lnSpc>
              <a:spcBef>
                <a:spcPts val="0"/>
              </a:spcBef>
              <a:spcAft>
                <a:spcPts val="0"/>
              </a:spcAft>
              <a:buClr>
                <a:schemeClr val="dk1"/>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97" name="Google Shape;2797;p269"/>
          <p:cNvSpPr txBox="1">
            <a:spLocks noGrp="1"/>
          </p:cNvSpPr>
          <p:nvPr>
            <p:ph type="body" idx="2"/>
          </p:nvPr>
        </p:nvSpPr>
        <p:spPr>
          <a:xfrm>
            <a:off x="7467375" y="1355465"/>
            <a:ext cx="4044900" cy="1555200"/>
          </a:xfrm>
          <a:prstGeom prst="rect">
            <a:avLst/>
          </a:prstGeom>
          <a:noFill/>
          <a:ln>
            <a:noFill/>
          </a:ln>
        </p:spPr>
        <p:txBody>
          <a:bodyPr spcFirstLastPara="1" wrap="square" lIns="91425" tIns="45700" rIns="91425" bIns="45700" anchor="t" anchorCtr="0">
            <a:noAutofit/>
          </a:bodyPr>
          <a:lstStyle>
            <a:lvl1pPr marL="457200" marR="0" lvl="0" indent="-323850" algn="l">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98" name="Google Shape;2798;p269"/>
          <p:cNvSpPr txBox="1">
            <a:spLocks noGrp="1"/>
          </p:cNvSpPr>
          <p:nvPr>
            <p:ph type="body" idx="3"/>
          </p:nvPr>
        </p:nvSpPr>
        <p:spPr>
          <a:xfrm>
            <a:off x="7467375" y="3649330"/>
            <a:ext cx="4044900" cy="1590300"/>
          </a:xfrm>
          <a:prstGeom prst="rect">
            <a:avLst/>
          </a:prstGeom>
          <a:noFill/>
          <a:ln>
            <a:noFill/>
          </a:ln>
        </p:spPr>
        <p:txBody>
          <a:bodyPr spcFirstLastPara="1" wrap="square" lIns="91425" tIns="45700" rIns="91425" bIns="45700" anchor="t" anchorCtr="0">
            <a:noAutofit/>
          </a:bodyPr>
          <a:lstStyle>
            <a:lvl1pPr marL="457200" marR="0" lvl="0" indent="-323850" algn="l">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99" name="Google Shape;2799;p269"/>
          <p:cNvSpPr txBox="1">
            <a:spLocks noGrp="1"/>
          </p:cNvSpPr>
          <p:nvPr>
            <p:ph type="body" idx="4"/>
          </p:nvPr>
        </p:nvSpPr>
        <p:spPr>
          <a:xfrm>
            <a:off x="1443515" y="3489566"/>
            <a:ext cx="4044900" cy="1045500"/>
          </a:xfrm>
          <a:prstGeom prst="rect">
            <a:avLst/>
          </a:prstGeom>
          <a:noFill/>
          <a:ln>
            <a:noFill/>
          </a:ln>
        </p:spPr>
        <p:txBody>
          <a:bodyPr spcFirstLastPara="1" wrap="square" lIns="91425" tIns="45700" rIns="91425" bIns="45700" anchor="t" anchorCtr="0">
            <a:noAutofit/>
          </a:bodyPr>
          <a:lstStyle>
            <a:lvl1pPr marL="457200" marR="0" lvl="0" indent="-323850" algn="l">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grpSp>
        <p:nvGrpSpPr>
          <p:cNvPr id="2800" name="Google Shape;2800;p269"/>
          <p:cNvGrpSpPr/>
          <p:nvPr/>
        </p:nvGrpSpPr>
        <p:grpSpPr>
          <a:xfrm>
            <a:off x="9756891" y="6381906"/>
            <a:ext cx="2435717" cy="499880"/>
            <a:chOff x="14634602" y="9537218"/>
            <a:chExt cx="3653392" cy="749782"/>
          </a:xfrm>
        </p:grpSpPr>
        <p:pic>
          <p:nvPicPr>
            <p:cNvPr id="2801" name="Google Shape;2801;p269"/>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2802" name="Google Shape;2802;p269" descr="Logotipo"/>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2803" name="Google Shape;2803;p269"/>
          <p:cNvSpPr txBox="1"/>
          <p:nvPr/>
        </p:nvSpPr>
        <p:spPr>
          <a:xfrm>
            <a:off x="13188461" y="47244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2804" name="Google Shape;2804;p269"/>
          <p:cNvPicPr preferRelativeResize="0"/>
          <p:nvPr/>
        </p:nvPicPr>
        <p:blipFill rotWithShape="1">
          <a:blip r:embed="rId4">
            <a:alphaModFix/>
          </a:blip>
          <a:srcRect/>
          <a:stretch/>
        </p:blipFill>
        <p:spPr>
          <a:xfrm>
            <a:off x="0" y="6281734"/>
            <a:ext cx="12191999" cy="595317"/>
          </a:xfrm>
          <a:prstGeom prst="rect">
            <a:avLst/>
          </a:prstGeom>
          <a:noFill/>
          <a:ln>
            <a:noFill/>
          </a:ln>
        </p:spPr>
      </p:pic>
      <p:pic>
        <p:nvPicPr>
          <p:cNvPr id="2805" name="Google Shape;2805;p269"/>
          <p:cNvPicPr preferRelativeResize="0"/>
          <p:nvPr/>
        </p:nvPicPr>
        <p:blipFill rotWithShape="1">
          <a:blip r:embed="rId5">
            <a:alphaModFix/>
          </a:blip>
          <a:srcRect/>
          <a:stretch/>
        </p:blipFill>
        <p:spPr>
          <a:xfrm>
            <a:off x="0" y="9526"/>
            <a:ext cx="12191999" cy="568301"/>
          </a:xfrm>
          <a:prstGeom prst="rect">
            <a:avLst/>
          </a:prstGeom>
          <a:noFill/>
          <a:ln>
            <a:noFill/>
          </a:ln>
        </p:spPr>
      </p:pic>
      <p:sp>
        <p:nvSpPr>
          <p:cNvPr id="2806" name="Google Shape;2806;p269"/>
          <p:cNvSpPr/>
          <p:nvPr/>
        </p:nvSpPr>
        <p:spPr>
          <a:xfrm>
            <a:off x="538284" y="960081"/>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2807" name="Google Shape;2807;p269"/>
          <p:cNvSpPr/>
          <p:nvPr/>
        </p:nvSpPr>
        <p:spPr>
          <a:xfrm>
            <a:off x="514540" y="2965834"/>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2808" name="Google Shape;2808;p269"/>
          <p:cNvGrpSpPr/>
          <p:nvPr/>
        </p:nvGrpSpPr>
        <p:grpSpPr>
          <a:xfrm>
            <a:off x="632922" y="3096780"/>
            <a:ext cx="486856" cy="481187"/>
            <a:chOff x="8278989" y="8660410"/>
            <a:chExt cx="569755" cy="563121"/>
          </a:xfrm>
        </p:grpSpPr>
        <p:grpSp>
          <p:nvGrpSpPr>
            <p:cNvPr id="2809" name="Google Shape;2809;p269"/>
            <p:cNvGrpSpPr/>
            <p:nvPr/>
          </p:nvGrpSpPr>
          <p:grpSpPr>
            <a:xfrm>
              <a:off x="8278989" y="8852628"/>
              <a:ext cx="265651" cy="370903"/>
              <a:chOff x="8278989" y="8852628"/>
              <a:chExt cx="265651" cy="370903"/>
            </a:xfrm>
          </p:grpSpPr>
          <p:sp>
            <p:nvSpPr>
              <p:cNvPr id="2810" name="Google Shape;2810;p269"/>
              <p:cNvSpPr/>
              <p:nvPr/>
            </p:nvSpPr>
            <p:spPr>
              <a:xfrm>
                <a:off x="8358808" y="8932768"/>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11" name="Google Shape;2811;p269"/>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2812" name="Google Shape;2812;p269"/>
            <p:cNvSpPr/>
            <p:nvPr/>
          </p:nvSpPr>
          <p:spPr>
            <a:xfrm>
              <a:off x="8397765" y="8660410"/>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13" name="Google Shape;2813;p269"/>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14" name="Google Shape;2814;p269"/>
            <p:cNvSpPr/>
            <p:nvPr/>
          </p:nvSpPr>
          <p:spPr>
            <a:xfrm>
              <a:off x="8534039" y="8750044"/>
              <a:ext cx="314705" cy="225171"/>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2815" name="Google Shape;2815;p269"/>
          <p:cNvSpPr/>
          <p:nvPr/>
        </p:nvSpPr>
        <p:spPr>
          <a:xfrm>
            <a:off x="516205" y="4700100"/>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pic>
        <p:nvPicPr>
          <p:cNvPr id="2816" name="Google Shape;2816;p269"/>
          <p:cNvPicPr preferRelativeResize="0"/>
          <p:nvPr/>
        </p:nvPicPr>
        <p:blipFill rotWithShape="1">
          <a:blip r:embed="rId6">
            <a:alphaModFix/>
          </a:blip>
          <a:srcRect/>
          <a:stretch/>
        </p:blipFill>
        <p:spPr>
          <a:xfrm>
            <a:off x="658917" y="4858582"/>
            <a:ext cx="380919" cy="380919"/>
          </a:xfrm>
          <a:prstGeom prst="rect">
            <a:avLst/>
          </a:prstGeom>
          <a:noFill/>
          <a:ln>
            <a:noFill/>
          </a:ln>
        </p:spPr>
      </p:pic>
      <p:sp>
        <p:nvSpPr>
          <p:cNvPr id="2817" name="Google Shape;2817;p269"/>
          <p:cNvSpPr/>
          <p:nvPr/>
        </p:nvSpPr>
        <p:spPr>
          <a:xfrm>
            <a:off x="6537750" y="974816"/>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2818" name="Google Shape;2818;p269"/>
          <p:cNvGrpSpPr/>
          <p:nvPr/>
        </p:nvGrpSpPr>
        <p:grpSpPr>
          <a:xfrm>
            <a:off x="6643473" y="1077261"/>
            <a:ext cx="472792" cy="435252"/>
            <a:chOff x="8560697" y="2808577"/>
            <a:chExt cx="496370" cy="456957"/>
          </a:xfrm>
        </p:grpSpPr>
        <p:sp>
          <p:nvSpPr>
            <p:cNvPr id="2819" name="Google Shape;2819;p269"/>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2820" name="Google Shape;2820;p269"/>
            <p:cNvGrpSpPr/>
            <p:nvPr/>
          </p:nvGrpSpPr>
          <p:grpSpPr>
            <a:xfrm>
              <a:off x="8560697" y="2875026"/>
              <a:ext cx="496370" cy="324059"/>
              <a:chOff x="8560697" y="2875026"/>
              <a:chExt cx="496370" cy="324059"/>
            </a:xfrm>
          </p:grpSpPr>
          <p:sp>
            <p:nvSpPr>
              <p:cNvPr id="2821" name="Google Shape;2821;p269"/>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22" name="Google Shape;2822;p269"/>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23" name="Google Shape;2823;p269"/>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24" name="Google Shape;2824;p269"/>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25" name="Google Shape;2825;p269"/>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26" name="Google Shape;2826;p269"/>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grpSp>
      <p:sp>
        <p:nvSpPr>
          <p:cNvPr id="2827" name="Google Shape;2827;p269"/>
          <p:cNvSpPr/>
          <p:nvPr/>
        </p:nvSpPr>
        <p:spPr>
          <a:xfrm>
            <a:off x="6537750" y="3144691"/>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2828" name="Google Shape;2828;p269"/>
          <p:cNvSpPr/>
          <p:nvPr/>
        </p:nvSpPr>
        <p:spPr>
          <a:xfrm>
            <a:off x="6637986" y="3252609"/>
            <a:ext cx="458764" cy="458662"/>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2829" name="Google Shape;2829;p269"/>
          <p:cNvGrpSpPr/>
          <p:nvPr/>
        </p:nvGrpSpPr>
        <p:grpSpPr>
          <a:xfrm>
            <a:off x="664824" y="1066107"/>
            <a:ext cx="428521" cy="428520"/>
            <a:chOff x="9358184" y="2764785"/>
            <a:chExt cx="495514" cy="495513"/>
          </a:xfrm>
        </p:grpSpPr>
        <p:grpSp>
          <p:nvGrpSpPr>
            <p:cNvPr id="2830" name="Google Shape;2830;p269"/>
            <p:cNvGrpSpPr/>
            <p:nvPr/>
          </p:nvGrpSpPr>
          <p:grpSpPr>
            <a:xfrm>
              <a:off x="9358184" y="2802389"/>
              <a:ext cx="457909" cy="457909"/>
              <a:chOff x="9358184" y="2802389"/>
              <a:chExt cx="457909" cy="457909"/>
            </a:xfrm>
          </p:grpSpPr>
          <p:sp>
            <p:nvSpPr>
              <p:cNvPr id="2831" name="Google Shape;2831;p269"/>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32" name="Google Shape;2832;p269"/>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33" name="Google Shape;2833;p269"/>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2834" name="Google Shape;2834;p269"/>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35" name="Google Shape;2835;p269"/>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Tree>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matchingName="3. Conteudo">
  <p:cSld name="2_3. Conteudo">
    <p:spTree>
      <p:nvGrpSpPr>
        <p:cNvPr id="1" name="Shape 2836"/>
        <p:cNvGrpSpPr/>
        <p:nvPr/>
      </p:nvGrpSpPr>
      <p:grpSpPr>
        <a:xfrm>
          <a:off x="0" y="0"/>
          <a:ext cx="0" cy="0"/>
          <a:chOff x="0" y="0"/>
          <a:chExt cx="0" cy="0"/>
        </a:xfrm>
      </p:grpSpPr>
      <p:pic>
        <p:nvPicPr>
          <p:cNvPr id="2837" name="Google Shape;2837;p270"/>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838" name="Google Shape;2838;p270"/>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39" name="Google Shape;2839;p270"/>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40" name="Google Shape;2840;p270"/>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41" name="Google Shape;2841;p270"/>
          <p:cNvSpPr txBox="1">
            <a:spLocks noGrp="1"/>
          </p:cNvSpPr>
          <p:nvPr>
            <p:ph type="body" idx="1"/>
          </p:nvPr>
        </p:nvSpPr>
        <p:spPr>
          <a:xfrm>
            <a:off x="3598410" y="633520"/>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42" name="Google Shape;2842;p270"/>
          <p:cNvSpPr txBox="1">
            <a:spLocks noGrp="1"/>
          </p:cNvSpPr>
          <p:nvPr>
            <p:ph type="body" idx="2"/>
          </p:nvPr>
        </p:nvSpPr>
        <p:spPr>
          <a:xfrm>
            <a:off x="7767637" y="630987"/>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43" name="Google Shape;2843;p270"/>
          <p:cNvSpPr/>
          <p:nvPr/>
        </p:nvSpPr>
        <p:spPr>
          <a:xfrm>
            <a:off x="200185" y="269162"/>
            <a:ext cx="2290200" cy="16713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844" name="Google Shape;2844;p270"/>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a:ea typeface="Poppins Light"/>
                <a:cs typeface="Poppins Light"/>
                <a:sym typeface="Poppins Light"/>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64.xml><?xml version="1.0" encoding="utf-8"?>
<p:sldLayout xmlns:a="http://schemas.openxmlformats.org/drawingml/2006/main" xmlns:r="http://schemas.openxmlformats.org/officeDocument/2006/relationships" xmlns:p="http://schemas.openxmlformats.org/presentationml/2006/main" matchingName="3. Conteudo">
  <p:cSld name="3. Ponto de partida">
    <p:spTree>
      <p:nvGrpSpPr>
        <p:cNvPr id="1" name="Shape 2845"/>
        <p:cNvGrpSpPr/>
        <p:nvPr/>
      </p:nvGrpSpPr>
      <p:grpSpPr>
        <a:xfrm>
          <a:off x="0" y="0"/>
          <a:ext cx="0" cy="0"/>
          <a:chOff x="0" y="0"/>
          <a:chExt cx="0" cy="0"/>
        </a:xfrm>
      </p:grpSpPr>
      <p:pic>
        <p:nvPicPr>
          <p:cNvPr id="2846" name="Google Shape;2846;p271"/>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847" name="Google Shape;2847;p271"/>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48" name="Google Shape;2848;p271"/>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49" name="Google Shape;2849;p271"/>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50" name="Google Shape;2850;p271"/>
          <p:cNvSpPr txBox="1">
            <a:spLocks noGrp="1"/>
          </p:cNvSpPr>
          <p:nvPr>
            <p:ph type="body" idx="1"/>
          </p:nvPr>
        </p:nvSpPr>
        <p:spPr>
          <a:xfrm>
            <a:off x="3598334" y="2009776"/>
            <a:ext cx="8080500" cy="3739200"/>
          </a:xfrm>
          <a:prstGeom prst="rect">
            <a:avLst/>
          </a:prstGeom>
          <a:solidFill>
            <a:srgbClr val="D9D9D9"/>
          </a:solid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51" name="Google Shape;2851;p271"/>
          <p:cNvSpPr/>
          <p:nvPr/>
        </p:nvSpPr>
        <p:spPr>
          <a:xfrm>
            <a:off x="200185" y="269162"/>
            <a:ext cx="2290200" cy="16713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852" name="Google Shape;2852;p271"/>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a:ea typeface="Poppins Light"/>
                <a:cs typeface="Poppins Light"/>
                <a:sym typeface="Poppins Light"/>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65.xml><?xml version="1.0" encoding="utf-8"?>
<p:sldLayout xmlns:a="http://schemas.openxmlformats.org/drawingml/2006/main" xmlns:r="http://schemas.openxmlformats.org/officeDocument/2006/relationships" xmlns:p="http://schemas.openxmlformats.org/presentationml/2006/main" matchingName="1. Conteudo">
  <p:cSld name="2_1. Conteudo 2">
    <p:spTree>
      <p:nvGrpSpPr>
        <p:cNvPr id="1" name="Shape 2853"/>
        <p:cNvGrpSpPr/>
        <p:nvPr/>
      </p:nvGrpSpPr>
      <p:grpSpPr>
        <a:xfrm>
          <a:off x="0" y="0"/>
          <a:ext cx="0" cy="0"/>
          <a:chOff x="0" y="0"/>
          <a:chExt cx="0" cy="0"/>
        </a:xfrm>
      </p:grpSpPr>
      <p:sp>
        <p:nvSpPr>
          <p:cNvPr id="2854" name="Google Shape;2854;p272"/>
          <p:cNvSpPr txBox="1">
            <a:spLocks noGrp="1"/>
          </p:cNvSpPr>
          <p:nvPr>
            <p:ph type="body" idx="1"/>
          </p:nvPr>
        </p:nvSpPr>
        <p:spPr>
          <a:xfrm>
            <a:off x="3751838" y="21702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55" name="Google Shape;2855;p272"/>
          <p:cNvSpPr txBox="1">
            <a:spLocks noGrp="1"/>
          </p:cNvSpPr>
          <p:nvPr>
            <p:ph type="body" idx="2"/>
          </p:nvPr>
        </p:nvSpPr>
        <p:spPr>
          <a:xfrm>
            <a:off x="3751838" y="31227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56" name="Google Shape;2856;p272"/>
          <p:cNvSpPr txBox="1">
            <a:spLocks noGrp="1"/>
          </p:cNvSpPr>
          <p:nvPr>
            <p:ph type="body" idx="3"/>
          </p:nvPr>
        </p:nvSpPr>
        <p:spPr>
          <a:xfrm>
            <a:off x="3751838" y="40498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57" name="Google Shape;2857;p272"/>
          <p:cNvSpPr txBox="1">
            <a:spLocks noGrp="1"/>
          </p:cNvSpPr>
          <p:nvPr>
            <p:ph type="body" idx="4"/>
          </p:nvPr>
        </p:nvSpPr>
        <p:spPr>
          <a:xfrm>
            <a:off x="3751838" y="49896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58" name="Google Shape;2858;p272"/>
          <p:cNvSpPr txBox="1">
            <a:spLocks noGrp="1"/>
          </p:cNvSpPr>
          <p:nvPr>
            <p:ph type="body" idx="5"/>
          </p:nvPr>
        </p:nvSpPr>
        <p:spPr>
          <a:xfrm>
            <a:off x="3514725" y="559205"/>
            <a:ext cx="7208400" cy="12606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59" name="Google Shape;2859;p272"/>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860" name="Google Shape;2860;p272"/>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matchingName="3. Conteudo">
  <p:cSld name="2_3. Conteudo 2">
    <p:spTree>
      <p:nvGrpSpPr>
        <p:cNvPr id="1" name="Shape 2861"/>
        <p:cNvGrpSpPr/>
        <p:nvPr/>
      </p:nvGrpSpPr>
      <p:grpSpPr>
        <a:xfrm>
          <a:off x="0" y="0"/>
          <a:ext cx="0" cy="0"/>
          <a:chOff x="0" y="0"/>
          <a:chExt cx="0" cy="0"/>
        </a:xfrm>
      </p:grpSpPr>
      <p:pic>
        <p:nvPicPr>
          <p:cNvPr id="2862" name="Google Shape;2862;p273"/>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863" name="Google Shape;2863;p273"/>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64" name="Google Shape;2864;p273"/>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65" name="Google Shape;2865;p273"/>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66" name="Google Shape;2866;p273"/>
          <p:cNvSpPr txBox="1">
            <a:spLocks noGrp="1"/>
          </p:cNvSpPr>
          <p:nvPr>
            <p:ph type="body" idx="1"/>
          </p:nvPr>
        </p:nvSpPr>
        <p:spPr>
          <a:xfrm>
            <a:off x="3598410" y="633520"/>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67" name="Google Shape;2867;p273"/>
          <p:cNvSpPr txBox="1">
            <a:spLocks noGrp="1"/>
          </p:cNvSpPr>
          <p:nvPr>
            <p:ph type="body" idx="2"/>
          </p:nvPr>
        </p:nvSpPr>
        <p:spPr>
          <a:xfrm>
            <a:off x="7767637" y="630987"/>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68" name="Google Shape;2868;p273"/>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869" name="Google Shape;2869;p273"/>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67.xml><?xml version="1.0" encoding="utf-8"?>
<p:sldLayout xmlns:a="http://schemas.openxmlformats.org/drawingml/2006/main" xmlns:r="http://schemas.openxmlformats.org/officeDocument/2006/relationships" xmlns:p="http://schemas.openxmlformats.org/presentationml/2006/main" matchingName="3. Conteudo">
  <p:cSld name="2_3. Conteudo 3">
    <p:spTree>
      <p:nvGrpSpPr>
        <p:cNvPr id="1" name="Shape 2870"/>
        <p:cNvGrpSpPr/>
        <p:nvPr/>
      </p:nvGrpSpPr>
      <p:grpSpPr>
        <a:xfrm>
          <a:off x="0" y="0"/>
          <a:ext cx="0" cy="0"/>
          <a:chOff x="0" y="0"/>
          <a:chExt cx="0" cy="0"/>
        </a:xfrm>
      </p:grpSpPr>
      <p:pic>
        <p:nvPicPr>
          <p:cNvPr id="2871" name="Google Shape;2871;p274"/>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872" name="Google Shape;2872;p274"/>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73" name="Google Shape;2873;p274"/>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74" name="Google Shape;2874;p274"/>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75" name="Google Shape;2875;p274"/>
          <p:cNvSpPr>
            <a:spLocks noGrp="1"/>
          </p:cNvSpPr>
          <p:nvPr>
            <p:ph type="pic" idx="2"/>
          </p:nvPr>
        </p:nvSpPr>
        <p:spPr>
          <a:xfrm>
            <a:off x="3598408" y="2027345"/>
            <a:ext cx="8052600" cy="3699900"/>
          </a:xfrm>
          <a:prstGeom prst="rect">
            <a:avLst/>
          </a:prstGeom>
          <a:solidFill>
            <a:srgbClr val="D8D8D8"/>
          </a:solidFill>
          <a:ln>
            <a:noFill/>
          </a:ln>
        </p:spPr>
        <p:txBody>
          <a:bodyPr/>
          <a:lstStyle/>
          <a:p>
            <a:endParaRPr lang="pt-BR" dirty="0"/>
          </a:p>
        </p:txBody>
      </p:sp>
      <p:sp>
        <p:nvSpPr>
          <p:cNvPr id="2876" name="Google Shape;2876;p274"/>
          <p:cNvSpPr txBox="1">
            <a:spLocks noGrp="1"/>
          </p:cNvSpPr>
          <p:nvPr>
            <p:ph type="body" idx="1"/>
          </p:nvPr>
        </p:nvSpPr>
        <p:spPr>
          <a:xfrm>
            <a:off x="3598407" y="633942"/>
            <a:ext cx="8052900" cy="11622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77" name="Google Shape;2877;p274"/>
          <p:cNvSpPr txBox="1">
            <a:spLocks noGrp="1"/>
          </p:cNvSpPr>
          <p:nvPr>
            <p:ph type="body" idx="3"/>
          </p:nvPr>
        </p:nvSpPr>
        <p:spPr>
          <a:xfrm>
            <a:off x="3598407" y="5842824"/>
            <a:ext cx="8052900" cy="3102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78" name="Google Shape;2878;p274"/>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879" name="Google Shape;2879;p274"/>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68.xml><?xml version="1.0" encoding="utf-8"?>
<p:sldLayout xmlns:a="http://schemas.openxmlformats.org/drawingml/2006/main" xmlns:r="http://schemas.openxmlformats.org/officeDocument/2006/relationships" xmlns:p="http://schemas.openxmlformats.org/presentationml/2006/main" matchingName="3. Conteudo">
  <p:cSld name="2_3. Conteudo 4">
    <p:spTree>
      <p:nvGrpSpPr>
        <p:cNvPr id="1" name="Shape 2880"/>
        <p:cNvGrpSpPr/>
        <p:nvPr/>
      </p:nvGrpSpPr>
      <p:grpSpPr>
        <a:xfrm>
          <a:off x="0" y="0"/>
          <a:ext cx="0" cy="0"/>
          <a:chOff x="0" y="0"/>
          <a:chExt cx="0" cy="0"/>
        </a:xfrm>
      </p:grpSpPr>
      <p:pic>
        <p:nvPicPr>
          <p:cNvPr id="2881" name="Google Shape;2881;p275"/>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882" name="Google Shape;2882;p275"/>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83" name="Google Shape;2883;p275"/>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84" name="Google Shape;2884;p275"/>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85" name="Google Shape;2885;p275"/>
          <p:cNvSpPr txBox="1">
            <a:spLocks noGrp="1"/>
          </p:cNvSpPr>
          <p:nvPr>
            <p:ph type="body" idx="1"/>
          </p:nvPr>
        </p:nvSpPr>
        <p:spPr>
          <a:xfrm>
            <a:off x="3598409" y="619125"/>
            <a:ext cx="8052900" cy="11895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86" name="Google Shape;2886;p275"/>
          <p:cNvSpPr txBox="1">
            <a:spLocks noGrp="1"/>
          </p:cNvSpPr>
          <p:nvPr>
            <p:ph type="body" idx="2"/>
          </p:nvPr>
        </p:nvSpPr>
        <p:spPr>
          <a:xfrm>
            <a:off x="3598409" y="5860191"/>
            <a:ext cx="8052600" cy="2955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87" name="Google Shape;2887;p275"/>
          <p:cNvSpPr txBox="1"/>
          <p:nvPr/>
        </p:nvSpPr>
        <p:spPr>
          <a:xfrm>
            <a:off x="12032105" y="578620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88" name="Google Shape;2888;p275"/>
          <p:cNvSpPr txBox="1">
            <a:spLocks noGrp="1"/>
          </p:cNvSpPr>
          <p:nvPr>
            <p:ph type="body" idx="3"/>
          </p:nvPr>
        </p:nvSpPr>
        <p:spPr>
          <a:xfrm>
            <a:off x="3598409" y="2012716"/>
            <a:ext cx="8052600" cy="37362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89" name="Google Shape;2889;p275"/>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890" name="Google Shape;2890;p275"/>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69.xml><?xml version="1.0" encoding="utf-8"?>
<p:sldLayout xmlns:a="http://schemas.openxmlformats.org/drawingml/2006/main" xmlns:r="http://schemas.openxmlformats.org/officeDocument/2006/relationships" xmlns:p="http://schemas.openxmlformats.org/presentationml/2006/main" matchingName="3. Conteudo">
  <p:cSld name="2_3. Conteudo 5">
    <p:spTree>
      <p:nvGrpSpPr>
        <p:cNvPr id="1" name="Shape 2891"/>
        <p:cNvGrpSpPr/>
        <p:nvPr/>
      </p:nvGrpSpPr>
      <p:grpSpPr>
        <a:xfrm>
          <a:off x="0" y="0"/>
          <a:ext cx="0" cy="0"/>
          <a:chOff x="0" y="0"/>
          <a:chExt cx="0" cy="0"/>
        </a:xfrm>
      </p:grpSpPr>
      <p:pic>
        <p:nvPicPr>
          <p:cNvPr id="2892" name="Google Shape;2892;p276"/>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893" name="Google Shape;2893;p276"/>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94" name="Google Shape;2894;p276"/>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95" name="Google Shape;2895;p276"/>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96" name="Google Shape;2896;p276"/>
          <p:cNvSpPr txBox="1">
            <a:spLocks noGrp="1"/>
          </p:cNvSpPr>
          <p:nvPr>
            <p:ph type="body" idx="1"/>
          </p:nvPr>
        </p:nvSpPr>
        <p:spPr>
          <a:xfrm>
            <a:off x="3598410" y="633942"/>
            <a:ext cx="8052900" cy="11622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97" name="Google Shape;2897;p276"/>
          <p:cNvSpPr txBox="1">
            <a:spLocks noGrp="1"/>
          </p:cNvSpPr>
          <p:nvPr>
            <p:ph type="body" idx="2"/>
          </p:nvPr>
        </p:nvSpPr>
        <p:spPr>
          <a:xfrm>
            <a:off x="6374268" y="2372801"/>
            <a:ext cx="5277000" cy="3572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98" name="Google Shape;2898;p276"/>
          <p:cNvSpPr txBox="1">
            <a:spLocks noGrp="1"/>
          </p:cNvSpPr>
          <p:nvPr>
            <p:ph type="body" idx="3"/>
          </p:nvPr>
        </p:nvSpPr>
        <p:spPr>
          <a:xfrm>
            <a:off x="3596090" y="5702430"/>
            <a:ext cx="2497500" cy="2430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99" name="Google Shape;2899;p276"/>
          <p:cNvSpPr>
            <a:spLocks noGrp="1"/>
          </p:cNvSpPr>
          <p:nvPr>
            <p:ph type="pic" idx="4"/>
          </p:nvPr>
        </p:nvSpPr>
        <p:spPr>
          <a:xfrm>
            <a:off x="3596091" y="2364317"/>
            <a:ext cx="2497800" cy="3216300"/>
          </a:xfrm>
          <a:prstGeom prst="rect">
            <a:avLst/>
          </a:prstGeom>
          <a:solidFill>
            <a:srgbClr val="D9D9D9"/>
          </a:solidFill>
          <a:ln>
            <a:noFill/>
          </a:ln>
        </p:spPr>
        <p:txBody>
          <a:bodyPr/>
          <a:lstStyle/>
          <a:p>
            <a:endParaRPr lang="pt-BR" dirty="0"/>
          </a:p>
        </p:txBody>
      </p:sp>
      <p:sp>
        <p:nvSpPr>
          <p:cNvPr id="2900" name="Google Shape;2900;p276"/>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01" name="Google Shape;2901;p276"/>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70.xml><?xml version="1.0" encoding="utf-8"?>
<p:sldLayout xmlns:a="http://schemas.openxmlformats.org/drawingml/2006/main" xmlns:r="http://schemas.openxmlformats.org/officeDocument/2006/relationships" xmlns:p="http://schemas.openxmlformats.org/presentationml/2006/main" matchingName="3. Conteudo">
  <p:cSld name="2_3. Conteudo 6">
    <p:spTree>
      <p:nvGrpSpPr>
        <p:cNvPr id="1" name="Shape 2902"/>
        <p:cNvGrpSpPr/>
        <p:nvPr/>
      </p:nvGrpSpPr>
      <p:grpSpPr>
        <a:xfrm>
          <a:off x="0" y="0"/>
          <a:ext cx="0" cy="0"/>
          <a:chOff x="0" y="0"/>
          <a:chExt cx="0" cy="0"/>
        </a:xfrm>
      </p:grpSpPr>
      <p:pic>
        <p:nvPicPr>
          <p:cNvPr id="2903" name="Google Shape;2903;p277"/>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904" name="Google Shape;2904;p277"/>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905" name="Google Shape;2905;p277"/>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906" name="Google Shape;2906;p277"/>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907" name="Google Shape;2907;p277"/>
          <p:cNvSpPr txBox="1">
            <a:spLocks noGrp="1"/>
          </p:cNvSpPr>
          <p:nvPr>
            <p:ph type="body" idx="1"/>
          </p:nvPr>
        </p:nvSpPr>
        <p:spPr>
          <a:xfrm>
            <a:off x="3707268" y="641350"/>
            <a:ext cx="7366200" cy="17325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08" name="Google Shape;2908;p277"/>
          <p:cNvSpPr txBox="1">
            <a:spLocks noGrp="1"/>
          </p:cNvSpPr>
          <p:nvPr>
            <p:ph type="body" idx="2"/>
          </p:nvPr>
        </p:nvSpPr>
        <p:spPr>
          <a:xfrm>
            <a:off x="4428690" y="2540104"/>
            <a:ext cx="6644700" cy="34866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09" name="Google Shape;2909;p277"/>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10" name="Google Shape;2910;p277"/>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71.xml><?xml version="1.0" encoding="utf-8"?>
<p:sldLayout xmlns:a="http://schemas.openxmlformats.org/drawingml/2006/main" xmlns:r="http://schemas.openxmlformats.org/officeDocument/2006/relationships" xmlns:p="http://schemas.openxmlformats.org/presentationml/2006/main" matchingName="Title Only">
  <p:cSld name="1_Construindo o conceito">
    <p:spTree>
      <p:nvGrpSpPr>
        <p:cNvPr id="1" name="Shape 2911"/>
        <p:cNvGrpSpPr/>
        <p:nvPr/>
      </p:nvGrpSpPr>
      <p:grpSpPr>
        <a:xfrm>
          <a:off x="0" y="0"/>
          <a:ext cx="0" cy="0"/>
          <a:chOff x="0" y="0"/>
          <a:chExt cx="0" cy="0"/>
        </a:xfrm>
      </p:grpSpPr>
      <p:pic>
        <p:nvPicPr>
          <p:cNvPr id="2912" name="Google Shape;2912;p278"/>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2913" name="Google Shape;2913;p278"/>
          <p:cNvSpPr/>
          <p:nvPr/>
        </p:nvSpPr>
        <p:spPr>
          <a:xfrm>
            <a:off x="3426936" y="0"/>
            <a:ext cx="8781600" cy="6886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2914" name="Google Shape;2914;p278"/>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915" name="Google Shape;2915;p278"/>
          <p:cNvSpPr txBox="1">
            <a:spLocks noGrp="1"/>
          </p:cNvSpPr>
          <p:nvPr>
            <p:ph type="body" idx="1"/>
          </p:nvPr>
        </p:nvSpPr>
        <p:spPr>
          <a:xfrm>
            <a:off x="6095993" y="2930526"/>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16" name="Google Shape;2916;p278"/>
          <p:cNvSpPr txBox="1">
            <a:spLocks noGrp="1"/>
          </p:cNvSpPr>
          <p:nvPr>
            <p:ph type="body" idx="2"/>
          </p:nvPr>
        </p:nvSpPr>
        <p:spPr>
          <a:xfrm>
            <a:off x="6095995" y="328084"/>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2917" name="Google Shape;2917;p278"/>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2918" name="Google Shape;2918;p278"/>
          <p:cNvSpPr>
            <a:spLocks noGrp="1"/>
          </p:cNvSpPr>
          <p:nvPr>
            <p:ph type="pic" idx="3"/>
          </p:nvPr>
        </p:nvSpPr>
        <p:spPr>
          <a:xfrm>
            <a:off x="2916086" y="2386130"/>
            <a:ext cx="2615100" cy="1630200"/>
          </a:xfrm>
          <a:prstGeom prst="rect">
            <a:avLst/>
          </a:prstGeom>
          <a:solidFill>
            <a:srgbClr val="D8D8D8"/>
          </a:solidFill>
          <a:ln>
            <a:noFill/>
          </a:ln>
        </p:spPr>
        <p:txBody>
          <a:bodyPr/>
          <a:lstStyle/>
          <a:p>
            <a:endParaRPr lang="pt-BR" dirty="0"/>
          </a:p>
        </p:txBody>
      </p:sp>
      <p:sp>
        <p:nvSpPr>
          <p:cNvPr id="2919" name="Google Shape;2919;p278"/>
          <p:cNvSpPr>
            <a:spLocks noGrp="1"/>
          </p:cNvSpPr>
          <p:nvPr>
            <p:ph type="pic" idx="4"/>
          </p:nvPr>
        </p:nvSpPr>
        <p:spPr>
          <a:xfrm>
            <a:off x="2916086" y="4507889"/>
            <a:ext cx="2615100" cy="1674600"/>
          </a:xfrm>
          <a:prstGeom prst="rect">
            <a:avLst/>
          </a:prstGeom>
          <a:solidFill>
            <a:srgbClr val="D8D8D8"/>
          </a:solidFill>
          <a:ln>
            <a:noFill/>
          </a:ln>
        </p:spPr>
        <p:txBody>
          <a:bodyPr/>
          <a:lstStyle/>
          <a:p>
            <a:endParaRPr lang="pt-BR" dirty="0"/>
          </a:p>
        </p:txBody>
      </p:sp>
      <p:sp>
        <p:nvSpPr>
          <p:cNvPr id="2920" name="Google Shape;2920;p278"/>
          <p:cNvSpPr txBox="1">
            <a:spLocks noGrp="1"/>
          </p:cNvSpPr>
          <p:nvPr>
            <p:ph type="body" idx="5"/>
          </p:nvPr>
        </p:nvSpPr>
        <p:spPr>
          <a:xfrm>
            <a:off x="2909636" y="1999635"/>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21" name="Google Shape;2921;p278"/>
          <p:cNvSpPr txBox="1">
            <a:spLocks noGrp="1"/>
          </p:cNvSpPr>
          <p:nvPr>
            <p:ph type="body" idx="6"/>
          </p:nvPr>
        </p:nvSpPr>
        <p:spPr>
          <a:xfrm>
            <a:off x="2909636" y="4093478"/>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22" name="Google Shape;2922;p278"/>
          <p:cNvSpPr txBox="1">
            <a:spLocks noGrp="1"/>
          </p:cNvSpPr>
          <p:nvPr>
            <p:ph type="body" idx="7"/>
          </p:nvPr>
        </p:nvSpPr>
        <p:spPr>
          <a:xfrm>
            <a:off x="2909636" y="6265047"/>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23" name="Google Shape;2923;p278"/>
          <p:cNvSpPr txBox="1">
            <a:spLocks noGrp="1"/>
          </p:cNvSpPr>
          <p:nvPr>
            <p:ph type="body" idx="8"/>
          </p:nvPr>
        </p:nvSpPr>
        <p:spPr>
          <a:xfrm>
            <a:off x="6095995" y="24532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24" name="Google Shape;2924;p278"/>
          <p:cNvSpPr txBox="1">
            <a:spLocks noGrp="1"/>
          </p:cNvSpPr>
          <p:nvPr>
            <p:ph type="body" idx="9"/>
          </p:nvPr>
        </p:nvSpPr>
        <p:spPr>
          <a:xfrm>
            <a:off x="6095995" y="45868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25" name="Google Shape;2925;p278"/>
          <p:cNvSpPr txBox="1">
            <a:spLocks noGrp="1"/>
          </p:cNvSpPr>
          <p:nvPr>
            <p:ph type="body" idx="13"/>
          </p:nvPr>
        </p:nvSpPr>
        <p:spPr>
          <a:xfrm>
            <a:off x="6095993" y="813859"/>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26" name="Google Shape;2926;p278"/>
          <p:cNvSpPr txBox="1">
            <a:spLocks noGrp="1"/>
          </p:cNvSpPr>
          <p:nvPr>
            <p:ph type="body" idx="14"/>
          </p:nvPr>
        </p:nvSpPr>
        <p:spPr>
          <a:xfrm>
            <a:off x="6095993" y="5072592"/>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27" name="Google Shape;2927;p278"/>
          <p:cNvSpPr>
            <a:spLocks noGrp="1"/>
          </p:cNvSpPr>
          <p:nvPr>
            <p:ph type="pic" idx="15"/>
          </p:nvPr>
        </p:nvSpPr>
        <p:spPr>
          <a:xfrm>
            <a:off x="2916086" y="300154"/>
            <a:ext cx="2615100" cy="1630200"/>
          </a:xfrm>
          <a:prstGeom prst="rect">
            <a:avLst/>
          </a:prstGeom>
          <a:solidFill>
            <a:srgbClr val="D8D8D8"/>
          </a:solidFill>
          <a:ln>
            <a:noFill/>
          </a:ln>
        </p:spPr>
        <p:txBody>
          <a:bodyPr/>
          <a:lstStyle/>
          <a:p>
            <a:endParaRPr lang="pt-BR" dirty="0"/>
          </a:p>
        </p:txBody>
      </p:sp>
      <p:sp>
        <p:nvSpPr>
          <p:cNvPr id="2928" name="Google Shape;2928;p278"/>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29" name="Google Shape;2929;p278"/>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matchingName="Título e Conteúdo">
  <p:cSld name="Título e Conteúdo">
    <p:spTree>
      <p:nvGrpSpPr>
        <p:cNvPr id="1" name="Shape 2930"/>
        <p:cNvGrpSpPr/>
        <p:nvPr/>
      </p:nvGrpSpPr>
      <p:grpSpPr>
        <a:xfrm>
          <a:off x="0" y="0"/>
          <a:ext cx="0" cy="0"/>
          <a:chOff x="0" y="0"/>
          <a:chExt cx="0" cy="0"/>
        </a:xfrm>
      </p:grpSpPr>
      <p:pic>
        <p:nvPicPr>
          <p:cNvPr id="2931" name="Google Shape;2931;p279"/>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932" name="Google Shape;2932;p279"/>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933" name="Google Shape;2933;p279"/>
          <p:cNvSpPr txBox="1">
            <a:spLocks noGrp="1"/>
          </p:cNvSpPr>
          <p:nvPr>
            <p:ph type="body" idx="1"/>
          </p:nvPr>
        </p:nvSpPr>
        <p:spPr>
          <a:xfrm>
            <a:off x="3178176" y="1031875"/>
            <a:ext cx="4616400" cy="5367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34" name="Google Shape;2934;p279"/>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35" name="Google Shape;2935;p279"/>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matchingName="2_Atividade_Resposta">
  <p:cSld name="3_Atividade_Resposta">
    <p:spTree>
      <p:nvGrpSpPr>
        <p:cNvPr id="1" name="Shape 2936"/>
        <p:cNvGrpSpPr/>
        <p:nvPr/>
      </p:nvGrpSpPr>
      <p:grpSpPr>
        <a:xfrm>
          <a:off x="0" y="0"/>
          <a:ext cx="0" cy="0"/>
          <a:chOff x="0" y="0"/>
          <a:chExt cx="0" cy="0"/>
        </a:xfrm>
      </p:grpSpPr>
      <p:sp>
        <p:nvSpPr>
          <p:cNvPr id="2937" name="Google Shape;2937;p280"/>
          <p:cNvSpPr txBox="1">
            <a:spLocks noGrp="1"/>
          </p:cNvSpPr>
          <p:nvPr>
            <p:ph type="body" idx="1"/>
          </p:nvPr>
        </p:nvSpPr>
        <p:spPr>
          <a:xfrm>
            <a:off x="2633811" y="1324949"/>
            <a:ext cx="4998600" cy="8370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38" name="Google Shape;2938;p280"/>
          <p:cNvSpPr txBox="1">
            <a:spLocks noGrp="1"/>
          </p:cNvSpPr>
          <p:nvPr>
            <p:ph type="body" idx="2"/>
          </p:nvPr>
        </p:nvSpPr>
        <p:spPr>
          <a:xfrm>
            <a:off x="2633811" y="2340949"/>
            <a:ext cx="4998600" cy="8370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39" name="Google Shape;2939;p280"/>
          <p:cNvSpPr txBox="1">
            <a:spLocks noGrp="1"/>
          </p:cNvSpPr>
          <p:nvPr>
            <p:ph type="body" idx="3"/>
          </p:nvPr>
        </p:nvSpPr>
        <p:spPr>
          <a:xfrm>
            <a:off x="2633811" y="3365077"/>
            <a:ext cx="4998600" cy="8370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40" name="Google Shape;2940;p280"/>
          <p:cNvSpPr txBox="1">
            <a:spLocks noGrp="1"/>
          </p:cNvSpPr>
          <p:nvPr>
            <p:ph type="body" idx="4"/>
          </p:nvPr>
        </p:nvSpPr>
        <p:spPr>
          <a:xfrm>
            <a:off x="2633811" y="4486741"/>
            <a:ext cx="4998600" cy="8370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matchingName="4_Atividade_Resposta">
  <p:cSld name="4_Atividade_Resposta">
    <p:spTree>
      <p:nvGrpSpPr>
        <p:cNvPr id="1" name="Shape 2941"/>
        <p:cNvGrpSpPr/>
        <p:nvPr/>
      </p:nvGrpSpPr>
      <p:grpSpPr>
        <a:xfrm>
          <a:off x="0" y="0"/>
          <a:ext cx="0" cy="0"/>
          <a:chOff x="0" y="0"/>
          <a:chExt cx="0" cy="0"/>
        </a:xfrm>
      </p:grpSpPr>
      <p:pic>
        <p:nvPicPr>
          <p:cNvPr id="2942" name="Google Shape;2942;p281"/>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943" name="Google Shape;2943;p281"/>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944" name="Google Shape;2944;p281"/>
          <p:cNvSpPr txBox="1">
            <a:spLocks noGrp="1"/>
          </p:cNvSpPr>
          <p:nvPr>
            <p:ph type="body" idx="1"/>
          </p:nvPr>
        </p:nvSpPr>
        <p:spPr>
          <a:xfrm>
            <a:off x="3136759" y="1056217"/>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45" name="Google Shape;2945;p281"/>
          <p:cNvSpPr txBox="1">
            <a:spLocks noGrp="1"/>
          </p:cNvSpPr>
          <p:nvPr>
            <p:ph type="body" idx="2"/>
          </p:nvPr>
        </p:nvSpPr>
        <p:spPr>
          <a:xfrm>
            <a:off x="3136759" y="17714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46" name="Google Shape;2946;p281"/>
          <p:cNvSpPr txBox="1">
            <a:spLocks noGrp="1"/>
          </p:cNvSpPr>
          <p:nvPr>
            <p:ph type="body" idx="3"/>
          </p:nvPr>
        </p:nvSpPr>
        <p:spPr>
          <a:xfrm>
            <a:off x="3136759" y="25842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47" name="Google Shape;2947;p281"/>
          <p:cNvSpPr txBox="1">
            <a:spLocks noGrp="1"/>
          </p:cNvSpPr>
          <p:nvPr>
            <p:ph type="body" idx="4"/>
          </p:nvPr>
        </p:nvSpPr>
        <p:spPr>
          <a:xfrm>
            <a:off x="6501751" y="1056217"/>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48" name="Google Shape;2948;p281"/>
          <p:cNvSpPr txBox="1">
            <a:spLocks noGrp="1"/>
          </p:cNvSpPr>
          <p:nvPr>
            <p:ph type="body" idx="5"/>
          </p:nvPr>
        </p:nvSpPr>
        <p:spPr>
          <a:xfrm>
            <a:off x="6501751" y="17714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49" name="Google Shape;2949;p281"/>
          <p:cNvSpPr txBox="1">
            <a:spLocks noGrp="1"/>
          </p:cNvSpPr>
          <p:nvPr>
            <p:ph type="body" idx="6"/>
          </p:nvPr>
        </p:nvSpPr>
        <p:spPr>
          <a:xfrm>
            <a:off x="6501751" y="25842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50" name="Google Shape;2950;p281"/>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51" name="Google Shape;2951;p281"/>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matchingName="2_Linha do Tempo1">
  <p:cSld name="3_Linha do Tempo1">
    <p:spTree>
      <p:nvGrpSpPr>
        <p:cNvPr id="1" name="Shape 2952"/>
        <p:cNvGrpSpPr/>
        <p:nvPr/>
      </p:nvGrpSpPr>
      <p:grpSpPr>
        <a:xfrm>
          <a:off x="0" y="0"/>
          <a:ext cx="0" cy="0"/>
          <a:chOff x="0" y="0"/>
          <a:chExt cx="0" cy="0"/>
        </a:xfrm>
      </p:grpSpPr>
      <p:pic>
        <p:nvPicPr>
          <p:cNvPr id="2953" name="Google Shape;2953;p282"/>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954" name="Google Shape;2954;p282"/>
          <p:cNvPicPr preferRelativeResize="0"/>
          <p:nvPr/>
        </p:nvPicPr>
        <p:blipFill rotWithShape="1">
          <a:blip r:embed="rId3">
            <a:alphaModFix/>
          </a:blip>
          <a:srcRect/>
          <a:stretch/>
        </p:blipFill>
        <p:spPr>
          <a:xfrm>
            <a:off x="0" y="1434"/>
            <a:ext cx="12191999" cy="568301"/>
          </a:xfrm>
          <a:prstGeom prst="rect">
            <a:avLst/>
          </a:prstGeom>
          <a:noFill/>
          <a:ln>
            <a:noFill/>
          </a:ln>
        </p:spPr>
      </p:pic>
      <p:sp>
        <p:nvSpPr>
          <p:cNvPr id="2955" name="Google Shape;2955;p282"/>
          <p:cNvSpPr txBox="1">
            <a:spLocks noGrp="1"/>
          </p:cNvSpPr>
          <p:nvPr>
            <p:ph type="body" idx="1"/>
          </p:nvPr>
        </p:nvSpPr>
        <p:spPr>
          <a:xfrm>
            <a:off x="3276600" y="1188174"/>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56" name="Google Shape;2956;p282"/>
          <p:cNvSpPr txBox="1">
            <a:spLocks noGrp="1"/>
          </p:cNvSpPr>
          <p:nvPr>
            <p:ph type="body" idx="2"/>
          </p:nvPr>
        </p:nvSpPr>
        <p:spPr>
          <a:xfrm>
            <a:off x="3276600" y="1808050"/>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57" name="Google Shape;2957;p282"/>
          <p:cNvSpPr txBox="1">
            <a:spLocks noGrp="1"/>
          </p:cNvSpPr>
          <p:nvPr>
            <p:ph type="body" idx="3"/>
          </p:nvPr>
        </p:nvSpPr>
        <p:spPr>
          <a:xfrm>
            <a:off x="3276600" y="2442212"/>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58" name="Google Shape;2958;p282"/>
          <p:cNvSpPr txBox="1">
            <a:spLocks noGrp="1"/>
          </p:cNvSpPr>
          <p:nvPr>
            <p:ph type="body" idx="4"/>
          </p:nvPr>
        </p:nvSpPr>
        <p:spPr>
          <a:xfrm>
            <a:off x="3276600" y="3108857"/>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59" name="Google Shape;2959;p282"/>
          <p:cNvSpPr txBox="1">
            <a:spLocks noGrp="1"/>
          </p:cNvSpPr>
          <p:nvPr>
            <p:ph type="body" idx="5"/>
          </p:nvPr>
        </p:nvSpPr>
        <p:spPr>
          <a:xfrm>
            <a:off x="3276600" y="3805543"/>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60" name="Google Shape;2960;p282"/>
          <p:cNvSpPr txBox="1">
            <a:spLocks noGrp="1"/>
          </p:cNvSpPr>
          <p:nvPr>
            <p:ph type="body" idx="6"/>
          </p:nvPr>
        </p:nvSpPr>
        <p:spPr>
          <a:xfrm>
            <a:off x="3276600" y="4513114"/>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61" name="Google Shape;2961;p282"/>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62" name="Google Shape;2962;p282"/>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p:spTree>
      <p:nvGrpSpPr>
        <p:cNvPr id="1" name="Shape 2963"/>
        <p:cNvGrpSpPr/>
        <p:nvPr/>
      </p:nvGrpSpPr>
      <p:grpSpPr>
        <a:xfrm>
          <a:off x="0" y="0"/>
          <a:ext cx="0" cy="0"/>
          <a:chOff x="0" y="0"/>
          <a:chExt cx="0" cy="0"/>
        </a:xfrm>
      </p:grpSpPr>
      <p:pic>
        <p:nvPicPr>
          <p:cNvPr id="2964" name="Google Shape;2964;p283"/>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965" name="Google Shape;2965;p283"/>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966" name="Google Shape;2966;p283"/>
          <p:cNvSpPr txBox="1">
            <a:spLocks noGrp="1"/>
          </p:cNvSpPr>
          <p:nvPr>
            <p:ph type="body" idx="1"/>
          </p:nvPr>
        </p:nvSpPr>
        <p:spPr>
          <a:xfrm>
            <a:off x="3163359" y="1023409"/>
            <a:ext cx="4888500" cy="10815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67" name="Google Shape;2967;p283"/>
          <p:cNvSpPr txBox="1">
            <a:spLocks noGrp="1"/>
          </p:cNvSpPr>
          <p:nvPr>
            <p:ph type="body" idx="2"/>
          </p:nvPr>
        </p:nvSpPr>
        <p:spPr>
          <a:xfrm>
            <a:off x="3163359" y="2334624"/>
            <a:ext cx="4888500" cy="10815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68" name="Google Shape;2968;p283"/>
          <p:cNvSpPr>
            <a:spLocks noGrp="1"/>
          </p:cNvSpPr>
          <p:nvPr>
            <p:ph type="pic" idx="3"/>
          </p:nvPr>
        </p:nvSpPr>
        <p:spPr>
          <a:xfrm>
            <a:off x="3163359" y="3645959"/>
            <a:ext cx="4888500" cy="1668000"/>
          </a:xfrm>
          <a:prstGeom prst="rect">
            <a:avLst/>
          </a:prstGeom>
          <a:noFill/>
          <a:ln>
            <a:noFill/>
          </a:ln>
        </p:spPr>
        <p:txBody>
          <a:bodyPr/>
          <a:lstStyle/>
          <a:p>
            <a:endParaRPr lang="pt-BR" dirty="0"/>
          </a:p>
        </p:txBody>
      </p:sp>
      <p:sp>
        <p:nvSpPr>
          <p:cNvPr id="2969" name="Google Shape;2969;p283"/>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70" name="Google Shape;2970;p283"/>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matchingName="3_1. Desenvolvimento">
  <p:cSld name="3_1. Desenvolvimento">
    <p:spTree>
      <p:nvGrpSpPr>
        <p:cNvPr id="1" name="Shape 2971"/>
        <p:cNvGrpSpPr/>
        <p:nvPr/>
      </p:nvGrpSpPr>
      <p:grpSpPr>
        <a:xfrm>
          <a:off x="0" y="0"/>
          <a:ext cx="0" cy="0"/>
          <a:chOff x="0" y="0"/>
          <a:chExt cx="0" cy="0"/>
        </a:xfrm>
      </p:grpSpPr>
      <p:pic>
        <p:nvPicPr>
          <p:cNvPr id="2972" name="Google Shape;2972;p284"/>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973" name="Google Shape;2973;p284"/>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974" name="Google Shape;2974;p284"/>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975" name="Google Shape;2975;p284"/>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76" name="Google Shape;2976;p284"/>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matchingName="Quadro">
  <p:cSld name="Quadro">
    <p:spTree>
      <p:nvGrpSpPr>
        <p:cNvPr id="1" name="Shape 2977"/>
        <p:cNvGrpSpPr/>
        <p:nvPr/>
      </p:nvGrpSpPr>
      <p:grpSpPr>
        <a:xfrm>
          <a:off x="0" y="0"/>
          <a:ext cx="0" cy="0"/>
          <a:chOff x="0" y="0"/>
          <a:chExt cx="0" cy="0"/>
        </a:xfrm>
      </p:grpSpPr>
      <p:pic>
        <p:nvPicPr>
          <p:cNvPr id="2978" name="Google Shape;2978;p285"/>
          <p:cNvPicPr preferRelativeResize="0"/>
          <p:nvPr/>
        </p:nvPicPr>
        <p:blipFill rotWithShape="1">
          <a:blip r:embed="rId2">
            <a:alphaModFix/>
          </a:blip>
          <a:srcRect/>
          <a:stretch/>
        </p:blipFill>
        <p:spPr>
          <a:xfrm>
            <a:off x="4" y="0"/>
            <a:ext cx="12192000" cy="6857988"/>
          </a:xfrm>
          <a:prstGeom prst="rect">
            <a:avLst/>
          </a:prstGeom>
          <a:noFill/>
          <a:ln>
            <a:noFill/>
          </a:ln>
        </p:spPr>
      </p:pic>
      <p:sp>
        <p:nvSpPr>
          <p:cNvPr id="2979" name="Google Shape;2979;p285"/>
          <p:cNvSpPr txBox="1">
            <a:spLocks noGrp="1"/>
          </p:cNvSpPr>
          <p:nvPr>
            <p:ph type="body" idx="1"/>
          </p:nvPr>
        </p:nvSpPr>
        <p:spPr>
          <a:xfrm>
            <a:off x="500292" y="3098664"/>
            <a:ext cx="2601300" cy="13035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2980" name="Google Shape;2980;p285"/>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81" name="Google Shape;2981;p285"/>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matchingName="1_Layout Personalizado">
  <p:cSld name="1_Layout Personalizado">
    <p:spTree>
      <p:nvGrpSpPr>
        <p:cNvPr id="1" name="Shape 2982"/>
        <p:cNvGrpSpPr/>
        <p:nvPr/>
      </p:nvGrpSpPr>
      <p:grpSpPr>
        <a:xfrm>
          <a:off x="0" y="0"/>
          <a:ext cx="0" cy="0"/>
          <a:chOff x="0" y="0"/>
          <a:chExt cx="0" cy="0"/>
        </a:xfrm>
      </p:grpSpPr>
      <p:pic>
        <p:nvPicPr>
          <p:cNvPr id="2983" name="Google Shape;2983;p286"/>
          <p:cNvPicPr preferRelativeResize="0"/>
          <p:nvPr/>
        </p:nvPicPr>
        <p:blipFill rotWithShape="1">
          <a:blip r:embed="rId2">
            <a:alphaModFix/>
          </a:blip>
          <a:srcRect/>
          <a:stretch/>
        </p:blipFill>
        <p:spPr>
          <a:xfrm>
            <a:off x="4" y="0"/>
            <a:ext cx="12192000" cy="6857988"/>
          </a:xfrm>
          <a:prstGeom prst="rect">
            <a:avLst/>
          </a:prstGeom>
          <a:noFill/>
          <a:ln>
            <a:noFill/>
          </a:ln>
        </p:spPr>
      </p:pic>
      <p:grpSp>
        <p:nvGrpSpPr>
          <p:cNvPr id="2984" name="Google Shape;2984;p286"/>
          <p:cNvGrpSpPr/>
          <p:nvPr/>
        </p:nvGrpSpPr>
        <p:grpSpPr>
          <a:xfrm>
            <a:off x="0" y="0"/>
            <a:ext cx="8566500" cy="5808033"/>
            <a:chOff x="0" y="0"/>
            <a:chExt cx="8566500" cy="5808033"/>
          </a:xfrm>
        </p:grpSpPr>
        <p:sp>
          <p:nvSpPr>
            <p:cNvPr id="2985" name="Google Shape;2985;p286"/>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86" name="Google Shape;2986;p286"/>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87" name="Google Shape;2987;p286"/>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
        <p:nvSpPr>
          <p:cNvPr id="2988" name="Google Shape;2988;p286"/>
          <p:cNvSpPr txBox="1">
            <a:spLocks noGrp="1"/>
          </p:cNvSpPr>
          <p:nvPr>
            <p:ph type="body" idx="1"/>
          </p:nvPr>
        </p:nvSpPr>
        <p:spPr>
          <a:xfrm>
            <a:off x="1472540" y="999139"/>
            <a:ext cx="5135400" cy="3128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89" name="Google Shape;2989;p286"/>
          <p:cNvSpPr txBox="1">
            <a:spLocks noGrp="1"/>
          </p:cNvSpPr>
          <p:nvPr>
            <p:ph type="body" idx="2"/>
          </p:nvPr>
        </p:nvSpPr>
        <p:spPr>
          <a:xfrm>
            <a:off x="1472540" y="4248213"/>
            <a:ext cx="3345300" cy="404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matchingName="1. Conteudo">
  <p:cSld name="2_1. Conteudo 3">
    <p:spTree>
      <p:nvGrpSpPr>
        <p:cNvPr id="1" name="Shape 2990"/>
        <p:cNvGrpSpPr/>
        <p:nvPr/>
      </p:nvGrpSpPr>
      <p:grpSpPr>
        <a:xfrm>
          <a:off x="0" y="0"/>
          <a:ext cx="0" cy="0"/>
          <a:chOff x="0" y="0"/>
          <a:chExt cx="0" cy="0"/>
        </a:xfrm>
      </p:grpSpPr>
      <p:pic>
        <p:nvPicPr>
          <p:cNvPr id="2991" name="Google Shape;2991;p287"/>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992" name="Google Shape;2992;p287"/>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993" name="Google Shape;2993;p287"/>
          <p:cNvSpPr txBox="1">
            <a:spLocks noGrp="1"/>
          </p:cNvSpPr>
          <p:nvPr>
            <p:ph type="body" idx="1"/>
          </p:nvPr>
        </p:nvSpPr>
        <p:spPr>
          <a:xfrm>
            <a:off x="3236779" y="2362200"/>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994" name="Google Shape;2994;p287"/>
          <p:cNvSpPr txBox="1">
            <a:spLocks noGrp="1"/>
          </p:cNvSpPr>
          <p:nvPr>
            <p:ph type="body" idx="2"/>
          </p:nvPr>
        </p:nvSpPr>
        <p:spPr>
          <a:xfrm>
            <a:off x="3236867" y="1170031"/>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995" name="Google Shape;2995;p287"/>
          <p:cNvSpPr txBox="1">
            <a:spLocks noGrp="1"/>
          </p:cNvSpPr>
          <p:nvPr>
            <p:ph type="body" idx="3"/>
          </p:nvPr>
        </p:nvSpPr>
        <p:spPr>
          <a:xfrm>
            <a:off x="3236778" y="4403072"/>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996" name="Google Shape;2996;p287"/>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97" name="Google Shape;2997;p287"/>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matchingName="1_3. Conteudo">
  <p:cSld name="1_3. Conteudo">
    <p:bg>
      <p:bgPr>
        <a:solidFill>
          <a:srgbClr val="28566E"/>
        </a:solidFill>
        <a:effectLst/>
      </p:bgPr>
    </p:bg>
    <p:spTree>
      <p:nvGrpSpPr>
        <p:cNvPr id="1" name="Shape 2998"/>
        <p:cNvGrpSpPr/>
        <p:nvPr/>
      </p:nvGrpSpPr>
      <p:grpSpPr>
        <a:xfrm>
          <a:off x="0" y="0"/>
          <a:ext cx="0" cy="0"/>
          <a:chOff x="0" y="0"/>
          <a:chExt cx="0" cy="0"/>
        </a:xfrm>
      </p:grpSpPr>
      <p:pic>
        <p:nvPicPr>
          <p:cNvPr id="2999" name="Google Shape;2999;p288"/>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3000" name="Google Shape;3000;p288"/>
          <p:cNvSpPr/>
          <p:nvPr/>
        </p:nvSpPr>
        <p:spPr>
          <a:xfrm>
            <a:off x="448134" y="414865"/>
            <a:ext cx="3222625" cy="3222612"/>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cstate="hqprint">
              <a:alphaModFix/>
              <a:extLst>
                <a:ext uri="{28A0092B-C50C-407E-A947-70E740481C1C}">
                  <a14:useLocalDpi xmlns:a14="http://schemas.microsoft.com/office/drawing/2010/main"/>
                </a:ext>
              </a:extLst>
            </a:blip>
            <a:stretch>
              <a:fillRect/>
            </a:stretch>
          </a:blip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3001" name="Google Shape;3001;p288"/>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3002" name="Google Shape;3002;p288"/>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3003" name="Google Shape;3003;p288"/>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3004" name="Google Shape;3004;p288"/>
          <p:cNvSpPr txBox="1"/>
          <p:nvPr/>
        </p:nvSpPr>
        <p:spPr>
          <a:xfrm>
            <a:off x="12279086" y="384144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005" name="Google Shape;3005;p288"/>
          <p:cNvSpPr txBox="1"/>
          <p:nvPr/>
        </p:nvSpPr>
        <p:spPr>
          <a:xfrm>
            <a:off x="4744995" y="191117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006" name="Google Shape;3006;p288"/>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3007" name="Google Shape;3007;p288"/>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chemeClr val="lt1"/>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08" name="Google Shape;3008;p288"/>
          <p:cNvSpPr txBox="1"/>
          <p:nvPr/>
        </p:nvSpPr>
        <p:spPr>
          <a:xfrm>
            <a:off x="6265889" y="14990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009" name="Google Shape;3009;p288"/>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010" name="Google Shape;3010;p288"/>
          <p:cNvSpPr txBox="1"/>
          <p:nvPr/>
        </p:nvSpPr>
        <p:spPr>
          <a:xfrm>
            <a:off x="2522615" y="3136615"/>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matchingName="1_3. Conteudo">
  <p:cSld name="2_3. Conteudo 7">
    <p:bg>
      <p:bgPr>
        <a:solidFill>
          <a:srgbClr val="28566E"/>
        </a:solidFill>
        <a:effectLst/>
      </p:bgPr>
    </p:bg>
    <p:spTree>
      <p:nvGrpSpPr>
        <p:cNvPr id="1" name="Shape 3011"/>
        <p:cNvGrpSpPr/>
        <p:nvPr/>
      </p:nvGrpSpPr>
      <p:grpSpPr>
        <a:xfrm>
          <a:off x="0" y="0"/>
          <a:ext cx="0" cy="0"/>
          <a:chOff x="0" y="0"/>
          <a:chExt cx="0" cy="0"/>
        </a:xfrm>
      </p:grpSpPr>
      <p:pic>
        <p:nvPicPr>
          <p:cNvPr id="3012" name="Google Shape;3012;p289"/>
          <p:cNvPicPr preferRelativeResize="0"/>
          <p:nvPr/>
        </p:nvPicPr>
        <p:blipFill rotWithShape="1">
          <a:blip r:embed="rId2">
            <a:alphaModFix/>
          </a:blip>
          <a:srcRect/>
          <a:stretch/>
        </p:blipFill>
        <p:spPr>
          <a:xfrm>
            <a:off x="0" y="17"/>
            <a:ext cx="4630818" cy="6857983"/>
          </a:xfrm>
          <a:prstGeom prst="rect">
            <a:avLst/>
          </a:prstGeom>
          <a:noFill/>
          <a:ln>
            <a:noFill/>
          </a:ln>
        </p:spPr>
      </p:pic>
      <p:pic>
        <p:nvPicPr>
          <p:cNvPr id="3013" name="Google Shape;3013;p289" descr="Câmera fotográfica preta&#10;&#10;Descrição gerada automaticamente"/>
          <p:cNvPicPr preferRelativeResize="0"/>
          <p:nvPr/>
        </p:nvPicPr>
        <p:blipFill rotWithShape="1">
          <a:blip r:embed="rId3" cstate="hqprint">
            <a:alphaModFix/>
            <a:extLst>
              <a:ext uri="{28A0092B-C50C-407E-A947-70E740481C1C}">
                <a14:useLocalDpi xmlns:a14="http://schemas.microsoft.com/office/drawing/2010/main"/>
              </a:ext>
            </a:extLst>
          </a:blip>
          <a:srcRect t="-271"/>
          <a:stretch/>
        </p:blipFill>
        <p:spPr>
          <a:xfrm>
            <a:off x="428798" y="386760"/>
            <a:ext cx="3243300" cy="3243300"/>
          </a:xfrm>
          <a:prstGeom prst="ellipse">
            <a:avLst/>
          </a:prstGeom>
          <a:noFill/>
          <a:ln>
            <a:noFill/>
          </a:ln>
        </p:spPr>
      </p:pic>
      <p:sp>
        <p:nvSpPr>
          <p:cNvPr id="3014" name="Google Shape;3014;p289"/>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3015" name="Google Shape;3015;p289"/>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3016" name="Google Shape;3016;p289"/>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3017" name="Google Shape;3017;p289"/>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3018" name="Google Shape;3018;p289"/>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chemeClr val="lt1"/>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19" name="Google Shape;3019;p289"/>
          <p:cNvSpPr txBox="1"/>
          <p:nvPr/>
        </p:nvSpPr>
        <p:spPr>
          <a:xfrm>
            <a:off x="5767754" y="-75027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020" name="Google Shape;3020;p289"/>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021" name="Google Shape;3021;p289"/>
          <p:cNvSpPr txBox="1"/>
          <p:nvPr/>
        </p:nvSpPr>
        <p:spPr>
          <a:xfrm>
            <a:off x="2522615" y="3136615"/>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matchingName="4. Exposição">
  <p:cSld name="4. Exposição">
    <p:spTree>
      <p:nvGrpSpPr>
        <p:cNvPr id="1" name="Shape 3022"/>
        <p:cNvGrpSpPr/>
        <p:nvPr/>
      </p:nvGrpSpPr>
      <p:grpSpPr>
        <a:xfrm>
          <a:off x="0" y="0"/>
          <a:ext cx="0" cy="0"/>
          <a:chOff x="0" y="0"/>
          <a:chExt cx="0" cy="0"/>
        </a:xfrm>
      </p:grpSpPr>
      <p:pic>
        <p:nvPicPr>
          <p:cNvPr id="3023" name="Google Shape;3023;p290"/>
          <p:cNvPicPr preferRelativeResize="0"/>
          <p:nvPr/>
        </p:nvPicPr>
        <p:blipFill rotWithShape="1">
          <a:blip r:embed="rId2">
            <a:alphaModFix/>
          </a:blip>
          <a:srcRect/>
          <a:stretch/>
        </p:blipFill>
        <p:spPr>
          <a:xfrm>
            <a:off x="-3" y="0"/>
            <a:ext cx="3218119" cy="6857983"/>
          </a:xfrm>
          <a:prstGeom prst="rect">
            <a:avLst/>
          </a:prstGeom>
          <a:noFill/>
          <a:ln>
            <a:noFill/>
          </a:ln>
        </p:spPr>
      </p:pic>
      <p:sp>
        <p:nvSpPr>
          <p:cNvPr id="3024" name="Google Shape;3024;p290"/>
          <p:cNvSpPr txBox="1">
            <a:spLocks noGrp="1"/>
          </p:cNvSpPr>
          <p:nvPr>
            <p:ph type="body" idx="1"/>
          </p:nvPr>
        </p:nvSpPr>
        <p:spPr>
          <a:xfrm>
            <a:off x="3969778" y="768737"/>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025" name="Google Shape;3025;p290"/>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026" name="Google Shape;3026;p290"/>
          <p:cNvSpPr>
            <a:spLocks noGrp="1"/>
          </p:cNvSpPr>
          <p:nvPr>
            <p:ph type="pic" idx="2"/>
          </p:nvPr>
        </p:nvSpPr>
        <p:spPr>
          <a:xfrm>
            <a:off x="3979525" y="1953131"/>
            <a:ext cx="7268700" cy="3781500"/>
          </a:xfrm>
          <a:prstGeom prst="rect">
            <a:avLst/>
          </a:prstGeom>
          <a:noFill/>
          <a:ln>
            <a:noFill/>
          </a:ln>
        </p:spPr>
        <p:txBody>
          <a:bodyPr/>
          <a:lstStyle/>
          <a:p>
            <a:endParaRPr lang="pt-BR" dirty="0"/>
          </a:p>
        </p:txBody>
      </p:sp>
      <p:sp>
        <p:nvSpPr>
          <p:cNvPr id="3027" name="Google Shape;3027;p290"/>
          <p:cNvSpPr txBox="1">
            <a:spLocks noGrp="1"/>
          </p:cNvSpPr>
          <p:nvPr>
            <p:ph type="body" idx="3"/>
          </p:nvPr>
        </p:nvSpPr>
        <p:spPr>
          <a:xfrm>
            <a:off x="3969778" y="5831202"/>
            <a:ext cx="7268700" cy="1488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240"/>
              </a:spcBef>
              <a:spcAft>
                <a:spcPts val="0"/>
              </a:spcAft>
              <a:buClr>
                <a:schemeClr val="dk1"/>
              </a:buClr>
              <a:buSzPts val="1200"/>
              <a:buFont typeface="Poppins"/>
              <a:buNone/>
              <a:defRPr sz="800" b="0" i="0" u="none" strike="noStrike" cap="none">
                <a:solidFill>
                  <a:schemeClr val="dk1"/>
                </a:solidFill>
                <a:latin typeface="Poppins"/>
                <a:ea typeface="Poppins"/>
                <a:cs typeface="Poppins"/>
                <a:sym typeface="Poppins"/>
              </a:defRPr>
            </a:lvl1pPr>
            <a:lvl2pPr marL="914400" marR="0" lvl="1" indent="-304800" algn="l">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3028" name="Google Shape;3028;p290"/>
          <p:cNvSpPr/>
          <p:nvPr/>
        </p:nvSpPr>
        <p:spPr>
          <a:xfrm>
            <a:off x="229449" y="3216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029" name="Google Shape;3029;p290"/>
          <p:cNvSpPr txBox="1"/>
          <p:nvPr/>
        </p:nvSpPr>
        <p:spPr>
          <a:xfrm>
            <a:off x="495695" y="757428"/>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2">
    <p:spTree>
      <p:nvGrpSpPr>
        <p:cNvPr id="1" name="Shape 3030"/>
        <p:cNvGrpSpPr/>
        <p:nvPr/>
      </p:nvGrpSpPr>
      <p:grpSpPr>
        <a:xfrm>
          <a:off x="0" y="0"/>
          <a:ext cx="0" cy="0"/>
          <a:chOff x="0" y="0"/>
          <a:chExt cx="0" cy="0"/>
        </a:xfrm>
      </p:grpSpPr>
      <p:pic>
        <p:nvPicPr>
          <p:cNvPr id="3031" name="Google Shape;3031;p291"/>
          <p:cNvPicPr preferRelativeResize="0"/>
          <p:nvPr/>
        </p:nvPicPr>
        <p:blipFill rotWithShape="1">
          <a:blip r:embed="rId2">
            <a:alphaModFix/>
          </a:blip>
          <a:srcRect/>
          <a:stretch/>
        </p:blipFill>
        <p:spPr>
          <a:xfrm>
            <a:off x="0" y="9526"/>
            <a:ext cx="12191999" cy="568301"/>
          </a:xfrm>
          <a:prstGeom prst="rect">
            <a:avLst/>
          </a:prstGeom>
          <a:noFill/>
          <a:ln>
            <a:noFill/>
          </a:ln>
        </p:spPr>
      </p:pic>
      <p:pic>
        <p:nvPicPr>
          <p:cNvPr id="3032" name="Google Shape;3032;p291"/>
          <p:cNvPicPr preferRelativeResize="0"/>
          <p:nvPr/>
        </p:nvPicPr>
        <p:blipFill rotWithShape="1">
          <a:blip r:embed="rId3">
            <a:alphaModFix/>
          </a:blip>
          <a:srcRect/>
          <a:stretch/>
        </p:blipFill>
        <p:spPr>
          <a:xfrm>
            <a:off x="0" y="6281734"/>
            <a:ext cx="12191999" cy="595317"/>
          </a:xfrm>
          <a:prstGeom prst="rect">
            <a:avLst/>
          </a:prstGeom>
          <a:noFill/>
          <a:ln>
            <a:noFill/>
          </a:ln>
        </p:spPr>
      </p:pic>
      <p:sp>
        <p:nvSpPr>
          <p:cNvPr id="3033" name="Google Shape;3033;p291"/>
          <p:cNvSpPr txBox="1">
            <a:spLocks noGrp="1"/>
          </p:cNvSpPr>
          <p:nvPr>
            <p:ph type="body" idx="1"/>
          </p:nvPr>
        </p:nvSpPr>
        <p:spPr>
          <a:xfrm>
            <a:off x="2832629" y="929217"/>
            <a:ext cx="8512200" cy="409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4400" b="1"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34" name="Google Shape;3034;p291"/>
          <p:cNvSpPr txBox="1">
            <a:spLocks noGrp="1"/>
          </p:cNvSpPr>
          <p:nvPr>
            <p:ph type="body" idx="2"/>
          </p:nvPr>
        </p:nvSpPr>
        <p:spPr>
          <a:xfrm>
            <a:off x="3117954" y="1598778"/>
            <a:ext cx="8226900" cy="26127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2400"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35" name="Google Shape;3035;p291"/>
          <p:cNvSpPr txBox="1">
            <a:spLocks noGrp="1"/>
          </p:cNvSpPr>
          <p:nvPr>
            <p:ph type="body" idx="3"/>
          </p:nvPr>
        </p:nvSpPr>
        <p:spPr>
          <a:xfrm>
            <a:off x="4282082" y="4997173"/>
            <a:ext cx="6770700" cy="903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36" name="Google Shape;3036;p291"/>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037" name="Google Shape;3037;p291"/>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matchingName="4_Atividade_Resposta">
  <p:cSld name="5_Atividade_Resposta">
    <p:spTree>
      <p:nvGrpSpPr>
        <p:cNvPr id="1" name="Shape 3038"/>
        <p:cNvGrpSpPr/>
        <p:nvPr/>
      </p:nvGrpSpPr>
      <p:grpSpPr>
        <a:xfrm>
          <a:off x="0" y="0"/>
          <a:ext cx="0" cy="0"/>
          <a:chOff x="0" y="0"/>
          <a:chExt cx="0" cy="0"/>
        </a:xfrm>
      </p:grpSpPr>
      <p:pic>
        <p:nvPicPr>
          <p:cNvPr id="3039" name="Google Shape;3039;p292"/>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040" name="Google Shape;3040;p292"/>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041" name="Google Shape;3041;p292"/>
          <p:cNvSpPr txBox="1">
            <a:spLocks noGrp="1"/>
          </p:cNvSpPr>
          <p:nvPr>
            <p:ph type="body" idx="1"/>
          </p:nvPr>
        </p:nvSpPr>
        <p:spPr>
          <a:xfrm>
            <a:off x="3806396" y="2036189"/>
            <a:ext cx="3291600" cy="231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42" name="Google Shape;3042;p292"/>
          <p:cNvSpPr txBox="1">
            <a:spLocks noGrp="1"/>
          </p:cNvSpPr>
          <p:nvPr>
            <p:ph type="body" idx="2"/>
          </p:nvPr>
        </p:nvSpPr>
        <p:spPr>
          <a:xfrm>
            <a:off x="3806396" y="3363540"/>
            <a:ext cx="3291600" cy="231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43" name="Google Shape;3043;p292"/>
          <p:cNvSpPr txBox="1">
            <a:spLocks noGrp="1"/>
          </p:cNvSpPr>
          <p:nvPr>
            <p:ph type="body" idx="3"/>
          </p:nvPr>
        </p:nvSpPr>
        <p:spPr>
          <a:xfrm>
            <a:off x="8183525" y="4696970"/>
            <a:ext cx="3291600" cy="210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44" name="Google Shape;3044;p292"/>
          <p:cNvSpPr txBox="1">
            <a:spLocks noGrp="1"/>
          </p:cNvSpPr>
          <p:nvPr>
            <p:ph type="body" idx="4"/>
          </p:nvPr>
        </p:nvSpPr>
        <p:spPr>
          <a:xfrm>
            <a:off x="3806396" y="4676237"/>
            <a:ext cx="3276600" cy="231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45" name="Google Shape;3045;p292"/>
          <p:cNvSpPr txBox="1">
            <a:spLocks noGrp="1"/>
          </p:cNvSpPr>
          <p:nvPr>
            <p:ph type="body" idx="5"/>
          </p:nvPr>
        </p:nvSpPr>
        <p:spPr>
          <a:xfrm>
            <a:off x="8183525" y="2036512"/>
            <a:ext cx="3291600" cy="231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46" name="Google Shape;3046;p292"/>
          <p:cNvSpPr txBox="1">
            <a:spLocks noGrp="1"/>
          </p:cNvSpPr>
          <p:nvPr>
            <p:ph type="body" idx="6"/>
          </p:nvPr>
        </p:nvSpPr>
        <p:spPr>
          <a:xfrm>
            <a:off x="8183525" y="3363864"/>
            <a:ext cx="3291600" cy="231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47" name="Google Shape;3047;p292"/>
          <p:cNvSpPr txBox="1">
            <a:spLocks noGrp="1"/>
          </p:cNvSpPr>
          <p:nvPr>
            <p:ph type="body" idx="7"/>
          </p:nvPr>
        </p:nvSpPr>
        <p:spPr>
          <a:xfrm>
            <a:off x="2825335" y="912661"/>
            <a:ext cx="6246900" cy="3876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2000"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48" name="Google Shape;3048;p292"/>
          <p:cNvSpPr txBox="1">
            <a:spLocks noGrp="1"/>
          </p:cNvSpPr>
          <p:nvPr>
            <p:ph type="body" idx="8"/>
          </p:nvPr>
        </p:nvSpPr>
        <p:spPr>
          <a:xfrm>
            <a:off x="3806397" y="2390987"/>
            <a:ext cx="32916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49" name="Google Shape;3049;p292"/>
          <p:cNvSpPr txBox="1">
            <a:spLocks noGrp="1"/>
          </p:cNvSpPr>
          <p:nvPr>
            <p:ph type="body" idx="9"/>
          </p:nvPr>
        </p:nvSpPr>
        <p:spPr>
          <a:xfrm>
            <a:off x="3806397" y="3725169"/>
            <a:ext cx="32916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50" name="Google Shape;3050;p292"/>
          <p:cNvSpPr txBox="1">
            <a:spLocks noGrp="1"/>
          </p:cNvSpPr>
          <p:nvPr>
            <p:ph type="body" idx="13"/>
          </p:nvPr>
        </p:nvSpPr>
        <p:spPr>
          <a:xfrm>
            <a:off x="3806397" y="5024223"/>
            <a:ext cx="32916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51" name="Google Shape;3051;p292"/>
          <p:cNvSpPr txBox="1">
            <a:spLocks noGrp="1"/>
          </p:cNvSpPr>
          <p:nvPr>
            <p:ph type="body" idx="14"/>
          </p:nvPr>
        </p:nvSpPr>
        <p:spPr>
          <a:xfrm>
            <a:off x="8183525" y="2390987"/>
            <a:ext cx="32916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52" name="Google Shape;3052;p292"/>
          <p:cNvSpPr txBox="1">
            <a:spLocks noGrp="1"/>
          </p:cNvSpPr>
          <p:nvPr>
            <p:ph type="body" idx="15"/>
          </p:nvPr>
        </p:nvSpPr>
        <p:spPr>
          <a:xfrm>
            <a:off x="8183525" y="3680360"/>
            <a:ext cx="32916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53" name="Google Shape;3053;p292"/>
          <p:cNvSpPr txBox="1">
            <a:spLocks noGrp="1"/>
          </p:cNvSpPr>
          <p:nvPr>
            <p:ph type="body" idx="16"/>
          </p:nvPr>
        </p:nvSpPr>
        <p:spPr>
          <a:xfrm>
            <a:off x="8183525" y="5024223"/>
            <a:ext cx="32916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54" name="Google Shape;3054;p292"/>
          <p:cNvSpPr txBox="1">
            <a:spLocks noGrp="1"/>
          </p:cNvSpPr>
          <p:nvPr>
            <p:ph type="body" idx="17"/>
          </p:nvPr>
        </p:nvSpPr>
        <p:spPr>
          <a:xfrm>
            <a:off x="2023316" y="2365587"/>
            <a:ext cx="41235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55" name="Google Shape;3055;p292"/>
          <p:cNvSpPr txBox="1">
            <a:spLocks noGrp="1"/>
          </p:cNvSpPr>
          <p:nvPr>
            <p:ph type="body" idx="18"/>
          </p:nvPr>
        </p:nvSpPr>
        <p:spPr>
          <a:xfrm>
            <a:off x="2023316" y="3699769"/>
            <a:ext cx="41235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56" name="Google Shape;3056;p292"/>
          <p:cNvSpPr txBox="1">
            <a:spLocks noGrp="1"/>
          </p:cNvSpPr>
          <p:nvPr>
            <p:ph type="body" idx="19"/>
          </p:nvPr>
        </p:nvSpPr>
        <p:spPr>
          <a:xfrm>
            <a:off x="2023316" y="4998823"/>
            <a:ext cx="41235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57" name="Google Shape;3057;p292"/>
          <p:cNvSpPr txBox="1">
            <a:spLocks noGrp="1"/>
          </p:cNvSpPr>
          <p:nvPr>
            <p:ph type="body" idx="20"/>
          </p:nvPr>
        </p:nvSpPr>
        <p:spPr>
          <a:xfrm>
            <a:off x="7660284" y="2370667"/>
            <a:ext cx="40185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58" name="Google Shape;3058;p292"/>
          <p:cNvSpPr txBox="1">
            <a:spLocks noGrp="1"/>
          </p:cNvSpPr>
          <p:nvPr>
            <p:ph type="body" idx="21"/>
          </p:nvPr>
        </p:nvSpPr>
        <p:spPr>
          <a:xfrm>
            <a:off x="7660284" y="3660040"/>
            <a:ext cx="40185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59" name="Google Shape;3059;p292"/>
          <p:cNvSpPr txBox="1">
            <a:spLocks noGrp="1"/>
          </p:cNvSpPr>
          <p:nvPr>
            <p:ph type="body" idx="22"/>
          </p:nvPr>
        </p:nvSpPr>
        <p:spPr>
          <a:xfrm>
            <a:off x="7660284" y="5003903"/>
            <a:ext cx="40185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60" name="Google Shape;3060;p292"/>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061" name="Google Shape;3061;p292"/>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matchingName="2_Linha do Tempo1">
  <p:cSld name="3_Linha do Tempo1 2">
    <p:spTree>
      <p:nvGrpSpPr>
        <p:cNvPr id="1" name="Shape 3062"/>
        <p:cNvGrpSpPr/>
        <p:nvPr/>
      </p:nvGrpSpPr>
      <p:grpSpPr>
        <a:xfrm>
          <a:off x="0" y="0"/>
          <a:ext cx="0" cy="0"/>
          <a:chOff x="0" y="0"/>
          <a:chExt cx="0" cy="0"/>
        </a:xfrm>
      </p:grpSpPr>
      <p:pic>
        <p:nvPicPr>
          <p:cNvPr id="3063" name="Google Shape;3063;p293"/>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064" name="Google Shape;3064;p293"/>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065" name="Google Shape;3065;p293"/>
          <p:cNvSpPr txBox="1">
            <a:spLocks noGrp="1"/>
          </p:cNvSpPr>
          <p:nvPr>
            <p:ph type="body" idx="1"/>
          </p:nvPr>
        </p:nvSpPr>
        <p:spPr>
          <a:xfrm>
            <a:off x="2789174" y="919259"/>
            <a:ext cx="6426000" cy="5031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24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66" name="Google Shape;3066;p293"/>
          <p:cNvSpPr txBox="1">
            <a:spLocks noGrp="1"/>
          </p:cNvSpPr>
          <p:nvPr>
            <p:ph type="body" idx="2"/>
          </p:nvPr>
        </p:nvSpPr>
        <p:spPr>
          <a:xfrm>
            <a:off x="3562371" y="1936680"/>
            <a:ext cx="3279600" cy="3186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24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67" name="Google Shape;3067;p293"/>
          <p:cNvSpPr txBox="1">
            <a:spLocks noGrp="1"/>
          </p:cNvSpPr>
          <p:nvPr>
            <p:ph type="body" idx="3"/>
          </p:nvPr>
        </p:nvSpPr>
        <p:spPr>
          <a:xfrm>
            <a:off x="3562371" y="2454431"/>
            <a:ext cx="3261300" cy="5730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24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68" name="Google Shape;3068;p293"/>
          <p:cNvSpPr txBox="1">
            <a:spLocks noGrp="1"/>
          </p:cNvSpPr>
          <p:nvPr>
            <p:ph type="body" idx="4"/>
          </p:nvPr>
        </p:nvSpPr>
        <p:spPr>
          <a:xfrm>
            <a:off x="3562371" y="3351392"/>
            <a:ext cx="3279600" cy="3147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24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69" name="Google Shape;3069;p293"/>
          <p:cNvSpPr txBox="1">
            <a:spLocks noGrp="1"/>
          </p:cNvSpPr>
          <p:nvPr>
            <p:ph type="body" idx="5"/>
          </p:nvPr>
        </p:nvSpPr>
        <p:spPr>
          <a:xfrm>
            <a:off x="3580631" y="3950371"/>
            <a:ext cx="3242100" cy="6387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24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70" name="Google Shape;3070;p293"/>
          <p:cNvSpPr txBox="1">
            <a:spLocks noGrp="1"/>
          </p:cNvSpPr>
          <p:nvPr>
            <p:ph type="body" idx="6"/>
          </p:nvPr>
        </p:nvSpPr>
        <p:spPr>
          <a:xfrm>
            <a:off x="3580630" y="4736672"/>
            <a:ext cx="3261300" cy="3105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24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71" name="Google Shape;3071;p293"/>
          <p:cNvSpPr txBox="1">
            <a:spLocks noGrp="1"/>
          </p:cNvSpPr>
          <p:nvPr>
            <p:ph type="body" idx="7"/>
          </p:nvPr>
        </p:nvSpPr>
        <p:spPr>
          <a:xfrm>
            <a:off x="3580630" y="5221571"/>
            <a:ext cx="3261300" cy="5730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24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72" name="Google Shape;3072;p293"/>
          <p:cNvSpPr txBox="1">
            <a:spLocks noGrp="1"/>
          </p:cNvSpPr>
          <p:nvPr>
            <p:ph type="body" idx="8"/>
          </p:nvPr>
        </p:nvSpPr>
        <p:spPr>
          <a:xfrm>
            <a:off x="8011121" y="1942710"/>
            <a:ext cx="3242100" cy="3201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73" name="Google Shape;3073;p293"/>
          <p:cNvSpPr txBox="1">
            <a:spLocks noGrp="1"/>
          </p:cNvSpPr>
          <p:nvPr>
            <p:ph type="body" idx="9"/>
          </p:nvPr>
        </p:nvSpPr>
        <p:spPr>
          <a:xfrm>
            <a:off x="8011122" y="2454431"/>
            <a:ext cx="3242100" cy="5730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74" name="Google Shape;3074;p293"/>
          <p:cNvSpPr txBox="1">
            <a:spLocks noGrp="1"/>
          </p:cNvSpPr>
          <p:nvPr>
            <p:ph type="body" idx="13"/>
          </p:nvPr>
        </p:nvSpPr>
        <p:spPr>
          <a:xfrm>
            <a:off x="8011121" y="3345736"/>
            <a:ext cx="3242100" cy="3201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75" name="Google Shape;3075;p293"/>
          <p:cNvSpPr txBox="1">
            <a:spLocks noGrp="1"/>
          </p:cNvSpPr>
          <p:nvPr>
            <p:ph type="body" idx="14"/>
          </p:nvPr>
        </p:nvSpPr>
        <p:spPr>
          <a:xfrm>
            <a:off x="8011122" y="3950370"/>
            <a:ext cx="3242100" cy="6387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76" name="Google Shape;3076;p293"/>
          <p:cNvSpPr txBox="1">
            <a:spLocks noGrp="1"/>
          </p:cNvSpPr>
          <p:nvPr>
            <p:ph type="body" idx="15"/>
          </p:nvPr>
        </p:nvSpPr>
        <p:spPr>
          <a:xfrm>
            <a:off x="8011121" y="4728892"/>
            <a:ext cx="3242100" cy="3201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77" name="Google Shape;3077;p293"/>
          <p:cNvSpPr txBox="1">
            <a:spLocks noGrp="1"/>
          </p:cNvSpPr>
          <p:nvPr>
            <p:ph type="body" idx="16"/>
          </p:nvPr>
        </p:nvSpPr>
        <p:spPr>
          <a:xfrm>
            <a:off x="8011122" y="5222647"/>
            <a:ext cx="3242100" cy="5721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78" name="Google Shape;3078;p293"/>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079" name="Google Shape;3079;p293"/>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3">
    <p:spTree>
      <p:nvGrpSpPr>
        <p:cNvPr id="1" name="Shape 3080"/>
        <p:cNvGrpSpPr/>
        <p:nvPr/>
      </p:nvGrpSpPr>
      <p:grpSpPr>
        <a:xfrm>
          <a:off x="0" y="0"/>
          <a:ext cx="0" cy="0"/>
          <a:chOff x="0" y="0"/>
          <a:chExt cx="0" cy="0"/>
        </a:xfrm>
      </p:grpSpPr>
      <p:pic>
        <p:nvPicPr>
          <p:cNvPr id="3081" name="Google Shape;3081;p294"/>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082" name="Google Shape;3082;p294"/>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083" name="Google Shape;3083;p294"/>
          <p:cNvSpPr txBox="1">
            <a:spLocks noGrp="1"/>
          </p:cNvSpPr>
          <p:nvPr>
            <p:ph type="body" idx="1"/>
          </p:nvPr>
        </p:nvSpPr>
        <p:spPr>
          <a:xfrm>
            <a:off x="3163359" y="1023409"/>
            <a:ext cx="4888500" cy="10815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84" name="Google Shape;3084;p294"/>
          <p:cNvSpPr txBox="1">
            <a:spLocks noGrp="1"/>
          </p:cNvSpPr>
          <p:nvPr>
            <p:ph type="body" idx="2"/>
          </p:nvPr>
        </p:nvSpPr>
        <p:spPr>
          <a:xfrm>
            <a:off x="3163359" y="2334624"/>
            <a:ext cx="4888500" cy="10815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85" name="Google Shape;3085;p294"/>
          <p:cNvSpPr>
            <a:spLocks noGrp="1"/>
          </p:cNvSpPr>
          <p:nvPr>
            <p:ph type="pic" idx="3"/>
          </p:nvPr>
        </p:nvSpPr>
        <p:spPr>
          <a:xfrm>
            <a:off x="3163359" y="3645959"/>
            <a:ext cx="4888500" cy="1668000"/>
          </a:xfrm>
          <a:prstGeom prst="rect">
            <a:avLst/>
          </a:prstGeom>
          <a:noFill/>
          <a:ln>
            <a:noFill/>
          </a:ln>
        </p:spPr>
        <p:txBody>
          <a:bodyPr/>
          <a:lstStyle/>
          <a:p>
            <a:endParaRPr lang="pt-BR" dirty="0"/>
          </a:p>
        </p:txBody>
      </p:sp>
      <p:sp>
        <p:nvSpPr>
          <p:cNvPr id="3086" name="Google Shape;3086;p294"/>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087" name="Google Shape;3087;p294"/>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matchingName="3_1. Desenvolvimento">
  <p:cSld name="4_1. Desenvolvimento">
    <p:spTree>
      <p:nvGrpSpPr>
        <p:cNvPr id="1" name="Shape 3088"/>
        <p:cNvGrpSpPr/>
        <p:nvPr/>
      </p:nvGrpSpPr>
      <p:grpSpPr>
        <a:xfrm>
          <a:off x="0" y="0"/>
          <a:ext cx="0" cy="0"/>
          <a:chOff x="0" y="0"/>
          <a:chExt cx="0" cy="0"/>
        </a:xfrm>
      </p:grpSpPr>
      <p:pic>
        <p:nvPicPr>
          <p:cNvPr id="3089" name="Google Shape;3089;p295"/>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090" name="Google Shape;3090;p295"/>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091" name="Google Shape;3091;p295"/>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092" name="Google Shape;3092;p295"/>
          <p:cNvSpPr txBox="1">
            <a:spLocks noGrp="1"/>
          </p:cNvSpPr>
          <p:nvPr>
            <p:ph type="body" idx="1"/>
          </p:nvPr>
        </p:nvSpPr>
        <p:spPr>
          <a:xfrm>
            <a:off x="3005293"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93" name="Google Shape;3093;p295"/>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094" name="Google Shape;3094;p295"/>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matchingName="Quadro">
  <p:cSld name="1_Quadro">
    <p:spTree>
      <p:nvGrpSpPr>
        <p:cNvPr id="1" name="Shape 3095"/>
        <p:cNvGrpSpPr/>
        <p:nvPr/>
      </p:nvGrpSpPr>
      <p:grpSpPr>
        <a:xfrm>
          <a:off x="0" y="0"/>
          <a:ext cx="0" cy="0"/>
          <a:chOff x="0" y="0"/>
          <a:chExt cx="0" cy="0"/>
        </a:xfrm>
      </p:grpSpPr>
      <p:pic>
        <p:nvPicPr>
          <p:cNvPr id="3096" name="Google Shape;3096;p296"/>
          <p:cNvPicPr preferRelativeResize="0"/>
          <p:nvPr/>
        </p:nvPicPr>
        <p:blipFill rotWithShape="1">
          <a:blip r:embed="rId2">
            <a:alphaModFix/>
          </a:blip>
          <a:srcRect/>
          <a:stretch/>
        </p:blipFill>
        <p:spPr>
          <a:xfrm>
            <a:off x="4" y="0"/>
            <a:ext cx="12192000" cy="6857988"/>
          </a:xfrm>
          <a:prstGeom prst="rect">
            <a:avLst/>
          </a:prstGeom>
          <a:noFill/>
          <a:ln>
            <a:noFill/>
          </a:ln>
        </p:spPr>
      </p:pic>
      <p:sp>
        <p:nvSpPr>
          <p:cNvPr id="3097" name="Google Shape;3097;p296"/>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098" name="Google Shape;3098;p296"/>
          <p:cNvSpPr txBox="1">
            <a:spLocks noGrp="1"/>
          </p:cNvSpPr>
          <p:nvPr>
            <p:ph type="body" idx="1"/>
          </p:nvPr>
        </p:nvSpPr>
        <p:spPr>
          <a:xfrm>
            <a:off x="500292" y="3098664"/>
            <a:ext cx="2435700" cy="13035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3099" name="Google Shape;3099;p296"/>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matchingName="1. Conteudo">
  <p:cSld name="2_1. Conteudo 4">
    <p:spTree>
      <p:nvGrpSpPr>
        <p:cNvPr id="1" name="Shape 3100"/>
        <p:cNvGrpSpPr/>
        <p:nvPr/>
      </p:nvGrpSpPr>
      <p:grpSpPr>
        <a:xfrm>
          <a:off x="0" y="0"/>
          <a:ext cx="0" cy="0"/>
          <a:chOff x="0" y="0"/>
          <a:chExt cx="0" cy="0"/>
        </a:xfrm>
      </p:grpSpPr>
      <p:pic>
        <p:nvPicPr>
          <p:cNvPr id="3101" name="Google Shape;3101;p297"/>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102" name="Google Shape;3102;p297"/>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103" name="Google Shape;3103;p297"/>
          <p:cNvSpPr txBox="1">
            <a:spLocks noGrp="1"/>
          </p:cNvSpPr>
          <p:nvPr>
            <p:ph type="body" idx="1"/>
          </p:nvPr>
        </p:nvSpPr>
        <p:spPr>
          <a:xfrm>
            <a:off x="3236779" y="2362200"/>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104" name="Google Shape;3104;p297"/>
          <p:cNvSpPr txBox="1">
            <a:spLocks noGrp="1"/>
          </p:cNvSpPr>
          <p:nvPr>
            <p:ph type="body" idx="2"/>
          </p:nvPr>
        </p:nvSpPr>
        <p:spPr>
          <a:xfrm>
            <a:off x="3236867" y="1170031"/>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105" name="Google Shape;3105;p297"/>
          <p:cNvSpPr txBox="1">
            <a:spLocks noGrp="1"/>
          </p:cNvSpPr>
          <p:nvPr>
            <p:ph type="body" idx="3"/>
          </p:nvPr>
        </p:nvSpPr>
        <p:spPr>
          <a:xfrm>
            <a:off x="3236778" y="4403072"/>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106" name="Google Shape;3106;p297"/>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107" name="Google Shape;3107;p297"/>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matchingName="1_3. Conteudo">
  <p:cSld name="2_3. Conteudo 8">
    <p:bg>
      <p:bgPr>
        <a:solidFill>
          <a:srgbClr val="28566E"/>
        </a:solidFill>
        <a:effectLst/>
      </p:bgPr>
    </p:bg>
    <p:spTree>
      <p:nvGrpSpPr>
        <p:cNvPr id="1" name="Shape 3108"/>
        <p:cNvGrpSpPr/>
        <p:nvPr/>
      </p:nvGrpSpPr>
      <p:grpSpPr>
        <a:xfrm>
          <a:off x="0" y="0"/>
          <a:ext cx="0" cy="0"/>
          <a:chOff x="0" y="0"/>
          <a:chExt cx="0" cy="0"/>
        </a:xfrm>
      </p:grpSpPr>
      <p:pic>
        <p:nvPicPr>
          <p:cNvPr id="3109" name="Google Shape;3109;p298"/>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3110" name="Google Shape;3110;p298"/>
          <p:cNvSpPr/>
          <p:nvPr/>
        </p:nvSpPr>
        <p:spPr>
          <a:xfrm>
            <a:off x="448134" y="414865"/>
            <a:ext cx="3222625" cy="3222612"/>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a:alphaModFix/>
            </a:blip>
            <a:stretch>
              <a:fillRect/>
            </a:stretch>
          </a:blip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3111" name="Google Shape;3111;p298"/>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112" name="Google Shape;3112;p298"/>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3113" name="Google Shape;3113;p298"/>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3114" name="Google Shape;3114;p298"/>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3115" name="Google Shape;3115;p298"/>
          <p:cNvSpPr txBox="1"/>
          <p:nvPr/>
        </p:nvSpPr>
        <p:spPr>
          <a:xfrm>
            <a:off x="12279086" y="384144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116" name="Google Shape;3116;p298"/>
          <p:cNvSpPr txBox="1"/>
          <p:nvPr/>
        </p:nvSpPr>
        <p:spPr>
          <a:xfrm>
            <a:off x="4744995" y="191117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117" name="Google Shape;3117;p298"/>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3118" name="Google Shape;3118;p298"/>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119" name="Google Shape;3119;p298"/>
          <p:cNvSpPr txBox="1"/>
          <p:nvPr/>
        </p:nvSpPr>
        <p:spPr>
          <a:xfrm>
            <a:off x="6265889" y="14990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120" name="Google Shape;3120;p298"/>
          <p:cNvSpPr txBox="1"/>
          <p:nvPr/>
        </p:nvSpPr>
        <p:spPr>
          <a:xfrm>
            <a:off x="2806376" y="3120112"/>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matchingName="1_3. Conteudo">
  <p:cSld name="2_3. Conteudo 9">
    <p:bg>
      <p:bgPr>
        <a:solidFill>
          <a:srgbClr val="28566E"/>
        </a:solidFill>
        <a:effectLst/>
      </p:bgPr>
    </p:bg>
    <p:spTree>
      <p:nvGrpSpPr>
        <p:cNvPr id="1" name="Shape 3121"/>
        <p:cNvGrpSpPr/>
        <p:nvPr/>
      </p:nvGrpSpPr>
      <p:grpSpPr>
        <a:xfrm>
          <a:off x="0" y="0"/>
          <a:ext cx="0" cy="0"/>
          <a:chOff x="0" y="0"/>
          <a:chExt cx="0" cy="0"/>
        </a:xfrm>
      </p:grpSpPr>
      <p:pic>
        <p:nvPicPr>
          <p:cNvPr id="3122" name="Google Shape;3122;p299"/>
          <p:cNvPicPr preferRelativeResize="0"/>
          <p:nvPr/>
        </p:nvPicPr>
        <p:blipFill rotWithShape="1">
          <a:blip r:embed="rId2">
            <a:alphaModFix/>
          </a:blip>
          <a:srcRect/>
          <a:stretch/>
        </p:blipFill>
        <p:spPr>
          <a:xfrm>
            <a:off x="0" y="17"/>
            <a:ext cx="4630818" cy="6857983"/>
          </a:xfrm>
          <a:prstGeom prst="rect">
            <a:avLst/>
          </a:prstGeom>
          <a:noFill/>
          <a:ln>
            <a:noFill/>
          </a:ln>
        </p:spPr>
      </p:pic>
      <p:pic>
        <p:nvPicPr>
          <p:cNvPr id="3123" name="Google Shape;3123;p299" descr="Câmera fotográfica preta&#10;&#10;Descrição gerada automaticamente"/>
          <p:cNvPicPr preferRelativeResize="0"/>
          <p:nvPr/>
        </p:nvPicPr>
        <p:blipFill rotWithShape="1">
          <a:blip r:embed="rId3" cstate="hqprint">
            <a:alphaModFix/>
            <a:extLst>
              <a:ext uri="{28A0092B-C50C-407E-A947-70E740481C1C}">
                <a14:useLocalDpi xmlns:a14="http://schemas.microsoft.com/office/drawing/2010/main"/>
              </a:ext>
            </a:extLst>
          </a:blip>
          <a:srcRect t="-271"/>
          <a:stretch/>
        </p:blipFill>
        <p:spPr>
          <a:xfrm>
            <a:off x="428798" y="386760"/>
            <a:ext cx="3243300" cy="3243300"/>
          </a:xfrm>
          <a:prstGeom prst="ellipse">
            <a:avLst/>
          </a:prstGeom>
          <a:noFill/>
          <a:ln>
            <a:noFill/>
          </a:ln>
        </p:spPr>
      </p:pic>
      <p:sp>
        <p:nvSpPr>
          <p:cNvPr id="3124" name="Google Shape;3124;p299"/>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3125" name="Google Shape;3125;p299"/>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3126" name="Google Shape;3126;p299"/>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3127" name="Google Shape;3127;p299"/>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3128" name="Google Shape;3128;p299"/>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129" name="Google Shape;3129;p299"/>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130" name="Google Shape;3130;p299"/>
          <p:cNvSpPr txBox="1"/>
          <p:nvPr/>
        </p:nvSpPr>
        <p:spPr>
          <a:xfrm>
            <a:off x="2806376" y="3120112"/>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matchingName="4. Exposição">
  <p:cSld name="2_4. Exposição">
    <p:spTree>
      <p:nvGrpSpPr>
        <p:cNvPr id="1" name="Shape 3131"/>
        <p:cNvGrpSpPr/>
        <p:nvPr/>
      </p:nvGrpSpPr>
      <p:grpSpPr>
        <a:xfrm>
          <a:off x="0" y="0"/>
          <a:ext cx="0" cy="0"/>
          <a:chOff x="0" y="0"/>
          <a:chExt cx="0" cy="0"/>
        </a:xfrm>
      </p:grpSpPr>
      <p:pic>
        <p:nvPicPr>
          <p:cNvPr id="3132" name="Google Shape;3132;p300"/>
          <p:cNvPicPr preferRelativeResize="0"/>
          <p:nvPr/>
        </p:nvPicPr>
        <p:blipFill rotWithShape="1">
          <a:blip r:embed="rId2">
            <a:alphaModFix/>
          </a:blip>
          <a:srcRect/>
          <a:stretch/>
        </p:blipFill>
        <p:spPr>
          <a:xfrm>
            <a:off x="-3" y="0"/>
            <a:ext cx="3218119" cy="6857983"/>
          </a:xfrm>
          <a:prstGeom prst="rect">
            <a:avLst/>
          </a:prstGeom>
          <a:noFill/>
          <a:ln>
            <a:noFill/>
          </a:ln>
        </p:spPr>
      </p:pic>
      <p:sp>
        <p:nvSpPr>
          <p:cNvPr id="3133" name="Google Shape;3133;p300"/>
          <p:cNvSpPr txBox="1">
            <a:spLocks noGrp="1"/>
          </p:cNvSpPr>
          <p:nvPr>
            <p:ph type="body" idx="1"/>
          </p:nvPr>
        </p:nvSpPr>
        <p:spPr>
          <a:xfrm>
            <a:off x="3969778" y="768737"/>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134" name="Google Shape;3134;p300"/>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135" name="Google Shape;3135;p300"/>
          <p:cNvSpPr>
            <a:spLocks noGrp="1"/>
          </p:cNvSpPr>
          <p:nvPr>
            <p:ph type="pic" idx="2"/>
          </p:nvPr>
        </p:nvSpPr>
        <p:spPr>
          <a:xfrm>
            <a:off x="3979525" y="1953131"/>
            <a:ext cx="7268700" cy="3781500"/>
          </a:xfrm>
          <a:prstGeom prst="rect">
            <a:avLst/>
          </a:prstGeom>
          <a:noFill/>
          <a:ln>
            <a:noFill/>
          </a:ln>
        </p:spPr>
        <p:txBody>
          <a:bodyPr/>
          <a:lstStyle/>
          <a:p>
            <a:endParaRPr lang="pt-BR" dirty="0"/>
          </a:p>
        </p:txBody>
      </p:sp>
      <p:sp>
        <p:nvSpPr>
          <p:cNvPr id="3136" name="Google Shape;3136;p300"/>
          <p:cNvSpPr txBox="1">
            <a:spLocks noGrp="1"/>
          </p:cNvSpPr>
          <p:nvPr>
            <p:ph type="body" idx="3"/>
          </p:nvPr>
        </p:nvSpPr>
        <p:spPr>
          <a:xfrm>
            <a:off x="3969778" y="5831202"/>
            <a:ext cx="7268700" cy="1488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240"/>
              </a:spcBef>
              <a:spcAft>
                <a:spcPts val="0"/>
              </a:spcAft>
              <a:buClr>
                <a:schemeClr val="dk1"/>
              </a:buClr>
              <a:buSzPts val="1200"/>
              <a:buFont typeface="Poppins"/>
              <a:buNone/>
              <a:defRPr sz="800" b="0" i="0" u="none" strike="noStrike" cap="none">
                <a:solidFill>
                  <a:schemeClr val="dk1"/>
                </a:solidFill>
                <a:latin typeface="Poppins"/>
                <a:ea typeface="Poppins"/>
                <a:cs typeface="Poppins"/>
                <a:sym typeface="Poppins"/>
              </a:defRPr>
            </a:lvl1pPr>
            <a:lvl2pPr marL="914400" marR="0" lvl="1" indent="-304800" algn="l">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3137" name="Google Shape;3137;p300"/>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138" name="Google Shape;3138;p300"/>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matchingName="3_Atividade_seminario2">
  <p:cSld name="3_Atividade_seminario2">
    <p:spTree>
      <p:nvGrpSpPr>
        <p:cNvPr id="1" name="Shape 3139"/>
        <p:cNvGrpSpPr/>
        <p:nvPr/>
      </p:nvGrpSpPr>
      <p:grpSpPr>
        <a:xfrm>
          <a:off x="0" y="0"/>
          <a:ext cx="0" cy="0"/>
          <a:chOff x="0" y="0"/>
          <a:chExt cx="0" cy="0"/>
        </a:xfrm>
      </p:grpSpPr>
      <p:pic>
        <p:nvPicPr>
          <p:cNvPr id="3140" name="Google Shape;3140;p301"/>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141" name="Google Shape;3141;p301"/>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142" name="Google Shape;3142;p301"/>
          <p:cNvSpPr txBox="1">
            <a:spLocks noGrp="1"/>
          </p:cNvSpPr>
          <p:nvPr>
            <p:ph type="body" idx="1"/>
          </p:nvPr>
        </p:nvSpPr>
        <p:spPr>
          <a:xfrm>
            <a:off x="5327897" y="1310099"/>
            <a:ext cx="4084500" cy="6471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143" name="Google Shape;3143;p301"/>
          <p:cNvSpPr txBox="1">
            <a:spLocks noGrp="1"/>
          </p:cNvSpPr>
          <p:nvPr>
            <p:ph type="body" idx="2"/>
          </p:nvPr>
        </p:nvSpPr>
        <p:spPr>
          <a:xfrm>
            <a:off x="5327897" y="2714368"/>
            <a:ext cx="4084500" cy="6471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144" name="Google Shape;3144;p301"/>
          <p:cNvSpPr txBox="1">
            <a:spLocks noGrp="1"/>
          </p:cNvSpPr>
          <p:nvPr>
            <p:ph type="body" idx="3"/>
          </p:nvPr>
        </p:nvSpPr>
        <p:spPr>
          <a:xfrm>
            <a:off x="5327897" y="4152739"/>
            <a:ext cx="4084500" cy="6471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145" name="Google Shape;3145;p301"/>
          <p:cNvSpPr txBox="1">
            <a:spLocks noGrp="1"/>
          </p:cNvSpPr>
          <p:nvPr>
            <p:ph type="body" idx="4"/>
          </p:nvPr>
        </p:nvSpPr>
        <p:spPr>
          <a:xfrm>
            <a:off x="5327897" y="5557008"/>
            <a:ext cx="4084500" cy="6471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146" name="Google Shape;3146;p301"/>
          <p:cNvSpPr txBox="1">
            <a:spLocks noGrp="1"/>
          </p:cNvSpPr>
          <p:nvPr>
            <p:ph type="body" idx="5"/>
          </p:nvPr>
        </p:nvSpPr>
        <p:spPr>
          <a:xfrm>
            <a:off x="526578" y="3658093"/>
            <a:ext cx="2403300" cy="2643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293"/>
              </a:spcBef>
              <a:spcAft>
                <a:spcPts val="0"/>
              </a:spcAft>
              <a:buClr>
                <a:schemeClr val="dk1"/>
              </a:buClr>
              <a:buSzPts val="2200"/>
              <a:buFont typeface="Poppins"/>
              <a:buNone/>
              <a:defRPr sz="1467" b="0" i="0" u="none" strike="noStrike" cap="none">
                <a:solidFill>
                  <a:schemeClr val="dk1"/>
                </a:solidFill>
                <a:latin typeface="Poppins Light"/>
                <a:ea typeface="Poppins Light"/>
                <a:cs typeface="Poppins Light"/>
                <a:sym typeface="Poppins Light"/>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147" name="Google Shape;3147;p301"/>
          <p:cNvSpPr txBox="1">
            <a:spLocks noGrp="1"/>
          </p:cNvSpPr>
          <p:nvPr>
            <p:ph type="body" idx="6"/>
          </p:nvPr>
        </p:nvSpPr>
        <p:spPr>
          <a:xfrm>
            <a:off x="854491" y="4775003"/>
            <a:ext cx="1733100" cy="273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227"/>
              </a:spcBef>
              <a:spcAft>
                <a:spcPts val="0"/>
              </a:spcAft>
              <a:buClr>
                <a:schemeClr val="dk1"/>
              </a:buClr>
              <a:buSzPts val="1700"/>
              <a:buFont typeface="Poppins"/>
              <a:buNone/>
              <a:defRPr sz="1133" b="1" i="0" u="none" strike="noStrike" cap="none">
                <a:solidFill>
                  <a:schemeClr val="dk1"/>
                </a:solidFill>
                <a:latin typeface="Poppins"/>
                <a:ea typeface="Poppins"/>
                <a:cs typeface="Poppins"/>
                <a:sym typeface="Poppins"/>
              </a:defRPr>
            </a:lvl1pPr>
            <a:lvl2pPr marL="914400" marR="0" lvl="1" indent="-342900" algn="l">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2pPr>
            <a:lvl3pPr marL="1371600" marR="0" lvl="2" indent="-342900" algn="l">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3pPr>
            <a:lvl4pPr marL="1828800" marR="0" lvl="3" indent="-342900" algn="l">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4pPr>
            <a:lvl5pPr marL="2286000" marR="0" lvl="4" indent="-342900" algn="l">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148" name="Google Shape;3148;p301"/>
          <p:cNvSpPr txBox="1">
            <a:spLocks noGrp="1"/>
          </p:cNvSpPr>
          <p:nvPr>
            <p:ph type="body" idx="7"/>
          </p:nvPr>
        </p:nvSpPr>
        <p:spPr>
          <a:xfrm>
            <a:off x="882213" y="5217603"/>
            <a:ext cx="1705200" cy="273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227"/>
              </a:spcBef>
              <a:spcAft>
                <a:spcPts val="0"/>
              </a:spcAft>
              <a:buClr>
                <a:schemeClr val="dk1"/>
              </a:buClr>
              <a:buSzPts val="1700"/>
              <a:buFont typeface="Poppins"/>
              <a:buNone/>
              <a:defRPr sz="1133" b="1" i="0" u="none" strike="noStrike" cap="none">
                <a:solidFill>
                  <a:schemeClr val="dk1"/>
                </a:solidFill>
                <a:latin typeface="Poppins"/>
                <a:ea typeface="Poppins"/>
                <a:cs typeface="Poppins"/>
                <a:sym typeface="Poppins"/>
              </a:defRPr>
            </a:lvl1pPr>
            <a:lvl2pPr marL="914400" marR="0" lvl="1" indent="-342900" algn="l">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2pPr>
            <a:lvl3pPr marL="1371600" marR="0" lvl="2" indent="-342900" algn="l">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3pPr>
            <a:lvl4pPr marL="1828800" marR="0" lvl="3" indent="-342900" algn="l">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4pPr>
            <a:lvl5pPr marL="2286000" marR="0" lvl="4" indent="-342900" algn="l">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149" name="Google Shape;3149;p301"/>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150" name="Google Shape;3150;p301"/>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477">
          <p15:clr>
            <a:srgbClr val="FBAE40"/>
          </p15:clr>
        </p15:guide>
      </p15:sldGuideLst>
    </p:ext>
  </p:extLst>
</p:sldLayout>
</file>

<file path=ppt/slideLayouts/slideLayout29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151"/>
        <p:cNvGrpSpPr/>
        <p:nvPr/>
      </p:nvGrpSpPr>
      <p:grpSpPr>
        <a:xfrm>
          <a:off x="0" y="0"/>
          <a:ext cx="0" cy="0"/>
          <a:chOff x="0" y="0"/>
          <a:chExt cx="0" cy="0"/>
        </a:xfrm>
      </p:grpSpPr>
      <p:cxnSp>
        <p:nvCxnSpPr>
          <p:cNvPr id="3152" name="Google Shape;3152;p302"/>
          <p:cNvCxnSpPr/>
          <p:nvPr/>
        </p:nvCxnSpPr>
        <p:spPr>
          <a:xfrm>
            <a:off x="4826925" y="514807"/>
            <a:ext cx="0" cy="6343200"/>
          </a:xfrm>
          <a:prstGeom prst="straightConnector1">
            <a:avLst/>
          </a:prstGeom>
          <a:noFill/>
          <a:ln w="19050" cap="flat" cmpd="sng">
            <a:solidFill>
              <a:schemeClr val="dk1"/>
            </a:solidFill>
            <a:prstDash val="solid"/>
            <a:round/>
            <a:headEnd type="oval" w="med" len="med"/>
            <a:tailEnd type="none" w="sm" len="sm"/>
          </a:ln>
        </p:spPr>
      </p:cxnSp>
      <p:sp>
        <p:nvSpPr>
          <p:cNvPr id="3153" name="Google Shape;3153;p302"/>
          <p:cNvSpPr txBox="1"/>
          <p:nvPr/>
        </p:nvSpPr>
        <p:spPr>
          <a:xfrm>
            <a:off x="12971489" y="493676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154" name="Google Shape;3154;p302"/>
          <p:cNvSpPr txBox="1"/>
          <p:nvPr/>
        </p:nvSpPr>
        <p:spPr>
          <a:xfrm>
            <a:off x="12691672" y="388744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155" name="Google Shape;3155;p302"/>
          <p:cNvSpPr txBox="1">
            <a:spLocks noGrp="1"/>
          </p:cNvSpPr>
          <p:nvPr>
            <p:ph type="body" idx="1"/>
          </p:nvPr>
        </p:nvSpPr>
        <p:spPr>
          <a:xfrm>
            <a:off x="878472" y="4705246"/>
            <a:ext cx="2509200" cy="306900"/>
          </a:xfrm>
          <a:prstGeom prst="rect">
            <a:avLst/>
          </a:prstGeom>
          <a:noFill/>
          <a:ln>
            <a:noFill/>
          </a:ln>
        </p:spPr>
        <p:txBody>
          <a:bodyPr spcFirstLastPara="1" wrap="square" lIns="91425" tIns="45700" rIns="91425" bIns="45700" anchor="ctr" anchorCtr="0">
            <a:noAutofit/>
          </a:bodyPr>
          <a:lstStyle>
            <a:lvl1pPr marL="457200" marR="0" lvl="0" indent="-228600" algn="l">
              <a:lnSpc>
                <a:spcPct val="100000"/>
              </a:lnSpc>
              <a:spcBef>
                <a:spcPts val="0"/>
              </a:spcBef>
              <a:spcAft>
                <a:spcPts val="0"/>
              </a:spcAft>
              <a:buClr>
                <a:srgbClr val="000000"/>
              </a:buClr>
              <a:buSzPts val="1400"/>
              <a:buFont typeface="Arial"/>
              <a:buNone/>
              <a:defRPr sz="1133"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156" name="Google Shape;3156;p302"/>
          <p:cNvSpPr txBox="1">
            <a:spLocks noGrp="1"/>
          </p:cNvSpPr>
          <p:nvPr>
            <p:ph type="body" idx="2"/>
          </p:nvPr>
        </p:nvSpPr>
        <p:spPr>
          <a:xfrm>
            <a:off x="878472" y="5194925"/>
            <a:ext cx="2509200" cy="306900"/>
          </a:xfrm>
          <a:prstGeom prst="rect">
            <a:avLst/>
          </a:prstGeom>
          <a:noFill/>
          <a:ln>
            <a:noFill/>
          </a:ln>
        </p:spPr>
        <p:txBody>
          <a:bodyPr spcFirstLastPara="1" wrap="square" lIns="91425" tIns="45700" rIns="91425" bIns="45700" anchor="ctr" anchorCtr="0">
            <a:noAutofit/>
          </a:bodyPr>
          <a:lstStyle>
            <a:lvl1pPr marL="457200" marR="0" lvl="0" indent="-228600" algn="l">
              <a:lnSpc>
                <a:spcPct val="100000"/>
              </a:lnSpc>
              <a:spcBef>
                <a:spcPts val="0"/>
              </a:spcBef>
              <a:spcAft>
                <a:spcPts val="0"/>
              </a:spcAft>
              <a:buClr>
                <a:srgbClr val="000000"/>
              </a:buClr>
              <a:buSzPts val="1400"/>
              <a:buFont typeface="Arial"/>
              <a:buNone/>
              <a:defRPr sz="1133"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157" name="Google Shape;3157;p302"/>
          <p:cNvSpPr txBox="1"/>
          <p:nvPr/>
        </p:nvSpPr>
        <p:spPr>
          <a:xfrm>
            <a:off x="3609788" y="-1039906"/>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158" name="Google Shape;3158;p302"/>
          <p:cNvSpPr/>
          <p:nvPr/>
        </p:nvSpPr>
        <p:spPr>
          <a:xfrm>
            <a:off x="4526924" y="710099"/>
            <a:ext cx="600000" cy="600000"/>
          </a:xfrm>
          <a:prstGeom prst="ellipse">
            <a:avLst/>
          </a:pr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sp>
        <p:nvSpPr>
          <p:cNvPr id="3159" name="Google Shape;3159;p302"/>
          <p:cNvSpPr/>
          <p:nvPr/>
        </p:nvSpPr>
        <p:spPr>
          <a:xfrm>
            <a:off x="4526925" y="2089345"/>
            <a:ext cx="600000" cy="600000"/>
          </a:xfrm>
          <a:prstGeom prst="ellipse">
            <a:avLst/>
          </a:pr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sp>
        <p:nvSpPr>
          <p:cNvPr id="3160" name="Google Shape;3160;p302"/>
          <p:cNvSpPr/>
          <p:nvPr/>
        </p:nvSpPr>
        <p:spPr>
          <a:xfrm>
            <a:off x="4526925" y="3556316"/>
            <a:ext cx="600000" cy="600000"/>
          </a:xfrm>
          <a:prstGeom prst="ellipse">
            <a:avLst/>
          </a:pr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sp>
        <p:nvSpPr>
          <p:cNvPr id="3161" name="Google Shape;3161;p302"/>
          <p:cNvSpPr/>
          <p:nvPr/>
        </p:nvSpPr>
        <p:spPr>
          <a:xfrm>
            <a:off x="4526925" y="5023287"/>
            <a:ext cx="600000" cy="600000"/>
          </a:xfrm>
          <a:prstGeom prst="ellipse">
            <a:avLst/>
          </a:pr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sp>
        <p:nvSpPr>
          <p:cNvPr id="3162" name="Google Shape;3162;p302"/>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163" name="Google Shape;3163;p302"/>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3164"/>
        <p:cNvGrpSpPr/>
        <p:nvPr/>
      </p:nvGrpSpPr>
      <p:grpSpPr>
        <a:xfrm>
          <a:off x="0" y="0"/>
          <a:ext cx="0" cy="0"/>
          <a:chOff x="0" y="0"/>
          <a:chExt cx="0" cy="0"/>
        </a:xfrm>
      </p:grpSpPr>
      <p:sp>
        <p:nvSpPr>
          <p:cNvPr id="3165" name="Google Shape;3165;p303"/>
          <p:cNvSpPr txBox="1"/>
          <p:nvPr/>
        </p:nvSpPr>
        <p:spPr>
          <a:xfrm>
            <a:off x="12971489" y="493676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166" name="Google Shape;3166;p303"/>
          <p:cNvSpPr txBox="1"/>
          <p:nvPr/>
        </p:nvSpPr>
        <p:spPr>
          <a:xfrm>
            <a:off x="12691672" y="388744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167" name="Google Shape;3167;p303"/>
          <p:cNvSpPr txBox="1">
            <a:spLocks noGrp="1"/>
          </p:cNvSpPr>
          <p:nvPr>
            <p:ph type="body" idx="1"/>
          </p:nvPr>
        </p:nvSpPr>
        <p:spPr>
          <a:xfrm>
            <a:off x="878472" y="4705246"/>
            <a:ext cx="2509200" cy="306900"/>
          </a:xfrm>
          <a:prstGeom prst="rect">
            <a:avLst/>
          </a:prstGeom>
          <a:noFill/>
          <a:ln>
            <a:noFill/>
          </a:ln>
        </p:spPr>
        <p:txBody>
          <a:bodyPr spcFirstLastPara="1" wrap="square" lIns="91425" tIns="45700" rIns="91425" bIns="45700" anchor="ctr" anchorCtr="0">
            <a:noAutofit/>
          </a:bodyPr>
          <a:lstStyle>
            <a:lvl1pPr marL="457200" marR="0" lvl="0" indent="-228600" algn="l">
              <a:lnSpc>
                <a:spcPct val="100000"/>
              </a:lnSpc>
              <a:spcBef>
                <a:spcPts val="0"/>
              </a:spcBef>
              <a:spcAft>
                <a:spcPts val="0"/>
              </a:spcAft>
              <a:buClr>
                <a:srgbClr val="000000"/>
              </a:buClr>
              <a:buSzPts val="1400"/>
              <a:buFont typeface="Arial"/>
              <a:buNone/>
              <a:defRPr sz="1133"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168" name="Google Shape;3168;p303"/>
          <p:cNvSpPr txBox="1">
            <a:spLocks noGrp="1"/>
          </p:cNvSpPr>
          <p:nvPr>
            <p:ph type="body" idx="2"/>
          </p:nvPr>
        </p:nvSpPr>
        <p:spPr>
          <a:xfrm>
            <a:off x="878472" y="5194925"/>
            <a:ext cx="2509200" cy="306900"/>
          </a:xfrm>
          <a:prstGeom prst="rect">
            <a:avLst/>
          </a:prstGeom>
          <a:noFill/>
          <a:ln>
            <a:noFill/>
          </a:ln>
        </p:spPr>
        <p:txBody>
          <a:bodyPr spcFirstLastPara="1" wrap="square" lIns="91425" tIns="45700" rIns="91425" bIns="45700" anchor="ctr" anchorCtr="0">
            <a:noAutofit/>
          </a:bodyPr>
          <a:lstStyle>
            <a:lvl1pPr marL="457200" marR="0" lvl="0" indent="-228600" algn="l">
              <a:lnSpc>
                <a:spcPct val="100000"/>
              </a:lnSpc>
              <a:spcBef>
                <a:spcPts val="0"/>
              </a:spcBef>
              <a:spcAft>
                <a:spcPts val="0"/>
              </a:spcAft>
              <a:buClr>
                <a:srgbClr val="000000"/>
              </a:buClr>
              <a:buSzPts val="1400"/>
              <a:buFont typeface="Arial"/>
              <a:buNone/>
              <a:defRPr sz="1133"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169" name="Google Shape;3169;p303"/>
          <p:cNvSpPr txBox="1"/>
          <p:nvPr/>
        </p:nvSpPr>
        <p:spPr>
          <a:xfrm>
            <a:off x="3609788" y="-1039906"/>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170" name="Google Shape;3170;p303"/>
          <p:cNvSpPr txBox="1"/>
          <p:nvPr/>
        </p:nvSpPr>
        <p:spPr>
          <a:xfrm>
            <a:off x="4535254" y="1129596"/>
            <a:ext cx="546900" cy="484200"/>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1</a:t>
            </a:r>
            <a:endParaRPr sz="1400" b="0" i="0" u="none" strike="noStrike" cap="none" dirty="0">
              <a:solidFill>
                <a:srgbClr val="000000"/>
              </a:solidFill>
              <a:latin typeface="Arial"/>
              <a:ea typeface="Arial"/>
              <a:cs typeface="Arial"/>
              <a:sym typeface="Arial"/>
            </a:endParaRPr>
          </a:p>
        </p:txBody>
      </p:sp>
      <p:cxnSp>
        <p:nvCxnSpPr>
          <p:cNvPr id="3171" name="Google Shape;3171;p303"/>
          <p:cNvCxnSpPr/>
          <p:nvPr/>
        </p:nvCxnSpPr>
        <p:spPr>
          <a:xfrm>
            <a:off x="4535253" y="1685408"/>
            <a:ext cx="6858900" cy="0"/>
          </a:xfrm>
          <a:prstGeom prst="straightConnector1">
            <a:avLst/>
          </a:prstGeom>
          <a:noFill/>
          <a:ln w="19050" cap="flat" cmpd="sng">
            <a:solidFill>
              <a:srgbClr val="A5A5A5"/>
            </a:solidFill>
            <a:prstDash val="solid"/>
            <a:round/>
            <a:headEnd type="oval" w="med" len="med"/>
            <a:tailEnd type="oval" w="med" len="med"/>
          </a:ln>
        </p:spPr>
      </p:cxnSp>
      <p:sp>
        <p:nvSpPr>
          <p:cNvPr id="3172" name="Google Shape;3172;p303"/>
          <p:cNvSpPr txBox="1"/>
          <p:nvPr/>
        </p:nvSpPr>
        <p:spPr>
          <a:xfrm>
            <a:off x="4535254" y="2594775"/>
            <a:ext cx="546900" cy="484200"/>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2</a:t>
            </a:r>
            <a:endParaRPr sz="1400" b="0" i="0" u="none" strike="noStrike" cap="none" dirty="0">
              <a:solidFill>
                <a:srgbClr val="000000"/>
              </a:solidFill>
              <a:latin typeface="Arial"/>
              <a:ea typeface="Arial"/>
              <a:cs typeface="Arial"/>
              <a:sym typeface="Arial"/>
            </a:endParaRPr>
          </a:p>
        </p:txBody>
      </p:sp>
      <p:cxnSp>
        <p:nvCxnSpPr>
          <p:cNvPr id="3173" name="Google Shape;3173;p303"/>
          <p:cNvCxnSpPr/>
          <p:nvPr/>
        </p:nvCxnSpPr>
        <p:spPr>
          <a:xfrm>
            <a:off x="4535253" y="3150587"/>
            <a:ext cx="6858900" cy="0"/>
          </a:xfrm>
          <a:prstGeom prst="straightConnector1">
            <a:avLst/>
          </a:prstGeom>
          <a:noFill/>
          <a:ln w="19050" cap="flat" cmpd="sng">
            <a:solidFill>
              <a:srgbClr val="A5A5A5"/>
            </a:solidFill>
            <a:prstDash val="solid"/>
            <a:round/>
            <a:headEnd type="oval" w="med" len="med"/>
            <a:tailEnd type="oval" w="med" len="med"/>
          </a:ln>
        </p:spPr>
      </p:cxnSp>
      <p:sp>
        <p:nvSpPr>
          <p:cNvPr id="3174" name="Google Shape;3174;p303"/>
          <p:cNvSpPr txBox="1"/>
          <p:nvPr/>
        </p:nvSpPr>
        <p:spPr>
          <a:xfrm>
            <a:off x="4535254" y="4059954"/>
            <a:ext cx="546900" cy="484200"/>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3</a:t>
            </a:r>
            <a:endParaRPr sz="1400" b="0" i="0" u="none" strike="noStrike" cap="none" dirty="0">
              <a:solidFill>
                <a:srgbClr val="000000"/>
              </a:solidFill>
              <a:latin typeface="Arial"/>
              <a:ea typeface="Arial"/>
              <a:cs typeface="Arial"/>
              <a:sym typeface="Arial"/>
            </a:endParaRPr>
          </a:p>
        </p:txBody>
      </p:sp>
      <p:cxnSp>
        <p:nvCxnSpPr>
          <p:cNvPr id="3175" name="Google Shape;3175;p303"/>
          <p:cNvCxnSpPr/>
          <p:nvPr/>
        </p:nvCxnSpPr>
        <p:spPr>
          <a:xfrm>
            <a:off x="4535253" y="4615765"/>
            <a:ext cx="6858900" cy="0"/>
          </a:xfrm>
          <a:prstGeom prst="straightConnector1">
            <a:avLst/>
          </a:prstGeom>
          <a:noFill/>
          <a:ln w="19050" cap="flat" cmpd="sng">
            <a:solidFill>
              <a:srgbClr val="A5A5A5"/>
            </a:solidFill>
            <a:prstDash val="solid"/>
            <a:round/>
            <a:headEnd type="oval" w="med" len="med"/>
            <a:tailEnd type="oval" w="med" len="med"/>
          </a:ln>
        </p:spPr>
      </p:cxnSp>
      <p:sp>
        <p:nvSpPr>
          <p:cNvPr id="3176" name="Google Shape;3176;p303"/>
          <p:cNvSpPr txBox="1"/>
          <p:nvPr/>
        </p:nvSpPr>
        <p:spPr>
          <a:xfrm>
            <a:off x="4535254" y="5525133"/>
            <a:ext cx="546900" cy="484200"/>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4</a:t>
            </a:r>
            <a:endParaRPr sz="1400" b="0" i="0" u="none" strike="noStrike" cap="none" dirty="0">
              <a:solidFill>
                <a:srgbClr val="000000"/>
              </a:solidFill>
              <a:latin typeface="Arial"/>
              <a:ea typeface="Arial"/>
              <a:cs typeface="Arial"/>
              <a:sym typeface="Arial"/>
            </a:endParaRPr>
          </a:p>
        </p:txBody>
      </p:sp>
      <p:cxnSp>
        <p:nvCxnSpPr>
          <p:cNvPr id="3177" name="Google Shape;3177;p303"/>
          <p:cNvCxnSpPr/>
          <p:nvPr/>
        </p:nvCxnSpPr>
        <p:spPr>
          <a:xfrm>
            <a:off x="4535253" y="6080945"/>
            <a:ext cx="6858900" cy="0"/>
          </a:xfrm>
          <a:prstGeom prst="straightConnector1">
            <a:avLst/>
          </a:prstGeom>
          <a:noFill/>
          <a:ln w="19050" cap="flat" cmpd="sng">
            <a:solidFill>
              <a:srgbClr val="A5A5A5"/>
            </a:solidFill>
            <a:prstDash val="solid"/>
            <a:round/>
            <a:headEnd type="oval" w="med" len="med"/>
            <a:tailEnd type="oval" w="med" len="med"/>
          </a:ln>
        </p:spPr>
      </p:cxnSp>
      <p:sp>
        <p:nvSpPr>
          <p:cNvPr id="3178" name="Google Shape;3178;p303"/>
          <p:cNvSpPr txBox="1">
            <a:spLocks noGrp="1"/>
          </p:cNvSpPr>
          <p:nvPr>
            <p:ph type="body" idx="3"/>
          </p:nvPr>
        </p:nvSpPr>
        <p:spPr>
          <a:xfrm>
            <a:off x="5207001" y="609602"/>
            <a:ext cx="6035700" cy="924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179" name="Google Shape;3179;p303"/>
          <p:cNvSpPr txBox="1">
            <a:spLocks noGrp="1"/>
          </p:cNvSpPr>
          <p:nvPr>
            <p:ph type="body" idx="4"/>
          </p:nvPr>
        </p:nvSpPr>
        <p:spPr>
          <a:xfrm>
            <a:off x="5207001" y="2078638"/>
            <a:ext cx="6035700" cy="924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180" name="Google Shape;3180;p303"/>
          <p:cNvSpPr txBox="1">
            <a:spLocks noGrp="1"/>
          </p:cNvSpPr>
          <p:nvPr>
            <p:ph type="body" idx="5"/>
          </p:nvPr>
        </p:nvSpPr>
        <p:spPr>
          <a:xfrm>
            <a:off x="5207001" y="3537680"/>
            <a:ext cx="6035700" cy="924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181" name="Google Shape;3181;p303"/>
          <p:cNvSpPr txBox="1">
            <a:spLocks noGrp="1"/>
          </p:cNvSpPr>
          <p:nvPr>
            <p:ph type="body" idx="6"/>
          </p:nvPr>
        </p:nvSpPr>
        <p:spPr>
          <a:xfrm>
            <a:off x="5207001" y="5006716"/>
            <a:ext cx="6035700" cy="924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182" name="Google Shape;3182;p303"/>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183" name="Google Shape;3183;p303"/>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matchingName="2_Atividade_Resposta">
  <p:cSld name="2_Atividade_Resposta">
    <p:spTree>
      <p:nvGrpSpPr>
        <p:cNvPr id="1" name="Shape 3184"/>
        <p:cNvGrpSpPr/>
        <p:nvPr/>
      </p:nvGrpSpPr>
      <p:grpSpPr>
        <a:xfrm>
          <a:off x="0" y="0"/>
          <a:ext cx="0" cy="0"/>
          <a:chOff x="0" y="0"/>
          <a:chExt cx="0" cy="0"/>
        </a:xfrm>
      </p:grpSpPr>
      <p:sp>
        <p:nvSpPr>
          <p:cNvPr id="3185" name="Google Shape;3185;p304"/>
          <p:cNvSpPr/>
          <p:nvPr/>
        </p:nvSpPr>
        <p:spPr>
          <a:xfrm>
            <a:off x="2883290" y="2029006"/>
            <a:ext cx="4047000" cy="3616800"/>
          </a:xfrm>
          <a:prstGeom prst="rect">
            <a:avLst/>
          </a:prstGeom>
          <a:noFill/>
          <a:ln w="19050" cap="flat" cmpd="sng">
            <a:solidFill>
              <a:srgbClr val="434343"/>
            </a:solidFill>
            <a:prstDash val="solid"/>
            <a:round/>
            <a:headEnd type="none" w="sm" len="sm"/>
            <a:tailEnd type="none" w="sm" len="sm"/>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sp>
        <p:nvSpPr>
          <p:cNvPr id="3186" name="Google Shape;3186;p304"/>
          <p:cNvSpPr/>
          <p:nvPr/>
        </p:nvSpPr>
        <p:spPr>
          <a:xfrm>
            <a:off x="7220006" y="2029006"/>
            <a:ext cx="4047000" cy="3616800"/>
          </a:xfrm>
          <a:prstGeom prst="rect">
            <a:avLst/>
          </a:prstGeom>
          <a:noFill/>
          <a:ln w="19050" cap="flat" cmpd="sng">
            <a:solidFill>
              <a:srgbClr val="434343"/>
            </a:solidFill>
            <a:prstDash val="solid"/>
            <a:round/>
            <a:headEnd type="none" w="sm" len="sm"/>
            <a:tailEnd type="none" w="sm" len="sm"/>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sp>
        <p:nvSpPr>
          <p:cNvPr id="3187" name="Google Shape;3187;p304"/>
          <p:cNvSpPr txBox="1"/>
          <p:nvPr/>
        </p:nvSpPr>
        <p:spPr>
          <a:xfrm>
            <a:off x="2883290" y="2509149"/>
            <a:ext cx="40470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1800" b="1" i="0" u="none" strike="noStrike" cap="none" dirty="0">
                <a:solidFill>
                  <a:schemeClr val="dk1"/>
                </a:solidFill>
                <a:latin typeface="Poppins"/>
                <a:ea typeface="Poppins"/>
                <a:cs typeface="Poppins"/>
                <a:sym typeface="Poppins"/>
              </a:rPr>
              <a:t>Materiais necessários</a:t>
            </a:r>
            <a:endParaRPr sz="1400" b="0" i="0" u="none" strike="noStrike" cap="none" dirty="0">
              <a:solidFill>
                <a:srgbClr val="000000"/>
              </a:solidFill>
              <a:latin typeface="Arial"/>
              <a:ea typeface="Arial"/>
              <a:cs typeface="Arial"/>
              <a:sym typeface="Arial"/>
            </a:endParaRPr>
          </a:p>
        </p:txBody>
      </p:sp>
      <p:sp>
        <p:nvSpPr>
          <p:cNvPr id="3188" name="Google Shape;3188;p304"/>
          <p:cNvSpPr txBox="1"/>
          <p:nvPr/>
        </p:nvSpPr>
        <p:spPr>
          <a:xfrm>
            <a:off x="7220007" y="2509149"/>
            <a:ext cx="40470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1800" b="1" i="0" u="none" strike="noStrike" cap="none" dirty="0">
                <a:solidFill>
                  <a:schemeClr val="dk1"/>
                </a:solidFill>
                <a:latin typeface="Poppins"/>
                <a:ea typeface="Poppins"/>
                <a:cs typeface="Poppins"/>
                <a:sym typeface="Poppins"/>
              </a:rPr>
              <a:t>Passo a passo</a:t>
            </a:r>
            <a:endParaRPr sz="1400" b="0" i="0" u="none" strike="noStrike" cap="none" dirty="0">
              <a:solidFill>
                <a:srgbClr val="000000"/>
              </a:solidFill>
              <a:latin typeface="Arial"/>
              <a:ea typeface="Arial"/>
              <a:cs typeface="Arial"/>
              <a:sym typeface="Arial"/>
            </a:endParaRPr>
          </a:p>
        </p:txBody>
      </p:sp>
      <p:sp>
        <p:nvSpPr>
          <p:cNvPr id="3189" name="Google Shape;3189;p304"/>
          <p:cNvSpPr txBox="1">
            <a:spLocks noGrp="1"/>
          </p:cNvSpPr>
          <p:nvPr>
            <p:ph type="body" idx="1"/>
          </p:nvPr>
        </p:nvSpPr>
        <p:spPr>
          <a:xfrm>
            <a:off x="3071283" y="619126"/>
            <a:ext cx="6680700" cy="483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190" name="Google Shape;3190;p304"/>
          <p:cNvSpPr txBox="1">
            <a:spLocks noGrp="1"/>
          </p:cNvSpPr>
          <p:nvPr>
            <p:ph type="body" idx="2"/>
          </p:nvPr>
        </p:nvSpPr>
        <p:spPr>
          <a:xfrm>
            <a:off x="427780" y="3025735"/>
            <a:ext cx="1865400" cy="4287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191" name="Google Shape;3191;p304"/>
          <p:cNvSpPr txBox="1">
            <a:spLocks noGrp="1"/>
          </p:cNvSpPr>
          <p:nvPr>
            <p:ph type="body" idx="3"/>
          </p:nvPr>
        </p:nvSpPr>
        <p:spPr>
          <a:xfrm>
            <a:off x="925094" y="4056434"/>
            <a:ext cx="1839300" cy="4287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192" name="Google Shape;3192;p304"/>
          <p:cNvSpPr txBox="1">
            <a:spLocks noGrp="1"/>
          </p:cNvSpPr>
          <p:nvPr>
            <p:ph type="body" idx="4"/>
          </p:nvPr>
        </p:nvSpPr>
        <p:spPr>
          <a:xfrm>
            <a:off x="906044" y="4847009"/>
            <a:ext cx="1839300" cy="4287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193" name="Google Shape;3193;p304"/>
          <p:cNvSpPr txBox="1"/>
          <p:nvPr/>
        </p:nvSpPr>
        <p:spPr>
          <a:xfrm>
            <a:off x="3305837" y="5948777"/>
            <a:ext cx="6190500" cy="2463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pt-BR" sz="1200" b="1" i="0" u="none" strike="noStrike" cap="none" dirty="0">
                <a:solidFill>
                  <a:schemeClr val="dk1"/>
                </a:solidFill>
                <a:latin typeface="Poppins"/>
                <a:ea typeface="Poppins"/>
                <a:cs typeface="Poppins"/>
                <a:sym typeface="Poppins"/>
              </a:rPr>
              <a:t>Baixe o roteiro dessa atividade / Baixe o material de apoio dessa atividade</a:t>
            </a:r>
            <a:endParaRPr sz="1200" b="0" i="0" u="none" strike="noStrike" cap="none" dirty="0">
              <a:solidFill>
                <a:srgbClr val="000000"/>
              </a:solidFill>
              <a:latin typeface="Poppins"/>
              <a:ea typeface="Poppins"/>
              <a:cs typeface="Poppins"/>
              <a:sym typeface="Poppins"/>
            </a:endParaRPr>
          </a:p>
        </p:txBody>
      </p:sp>
      <p:pic>
        <p:nvPicPr>
          <p:cNvPr id="3194" name="Google Shape;3194;p304"/>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2902047" y="5795955"/>
            <a:ext cx="363560" cy="436271"/>
          </a:xfrm>
          <a:prstGeom prst="rect">
            <a:avLst/>
          </a:prstGeom>
          <a:noFill/>
          <a:ln>
            <a:noFill/>
          </a:ln>
        </p:spPr>
      </p:pic>
      <p:sp>
        <p:nvSpPr>
          <p:cNvPr id="3195" name="Google Shape;3195;p304"/>
          <p:cNvSpPr/>
          <p:nvPr/>
        </p:nvSpPr>
        <p:spPr>
          <a:xfrm rot="10800000">
            <a:off x="4522934" y="1517739"/>
            <a:ext cx="767604" cy="849508"/>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pic>
        <p:nvPicPr>
          <p:cNvPr id="3196" name="Google Shape;3196;p304"/>
          <p:cNvPicPr preferRelativeResize="0"/>
          <p:nvPr/>
        </p:nvPicPr>
        <p:blipFill rotWithShape="1">
          <a:blip r:embed="rId3">
            <a:alphaModFix/>
          </a:blip>
          <a:srcRect/>
          <a:stretch/>
        </p:blipFill>
        <p:spPr>
          <a:xfrm>
            <a:off x="4625052" y="1652486"/>
            <a:ext cx="613321" cy="417058"/>
          </a:xfrm>
          <a:prstGeom prst="rect">
            <a:avLst/>
          </a:prstGeom>
          <a:noFill/>
          <a:ln>
            <a:noFill/>
          </a:ln>
        </p:spPr>
      </p:pic>
      <p:sp>
        <p:nvSpPr>
          <p:cNvPr id="3197" name="Google Shape;3197;p304"/>
          <p:cNvSpPr/>
          <p:nvPr/>
        </p:nvSpPr>
        <p:spPr>
          <a:xfrm rot="10800000">
            <a:off x="8859652" y="1517739"/>
            <a:ext cx="767604" cy="849508"/>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pic>
        <p:nvPicPr>
          <p:cNvPr id="3198" name="Google Shape;3198;p304"/>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9045782" y="1632977"/>
            <a:ext cx="450550" cy="440964"/>
          </a:xfrm>
          <a:prstGeom prst="rect">
            <a:avLst/>
          </a:prstGeom>
          <a:noFill/>
          <a:ln>
            <a:noFill/>
          </a:ln>
        </p:spPr>
      </p:pic>
      <p:sp>
        <p:nvSpPr>
          <p:cNvPr id="3199" name="Google Shape;3199;p304"/>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200" name="Google Shape;3200;p304"/>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3201"/>
        <p:cNvGrpSpPr/>
        <p:nvPr/>
      </p:nvGrpSpPr>
      <p:grpSpPr>
        <a:xfrm>
          <a:off x="0" y="0"/>
          <a:ext cx="0" cy="0"/>
          <a:chOff x="0" y="0"/>
          <a:chExt cx="0" cy="0"/>
        </a:xfrm>
      </p:grpSpPr>
      <p:pic>
        <p:nvPicPr>
          <p:cNvPr id="3202" name="Google Shape;3202;p305"/>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3203" name="Google Shape;3203;p305"/>
          <p:cNvSpPr/>
          <p:nvPr/>
        </p:nvSpPr>
        <p:spPr>
          <a:xfrm>
            <a:off x="3426936" y="0"/>
            <a:ext cx="8781600" cy="68571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3204" name="Google Shape;3204;p305"/>
          <p:cNvSpPr txBox="1">
            <a:spLocks noGrp="1"/>
          </p:cNvSpPr>
          <p:nvPr>
            <p:ph type="body" idx="1"/>
          </p:nvPr>
        </p:nvSpPr>
        <p:spPr>
          <a:xfrm>
            <a:off x="6095993" y="2930526"/>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05" name="Google Shape;3205;p305"/>
          <p:cNvSpPr txBox="1">
            <a:spLocks noGrp="1"/>
          </p:cNvSpPr>
          <p:nvPr>
            <p:ph type="body" idx="2"/>
          </p:nvPr>
        </p:nvSpPr>
        <p:spPr>
          <a:xfrm>
            <a:off x="6095995" y="328084"/>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06" name="Google Shape;3206;p305"/>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cxnSp>
        <p:nvCxnSpPr>
          <p:cNvPr id="3207" name="Google Shape;3207;p305"/>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3208" name="Google Shape;3208;p305"/>
          <p:cNvSpPr txBox="1"/>
          <p:nvPr/>
        </p:nvSpPr>
        <p:spPr>
          <a:xfrm>
            <a:off x="2830286" y="-40277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209" name="Google Shape;3209;p305"/>
          <p:cNvSpPr txBox="1"/>
          <p:nvPr/>
        </p:nvSpPr>
        <p:spPr>
          <a:xfrm>
            <a:off x="5116286" y="-696686"/>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210" name="Google Shape;3210;p305"/>
          <p:cNvSpPr txBox="1"/>
          <p:nvPr/>
        </p:nvSpPr>
        <p:spPr>
          <a:xfrm>
            <a:off x="4996543" y="-70757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211" name="Google Shape;3211;p305"/>
          <p:cNvSpPr>
            <a:spLocks noGrp="1"/>
          </p:cNvSpPr>
          <p:nvPr>
            <p:ph type="pic" idx="3"/>
          </p:nvPr>
        </p:nvSpPr>
        <p:spPr>
          <a:xfrm>
            <a:off x="2916086" y="2386130"/>
            <a:ext cx="2615100" cy="1630200"/>
          </a:xfrm>
          <a:prstGeom prst="rect">
            <a:avLst/>
          </a:prstGeom>
          <a:solidFill>
            <a:srgbClr val="D8D8D8"/>
          </a:solidFill>
          <a:ln>
            <a:noFill/>
          </a:ln>
        </p:spPr>
        <p:txBody>
          <a:bodyPr/>
          <a:lstStyle/>
          <a:p>
            <a:endParaRPr lang="pt-BR" dirty="0"/>
          </a:p>
        </p:txBody>
      </p:sp>
      <p:sp>
        <p:nvSpPr>
          <p:cNvPr id="3212" name="Google Shape;3212;p305"/>
          <p:cNvSpPr>
            <a:spLocks noGrp="1"/>
          </p:cNvSpPr>
          <p:nvPr>
            <p:ph type="pic" idx="4"/>
          </p:nvPr>
        </p:nvSpPr>
        <p:spPr>
          <a:xfrm>
            <a:off x="2916086" y="4507889"/>
            <a:ext cx="2615100" cy="1674600"/>
          </a:xfrm>
          <a:prstGeom prst="rect">
            <a:avLst/>
          </a:prstGeom>
          <a:solidFill>
            <a:srgbClr val="D8D8D8"/>
          </a:solidFill>
          <a:ln>
            <a:noFill/>
          </a:ln>
        </p:spPr>
        <p:txBody>
          <a:bodyPr/>
          <a:lstStyle/>
          <a:p>
            <a:endParaRPr lang="pt-BR" dirty="0"/>
          </a:p>
        </p:txBody>
      </p:sp>
      <p:sp>
        <p:nvSpPr>
          <p:cNvPr id="3213" name="Google Shape;3213;p305"/>
          <p:cNvSpPr txBox="1">
            <a:spLocks noGrp="1"/>
          </p:cNvSpPr>
          <p:nvPr>
            <p:ph type="body" idx="5"/>
          </p:nvPr>
        </p:nvSpPr>
        <p:spPr>
          <a:xfrm>
            <a:off x="2909636" y="1999635"/>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14" name="Google Shape;3214;p305"/>
          <p:cNvSpPr txBox="1">
            <a:spLocks noGrp="1"/>
          </p:cNvSpPr>
          <p:nvPr>
            <p:ph type="body" idx="6"/>
          </p:nvPr>
        </p:nvSpPr>
        <p:spPr>
          <a:xfrm>
            <a:off x="2909636" y="4093478"/>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15" name="Google Shape;3215;p305"/>
          <p:cNvSpPr txBox="1">
            <a:spLocks noGrp="1"/>
          </p:cNvSpPr>
          <p:nvPr>
            <p:ph type="body" idx="7"/>
          </p:nvPr>
        </p:nvSpPr>
        <p:spPr>
          <a:xfrm>
            <a:off x="2909636" y="6265047"/>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16" name="Google Shape;3216;p305"/>
          <p:cNvSpPr txBox="1">
            <a:spLocks noGrp="1"/>
          </p:cNvSpPr>
          <p:nvPr>
            <p:ph type="body" idx="8"/>
          </p:nvPr>
        </p:nvSpPr>
        <p:spPr>
          <a:xfrm>
            <a:off x="6095995" y="24532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17" name="Google Shape;3217;p305"/>
          <p:cNvSpPr txBox="1">
            <a:spLocks noGrp="1"/>
          </p:cNvSpPr>
          <p:nvPr>
            <p:ph type="body" idx="9"/>
          </p:nvPr>
        </p:nvSpPr>
        <p:spPr>
          <a:xfrm>
            <a:off x="6095995" y="45868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18" name="Google Shape;3218;p305"/>
          <p:cNvSpPr txBox="1">
            <a:spLocks noGrp="1"/>
          </p:cNvSpPr>
          <p:nvPr>
            <p:ph type="body" idx="13"/>
          </p:nvPr>
        </p:nvSpPr>
        <p:spPr>
          <a:xfrm>
            <a:off x="6095993" y="813859"/>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19" name="Google Shape;3219;p305"/>
          <p:cNvSpPr txBox="1">
            <a:spLocks noGrp="1"/>
          </p:cNvSpPr>
          <p:nvPr>
            <p:ph type="body" idx="14"/>
          </p:nvPr>
        </p:nvSpPr>
        <p:spPr>
          <a:xfrm>
            <a:off x="6095993" y="5072592"/>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20" name="Google Shape;3220;p305"/>
          <p:cNvSpPr>
            <a:spLocks noGrp="1"/>
          </p:cNvSpPr>
          <p:nvPr>
            <p:ph type="pic" idx="15"/>
          </p:nvPr>
        </p:nvSpPr>
        <p:spPr>
          <a:xfrm>
            <a:off x="2916086" y="300154"/>
            <a:ext cx="2615100" cy="1630200"/>
          </a:xfrm>
          <a:prstGeom prst="rect">
            <a:avLst/>
          </a:prstGeom>
          <a:solidFill>
            <a:srgbClr val="D8D8D8"/>
          </a:solidFill>
          <a:ln>
            <a:noFill/>
          </a:ln>
        </p:spPr>
        <p:txBody>
          <a:bodyPr/>
          <a:lstStyle/>
          <a:p>
            <a:endParaRPr lang="pt-BR" dirty="0"/>
          </a:p>
        </p:txBody>
      </p:sp>
      <p:sp>
        <p:nvSpPr>
          <p:cNvPr id="3221" name="Google Shape;3221;p305"/>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222" name="Google Shape;3222;p305"/>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4">
    <p:spTree>
      <p:nvGrpSpPr>
        <p:cNvPr id="1" name="Shape 3223"/>
        <p:cNvGrpSpPr/>
        <p:nvPr/>
      </p:nvGrpSpPr>
      <p:grpSpPr>
        <a:xfrm>
          <a:off x="0" y="0"/>
          <a:ext cx="0" cy="0"/>
          <a:chOff x="0" y="0"/>
          <a:chExt cx="0" cy="0"/>
        </a:xfrm>
      </p:grpSpPr>
      <p:pic>
        <p:nvPicPr>
          <p:cNvPr id="3224" name="Google Shape;3224;p306"/>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225" name="Google Shape;3225;p306"/>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226" name="Google Shape;3226;p306"/>
          <p:cNvSpPr txBox="1">
            <a:spLocks noGrp="1"/>
          </p:cNvSpPr>
          <p:nvPr>
            <p:ph type="body" idx="1"/>
          </p:nvPr>
        </p:nvSpPr>
        <p:spPr>
          <a:xfrm>
            <a:off x="2832100" y="1670050"/>
            <a:ext cx="8988300" cy="22881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27" name="Google Shape;3227;p306"/>
          <p:cNvSpPr txBox="1">
            <a:spLocks noGrp="1"/>
          </p:cNvSpPr>
          <p:nvPr>
            <p:ph type="body" idx="2"/>
          </p:nvPr>
        </p:nvSpPr>
        <p:spPr>
          <a:xfrm>
            <a:off x="4282082" y="5119381"/>
            <a:ext cx="7538400" cy="9060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28" name="Google Shape;3228;p306"/>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229" name="Google Shape;3229;p306"/>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5">
    <p:spTree>
      <p:nvGrpSpPr>
        <p:cNvPr id="1" name="Shape 3230"/>
        <p:cNvGrpSpPr/>
        <p:nvPr/>
      </p:nvGrpSpPr>
      <p:grpSpPr>
        <a:xfrm>
          <a:off x="0" y="0"/>
          <a:ext cx="0" cy="0"/>
          <a:chOff x="0" y="0"/>
          <a:chExt cx="0" cy="0"/>
        </a:xfrm>
      </p:grpSpPr>
      <p:pic>
        <p:nvPicPr>
          <p:cNvPr id="3231" name="Google Shape;3231;p307"/>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232" name="Google Shape;3232;p307"/>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233" name="Google Shape;3233;p307"/>
          <p:cNvSpPr txBox="1">
            <a:spLocks noGrp="1"/>
          </p:cNvSpPr>
          <p:nvPr>
            <p:ph type="body" idx="1"/>
          </p:nvPr>
        </p:nvSpPr>
        <p:spPr>
          <a:xfrm>
            <a:off x="2967826" y="931395"/>
            <a:ext cx="85401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34" name="Google Shape;3234;p307"/>
          <p:cNvSpPr txBox="1">
            <a:spLocks noGrp="1"/>
          </p:cNvSpPr>
          <p:nvPr>
            <p:ph type="body" idx="2"/>
          </p:nvPr>
        </p:nvSpPr>
        <p:spPr>
          <a:xfrm>
            <a:off x="2967826" y="2012830"/>
            <a:ext cx="3829800" cy="37611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35" name="Google Shape;3235;p307"/>
          <p:cNvSpPr>
            <a:spLocks noGrp="1"/>
          </p:cNvSpPr>
          <p:nvPr>
            <p:ph type="pic" idx="3"/>
          </p:nvPr>
        </p:nvSpPr>
        <p:spPr>
          <a:xfrm>
            <a:off x="7131171" y="2012830"/>
            <a:ext cx="4376700" cy="3761100"/>
          </a:xfrm>
          <a:prstGeom prst="rect">
            <a:avLst/>
          </a:prstGeom>
          <a:solidFill>
            <a:srgbClr val="D8D8D8"/>
          </a:solidFill>
          <a:ln>
            <a:noFill/>
          </a:ln>
        </p:spPr>
        <p:txBody>
          <a:bodyPr/>
          <a:lstStyle/>
          <a:p>
            <a:endParaRPr lang="pt-BR" dirty="0"/>
          </a:p>
        </p:txBody>
      </p:sp>
      <p:sp>
        <p:nvSpPr>
          <p:cNvPr id="3236" name="Google Shape;3236;p307"/>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237" name="Google Shape;3237;p307"/>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6">
    <p:spTree>
      <p:nvGrpSpPr>
        <p:cNvPr id="1" name="Shape 3238"/>
        <p:cNvGrpSpPr/>
        <p:nvPr/>
      </p:nvGrpSpPr>
      <p:grpSpPr>
        <a:xfrm>
          <a:off x="0" y="0"/>
          <a:ext cx="0" cy="0"/>
          <a:chOff x="0" y="0"/>
          <a:chExt cx="0" cy="0"/>
        </a:xfrm>
      </p:grpSpPr>
      <p:pic>
        <p:nvPicPr>
          <p:cNvPr id="3239" name="Google Shape;3239;p308"/>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240" name="Google Shape;3240;p308"/>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241" name="Google Shape;3241;p308"/>
          <p:cNvSpPr txBox="1">
            <a:spLocks noGrp="1"/>
          </p:cNvSpPr>
          <p:nvPr>
            <p:ph type="body" idx="1"/>
          </p:nvPr>
        </p:nvSpPr>
        <p:spPr>
          <a:xfrm>
            <a:off x="2887133" y="788878"/>
            <a:ext cx="4323300" cy="5283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42" name="Google Shape;3242;p308"/>
          <p:cNvSpPr txBox="1">
            <a:spLocks noGrp="1"/>
          </p:cNvSpPr>
          <p:nvPr>
            <p:ph type="body" idx="2"/>
          </p:nvPr>
        </p:nvSpPr>
        <p:spPr>
          <a:xfrm>
            <a:off x="7459133" y="788878"/>
            <a:ext cx="4323300" cy="5283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43" name="Google Shape;3243;p308"/>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244" name="Google Shape;3244;p308"/>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7">
    <p:spTree>
      <p:nvGrpSpPr>
        <p:cNvPr id="1" name="Shape 3245"/>
        <p:cNvGrpSpPr/>
        <p:nvPr/>
      </p:nvGrpSpPr>
      <p:grpSpPr>
        <a:xfrm>
          <a:off x="0" y="0"/>
          <a:ext cx="0" cy="0"/>
          <a:chOff x="0" y="0"/>
          <a:chExt cx="0" cy="0"/>
        </a:xfrm>
      </p:grpSpPr>
      <p:pic>
        <p:nvPicPr>
          <p:cNvPr id="3246" name="Google Shape;3246;p309"/>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247" name="Google Shape;3247;p309"/>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248" name="Google Shape;3248;p309"/>
          <p:cNvSpPr>
            <a:spLocks noGrp="1"/>
          </p:cNvSpPr>
          <p:nvPr>
            <p:ph type="pic" idx="2"/>
          </p:nvPr>
        </p:nvSpPr>
        <p:spPr>
          <a:xfrm>
            <a:off x="2805141" y="809469"/>
            <a:ext cx="9004500" cy="4917600"/>
          </a:xfrm>
          <a:prstGeom prst="rect">
            <a:avLst/>
          </a:prstGeom>
          <a:solidFill>
            <a:srgbClr val="D9D9D9"/>
          </a:solidFill>
          <a:ln>
            <a:noFill/>
          </a:ln>
        </p:spPr>
        <p:txBody>
          <a:bodyPr/>
          <a:lstStyle/>
          <a:p>
            <a:endParaRPr lang="pt-BR" dirty="0"/>
          </a:p>
        </p:txBody>
      </p:sp>
      <p:sp>
        <p:nvSpPr>
          <p:cNvPr id="3249" name="Google Shape;3249;p309"/>
          <p:cNvSpPr txBox="1">
            <a:spLocks noGrp="1"/>
          </p:cNvSpPr>
          <p:nvPr>
            <p:ph type="body" idx="1"/>
          </p:nvPr>
        </p:nvSpPr>
        <p:spPr>
          <a:xfrm>
            <a:off x="2805142" y="5849999"/>
            <a:ext cx="9004800" cy="2796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50" name="Google Shape;3250;p309"/>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251" name="Google Shape;3251;p309"/>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matchingName="4_Atividade_Resposta">
  <p:cSld name="5_Atividade_Resposta 2">
    <p:spTree>
      <p:nvGrpSpPr>
        <p:cNvPr id="1" name="Shape 3252"/>
        <p:cNvGrpSpPr/>
        <p:nvPr/>
      </p:nvGrpSpPr>
      <p:grpSpPr>
        <a:xfrm>
          <a:off x="0" y="0"/>
          <a:ext cx="0" cy="0"/>
          <a:chOff x="0" y="0"/>
          <a:chExt cx="0" cy="0"/>
        </a:xfrm>
      </p:grpSpPr>
      <p:pic>
        <p:nvPicPr>
          <p:cNvPr id="3253" name="Google Shape;3253;p310"/>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254" name="Google Shape;3254;p310"/>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255" name="Google Shape;3255;p310"/>
          <p:cNvSpPr txBox="1">
            <a:spLocks noGrp="1"/>
          </p:cNvSpPr>
          <p:nvPr>
            <p:ph type="body" idx="1"/>
          </p:nvPr>
        </p:nvSpPr>
        <p:spPr>
          <a:xfrm>
            <a:off x="3799868" y="2430421"/>
            <a:ext cx="30714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56" name="Google Shape;3256;p310"/>
          <p:cNvSpPr txBox="1">
            <a:spLocks noGrp="1"/>
          </p:cNvSpPr>
          <p:nvPr>
            <p:ph type="body" idx="2"/>
          </p:nvPr>
        </p:nvSpPr>
        <p:spPr>
          <a:xfrm>
            <a:off x="3799868" y="3481761"/>
            <a:ext cx="30714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57" name="Google Shape;3257;p310"/>
          <p:cNvSpPr txBox="1">
            <a:spLocks noGrp="1"/>
          </p:cNvSpPr>
          <p:nvPr>
            <p:ph type="body" idx="3"/>
          </p:nvPr>
        </p:nvSpPr>
        <p:spPr>
          <a:xfrm>
            <a:off x="3799868" y="4586109"/>
            <a:ext cx="30714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58" name="Google Shape;3258;p310"/>
          <p:cNvSpPr txBox="1">
            <a:spLocks noGrp="1"/>
          </p:cNvSpPr>
          <p:nvPr>
            <p:ph type="body" idx="4"/>
          </p:nvPr>
        </p:nvSpPr>
        <p:spPr>
          <a:xfrm>
            <a:off x="7828529" y="2430421"/>
            <a:ext cx="30714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59" name="Google Shape;3259;p310"/>
          <p:cNvSpPr txBox="1">
            <a:spLocks noGrp="1"/>
          </p:cNvSpPr>
          <p:nvPr>
            <p:ph type="body" idx="5"/>
          </p:nvPr>
        </p:nvSpPr>
        <p:spPr>
          <a:xfrm>
            <a:off x="7828529" y="3481761"/>
            <a:ext cx="30714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60" name="Google Shape;3260;p310"/>
          <p:cNvSpPr txBox="1">
            <a:spLocks noGrp="1"/>
          </p:cNvSpPr>
          <p:nvPr>
            <p:ph type="body" idx="6"/>
          </p:nvPr>
        </p:nvSpPr>
        <p:spPr>
          <a:xfrm>
            <a:off x="7828529" y="4586109"/>
            <a:ext cx="30714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61" name="Google Shape;3261;p310"/>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262" name="Google Shape;3262;p310"/>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matchingName="2_Linha do Tempo1">
  <p:cSld name="3_Linha do Tempo1 3">
    <p:spTree>
      <p:nvGrpSpPr>
        <p:cNvPr id="1" name="Shape 3263"/>
        <p:cNvGrpSpPr/>
        <p:nvPr/>
      </p:nvGrpSpPr>
      <p:grpSpPr>
        <a:xfrm>
          <a:off x="0" y="0"/>
          <a:ext cx="0" cy="0"/>
          <a:chOff x="0" y="0"/>
          <a:chExt cx="0" cy="0"/>
        </a:xfrm>
      </p:grpSpPr>
      <p:pic>
        <p:nvPicPr>
          <p:cNvPr id="3264" name="Google Shape;3264;p311"/>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265" name="Google Shape;3265;p311"/>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266" name="Google Shape;3266;p311"/>
          <p:cNvSpPr txBox="1">
            <a:spLocks noGrp="1"/>
          </p:cNvSpPr>
          <p:nvPr>
            <p:ph type="body" idx="1"/>
          </p:nvPr>
        </p:nvSpPr>
        <p:spPr>
          <a:xfrm>
            <a:off x="3557090" y="3556357"/>
            <a:ext cx="2160600" cy="2382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67" name="Google Shape;3267;p311"/>
          <p:cNvSpPr txBox="1">
            <a:spLocks noGrp="1"/>
          </p:cNvSpPr>
          <p:nvPr>
            <p:ph type="body" idx="2"/>
          </p:nvPr>
        </p:nvSpPr>
        <p:spPr>
          <a:xfrm>
            <a:off x="6054957" y="3555846"/>
            <a:ext cx="2399100" cy="7851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68" name="Google Shape;3268;p311"/>
          <p:cNvSpPr txBox="1">
            <a:spLocks noGrp="1"/>
          </p:cNvSpPr>
          <p:nvPr>
            <p:ph type="body" idx="3"/>
          </p:nvPr>
        </p:nvSpPr>
        <p:spPr>
          <a:xfrm>
            <a:off x="8983149" y="3555846"/>
            <a:ext cx="2492100" cy="1879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69" name="Google Shape;3269;p311"/>
          <p:cNvSpPr txBox="1">
            <a:spLocks noGrp="1"/>
          </p:cNvSpPr>
          <p:nvPr>
            <p:ph type="body" idx="4"/>
          </p:nvPr>
        </p:nvSpPr>
        <p:spPr>
          <a:xfrm>
            <a:off x="2789174" y="919259"/>
            <a:ext cx="6426000" cy="5031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70" name="Google Shape;3270;p311"/>
          <p:cNvSpPr txBox="1">
            <a:spLocks noGrp="1"/>
          </p:cNvSpPr>
          <p:nvPr>
            <p:ph type="body" idx="5"/>
          </p:nvPr>
        </p:nvSpPr>
        <p:spPr>
          <a:xfrm>
            <a:off x="3548026" y="2796830"/>
            <a:ext cx="1892100" cy="621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71" name="Google Shape;3271;p311"/>
          <p:cNvSpPr txBox="1">
            <a:spLocks noGrp="1"/>
          </p:cNvSpPr>
          <p:nvPr>
            <p:ph type="body" idx="6"/>
          </p:nvPr>
        </p:nvSpPr>
        <p:spPr>
          <a:xfrm>
            <a:off x="6042197" y="2807800"/>
            <a:ext cx="1901100" cy="621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72" name="Google Shape;3272;p311"/>
          <p:cNvSpPr txBox="1">
            <a:spLocks noGrp="1"/>
          </p:cNvSpPr>
          <p:nvPr>
            <p:ph type="body" idx="7"/>
          </p:nvPr>
        </p:nvSpPr>
        <p:spPr>
          <a:xfrm>
            <a:off x="8983148" y="2807800"/>
            <a:ext cx="1989600" cy="621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73" name="Google Shape;3273;p311"/>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274" name="Google Shape;3274;p311"/>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matchingName="2_Linha do Tempo1">
  <p:cSld name="3_Linha do Tempo1 4">
    <p:spTree>
      <p:nvGrpSpPr>
        <p:cNvPr id="1" name="Shape 3275"/>
        <p:cNvGrpSpPr/>
        <p:nvPr/>
      </p:nvGrpSpPr>
      <p:grpSpPr>
        <a:xfrm>
          <a:off x="0" y="0"/>
          <a:ext cx="0" cy="0"/>
          <a:chOff x="0" y="0"/>
          <a:chExt cx="0" cy="0"/>
        </a:xfrm>
      </p:grpSpPr>
      <p:pic>
        <p:nvPicPr>
          <p:cNvPr id="3276" name="Google Shape;3276;p312"/>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277" name="Google Shape;3277;p312"/>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278" name="Google Shape;3278;p312"/>
          <p:cNvSpPr txBox="1">
            <a:spLocks noGrp="1"/>
          </p:cNvSpPr>
          <p:nvPr>
            <p:ph type="body" idx="1"/>
          </p:nvPr>
        </p:nvSpPr>
        <p:spPr>
          <a:xfrm>
            <a:off x="3562371" y="2421299"/>
            <a:ext cx="3075900" cy="723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79" name="Google Shape;3279;p312"/>
          <p:cNvSpPr txBox="1">
            <a:spLocks noGrp="1"/>
          </p:cNvSpPr>
          <p:nvPr>
            <p:ph type="body" idx="2"/>
          </p:nvPr>
        </p:nvSpPr>
        <p:spPr>
          <a:xfrm>
            <a:off x="3562371" y="3864517"/>
            <a:ext cx="3094800" cy="723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80" name="Google Shape;3280;p312"/>
          <p:cNvSpPr txBox="1">
            <a:spLocks noGrp="1"/>
          </p:cNvSpPr>
          <p:nvPr>
            <p:ph type="body" idx="3"/>
          </p:nvPr>
        </p:nvSpPr>
        <p:spPr>
          <a:xfrm>
            <a:off x="3562371" y="5222027"/>
            <a:ext cx="3120300" cy="723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81" name="Google Shape;3281;p312"/>
          <p:cNvSpPr txBox="1">
            <a:spLocks noGrp="1"/>
          </p:cNvSpPr>
          <p:nvPr>
            <p:ph type="body" idx="4"/>
          </p:nvPr>
        </p:nvSpPr>
        <p:spPr>
          <a:xfrm>
            <a:off x="8011122" y="2421299"/>
            <a:ext cx="3057600" cy="723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82" name="Google Shape;3282;p312"/>
          <p:cNvSpPr txBox="1">
            <a:spLocks noGrp="1"/>
          </p:cNvSpPr>
          <p:nvPr>
            <p:ph type="body" idx="5"/>
          </p:nvPr>
        </p:nvSpPr>
        <p:spPr>
          <a:xfrm>
            <a:off x="8021910" y="3864492"/>
            <a:ext cx="3046800" cy="723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83" name="Google Shape;3283;p312"/>
          <p:cNvSpPr txBox="1">
            <a:spLocks noGrp="1"/>
          </p:cNvSpPr>
          <p:nvPr>
            <p:ph type="body" idx="6"/>
          </p:nvPr>
        </p:nvSpPr>
        <p:spPr>
          <a:xfrm>
            <a:off x="8011122" y="5229761"/>
            <a:ext cx="3057600" cy="723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84" name="Google Shape;3284;p312"/>
          <p:cNvSpPr txBox="1">
            <a:spLocks noGrp="1"/>
          </p:cNvSpPr>
          <p:nvPr>
            <p:ph type="body" idx="7"/>
          </p:nvPr>
        </p:nvSpPr>
        <p:spPr>
          <a:xfrm>
            <a:off x="2789174" y="919259"/>
            <a:ext cx="6426000" cy="5031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85" name="Google Shape;3285;p312"/>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286" name="Google Shape;3286;p312"/>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matchingName="3_1. Desenvolvimento">
  <p:cSld name="4_1. Desenvolvimento 2">
    <p:spTree>
      <p:nvGrpSpPr>
        <p:cNvPr id="1" name="Shape 3287"/>
        <p:cNvGrpSpPr/>
        <p:nvPr/>
      </p:nvGrpSpPr>
      <p:grpSpPr>
        <a:xfrm>
          <a:off x="0" y="0"/>
          <a:ext cx="0" cy="0"/>
          <a:chOff x="0" y="0"/>
          <a:chExt cx="0" cy="0"/>
        </a:xfrm>
      </p:grpSpPr>
      <p:pic>
        <p:nvPicPr>
          <p:cNvPr id="3288" name="Google Shape;3288;p313"/>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289" name="Google Shape;3289;p313"/>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290" name="Google Shape;3290;p313"/>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291" name="Google Shape;3291;p313"/>
          <p:cNvSpPr txBox="1">
            <a:spLocks noGrp="1"/>
          </p:cNvSpPr>
          <p:nvPr>
            <p:ph type="body" idx="1"/>
          </p:nvPr>
        </p:nvSpPr>
        <p:spPr>
          <a:xfrm>
            <a:off x="3243943" y="3429000"/>
            <a:ext cx="7710900" cy="24021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92" name="Google Shape;3292;p313"/>
          <p:cNvSpPr txBox="1">
            <a:spLocks noGrp="1"/>
          </p:cNvSpPr>
          <p:nvPr>
            <p:ph type="body" idx="2"/>
          </p:nvPr>
        </p:nvSpPr>
        <p:spPr>
          <a:xfrm>
            <a:off x="3243943" y="1027011"/>
            <a:ext cx="7710900" cy="522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93" name="Google Shape;3293;p313"/>
          <p:cNvSpPr txBox="1">
            <a:spLocks noGrp="1"/>
          </p:cNvSpPr>
          <p:nvPr>
            <p:ph type="body" idx="3"/>
          </p:nvPr>
        </p:nvSpPr>
        <p:spPr>
          <a:xfrm>
            <a:off x="4226076" y="1962047"/>
            <a:ext cx="6487800" cy="7047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467"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94" name="Google Shape;3294;p313"/>
          <p:cNvSpPr txBox="1">
            <a:spLocks noGrp="1"/>
          </p:cNvSpPr>
          <p:nvPr>
            <p:ph type="body" idx="4"/>
          </p:nvPr>
        </p:nvSpPr>
        <p:spPr>
          <a:xfrm>
            <a:off x="4247847" y="2910228"/>
            <a:ext cx="4744500" cy="3276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95" name="Google Shape;3295;p313"/>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296" name="Google Shape;3296;p313"/>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matchingName="Quadro">
  <p:cSld name="1_Quadro 2">
    <p:spTree>
      <p:nvGrpSpPr>
        <p:cNvPr id="1" name="Shape 3297"/>
        <p:cNvGrpSpPr/>
        <p:nvPr/>
      </p:nvGrpSpPr>
      <p:grpSpPr>
        <a:xfrm>
          <a:off x="0" y="0"/>
          <a:ext cx="0" cy="0"/>
          <a:chOff x="0" y="0"/>
          <a:chExt cx="0" cy="0"/>
        </a:xfrm>
      </p:grpSpPr>
      <p:pic>
        <p:nvPicPr>
          <p:cNvPr id="3298" name="Google Shape;3298;p314"/>
          <p:cNvPicPr preferRelativeResize="0"/>
          <p:nvPr/>
        </p:nvPicPr>
        <p:blipFill rotWithShape="1">
          <a:blip r:embed="rId2">
            <a:alphaModFix/>
          </a:blip>
          <a:srcRect/>
          <a:stretch/>
        </p:blipFill>
        <p:spPr>
          <a:xfrm>
            <a:off x="4" y="0"/>
            <a:ext cx="12192000" cy="6857988"/>
          </a:xfrm>
          <a:prstGeom prst="rect">
            <a:avLst/>
          </a:prstGeom>
          <a:noFill/>
          <a:ln>
            <a:noFill/>
          </a:ln>
        </p:spPr>
      </p:pic>
      <p:sp>
        <p:nvSpPr>
          <p:cNvPr id="3299" name="Google Shape;3299;p314"/>
          <p:cNvSpPr txBox="1">
            <a:spLocks noGrp="1"/>
          </p:cNvSpPr>
          <p:nvPr>
            <p:ph type="body" idx="1"/>
          </p:nvPr>
        </p:nvSpPr>
        <p:spPr>
          <a:xfrm>
            <a:off x="500292" y="3098664"/>
            <a:ext cx="2601300" cy="13035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3300" name="Google Shape;3300;p314"/>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301" name="Google Shape;3301;p314"/>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matchingName="1. Conteudo">
  <p:cSld name="2_1. Conteudo 5">
    <p:spTree>
      <p:nvGrpSpPr>
        <p:cNvPr id="1" name="Shape 3302"/>
        <p:cNvGrpSpPr/>
        <p:nvPr/>
      </p:nvGrpSpPr>
      <p:grpSpPr>
        <a:xfrm>
          <a:off x="0" y="0"/>
          <a:ext cx="0" cy="0"/>
          <a:chOff x="0" y="0"/>
          <a:chExt cx="0" cy="0"/>
        </a:xfrm>
      </p:grpSpPr>
      <p:pic>
        <p:nvPicPr>
          <p:cNvPr id="3303" name="Google Shape;3303;p315"/>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304" name="Google Shape;3304;p315"/>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305" name="Google Shape;3305;p315"/>
          <p:cNvSpPr txBox="1">
            <a:spLocks noGrp="1"/>
          </p:cNvSpPr>
          <p:nvPr>
            <p:ph type="body" idx="1"/>
          </p:nvPr>
        </p:nvSpPr>
        <p:spPr>
          <a:xfrm>
            <a:off x="3236779" y="2362200"/>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306" name="Google Shape;3306;p315"/>
          <p:cNvSpPr txBox="1">
            <a:spLocks noGrp="1"/>
          </p:cNvSpPr>
          <p:nvPr>
            <p:ph type="body" idx="2"/>
          </p:nvPr>
        </p:nvSpPr>
        <p:spPr>
          <a:xfrm>
            <a:off x="3236867" y="1170031"/>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307" name="Google Shape;3307;p315"/>
          <p:cNvSpPr txBox="1">
            <a:spLocks noGrp="1"/>
          </p:cNvSpPr>
          <p:nvPr>
            <p:ph type="body" idx="3"/>
          </p:nvPr>
        </p:nvSpPr>
        <p:spPr>
          <a:xfrm>
            <a:off x="3236778" y="4403072"/>
            <a:ext cx="7239900" cy="16395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308" name="Google Shape;3308;p315"/>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309" name="Google Shape;3309;p315"/>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matchingName="1_3. Conteudo">
  <p:cSld name="2_3. Conteudo 10">
    <p:bg>
      <p:bgPr>
        <a:solidFill>
          <a:srgbClr val="28566E"/>
        </a:solidFill>
        <a:effectLst/>
      </p:bgPr>
    </p:bg>
    <p:spTree>
      <p:nvGrpSpPr>
        <p:cNvPr id="1" name="Shape 3310"/>
        <p:cNvGrpSpPr/>
        <p:nvPr/>
      </p:nvGrpSpPr>
      <p:grpSpPr>
        <a:xfrm>
          <a:off x="0" y="0"/>
          <a:ext cx="0" cy="0"/>
          <a:chOff x="0" y="0"/>
          <a:chExt cx="0" cy="0"/>
        </a:xfrm>
      </p:grpSpPr>
      <p:pic>
        <p:nvPicPr>
          <p:cNvPr id="3311" name="Google Shape;3311;p316"/>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3312" name="Google Shape;3312;p316"/>
          <p:cNvSpPr/>
          <p:nvPr/>
        </p:nvSpPr>
        <p:spPr>
          <a:xfrm>
            <a:off x="448134" y="414865"/>
            <a:ext cx="3222625" cy="3222612"/>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cstate="hqprint">
              <a:alphaModFix/>
              <a:extLst>
                <a:ext uri="{28A0092B-C50C-407E-A947-70E740481C1C}">
                  <a14:useLocalDpi xmlns:a14="http://schemas.microsoft.com/office/drawing/2010/main"/>
                </a:ext>
              </a:extLst>
            </a:blip>
            <a:stretch>
              <a:fillRect/>
            </a:stretch>
          </a:blip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3313" name="Google Shape;3313;p316"/>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3314" name="Google Shape;3314;p316"/>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3315" name="Google Shape;3315;p316"/>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3316" name="Google Shape;3316;p316"/>
          <p:cNvSpPr txBox="1"/>
          <p:nvPr/>
        </p:nvSpPr>
        <p:spPr>
          <a:xfrm>
            <a:off x="12279086" y="384144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317" name="Google Shape;3317;p316"/>
          <p:cNvSpPr txBox="1"/>
          <p:nvPr/>
        </p:nvSpPr>
        <p:spPr>
          <a:xfrm>
            <a:off x="4744995" y="191117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318" name="Google Shape;3318;p316"/>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3319" name="Google Shape;3319;p316"/>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chemeClr val="lt1"/>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20" name="Google Shape;3320;p316"/>
          <p:cNvSpPr txBox="1"/>
          <p:nvPr/>
        </p:nvSpPr>
        <p:spPr>
          <a:xfrm>
            <a:off x="12638314" y="383177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321" name="Google Shape;3321;p316"/>
          <p:cNvSpPr txBox="1"/>
          <p:nvPr/>
        </p:nvSpPr>
        <p:spPr>
          <a:xfrm>
            <a:off x="12442371" y="124097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322" name="Google Shape;3322;p316"/>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323" name="Google Shape;3323;p316"/>
          <p:cNvSpPr txBox="1"/>
          <p:nvPr/>
        </p:nvSpPr>
        <p:spPr>
          <a:xfrm>
            <a:off x="2578394" y="3162010"/>
            <a:ext cx="1600800" cy="656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133" b="0" i="0" u="none" strike="noStrike" cap="none" dirty="0">
                <a:solidFill>
                  <a:srgbClr val="FFFFFF"/>
                </a:solidFill>
                <a:latin typeface="Poppins Light"/>
                <a:ea typeface="Poppins Light"/>
                <a:cs typeface="Poppins Light"/>
                <a:sym typeface="Poppins Light"/>
              </a:rPr>
              <a:t>Colocando</a:t>
            </a:r>
            <a:br>
              <a:rPr lang="pt-BR" sz="2133" b="0" i="0" u="none" strike="noStrike" cap="none" dirty="0">
                <a:solidFill>
                  <a:srgbClr val="FFFFFF"/>
                </a:solidFill>
                <a:latin typeface="Poppins Light"/>
                <a:ea typeface="Poppins Light"/>
                <a:cs typeface="Poppins Light"/>
                <a:sym typeface="Poppins Light"/>
              </a:rPr>
            </a:br>
            <a:r>
              <a:rPr lang="pt-BR" sz="2133" b="0" i="0" u="none" strike="noStrike" cap="none" dirty="0">
                <a:solidFill>
                  <a:srgbClr val="FFFFFF"/>
                </a:solidFill>
                <a:latin typeface="Poppins Light"/>
                <a:ea typeface="Poppins Light"/>
                <a:cs typeface="Poppins Light"/>
                <a:sym typeface="Poppins Light"/>
              </a:rPr>
              <a:t>em </a:t>
            </a:r>
            <a:r>
              <a:rPr lang="pt-BR" sz="2133" b="1" i="0" u="none" strike="noStrike" cap="none" dirty="0">
                <a:solidFill>
                  <a:srgbClr val="FFFFFF"/>
                </a:solidFill>
                <a:latin typeface="Poppins"/>
                <a:ea typeface="Poppins"/>
                <a:cs typeface="Poppins"/>
                <a:sym typeface="Poppins"/>
              </a:rPr>
              <a:t>prática</a:t>
            </a:r>
            <a:endParaRPr sz="21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matchingName="1_3. Conteudo">
  <p:cSld name="2_3. Conteudo 11">
    <p:bg>
      <p:bgPr>
        <a:solidFill>
          <a:srgbClr val="28566E"/>
        </a:solidFill>
        <a:effectLst/>
      </p:bgPr>
    </p:bg>
    <p:spTree>
      <p:nvGrpSpPr>
        <p:cNvPr id="1" name="Shape 3324"/>
        <p:cNvGrpSpPr/>
        <p:nvPr/>
      </p:nvGrpSpPr>
      <p:grpSpPr>
        <a:xfrm>
          <a:off x="0" y="0"/>
          <a:ext cx="0" cy="0"/>
          <a:chOff x="0" y="0"/>
          <a:chExt cx="0" cy="0"/>
        </a:xfrm>
      </p:grpSpPr>
      <p:pic>
        <p:nvPicPr>
          <p:cNvPr id="3325" name="Google Shape;3325;p317"/>
          <p:cNvPicPr preferRelativeResize="0"/>
          <p:nvPr/>
        </p:nvPicPr>
        <p:blipFill rotWithShape="1">
          <a:blip r:embed="rId2">
            <a:alphaModFix/>
          </a:blip>
          <a:srcRect/>
          <a:stretch/>
        </p:blipFill>
        <p:spPr>
          <a:xfrm>
            <a:off x="0" y="17"/>
            <a:ext cx="4630818" cy="6857983"/>
          </a:xfrm>
          <a:prstGeom prst="rect">
            <a:avLst/>
          </a:prstGeom>
          <a:noFill/>
          <a:ln>
            <a:noFill/>
          </a:ln>
        </p:spPr>
      </p:pic>
      <p:pic>
        <p:nvPicPr>
          <p:cNvPr id="3326" name="Google Shape;3326;p317" descr="Câmera fotográfica preta&#10;&#10;Descrição gerada automaticamente"/>
          <p:cNvPicPr preferRelativeResize="0"/>
          <p:nvPr/>
        </p:nvPicPr>
        <p:blipFill rotWithShape="1">
          <a:blip r:embed="rId3" cstate="hqprint">
            <a:alphaModFix/>
            <a:extLst>
              <a:ext uri="{28A0092B-C50C-407E-A947-70E740481C1C}">
                <a14:useLocalDpi xmlns:a14="http://schemas.microsoft.com/office/drawing/2010/main"/>
              </a:ext>
            </a:extLst>
          </a:blip>
          <a:srcRect t="-271"/>
          <a:stretch/>
        </p:blipFill>
        <p:spPr>
          <a:xfrm>
            <a:off x="428798" y="386760"/>
            <a:ext cx="3243300" cy="3243300"/>
          </a:xfrm>
          <a:prstGeom prst="ellipse">
            <a:avLst/>
          </a:prstGeom>
          <a:noFill/>
          <a:ln>
            <a:noFill/>
          </a:ln>
        </p:spPr>
      </p:pic>
      <p:sp>
        <p:nvSpPr>
          <p:cNvPr id="3327" name="Google Shape;3327;p317"/>
          <p:cNvSpPr txBox="1"/>
          <p:nvPr/>
        </p:nvSpPr>
        <p:spPr>
          <a:xfrm>
            <a:off x="485664" y="3463802"/>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3328" name="Google Shape;3328;p317"/>
          <p:cNvSpPr txBox="1">
            <a:spLocks noGrp="1"/>
          </p:cNvSpPr>
          <p:nvPr>
            <p:ph type="body" idx="1"/>
          </p:nvPr>
        </p:nvSpPr>
        <p:spPr>
          <a:xfrm>
            <a:off x="5128182" y="414865"/>
            <a:ext cx="56250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3329" name="Google Shape;3329;p317"/>
          <p:cNvSpPr txBox="1">
            <a:spLocks noGrp="1"/>
          </p:cNvSpPr>
          <p:nvPr>
            <p:ph type="body" idx="2"/>
          </p:nvPr>
        </p:nvSpPr>
        <p:spPr>
          <a:xfrm>
            <a:off x="5128182" y="1447420"/>
            <a:ext cx="65538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3330" name="Google Shape;3330;p317"/>
          <p:cNvSpPr txBox="1">
            <a:spLocks noGrp="1"/>
          </p:cNvSpPr>
          <p:nvPr>
            <p:ph type="body" idx="3"/>
          </p:nvPr>
        </p:nvSpPr>
        <p:spPr>
          <a:xfrm>
            <a:off x="5128181" y="5971893"/>
            <a:ext cx="6553200" cy="1488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3331" name="Google Shape;3331;p317"/>
          <p:cNvSpPr txBox="1">
            <a:spLocks noGrp="1"/>
          </p:cNvSpPr>
          <p:nvPr>
            <p:ph type="body" idx="4"/>
          </p:nvPr>
        </p:nvSpPr>
        <p:spPr>
          <a:xfrm>
            <a:off x="5128181" y="2547964"/>
            <a:ext cx="6553200" cy="33171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chemeClr val="lt1"/>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32" name="Google Shape;3332;p317"/>
          <p:cNvSpPr/>
          <p:nvPr/>
        </p:nvSpPr>
        <p:spPr>
          <a:xfrm>
            <a:off x="2256369" y="2700818"/>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333" name="Google Shape;3333;p317"/>
          <p:cNvSpPr txBox="1"/>
          <p:nvPr/>
        </p:nvSpPr>
        <p:spPr>
          <a:xfrm>
            <a:off x="2578394" y="3162010"/>
            <a:ext cx="1600800" cy="656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133" b="0" i="0" u="none" strike="noStrike" cap="none" dirty="0">
                <a:solidFill>
                  <a:srgbClr val="FFFFFF"/>
                </a:solidFill>
                <a:latin typeface="Poppins Light"/>
                <a:ea typeface="Poppins Light"/>
                <a:cs typeface="Poppins Light"/>
                <a:sym typeface="Poppins Light"/>
              </a:rPr>
              <a:t>Colocando</a:t>
            </a:r>
            <a:br>
              <a:rPr lang="pt-BR" sz="2133" b="0" i="0" u="none" strike="noStrike" cap="none" dirty="0">
                <a:solidFill>
                  <a:srgbClr val="FFFFFF"/>
                </a:solidFill>
                <a:latin typeface="Poppins Light"/>
                <a:ea typeface="Poppins Light"/>
                <a:cs typeface="Poppins Light"/>
                <a:sym typeface="Poppins Light"/>
              </a:rPr>
            </a:br>
            <a:r>
              <a:rPr lang="pt-BR" sz="2133" b="0" i="0" u="none" strike="noStrike" cap="none" dirty="0">
                <a:solidFill>
                  <a:srgbClr val="FFFFFF"/>
                </a:solidFill>
                <a:latin typeface="Poppins Light"/>
                <a:ea typeface="Poppins Light"/>
                <a:cs typeface="Poppins Light"/>
                <a:sym typeface="Poppins Light"/>
              </a:rPr>
              <a:t>em </a:t>
            </a:r>
            <a:r>
              <a:rPr lang="pt-BR" sz="2133" b="1" i="0" u="none" strike="noStrike" cap="none" dirty="0">
                <a:solidFill>
                  <a:srgbClr val="FFFFFF"/>
                </a:solidFill>
                <a:latin typeface="Poppins"/>
                <a:ea typeface="Poppins"/>
                <a:cs typeface="Poppins"/>
                <a:sym typeface="Poppins"/>
              </a:rPr>
              <a:t>prática</a:t>
            </a:r>
            <a:endParaRPr sz="21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matchingName="4. Exposição">
  <p:cSld name="2_4. Exposição 2">
    <p:spTree>
      <p:nvGrpSpPr>
        <p:cNvPr id="1" name="Shape 3334"/>
        <p:cNvGrpSpPr/>
        <p:nvPr/>
      </p:nvGrpSpPr>
      <p:grpSpPr>
        <a:xfrm>
          <a:off x="0" y="0"/>
          <a:ext cx="0" cy="0"/>
          <a:chOff x="0" y="0"/>
          <a:chExt cx="0" cy="0"/>
        </a:xfrm>
      </p:grpSpPr>
      <p:pic>
        <p:nvPicPr>
          <p:cNvPr id="3335" name="Google Shape;3335;p318"/>
          <p:cNvPicPr preferRelativeResize="0"/>
          <p:nvPr/>
        </p:nvPicPr>
        <p:blipFill rotWithShape="1">
          <a:blip r:embed="rId2">
            <a:alphaModFix/>
          </a:blip>
          <a:srcRect/>
          <a:stretch/>
        </p:blipFill>
        <p:spPr>
          <a:xfrm>
            <a:off x="-8207" y="4956"/>
            <a:ext cx="2682237" cy="6857983"/>
          </a:xfrm>
          <a:prstGeom prst="rect">
            <a:avLst/>
          </a:prstGeom>
          <a:noFill/>
          <a:ln>
            <a:noFill/>
          </a:ln>
        </p:spPr>
      </p:pic>
      <p:sp>
        <p:nvSpPr>
          <p:cNvPr id="3336" name="Google Shape;3336;p318"/>
          <p:cNvSpPr>
            <a:spLocks noGrp="1"/>
          </p:cNvSpPr>
          <p:nvPr>
            <p:ph type="pic" idx="2"/>
          </p:nvPr>
        </p:nvSpPr>
        <p:spPr>
          <a:xfrm>
            <a:off x="3028950" y="1507375"/>
            <a:ext cx="8791200" cy="4688400"/>
          </a:xfrm>
          <a:prstGeom prst="rect">
            <a:avLst/>
          </a:prstGeom>
          <a:noFill/>
          <a:ln>
            <a:noFill/>
          </a:ln>
        </p:spPr>
        <p:txBody>
          <a:bodyPr/>
          <a:lstStyle/>
          <a:p>
            <a:endParaRPr lang="pt-BR" dirty="0"/>
          </a:p>
        </p:txBody>
      </p:sp>
      <p:sp>
        <p:nvSpPr>
          <p:cNvPr id="3337" name="Google Shape;3337;p318"/>
          <p:cNvSpPr txBox="1">
            <a:spLocks noGrp="1"/>
          </p:cNvSpPr>
          <p:nvPr>
            <p:ph type="body" idx="1"/>
          </p:nvPr>
        </p:nvSpPr>
        <p:spPr>
          <a:xfrm>
            <a:off x="3028950" y="342452"/>
            <a:ext cx="8791200" cy="957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338" name="Google Shape;3338;p318"/>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339" name="Google Shape;3339;p318"/>
          <p:cNvSpPr txBox="1">
            <a:spLocks noGrp="1"/>
          </p:cNvSpPr>
          <p:nvPr>
            <p:ph type="body" idx="3"/>
          </p:nvPr>
        </p:nvSpPr>
        <p:spPr>
          <a:xfrm>
            <a:off x="3028951" y="6285262"/>
            <a:ext cx="8791200" cy="1488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240"/>
              </a:spcBef>
              <a:spcAft>
                <a:spcPts val="0"/>
              </a:spcAft>
              <a:buClr>
                <a:schemeClr val="dk1"/>
              </a:buClr>
              <a:buSzPts val="12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304800" algn="l">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3340" name="Google Shape;3340;p318"/>
          <p:cNvSpPr txBox="1"/>
          <p:nvPr/>
        </p:nvSpPr>
        <p:spPr>
          <a:xfrm>
            <a:off x="2553629" y="-323385"/>
            <a:ext cx="0" cy="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2400" b="0" i="0" u="none" strike="noStrike" cap="none" dirty="0">
              <a:solidFill>
                <a:srgbClr val="000000"/>
              </a:solidFill>
              <a:latin typeface="Arial"/>
              <a:ea typeface="Arial"/>
              <a:cs typeface="Arial"/>
              <a:sym typeface="Arial"/>
            </a:endParaRPr>
          </a:p>
        </p:txBody>
      </p:sp>
      <p:sp>
        <p:nvSpPr>
          <p:cNvPr id="3341" name="Google Shape;3341;p318"/>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342" name="Google Shape;3342;p318"/>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43"/>
        <p:cNvGrpSpPr/>
        <p:nvPr/>
      </p:nvGrpSpPr>
      <p:grpSpPr>
        <a:xfrm>
          <a:off x="0" y="0"/>
          <a:ext cx="0" cy="0"/>
          <a:chOff x="0" y="0"/>
          <a:chExt cx="0" cy="0"/>
        </a:xfrm>
      </p:grpSpPr>
      <p:sp>
        <p:nvSpPr>
          <p:cNvPr id="3344" name="Google Shape;3344;p319"/>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t" anchorCtr="0">
            <a:noAutofit/>
          </a:bodyPr>
          <a:lstStyle>
            <a:lvl1pPr marR="0" lvl="0" algn="ctr">
              <a:lnSpc>
                <a:spcPct val="100000"/>
              </a:lnSpc>
              <a:spcBef>
                <a:spcPts val="0"/>
              </a:spcBef>
              <a:spcAft>
                <a:spcPts val="0"/>
              </a:spcAft>
              <a:buClr>
                <a:schemeClr val="dk1"/>
              </a:buClr>
              <a:buSzPts val="4400"/>
              <a:buFont typeface="Calibri"/>
              <a:buNone/>
              <a:defRPr sz="2933" b="0"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9pPr>
          </a:lstStyle>
          <a:p>
            <a:endParaRPr/>
          </a:p>
        </p:txBody>
      </p:sp>
      <p:sp>
        <p:nvSpPr>
          <p:cNvPr id="3345" name="Google Shape;3345;p319"/>
          <p:cNvSpPr txBox="1">
            <a:spLocks noGrp="1"/>
          </p:cNvSpPr>
          <p:nvPr>
            <p:ph type="dt" idx="10"/>
          </p:nvPr>
        </p:nvSpPr>
        <p:spPr>
          <a:xfrm>
            <a:off x="304800" y="4237567"/>
            <a:ext cx="1422300" cy="2433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dirty="0"/>
          </a:p>
        </p:txBody>
      </p:sp>
      <p:sp>
        <p:nvSpPr>
          <p:cNvPr id="3346" name="Google Shape;3346;p319"/>
          <p:cNvSpPr txBox="1">
            <a:spLocks noGrp="1"/>
          </p:cNvSpPr>
          <p:nvPr>
            <p:ph type="ftr" idx="11"/>
          </p:nvPr>
        </p:nvSpPr>
        <p:spPr>
          <a:xfrm>
            <a:off x="2082800" y="4237567"/>
            <a:ext cx="1930500" cy="2433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dirty="0"/>
          </a:p>
        </p:txBody>
      </p:sp>
      <p:sp>
        <p:nvSpPr>
          <p:cNvPr id="3347" name="Google Shape;3347;p319"/>
          <p:cNvSpPr txBox="1">
            <a:spLocks noGrp="1"/>
          </p:cNvSpPr>
          <p:nvPr>
            <p:ph type="sldNum" idx="12"/>
          </p:nvPr>
        </p:nvSpPr>
        <p:spPr>
          <a:xfrm>
            <a:off x="4368800" y="4237567"/>
            <a:ext cx="1422300" cy="24330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1pPr>
            <a:lvl2pPr marL="0" marR="0" lvl="1" indent="0" algn="l">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2pPr>
            <a:lvl3pPr marL="0" marR="0" lvl="2" indent="0" algn="l">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3pPr>
            <a:lvl4pPr marL="0" marR="0" lvl="3" indent="0" algn="l">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4pPr>
            <a:lvl5pPr marL="0" marR="0" lvl="4" indent="0" algn="l">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5pPr>
            <a:lvl6pPr marL="0" marR="0" lvl="5" indent="0" algn="l">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6pPr>
            <a:lvl7pPr marL="0" marR="0" lvl="6" indent="0" algn="l">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7pPr>
            <a:lvl8pPr marL="0" marR="0" lvl="7" indent="0" algn="l">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8pPr>
            <a:lvl9pPr marL="0" marR="0" lvl="8" indent="0" algn="l">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t-BR"/>
              <a:t>‹nº›</a:t>
            </a:fld>
            <a:endParaRPr dirty="0"/>
          </a:p>
        </p:txBody>
      </p:sp>
    </p:spTree>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matchingName="Atividade">
  <p:cSld name="1_Atividade">
    <p:spTree>
      <p:nvGrpSpPr>
        <p:cNvPr id="1" name="Shape 3348"/>
        <p:cNvGrpSpPr/>
        <p:nvPr/>
      </p:nvGrpSpPr>
      <p:grpSpPr>
        <a:xfrm>
          <a:off x="0" y="0"/>
          <a:ext cx="0" cy="0"/>
          <a:chOff x="0" y="0"/>
          <a:chExt cx="0" cy="0"/>
        </a:xfrm>
      </p:grpSpPr>
      <p:pic>
        <p:nvPicPr>
          <p:cNvPr id="3349" name="Google Shape;3349;p320"/>
          <p:cNvPicPr preferRelativeResize="0"/>
          <p:nvPr/>
        </p:nvPicPr>
        <p:blipFill rotWithShape="1">
          <a:blip r:embed="rId2">
            <a:alphaModFix/>
          </a:blip>
          <a:srcRect/>
          <a:stretch/>
        </p:blipFill>
        <p:spPr>
          <a:xfrm>
            <a:off x="4" y="0"/>
            <a:ext cx="12192000" cy="6857988"/>
          </a:xfrm>
          <a:prstGeom prst="rect">
            <a:avLst/>
          </a:prstGeom>
          <a:noFill/>
          <a:ln>
            <a:noFill/>
          </a:ln>
        </p:spPr>
      </p:pic>
      <p:sp>
        <p:nvSpPr>
          <p:cNvPr id="3350" name="Google Shape;3350;p320"/>
          <p:cNvSpPr txBox="1"/>
          <p:nvPr/>
        </p:nvSpPr>
        <p:spPr>
          <a:xfrm>
            <a:off x="2510117" y="-585694"/>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351" name="Google Shape;3351;p320"/>
          <p:cNvSpPr txBox="1">
            <a:spLocks noGrp="1"/>
          </p:cNvSpPr>
          <p:nvPr>
            <p:ph type="body" idx="1"/>
          </p:nvPr>
        </p:nvSpPr>
        <p:spPr>
          <a:xfrm>
            <a:off x="3026388" y="1395942"/>
            <a:ext cx="7107300" cy="51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2533" b="1" i="0" u="none" strike="noStrike" cap="none">
                <a:solidFill>
                  <a:schemeClr val="lt1"/>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52" name="Google Shape;3352;p320"/>
          <p:cNvSpPr txBox="1">
            <a:spLocks noGrp="1"/>
          </p:cNvSpPr>
          <p:nvPr>
            <p:ph type="body" idx="2"/>
          </p:nvPr>
        </p:nvSpPr>
        <p:spPr>
          <a:xfrm>
            <a:off x="3026389" y="2075496"/>
            <a:ext cx="7107300" cy="7326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1467" b="0" i="0" u="none" strike="noStrike" cap="none">
                <a:solidFill>
                  <a:schemeClr val="lt1"/>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53" name="Google Shape;3353;p320"/>
          <p:cNvSpPr/>
          <p:nvPr/>
        </p:nvSpPr>
        <p:spPr>
          <a:xfrm>
            <a:off x="200184" y="44804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354" name="Google Shape;3354;p320"/>
          <p:cNvSpPr txBox="1"/>
          <p:nvPr/>
        </p:nvSpPr>
        <p:spPr>
          <a:xfrm>
            <a:off x="629139" y="882775"/>
            <a:ext cx="1528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Pause 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responda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matchingName="3_EstudoCaso">
  <p:cSld name="3_EstudoCaso">
    <p:spTree>
      <p:nvGrpSpPr>
        <p:cNvPr id="1" name="Shape 3355"/>
        <p:cNvGrpSpPr/>
        <p:nvPr/>
      </p:nvGrpSpPr>
      <p:grpSpPr>
        <a:xfrm>
          <a:off x="0" y="0"/>
          <a:ext cx="0" cy="0"/>
          <a:chOff x="0" y="0"/>
          <a:chExt cx="0" cy="0"/>
        </a:xfrm>
      </p:grpSpPr>
      <p:pic>
        <p:nvPicPr>
          <p:cNvPr id="3356" name="Google Shape;3356;p321"/>
          <p:cNvPicPr preferRelativeResize="0"/>
          <p:nvPr/>
        </p:nvPicPr>
        <p:blipFill rotWithShape="1">
          <a:blip r:embed="rId2">
            <a:alphaModFix/>
          </a:blip>
          <a:srcRect/>
          <a:stretch/>
        </p:blipFill>
        <p:spPr>
          <a:xfrm>
            <a:off x="-3" y="0"/>
            <a:ext cx="3218119" cy="6857983"/>
          </a:xfrm>
          <a:prstGeom prst="rect">
            <a:avLst/>
          </a:prstGeom>
          <a:noFill/>
          <a:ln>
            <a:noFill/>
          </a:ln>
        </p:spPr>
      </p:pic>
      <p:sp>
        <p:nvSpPr>
          <p:cNvPr id="3357" name="Google Shape;3357;p321"/>
          <p:cNvSpPr txBox="1">
            <a:spLocks noGrp="1"/>
          </p:cNvSpPr>
          <p:nvPr>
            <p:ph type="body" idx="1"/>
          </p:nvPr>
        </p:nvSpPr>
        <p:spPr>
          <a:xfrm>
            <a:off x="3641085" y="1210734"/>
            <a:ext cx="7610400" cy="2825700"/>
          </a:xfrm>
          <a:prstGeom prst="rect">
            <a:avLst/>
          </a:prstGeom>
          <a:solidFill>
            <a:srgbClr val="D9D9D9"/>
          </a:solid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58" name="Google Shape;3358;p321"/>
          <p:cNvSpPr txBox="1"/>
          <p:nvPr/>
        </p:nvSpPr>
        <p:spPr>
          <a:xfrm>
            <a:off x="4736123" y="-64476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359" name="Google Shape;3359;p321"/>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542">
          <p15:clr>
            <a:srgbClr val="FBAE40"/>
          </p15:clr>
        </p15:guide>
        <p15:guide id="2" pos="2283">
          <p15:clr>
            <a:srgbClr val="FBAE40"/>
          </p15:clr>
        </p15:guide>
      </p15:sldGuideLst>
    </p:ext>
  </p:extLst>
</p:sldLayout>
</file>

<file path=ppt/slideLayouts/slideLayout315.xml><?xml version="1.0" encoding="utf-8"?>
<p:sldLayout xmlns:a="http://schemas.openxmlformats.org/drawingml/2006/main" xmlns:r="http://schemas.openxmlformats.org/officeDocument/2006/relationships" xmlns:p="http://schemas.openxmlformats.org/presentationml/2006/main" matchingName="5_OqueAprendemos">
  <p:cSld name="5_OqueAprendemos">
    <p:spTree>
      <p:nvGrpSpPr>
        <p:cNvPr id="1" name="Shape 3360"/>
        <p:cNvGrpSpPr/>
        <p:nvPr/>
      </p:nvGrpSpPr>
      <p:grpSpPr>
        <a:xfrm>
          <a:off x="0" y="0"/>
          <a:ext cx="0" cy="0"/>
          <a:chOff x="0" y="0"/>
          <a:chExt cx="0" cy="0"/>
        </a:xfrm>
      </p:grpSpPr>
      <p:pic>
        <p:nvPicPr>
          <p:cNvPr id="3361" name="Google Shape;3361;p322"/>
          <p:cNvPicPr preferRelativeResize="0"/>
          <p:nvPr/>
        </p:nvPicPr>
        <p:blipFill rotWithShape="1">
          <a:blip r:embed="rId2">
            <a:alphaModFix/>
          </a:blip>
          <a:srcRect/>
          <a:stretch/>
        </p:blipFill>
        <p:spPr>
          <a:xfrm>
            <a:off x="0" y="0"/>
            <a:ext cx="3775249" cy="6857983"/>
          </a:xfrm>
          <a:prstGeom prst="rect">
            <a:avLst/>
          </a:prstGeom>
          <a:noFill/>
          <a:ln>
            <a:noFill/>
          </a:ln>
        </p:spPr>
      </p:pic>
      <p:pic>
        <p:nvPicPr>
          <p:cNvPr id="3362" name="Google Shape;3362;p322"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32497" y="695158"/>
            <a:ext cx="3823200" cy="3899400"/>
          </a:xfrm>
          <a:prstGeom prst="ellipse">
            <a:avLst/>
          </a:prstGeom>
          <a:noFill/>
          <a:ln>
            <a:noFill/>
          </a:ln>
        </p:spPr>
      </p:pic>
      <p:sp>
        <p:nvSpPr>
          <p:cNvPr id="3363" name="Google Shape;3363;p322"/>
          <p:cNvSpPr txBox="1"/>
          <p:nvPr/>
        </p:nvSpPr>
        <p:spPr>
          <a:xfrm>
            <a:off x="918094" y="4658787"/>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800" b="0" i="0" u="none" strike="noStrike" cap="none" dirty="0">
              <a:solidFill>
                <a:schemeClr val="lt1"/>
              </a:solidFill>
              <a:latin typeface="Poppins Light"/>
              <a:ea typeface="Poppins Light"/>
              <a:cs typeface="Poppins Light"/>
              <a:sym typeface="Poppins Light"/>
            </a:endParaRPr>
          </a:p>
        </p:txBody>
      </p:sp>
      <p:sp>
        <p:nvSpPr>
          <p:cNvPr id="3364" name="Google Shape;3364;p322"/>
          <p:cNvSpPr txBox="1">
            <a:spLocks noGrp="1"/>
          </p:cNvSpPr>
          <p:nvPr>
            <p:ph type="body" idx="1"/>
          </p:nvPr>
        </p:nvSpPr>
        <p:spPr>
          <a:xfrm>
            <a:off x="4867932" y="1691622"/>
            <a:ext cx="6354600" cy="12690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365" name="Google Shape;3365;p322"/>
          <p:cNvSpPr txBox="1">
            <a:spLocks noGrp="1"/>
          </p:cNvSpPr>
          <p:nvPr>
            <p:ph type="body" idx="2"/>
          </p:nvPr>
        </p:nvSpPr>
        <p:spPr>
          <a:xfrm>
            <a:off x="4867932" y="3080015"/>
            <a:ext cx="6354600" cy="12690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366" name="Google Shape;3366;p322"/>
          <p:cNvSpPr txBox="1">
            <a:spLocks noGrp="1"/>
          </p:cNvSpPr>
          <p:nvPr>
            <p:ph type="body" idx="3"/>
          </p:nvPr>
        </p:nvSpPr>
        <p:spPr>
          <a:xfrm>
            <a:off x="4867932" y="4490837"/>
            <a:ext cx="6354600" cy="12690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367" name="Google Shape;3367;p322"/>
          <p:cNvSpPr txBox="1"/>
          <p:nvPr/>
        </p:nvSpPr>
        <p:spPr>
          <a:xfrm>
            <a:off x="4603178" y="1737625"/>
            <a:ext cx="221100" cy="420600"/>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1</a:t>
            </a:r>
            <a:endParaRPr sz="933" b="0" i="0" u="none" strike="noStrike" cap="none" dirty="0">
              <a:solidFill>
                <a:schemeClr val="dk1"/>
              </a:solidFill>
              <a:latin typeface="Arial"/>
              <a:ea typeface="Arial"/>
              <a:cs typeface="Arial"/>
              <a:sym typeface="Arial"/>
            </a:endParaRPr>
          </a:p>
        </p:txBody>
      </p:sp>
      <p:sp>
        <p:nvSpPr>
          <p:cNvPr id="3368" name="Google Shape;3368;p322"/>
          <p:cNvSpPr txBox="1"/>
          <p:nvPr/>
        </p:nvSpPr>
        <p:spPr>
          <a:xfrm>
            <a:off x="4574825" y="2934235"/>
            <a:ext cx="221100" cy="420600"/>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2</a:t>
            </a:r>
            <a:endParaRPr sz="933" b="0" i="0" u="none" strike="noStrike" cap="none" dirty="0">
              <a:solidFill>
                <a:schemeClr val="dk1"/>
              </a:solidFill>
              <a:latin typeface="Arial"/>
              <a:ea typeface="Arial"/>
              <a:cs typeface="Arial"/>
              <a:sym typeface="Arial"/>
            </a:endParaRPr>
          </a:p>
        </p:txBody>
      </p:sp>
      <p:sp>
        <p:nvSpPr>
          <p:cNvPr id="3369" name="Google Shape;3369;p322"/>
          <p:cNvSpPr txBox="1"/>
          <p:nvPr/>
        </p:nvSpPr>
        <p:spPr>
          <a:xfrm>
            <a:off x="4574825" y="4130845"/>
            <a:ext cx="221100" cy="420600"/>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3</a:t>
            </a:r>
            <a:endParaRPr sz="933" b="0" i="0" u="none" strike="noStrike" cap="none" dirty="0">
              <a:solidFill>
                <a:schemeClr val="dk1"/>
              </a:solidFill>
              <a:latin typeface="Arial"/>
              <a:ea typeface="Arial"/>
              <a:cs typeface="Arial"/>
              <a:sym typeface="Arial"/>
            </a:endParaRPr>
          </a:p>
        </p:txBody>
      </p:sp>
      <p:sp>
        <p:nvSpPr>
          <p:cNvPr id="3370" name="Google Shape;3370;p322"/>
          <p:cNvSpPr txBox="1"/>
          <p:nvPr/>
        </p:nvSpPr>
        <p:spPr>
          <a:xfrm>
            <a:off x="12302837" y="90516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371" name="Google Shape;3371;p322"/>
          <p:cNvSpPr/>
          <p:nvPr/>
        </p:nvSpPr>
        <p:spPr>
          <a:xfrm>
            <a:off x="1827147" y="369589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372" name="Google Shape;3372;p322"/>
          <p:cNvSpPr txBox="1"/>
          <p:nvPr/>
        </p:nvSpPr>
        <p:spPr>
          <a:xfrm>
            <a:off x="2025947" y="3952324"/>
            <a:ext cx="2001900" cy="1077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O que nós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aprendemos hoje?</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6.xml><?xml version="1.0" encoding="utf-8"?>
<p:sldLayout xmlns:a="http://schemas.openxmlformats.org/drawingml/2006/main" xmlns:r="http://schemas.openxmlformats.org/officeDocument/2006/relationships" xmlns:p="http://schemas.openxmlformats.org/presentationml/2006/main" matchingName="1_4. Exposição">
  <p:cSld name="1_4. Exposição">
    <p:spTree>
      <p:nvGrpSpPr>
        <p:cNvPr id="1" name="Shape 3373"/>
        <p:cNvGrpSpPr/>
        <p:nvPr/>
      </p:nvGrpSpPr>
      <p:grpSpPr>
        <a:xfrm>
          <a:off x="0" y="0"/>
          <a:ext cx="0" cy="0"/>
          <a:chOff x="0" y="0"/>
          <a:chExt cx="0" cy="0"/>
        </a:xfrm>
      </p:grpSpPr>
      <p:pic>
        <p:nvPicPr>
          <p:cNvPr id="3374" name="Google Shape;3374;p323"/>
          <p:cNvPicPr preferRelativeResize="0"/>
          <p:nvPr/>
        </p:nvPicPr>
        <p:blipFill rotWithShape="1">
          <a:blip r:embed="rId2">
            <a:alphaModFix/>
          </a:blip>
          <a:srcRect/>
          <a:stretch/>
        </p:blipFill>
        <p:spPr>
          <a:xfrm>
            <a:off x="4" y="0"/>
            <a:ext cx="12192002" cy="6857989"/>
          </a:xfrm>
          <a:prstGeom prst="rect">
            <a:avLst/>
          </a:prstGeom>
          <a:noFill/>
          <a:ln>
            <a:noFill/>
          </a:ln>
        </p:spPr>
      </p:pic>
      <p:sp>
        <p:nvSpPr>
          <p:cNvPr id="3375" name="Google Shape;3375;p323"/>
          <p:cNvSpPr/>
          <p:nvPr/>
        </p:nvSpPr>
        <p:spPr>
          <a:xfrm>
            <a:off x="5260792" y="304269"/>
            <a:ext cx="6553800" cy="5568300"/>
          </a:xfrm>
          <a:prstGeom prst="roundRect">
            <a:avLst>
              <a:gd name="adj" fmla="val 16667"/>
            </a:avLst>
          </a:prstGeom>
          <a:solidFill>
            <a:schemeClr val="lt1"/>
          </a:solidFill>
          <a:ln>
            <a:noFill/>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376" name="Google Shape;3376;p323"/>
          <p:cNvSpPr txBox="1">
            <a:spLocks noGrp="1"/>
          </p:cNvSpPr>
          <p:nvPr>
            <p:ph type="body" idx="1"/>
          </p:nvPr>
        </p:nvSpPr>
        <p:spPr>
          <a:xfrm>
            <a:off x="6087875" y="1378003"/>
            <a:ext cx="5071800" cy="22962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377" name="Google Shape;3377;p323"/>
          <p:cNvSpPr txBox="1"/>
          <p:nvPr/>
        </p:nvSpPr>
        <p:spPr>
          <a:xfrm>
            <a:off x="3178098" y="-289932"/>
            <a:ext cx="0" cy="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2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matchingName="3_Atividade_Seminario">
  <p:cSld name="4_Atividade_Seminario">
    <p:spTree>
      <p:nvGrpSpPr>
        <p:cNvPr id="1" name="Shape 3378"/>
        <p:cNvGrpSpPr/>
        <p:nvPr/>
      </p:nvGrpSpPr>
      <p:grpSpPr>
        <a:xfrm>
          <a:off x="0" y="0"/>
          <a:ext cx="0" cy="0"/>
          <a:chOff x="0" y="0"/>
          <a:chExt cx="0" cy="0"/>
        </a:xfrm>
      </p:grpSpPr>
      <p:pic>
        <p:nvPicPr>
          <p:cNvPr id="3379" name="Google Shape;3379;p324"/>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380" name="Google Shape;3380;p324"/>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381" name="Google Shape;3381;p324"/>
          <p:cNvSpPr txBox="1">
            <a:spLocks noGrp="1"/>
          </p:cNvSpPr>
          <p:nvPr>
            <p:ph type="body" idx="1"/>
          </p:nvPr>
        </p:nvSpPr>
        <p:spPr>
          <a:xfrm>
            <a:off x="632648" y="1701800"/>
            <a:ext cx="11081700" cy="41451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47"/>
              </a:spcBef>
              <a:spcAft>
                <a:spcPts val="0"/>
              </a:spcAft>
              <a:buClr>
                <a:schemeClr val="dk1"/>
              </a:buClr>
              <a:buSzPts val="2600"/>
              <a:buFont typeface="Poppins"/>
              <a:buNone/>
              <a:defRPr sz="1700" b="0" i="0" u="none" strike="noStrike" cap="none">
                <a:solidFill>
                  <a:schemeClr val="dk1"/>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382" name="Google Shape;3382;p324"/>
          <p:cNvSpPr txBox="1"/>
          <p:nvPr/>
        </p:nvSpPr>
        <p:spPr>
          <a:xfrm>
            <a:off x="632648" y="1011053"/>
            <a:ext cx="6345600" cy="492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3200" b="1" i="0" u="none" strike="noStrike" cap="none" dirty="0">
                <a:solidFill>
                  <a:srgbClr val="FF161F"/>
                </a:solidFill>
                <a:latin typeface="Poppins"/>
                <a:ea typeface="Poppins"/>
                <a:cs typeface="Poppins"/>
                <a:sym typeface="Poppins"/>
              </a:rPr>
              <a:t>Referências da aula</a:t>
            </a:r>
            <a:endParaRPr sz="3200" b="0" i="0" u="none" strike="noStrike" cap="none" dirty="0">
              <a:solidFill>
                <a:srgbClr val="FF161F"/>
              </a:solidFill>
              <a:latin typeface="Poppins"/>
              <a:ea typeface="Poppins"/>
              <a:cs typeface="Poppins"/>
              <a:sym typeface="Poppins"/>
            </a:endParaRPr>
          </a:p>
        </p:txBody>
      </p:sp>
    </p:spTree>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matchingName="Layout Personalizado">
  <p:cSld name="2_Layout Personalizado">
    <p:spTree>
      <p:nvGrpSpPr>
        <p:cNvPr id="1" name="Shape 3383"/>
        <p:cNvGrpSpPr/>
        <p:nvPr/>
      </p:nvGrpSpPr>
      <p:grpSpPr>
        <a:xfrm>
          <a:off x="0" y="0"/>
          <a:ext cx="0" cy="0"/>
          <a:chOff x="0" y="0"/>
          <a:chExt cx="0" cy="0"/>
        </a:xfrm>
      </p:grpSpPr>
      <p:pic>
        <p:nvPicPr>
          <p:cNvPr id="3384" name="Google Shape;3384;p325"/>
          <p:cNvPicPr preferRelativeResize="0"/>
          <p:nvPr/>
        </p:nvPicPr>
        <p:blipFill rotWithShape="1">
          <a:blip r:embed="rId2">
            <a:alphaModFix/>
          </a:blip>
          <a:srcRect/>
          <a:stretch/>
        </p:blipFill>
        <p:spPr>
          <a:xfrm>
            <a:off x="0" y="0"/>
            <a:ext cx="12191999" cy="6859201"/>
          </a:xfrm>
          <a:prstGeom prst="rect">
            <a:avLst/>
          </a:prstGeom>
          <a:noFill/>
          <a:ln>
            <a:noFill/>
          </a:ln>
        </p:spPr>
      </p:pic>
      <p:grpSp>
        <p:nvGrpSpPr>
          <p:cNvPr id="3385" name="Google Shape;3385;p325"/>
          <p:cNvGrpSpPr/>
          <p:nvPr/>
        </p:nvGrpSpPr>
        <p:grpSpPr>
          <a:xfrm>
            <a:off x="0" y="1"/>
            <a:ext cx="8566500" cy="5379981"/>
            <a:chOff x="0" y="0"/>
            <a:chExt cx="8566500" cy="5808033"/>
          </a:xfrm>
        </p:grpSpPr>
        <p:sp>
          <p:nvSpPr>
            <p:cNvPr id="3386" name="Google Shape;3386;p325"/>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387" name="Google Shape;3387;p325"/>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388" name="Google Shape;3388;p325"/>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
        <p:nvSpPr>
          <p:cNvPr id="3389" name="Google Shape;3389;p325"/>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390" name="Google Shape;3390;p325"/>
          <p:cNvSpPr txBox="1"/>
          <p:nvPr/>
        </p:nvSpPr>
        <p:spPr>
          <a:xfrm>
            <a:off x="625132" y="2553290"/>
            <a:ext cx="6814800" cy="53550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chemeClr val="dk1"/>
              </a:buClr>
              <a:buSzPts val="4500"/>
              <a:buFont typeface="Arial"/>
              <a:buNone/>
            </a:pPr>
            <a:r>
              <a:rPr lang="pt-BR" sz="3000" b="1" i="0" u="none" strike="noStrike" cap="none" dirty="0">
                <a:solidFill>
                  <a:srgbClr val="FF161F"/>
                </a:solidFill>
                <a:latin typeface="Poppins"/>
                <a:ea typeface="Poppins"/>
                <a:cs typeface="Poppins"/>
                <a:sym typeface="Poppins"/>
              </a:rPr>
              <a:t>Orientações ao Professor</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matchingName="4. Exposição">
  <p:cSld name="2_4. Exposição 3">
    <p:spTree>
      <p:nvGrpSpPr>
        <p:cNvPr id="1" name="Shape 3391"/>
        <p:cNvGrpSpPr/>
        <p:nvPr/>
      </p:nvGrpSpPr>
      <p:grpSpPr>
        <a:xfrm>
          <a:off x="0" y="0"/>
          <a:ext cx="0" cy="0"/>
          <a:chOff x="0" y="0"/>
          <a:chExt cx="0" cy="0"/>
        </a:xfrm>
      </p:grpSpPr>
      <p:sp>
        <p:nvSpPr>
          <p:cNvPr id="3392" name="Google Shape;3392;p326"/>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matchingName="1_Atividade_Resposta">
  <p:cSld name="3_Atividade_Resposta 2">
    <p:spTree>
      <p:nvGrpSpPr>
        <p:cNvPr id="1" name="Shape 3393"/>
        <p:cNvGrpSpPr/>
        <p:nvPr/>
      </p:nvGrpSpPr>
      <p:grpSpPr>
        <a:xfrm>
          <a:off x="0" y="0"/>
          <a:ext cx="0" cy="0"/>
          <a:chOff x="0" y="0"/>
          <a:chExt cx="0" cy="0"/>
        </a:xfrm>
      </p:grpSpPr>
    </p:spTree>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matchingName="Atividade">
  <p:cSld name="3_Atividade">
    <p:spTree>
      <p:nvGrpSpPr>
        <p:cNvPr id="1" name="Shape 3394"/>
        <p:cNvGrpSpPr/>
        <p:nvPr/>
      </p:nvGrpSpPr>
      <p:grpSpPr>
        <a:xfrm>
          <a:off x="0" y="0"/>
          <a:ext cx="0" cy="0"/>
          <a:chOff x="0" y="0"/>
          <a:chExt cx="0" cy="0"/>
        </a:xfrm>
      </p:grpSpPr>
      <p:sp>
        <p:nvSpPr>
          <p:cNvPr id="3395" name="Google Shape;3395;p328"/>
          <p:cNvSpPr/>
          <p:nvPr/>
        </p:nvSpPr>
        <p:spPr>
          <a:xfrm>
            <a:off x="0" y="0"/>
            <a:ext cx="12192000"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matchingName="Title Only">
  <p:cSld name="1_Title Only 2">
    <p:spTree>
      <p:nvGrpSpPr>
        <p:cNvPr id="1" name="Shape 3396"/>
        <p:cNvGrpSpPr/>
        <p:nvPr/>
      </p:nvGrpSpPr>
      <p:grpSpPr>
        <a:xfrm>
          <a:off x="0" y="0"/>
          <a:ext cx="0" cy="0"/>
          <a:chOff x="0" y="0"/>
          <a:chExt cx="0" cy="0"/>
        </a:xfrm>
      </p:grpSpPr>
      <p:pic>
        <p:nvPicPr>
          <p:cNvPr id="3397" name="Google Shape;3397;p329"/>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3398" name="Google Shape;3398;p329"/>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399" name="Google Shape;3399;p329"/>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400" name="Google Shape;3400;p329"/>
          <p:cNvSpPr txBox="1">
            <a:spLocks noGrp="1"/>
          </p:cNvSpPr>
          <p:nvPr>
            <p:ph type="body" idx="1"/>
          </p:nvPr>
        </p:nvSpPr>
        <p:spPr>
          <a:xfrm>
            <a:off x="6095993" y="2930526"/>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01" name="Google Shape;3401;p329"/>
          <p:cNvSpPr txBox="1">
            <a:spLocks noGrp="1"/>
          </p:cNvSpPr>
          <p:nvPr>
            <p:ph type="body" idx="2"/>
          </p:nvPr>
        </p:nvSpPr>
        <p:spPr>
          <a:xfrm>
            <a:off x="6095995" y="328084"/>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3402" name="Google Shape;3402;p329"/>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3403" name="Google Shape;3403;p329"/>
          <p:cNvSpPr>
            <a:spLocks noGrp="1"/>
          </p:cNvSpPr>
          <p:nvPr>
            <p:ph type="pic" idx="3"/>
          </p:nvPr>
        </p:nvSpPr>
        <p:spPr>
          <a:xfrm>
            <a:off x="2916086" y="2386130"/>
            <a:ext cx="2615100" cy="1630200"/>
          </a:xfrm>
          <a:prstGeom prst="rect">
            <a:avLst/>
          </a:prstGeom>
          <a:solidFill>
            <a:srgbClr val="D8D8D8"/>
          </a:solidFill>
          <a:ln>
            <a:noFill/>
          </a:ln>
        </p:spPr>
        <p:txBody>
          <a:bodyPr/>
          <a:lstStyle/>
          <a:p>
            <a:endParaRPr lang="pt-BR" dirty="0"/>
          </a:p>
        </p:txBody>
      </p:sp>
      <p:sp>
        <p:nvSpPr>
          <p:cNvPr id="3404" name="Google Shape;3404;p329"/>
          <p:cNvSpPr>
            <a:spLocks noGrp="1"/>
          </p:cNvSpPr>
          <p:nvPr>
            <p:ph type="pic" idx="4"/>
          </p:nvPr>
        </p:nvSpPr>
        <p:spPr>
          <a:xfrm>
            <a:off x="2916086" y="4507889"/>
            <a:ext cx="2615100" cy="1674600"/>
          </a:xfrm>
          <a:prstGeom prst="rect">
            <a:avLst/>
          </a:prstGeom>
          <a:solidFill>
            <a:srgbClr val="D8D8D8"/>
          </a:solidFill>
          <a:ln>
            <a:noFill/>
          </a:ln>
        </p:spPr>
        <p:txBody>
          <a:bodyPr/>
          <a:lstStyle/>
          <a:p>
            <a:endParaRPr lang="pt-BR" dirty="0"/>
          </a:p>
        </p:txBody>
      </p:sp>
      <p:sp>
        <p:nvSpPr>
          <p:cNvPr id="3405" name="Google Shape;3405;p329"/>
          <p:cNvSpPr txBox="1">
            <a:spLocks noGrp="1"/>
          </p:cNvSpPr>
          <p:nvPr>
            <p:ph type="body" idx="5"/>
          </p:nvPr>
        </p:nvSpPr>
        <p:spPr>
          <a:xfrm>
            <a:off x="2909636" y="1999635"/>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06" name="Google Shape;3406;p329"/>
          <p:cNvSpPr txBox="1">
            <a:spLocks noGrp="1"/>
          </p:cNvSpPr>
          <p:nvPr>
            <p:ph type="body" idx="6"/>
          </p:nvPr>
        </p:nvSpPr>
        <p:spPr>
          <a:xfrm>
            <a:off x="2909636" y="4093478"/>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07" name="Google Shape;3407;p329"/>
          <p:cNvSpPr txBox="1">
            <a:spLocks noGrp="1"/>
          </p:cNvSpPr>
          <p:nvPr>
            <p:ph type="body" idx="7"/>
          </p:nvPr>
        </p:nvSpPr>
        <p:spPr>
          <a:xfrm>
            <a:off x="2909636" y="6265047"/>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08" name="Google Shape;3408;p329"/>
          <p:cNvSpPr txBox="1">
            <a:spLocks noGrp="1"/>
          </p:cNvSpPr>
          <p:nvPr>
            <p:ph type="body" idx="8"/>
          </p:nvPr>
        </p:nvSpPr>
        <p:spPr>
          <a:xfrm>
            <a:off x="6095995" y="24532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09" name="Google Shape;3409;p329"/>
          <p:cNvSpPr txBox="1">
            <a:spLocks noGrp="1"/>
          </p:cNvSpPr>
          <p:nvPr>
            <p:ph type="body" idx="9"/>
          </p:nvPr>
        </p:nvSpPr>
        <p:spPr>
          <a:xfrm>
            <a:off x="6095995" y="45868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10" name="Google Shape;3410;p329"/>
          <p:cNvSpPr txBox="1">
            <a:spLocks noGrp="1"/>
          </p:cNvSpPr>
          <p:nvPr>
            <p:ph type="body" idx="13"/>
          </p:nvPr>
        </p:nvSpPr>
        <p:spPr>
          <a:xfrm>
            <a:off x="6095993" y="813859"/>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11" name="Google Shape;3411;p329"/>
          <p:cNvSpPr txBox="1">
            <a:spLocks noGrp="1"/>
          </p:cNvSpPr>
          <p:nvPr>
            <p:ph type="body" idx="14"/>
          </p:nvPr>
        </p:nvSpPr>
        <p:spPr>
          <a:xfrm>
            <a:off x="6095993" y="5072592"/>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12" name="Google Shape;3412;p329"/>
          <p:cNvSpPr>
            <a:spLocks noGrp="1"/>
          </p:cNvSpPr>
          <p:nvPr>
            <p:ph type="pic" idx="15"/>
          </p:nvPr>
        </p:nvSpPr>
        <p:spPr>
          <a:xfrm>
            <a:off x="2916086" y="300154"/>
            <a:ext cx="2615100" cy="1630200"/>
          </a:xfrm>
          <a:prstGeom prst="rect">
            <a:avLst/>
          </a:prstGeom>
          <a:solidFill>
            <a:srgbClr val="D8D8D8"/>
          </a:solidFill>
          <a:ln>
            <a:noFill/>
          </a:ln>
        </p:spPr>
        <p:txBody>
          <a:bodyPr/>
          <a:lstStyle/>
          <a:p>
            <a:endParaRPr lang="pt-BR" dirty="0"/>
          </a:p>
        </p:txBody>
      </p:sp>
      <p:sp>
        <p:nvSpPr>
          <p:cNvPr id="3413" name="Google Shape;3413;p329"/>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matchingName="2_Linha do Tempo1">
  <p:cSld name="3_Linha do Tempo1 5">
    <p:spTree>
      <p:nvGrpSpPr>
        <p:cNvPr id="1" name="Shape 3414"/>
        <p:cNvGrpSpPr/>
        <p:nvPr/>
      </p:nvGrpSpPr>
      <p:grpSpPr>
        <a:xfrm>
          <a:off x="0" y="0"/>
          <a:ext cx="0" cy="0"/>
          <a:chOff x="0" y="0"/>
          <a:chExt cx="0" cy="0"/>
        </a:xfrm>
      </p:grpSpPr>
      <p:cxnSp>
        <p:nvCxnSpPr>
          <p:cNvPr id="3415" name="Google Shape;3415;p330"/>
          <p:cNvCxnSpPr/>
          <p:nvPr/>
        </p:nvCxnSpPr>
        <p:spPr>
          <a:xfrm rot="10800000">
            <a:off x="4997330" y="2618483"/>
            <a:ext cx="6018000" cy="0"/>
          </a:xfrm>
          <a:prstGeom prst="straightConnector1">
            <a:avLst/>
          </a:prstGeom>
          <a:noFill/>
          <a:ln w="19050" cap="flat" cmpd="sng">
            <a:solidFill>
              <a:srgbClr val="F4F4F4"/>
            </a:solidFill>
            <a:prstDash val="solid"/>
            <a:round/>
            <a:headEnd type="diamond" w="med" len="med"/>
            <a:tailEnd type="none" w="sm" len="sm"/>
          </a:ln>
        </p:spPr>
      </p:cxnSp>
      <p:sp>
        <p:nvSpPr>
          <p:cNvPr id="3416" name="Google Shape;3416;p330"/>
          <p:cNvSpPr>
            <a:spLocks noGrp="1"/>
          </p:cNvSpPr>
          <p:nvPr>
            <p:ph type="pic" idx="2"/>
          </p:nvPr>
        </p:nvSpPr>
        <p:spPr>
          <a:xfrm>
            <a:off x="2204323" y="2276371"/>
            <a:ext cx="2793000" cy="1677600"/>
          </a:xfrm>
          <a:prstGeom prst="rect">
            <a:avLst/>
          </a:prstGeom>
          <a:solidFill>
            <a:srgbClr val="D8D8D8"/>
          </a:solidFill>
          <a:ln>
            <a:noFill/>
          </a:ln>
        </p:spPr>
        <p:txBody>
          <a:bodyPr/>
          <a:lstStyle/>
          <a:p>
            <a:endParaRPr lang="pt-BR" dirty="0"/>
          </a:p>
        </p:txBody>
      </p:sp>
      <p:sp>
        <p:nvSpPr>
          <p:cNvPr id="3417" name="Google Shape;3417;p330"/>
          <p:cNvSpPr txBox="1">
            <a:spLocks noGrp="1"/>
          </p:cNvSpPr>
          <p:nvPr>
            <p:ph type="body" idx="1"/>
          </p:nvPr>
        </p:nvSpPr>
        <p:spPr>
          <a:xfrm>
            <a:off x="5572275" y="2819872"/>
            <a:ext cx="5443200" cy="11307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2100"/>
              <a:buFont typeface="Poppins"/>
              <a:buNone/>
              <a:defRPr sz="1400" b="0" i="0" u="none" strike="noStrike" cap="none">
                <a:solidFill>
                  <a:schemeClr val="lt1"/>
                </a:solidFill>
                <a:latin typeface="Poppins Light"/>
                <a:ea typeface="Poppins Light"/>
                <a:cs typeface="Poppins Light"/>
                <a:sym typeface="Poppins Light"/>
              </a:defRPr>
            </a:lvl1pPr>
            <a:lvl2pPr marL="914400" marR="0" lvl="1"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cxnSp>
        <p:nvCxnSpPr>
          <p:cNvPr id="3418" name="Google Shape;3418;p330"/>
          <p:cNvCxnSpPr/>
          <p:nvPr/>
        </p:nvCxnSpPr>
        <p:spPr>
          <a:xfrm rot="10800000">
            <a:off x="4997324" y="4669769"/>
            <a:ext cx="5961300" cy="0"/>
          </a:xfrm>
          <a:prstGeom prst="straightConnector1">
            <a:avLst/>
          </a:prstGeom>
          <a:noFill/>
          <a:ln w="19050" cap="flat" cmpd="sng">
            <a:solidFill>
              <a:srgbClr val="F4F4F4"/>
            </a:solidFill>
            <a:prstDash val="solid"/>
            <a:round/>
            <a:headEnd type="diamond" w="med" len="med"/>
            <a:tailEnd type="none" w="sm" len="sm"/>
          </a:ln>
        </p:spPr>
      </p:cxnSp>
      <p:sp>
        <p:nvSpPr>
          <p:cNvPr id="3419" name="Google Shape;3419;p330"/>
          <p:cNvSpPr>
            <a:spLocks noGrp="1"/>
          </p:cNvSpPr>
          <p:nvPr>
            <p:ph type="pic" idx="3"/>
          </p:nvPr>
        </p:nvSpPr>
        <p:spPr>
          <a:xfrm>
            <a:off x="2204323" y="4327657"/>
            <a:ext cx="2793000" cy="1677600"/>
          </a:xfrm>
          <a:prstGeom prst="rect">
            <a:avLst/>
          </a:prstGeom>
          <a:solidFill>
            <a:srgbClr val="D8D8D8"/>
          </a:solidFill>
          <a:ln>
            <a:noFill/>
          </a:ln>
        </p:spPr>
        <p:txBody>
          <a:bodyPr/>
          <a:lstStyle/>
          <a:p>
            <a:endParaRPr lang="pt-BR" dirty="0"/>
          </a:p>
        </p:txBody>
      </p:sp>
      <p:sp>
        <p:nvSpPr>
          <p:cNvPr id="3420" name="Google Shape;3420;p330"/>
          <p:cNvSpPr txBox="1">
            <a:spLocks noGrp="1"/>
          </p:cNvSpPr>
          <p:nvPr>
            <p:ph type="body" idx="4"/>
          </p:nvPr>
        </p:nvSpPr>
        <p:spPr>
          <a:xfrm>
            <a:off x="5572274" y="4871158"/>
            <a:ext cx="5443200" cy="11307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2100"/>
              <a:buFont typeface="Poppins"/>
              <a:buNone/>
              <a:defRPr sz="1400" b="0" i="0" u="none" strike="noStrike" cap="none">
                <a:solidFill>
                  <a:schemeClr val="lt1"/>
                </a:solidFill>
                <a:latin typeface="Poppins Light"/>
                <a:ea typeface="Poppins Light"/>
                <a:cs typeface="Poppins Light"/>
                <a:sym typeface="Poppins Light"/>
              </a:defRPr>
            </a:lvl1pPr>
            <a:lvl2pPr marL="914400" marR="0" lvl="1"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3421" name="Google Shape;3421;p330"/>
          <p:cNvSpPr txBox="1">
            <a:spLocks noGrp="1"/>
          </p:cNvSpPr>
          <p:nvPr>
            <p:ph type="body" idx="5"/>
          </p:nvPr>
        </p:nvSpPr>
        <p:spPr>
          <a:xfrm>
            <a:off x="2204324" y="1484525"/>
            <a:ext cx="8811000" cy="6162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2200"/>
              <a:buFont typeface="Poppins"/>
              <a:buNone/>
              <a:defRPr sz="1467" b="0" i="0" u="none" strike="noStrike" cap="none">
                <a:solidFill>
                  <a:schemeClr val="lt1"/>
                </a:solidFill>
                <a:latin typeface="Poppins Light"/>
                <a:ea typeface="Poppins Light"/>
                <a:cs typeface="Poppins Light"/>
                <a:sym typeface="Poppins Light"/>
              </a:defRPr>
            </a:lvl1pPr>
            <a:lvl2pPr marL="914400" marR="0" lvl="1"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3422" name="Google Shape;3422;p330"/>
          <p:cNvSpPr txBox="1">
            <a:spLocks noGrp="1"/>
          </p:cNvSpPr>
          <p:nvPr>
            <p:ph type="body" idx="6"/>
          </p:nvPr>
        </p:nvSpPr>
        <p:spPr>
          <a:xfrm>
            <a:off x="2204323" y="454165"/>
            <a:ext cx="8811000" cy="8289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Tree>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matchingName="2_Linha do Tempo1">
  <p:cSld name="3_Linha do Tempo1 6">
    <p:spTree>
      <p:nvGrpSpPr>
        <p:cNvPr id="1" name="Shape 3423"/>
        <p:cNvGrpSpPr/>
        <p:nvPr/>
      </p:nvGrpSpPr>
      <p:grpSpPr>
        <a:xfrm>
          <a:off x="0" y="0"/>
          <a:ext cx="0" cy="0"/>
          <a:chOff x="0" y="0"/>
          <a:chExt cx="0" cy="0"/>
        </a:xfrm>
      </p:grpSpPr>
      <p:pic>
        <p:nvPicPr>
          <p:cNvPr id="3424" name="Google Shape;3424;p331"/>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425" name="Google Shape;3425;p331"/>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426" name="Google Shape;3426;p331"/>
          <p:cNvSpPr txBox="1">
            <a:spLocks noGrp="1"/>
          </p:cNvSpPr>
          <p:nvPr>
            <p:ph type="body" idx="1"/>
          </p:nvPr>
        </p:nvSpPr>
        <p:spPr>
          <a:xfrm>
            <a:off x="3276600" y="1188174"/>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27" name="Google Shape;3427;p331"/>
          <p:cNvSpPr txBox="1">
            <a:spLocks noGrp="1"/>
          </p:cNvSpPr>
          <p:nvPr>
            <p:ph type="body" idx="2"/>
          </p:nvPr>
        </p:nvSpPr>
        <p:spPr>
          <a:xfrm>
            <a:off x="3276600" y="1808050"/>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28" name="Google Shape;3428;p331"/>
          <p:cNvSpPr txBox="1">
            <a:spLocks noGrp="1"/>
          </p:cNvSpPr>
          <p:nvPr>
            <p:ph type="body" idx="3"/>
          </p:nvPr>
        </p:nvSpPr>
        <p:spPr>
          <a:xfrm>
            <a:off x="3276600" y="2442212"/>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29" name="Google Shape;3429;p331"/>
          <p:cNvSpPr txBox="1">
            <a:spLocks noGrp="1"/>
          </p:cNvSpPr>
          <p:nvPr>
            <p:ph type="body" idx="4"/>
          </p:nvPr>
        </p:nvSpPr>
        <p:spPr>
          <a:xfrm>
            <a:off x="3276600" y="3108857"/>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30" name="Google Shape;3430;p331"/>
          <p:cNvSpPr txBox="1">
            <a:spLocks noGrp="1"/>
          </p:cNvSpPr>
          <p:nvPr>
            <p:ph type="body" idx="5"/>
          </p:nvPr>
        </p:nvSpPr>
        <p:spPr>
          <a:xfrm>
            <a:off x="3276600" y="3805543"/>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31" name="Google Shape;3431;p331"/>
          <p:cNvSpPr txBox="1">
            <a:spLocks noGrp="1"/>
          </p:cNvSpPr>
          <p:nvPr>
            <p:ph type="body" idx="6"/>
          </p:nvPr>
        </p:nvSpPr>
        <p:spPr>
          <a:xfrm>
            <a:off x="3276600" y="4513114"/>
            <a:ext cx="3647100" cy="446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32" name="Google Shape;3432;p331"/>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433" name="Google Shape;3433;p331"/>
          <p:cNvSpPr txBox="1"/>
          <p:nvPr/>
        </p:nvSpPr>
        <p:spPr>
          <a:xfrm>
            <a:off x="473493" y="697144"/>
            <a:ext cx="1829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1" i="0" u="none" strike="noStrike" cap="none" dirty="0">
              <a:solidFill>
                <a:schemeClr val="lt1"/>
              </a:solidFill>
              <a:latin typeface="Poppins"/>
              <a:ea typeface="Poppins"/>
              <a:cs typeface="Poppins"/>
              <a:sym typeface="Poppins"/>
            </a:endParaRPr>
          </a:p>
        </p:txBody>
      </p:sp>
    </p:spTree>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matchingName="4_Atividade_Resposta">
  <p:cSld name="5_Atividade_Resposta 3">
    <p:spTree>
      <p:nvGrpSpPr>
        <p:cNvPr id="1" name="Shape 3434"/>
        <p:cNvGrpSpPr/>
        <p:nvPr/>
      </p:nvGrpSpPr>
      <p:grpSpPr>
        <a:xfrm>
          <a:off x="0" y="0"/>
          <a:ext cx="0" cy="0"/>
          <a:chOff x="0" y="0"/>
          <a:chExt cx="0" cy="0"/>
        </a:xfrm>
      </p:grpSpPr>
      <p:pic>
        <p:nvPicPr>
          <p:cNvPr id="3435" name="Google Shape;3435;p332"/>
          <p:cNvPicPr preferRelativeResize="0"/>
          <p:nvPr/>
        </p:nvPicPr>
        <p:blipFill rotWithShape="1">
          <a:blip r:embed="rId2">
            <a:alphaModFix/>
          </a:blip>
          <a:srcRect/>
          <a:stretch/>
        </p:blipFill>
        <p:spPr>
          <a:xfrm>
            <a:off x="0" y="9526"/>
            <a:ext cx="12191999" cy="568301"/>
          </a:xfrm>
          <a:prstGeom prst="rect">
            <a:avLst/>
          </a:prstGeom>
          <a:noFill/>
          <a:ln>
            <a:noFill/>
          </a:ln>
        </p:spPr>
      </p:pic>
      <p:sp>
        <p:nvSpPr>
          <p:cNvPr id="3436" name="Google Shape;3436;p332"/>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pic>
        <p:nvPicPr>
          <p:cNvPr id="3437" name="Google Shape;3437;p332"/>
          <p:cNvPicPr preferRelativeResize="0"/>
          <p:nvPr/>
        </p:nvPicPr>
        <p:blipFill rotWithShape="1">
          <a:blip r:embed="rId3">
            <a:alphaModFix/>
          </a:blip>
          <a:srcRect/>
          <a:stretch/>
        </p:blipFill>
        <p:spPr>
          <a:xfrm>
            <a:off x="0" y="6281734"/>
            <a:ext cx="12191999" cy="595317"/>
          </a:xfrm>
          <a:prstGeom prst="rect">
            <a:avLst/>
          </a:prstGeom>
          <a:noFill/>
          <a:ln>
            <a:noFill/>
          </a:ln>
        </p:spPr>
      </p:pic>
      <p:sp>
        <p:nvSpPr>
          <p:cNvPr id="3438" name="Google Shape;3438;p332"/>
          <p:cNvSpPr txBox="1">
            <a:spLocks noGrp="1"/>
          </p:cNvSpPr>
          <p:nvPr>
            <p:ph type="body" idx="1"/>
          </p:nvPr>
        </p:nvSpPr>
        <p:spPr>
          <a:xfrm>
            <a:off x="3136759" y="1056217"/>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39" name="Google Shape;3439;p332"/>
          <p:cNvSpPr txBox="1">
            <a:spLocks noGrp="1"/>
          </p:cNvSpPr>
          <p:nvPr>
            <p:ph type="body" idx="2"/>
          </p:nvPr>
        </p:nvSpPr>
        <p:spPr>
          <a:xfrm>
            <a:off x="3136759" y="17714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40" name="Google Shape;3440;p332"/>
          <p:cNvSpPr txBox="1">
            <a:spLocks noGrp="1"/>
          </p:cNvSpPr>
          <p:nvPr>
            <p:ph type="body" idx="3"/>
          </p:nvPr>
        </p:nvSpPr>
        <p:spPr>
          <a:xfrm>
            <a:off x="3136759" y="25842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41" name="Google Shape;3441;p332"/>
          <p:cNvSpPr txBox="1">
            <a:spLocks noGrp="1"/>
          </p:cNvSpPr>
          <p:nvPr>
            <p:ph type="body" idx="4"/>
          </p:nvPr>
        </p:nvSpPr>
        <p:spPr>
          <a:xfrm>
            <a:off x="6501751" y="1056217"/>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42" name="Google Shape;3442;p332"/>
          <p:cNvSpPr txBox="1">
            <a:spLocks noGrp="1"/>
          </p:cNvSpPr>
          <p:nvPr>
            <p:ph type="body" idx="5"/>
          </p:nvPr>
        </p:nvSpPr>
        <p:spPr>
          <a:xfrm>
            <a:off x="6501751" y="17714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43" name="Google Shape;3443;p332"/>
          <p:cNvSpPr txBox="1">
            <a:spLocks noGrp="1"/>
          </p:cNvSpPr>
          <p:nvPr>
            <p:ph type="body" idx="6"/>
          </p:nvPr>
        </p:nvSpPr>
        <p:spPr>
          <a:xfrm>
            <a:off x="6501751" y="2584281"/>
            <a:ext cx="2958000" cy="520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44" name="Google Shape;3444;p332"/>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matchingName="5_OqueAprendemos">
  <p:cSld name="6_OqueAprendemos">
    <p:spTree>
      <p:nvGrpSpPr>
        <p:cNvPr id="1" name="Shape 3445"/>
        <p:cNvGrpSpPr/>
        <p:nvPr/>
      </p:nvGrpSpPr>
      <p:grpSpPr>
        <a:xfrm>
          <a:off x="0" y="0"/>
          <a:ext cx="0" cy="0"/>
          <a:chOff x="0" y="0"/>
          <a:chExt cx="0" cy="0"/>
        </a:xfrm>
      </p:grpSpPr>
      <p:pic>
        <p:nvPicPr>
          <p:cNvPr id="3446" name="Google Shape;3446;p333"/>
          <p:cNvPicPr preferRelativeResize="0"/>
          <p:nvPr/>
        </p:nvPicPr>
        <p:blipFill rotWithShape="1">
          <a:blip r:embed="rId2">
            <a:alphaModFix/>
          </a:blip>
          <a:srcRect/>
          <a:stretch/>
        </p:blipFill>
        <p:spPr>
          <a:xfrm>
            <a:off x="0" y="0"/>
            <a:ext cx="3775249" cy="6857983"/>
          </a:xfrm>
          <a:prstGeom prst="rect">
            <a:avLst/>
          </a:prstGeom>
          <a:noFill/>
          <a:ln>
            <a:noFill/>
          </a:ln>
        </p:spPr>
      </p:pic>
      <p:pic>
        <p:nvPicPr>
          <p:cNvPr id="3447" name="Google Shape;3447;p333"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32497" y="695158"/>
            <a:ext cx="3823200" cy="3899400"/>
          </a:xfrm>
          <a:prstGeom prst="ellipse">
            <a:avLst/>
          </a:prstGeom>
          <a:noFill/>
          <a:ln>
            <a:noFill/>
          </a:ln>
        </p:spPr>
      </p:pic>
      <p:sp>
        <p:nvSpPr>
          <p:cNvPr id="3448" name="Google Shape;3448;p333"/>
          <p:cNvSpPr txBox="1"/>
          <p:nvPr/>
        </p:nvSpPr>
        <p:spPr>
          <a:xfrm>
            <a:off x="918094" y="4658787"/>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800" b="0" i="0" u="none" strike="noStrike" cap="none" dirty="0">
              <a:solidFill>
                <a:schemeClr val="lt1"/>
              </a:solidFill>
              <a:latin typeface="Poppins Light"/>
              <a:ea typeface="Poppins Light"/>
              <a:cs typeface="Poppins Light"/>
              <a:sym typeface="Poppins Light"/>
            </a:endParaRPr>
          </a:p>
        </p:txBody>
      </p:sp>
      <p:sp>
        <p:nvSpPr>
          <p:cNvPr id="3449" name="Google Shape;3449;p333"/>
          <p:cNvSpPr>
            <a:spLocks noGrp="1"/>
          </p:cNvSpPr>
          <p:nvPr>
            <p:ph type="pic" idx="2"/>
          </p:nvPr>
        </p:nvSpPr>
        <p:spPr>
          <a:xfrm>
            <a:off x="4868334" y="1691217"/>
            <a:ext cx="6354300" cy="4068300"/>
          </a:xfrm>
          <a:prstGeom prst="rect">
            <a:avLst/>
          </a:prstGeom>
          <a:solidFill>
            <a:srgbClr val="D8D8D8"/>
          </a:solidFill>
          <a:ln>
            <a:noFill/>
          </a:ln>
        </p:spPr>
        <p:txBody>
          <a:bodyPr/>
          <a:lstStyle/>
          <a:p>
            <a:endParaRPr lang="pt-BR" dirty="0"/>
          </a:p>
        </p:txBody>
      </p:sp>
      <p:sp>
        <p:nvSpPr>
          <p:cNvPr id="3450" name="Google Shape;3450;p333"/>
          <p:cNvSpPr txBox="1"/>
          <p:nvPr/>
        </p:nvSpPr>
        <p:spPr>
          <a:xfrm>
            <a:off x="4676921" y="734022"/>
            <a:ext cx="5440500" cy="718200"/>
          </a:xfrm>
          <a:prstGeom prst="rect">
            <a:avLst/>
          </a:prstGeom>
          <a:noFill/>
          <a:ln>
            <a:noFill/>
          </a:ln>
        </p:spPr>
        <p:txBody>
          <a:bodyPr spcFirstLastPara="1" wrap="square" lIns="60950" tIns="30450" rIns="60950" bIns="30450" anchor="t" anchorCtr="0">
            <a:normAutofit/>
          </a:bodyPr>
          <a:lstStyle/>
          <a:p>
            <a:pPr marL="304815" marR="0" lvl="0" indent="-152408" algn="l" rtl="0">
              <a:lnSpc>
                <a:spcPct val="100000"/>
              </a:lnSpc>
              <a:spcBef>
                <a:spcPts val="600"/>
              </a:spcBef>
              <a:spcAft>
                <a:spcPts val="0"/>
              </a:spcAft>
              <a:buClr>
                <a:schemeClr val="dk1"/>
              </a:buClr>
              <a:buSzPts val="4500"/>
              <a:buFont typeface="Poppins"/>
              <a:buNone/>
            </a:pPr>
            <a:r>
              <a:rPr lang="pt-BR" sz="3000" b="1" i="0" u="none" strike="noStrike" cap="none" dirty="0">
                <a:solidFill>
                  <a:srgbClr val="FF0000"/>
                </a:solidFill>
                <a:latin typeface="Poppins"/>
                <a:ea typeface="Poppins"/>
                <a:cs typeface="Poppins"/>
                <a:sym typeface="Poppins"/>
              </a:rPr>
              <a:t>Nuvem de palavras</a:t>
            </a:r>
            <a:endParaRPr sz="1400" b="0" i="0" u="none" strike="noStrike" cap="none" dirty="0">
              <a:solidFill>
                <a:srgbClr val="000000"/>
              </a:solidFill>
              <a:latin typeface="Arial"/>
              <a:ea typeface="Arial"/>
              <a:cs typeface="Arial"/>
              <a:sym typeface="Arial"/>
            </a:endParaRPr>
          </a:p>
        </p:txBody>
      </p:sp>
      <p:sp>
        <p:nvSpPr>
          <p:cNvPr id="3451" name="Google Shape;3451;p333"/>
          <p:cNvSpPr/>
          <p:nvPr/>
        </p:nvSpPr>
        <p:spPr>
          <a:xfrm>
            <a:off x="1827147" y="369589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452" name="Google Shape;3452;p333"/>
          <p:cNvSpPr txBox="1"/>
          <p:nvPr/>
        </p:nvSpPr>
        <p:spPr>
          <a:xfrm>
            <a:off x="2025947" y="3952324"/>
            <a:ext cx="2001900" cy="1077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O que nós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aprendemos hoje?</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27.xml><?xml version="1.0" encoding="utf-8"?>
<p:sldLayout xmlns:a="http://schemas.openxmlformats.org/drawingml/2006/main" xmlns:r="http://schemas.openxmlformats.org/officeDocument/2006/relationships" xmlns:p="http://schemas.openxmlformats.org/presentationml/2006/main" matchingName="Linha do Tempo2">
  <p:cSld name="Linha do Tempo2">
    <p:bg>
      <p:bgPr>
        <a:solidFill>
          <a:schemeClr val="lt1"/>
        </a:solidFill>
        <a:effectLst/>
      </p:bgPr>
    </p:bg>
    <p:spTree>
      <p:nvGrpSpPr>
        <p:cNvPr id="1" name="Shape 3453"/>
        <p:cNvGrpSpPr/>
        <p:nvPr/>
      </p:nvGrpSpPr>
      <p:grpSpPr>
        <a:xfrm>
          <a:off x="0" y="0"/>
          <a:ext cx="0" cy="0"/>
          <a:chOff x="0" y="0"/>
          <a:chExt cx="0" cy="0"/>
        </a:xfrm>
      </p:grpSpPr>
      <p:pic>
        <p:nvPicPr>
          <p:cNvPr id="3454" name="Google Shape;3454;p334"/>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455" name="Google Shape;3455;p334"/>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3456" name="Google Shape;3456;p334"/>
          <p:cNvCxnSpPr/>
          <p:nvPr/>
        </p:nvCxnSpPr>
        <p:spPr>
          <a:xfrm>
            <a:off x="460698" y="3353252"/>
            <a:ext cx="11844600" cy="0"/>
          </a:xfrm>
          <a:prstGeom prst="straightConnector1">
            <a:avLst/>
          </a:prstGeom>
          <a:noFill/>
          <a:ln w="28575" cap="flat" cmpd="sng">
            <a:solidFill>
              <a:schemeClr val="dk1"/>
            </a:solidFill>
            <a:prstDash val="dot"/>
            <a:round/>
            <a:headEnd type="none" w="sm" len="sm"/>
            <a:tailEnd type="none" w="sm" len="sm"/>
          </a:ln>
        </p:spPr>
      </p:cxnSp>
      <p:sp>
        <p:nvSpPr>
          <p:cNvPr id="3457" name="Google Shape;3457;p334"/>
          <p:cNvSpPr txBox="1">
            <a:spLocks noGrp="1"/>
          </p:cNvSpPr>
          <p:nvPr>
            <p:ph type="body" idx="1"/>
          </p:nvPr>
        </p:nvSpPr>
        <p:spPr>
          <a:xfrm>
            <a:off x="3104707" y="1639685"/>
            <a:ext cx="8240100" cy="2259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0"/>
              </a:spcBef>
              <a:spcAft>
                <a:spcPts val="0"/>
              </a:spcAft>
              <a:buClr>
                <a:srgbClr val="000000"/>
              </a:buClr>
              <a:buSzPts val="2200"/>
              <a:buFont typeface="Poppins"/>
              <a:buNone/>
              <a:defRPr sz="1467" b="0" i="0" u="none" strike="noStrike" cap="none">
                <a:solidFill>
                  <a:srgbClr val="000000"/>
                </a:solidFill>
                <a:latin typeface="Poppins Light"/>
                <a:ea typeface="Poppins Light"/>
                <a:cs typeface="Poppins Light"/>
                <a:sym typeface="Poppins Light"/>
              </a:defRPr>
            </a:lvl1pPr>
            <a:lvl2pPr marL="914400" marR="0" lvl="1"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3458" name="Google Shape;3458;p334"/>
          <p:cNvSpPr txBox="1">
            <a:spLocks noGrp="1"/>
          </p:cNvSpPr>
          <p:nvPr>
            <p:ph type="body" idx="2"/>
          </p:nvPr>
        </p:nvSpPr>
        <p:spPr>
          <a:xfrm>
            <a:off x="3104707" y="1090293"/>
            <a:ext cx="7173300" cy="4179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3000"/>
              <a:buFont typeface="Poppins"/>
              <a:buNone/>
              <a:defRPr sz="2000" b="1" i="0" u="none" strike="noStrike" cap="none">
                <a:solidFill>
                  <a:srgbClr val="FF161F"/>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3459" name="Google Shape;3459;p334"/>
          <p:cNvSpPr txBox="1"/>
          <p:nvPr/>
        </p:nvSpPr>
        <p:spPr>
          <a:xfrm>
            <a:off x="1635512" y="498087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460" name="Google Shape;3460;p334"/>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461" name="Google Shape;3461;p334"/>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matchingName="Linha do Tempo2">
  <p:cSld name="1_Linha do Tempo2">
    <p:bg>
      <p:bgPr>
        <a:solidFill>
          <a:schemeClr val="lt1"/>
        </a:solidFill>
        <a:effectLst/>
      </p:bgPr>
    </p:bg>
    <p:spTree>
      <p:nvGrpSpPr>
        <p:cNvPr id="1" name="Shape 3462"/>
        <p:cNvGrpSpPr/>
        <p:nvPr/>
      </p:nvGrpSpPr>
      <p:grpSpPr>
        <a:xfrm>
          <a:off x="0" y="0"/>
          <a:ext cx="0" cy="0"/>
          <a:chOff x="0" y="0"/>
          <a:chExt cx="0" cy="0"/>
        </a:xfrm>
      </p:grpSpPr>
      <p:pic>
        <p:nvPicPr>
          <p:cNvPr id="3463" name="Google Shape;3463;p335"/>
          <p:cNvPicPr preferRelativeResize="0"/>
          <p:nvPr/>
        </p:nvPicPr>
        <p:blipFill rotWithShape="1">
          <a:blip r:embed="rId2">
            <a:alphaModFix/>
          </a:blip>
          <a:srcRect/>
          <a:stretch/>
        </p:blipFill>
        <p:spPr>
          <a:xfrm>
            <a:off x="0" y="9526"/>
            <a:ext cx="12191999" cy="568301"/>
          </a:xfrm>
          <a:prstGeom prst="rect">
            <a:avLst/>
          </a:prstGeom>
          <a:noFill/>
          <a:ln>
            <a:noFill/>
          </a:ln>
        </p:spPr>
      </p:pic>
      <p:pic>
        <p:nvPicPr>
          <p:cNvPr id="3464" name="Google Shape;3464;p335"/>
          <p:cNvPicPr preferRelativeResize="0"/>
          <p:nvPr/>
        </p:nvPicPr>
        <p:blipFill rotWithShape="1">
          <a:blip r:embed="rId3">
            <a:alphaModFix/>
          </a:blip>
          <a:srcRect/>
          <a:stretch/>
        </p:blipFill>
        <p:spPr>
          <a:xfrm>
            <a:off x="0" y="6281734"/>
            <a:ext cx="12191999" cy="595317"/>
          </a:xfrm>
          <a:prstGeom prst="rect">
            <a:avLst/>
          </a:prstGeom>
          <a:noFill/>
          <a:ln>
            <a:noFill/>
          </a:ln>
        </p:spPr>
      </p:pic>
      <p:cxnSp>
        <p:nvCxnSpPr>
          <p:cNvPr id="3465" name="Google Shape;3465;p335"/>
          <p:cNvCxnSpPr/>
          <p:nvPr/>
        </p:nvCxnSpPr>
        <p:spPr>
          <a:xfrm>
            <a:off x="460698" y="3353252"/>
            <a:ext cx="11844600" cy="0"/>
          </a:xfrm>
          <a:prstGeom prst="straightConnector1">
            <a:avLst/>
          </a:prstGeom>
          <a:noFill/>
          <a:ln w="28575" cap="flat" cmpd="sng">
            <a:solidFill>
              <a:schemeClr val="dk1"/>
            </a:solidFill>
            <a:prstDash val="dot"/>
            <a:round/>
            <a:headEnd type="none" w="sm" len="sm"/>
            <a:tailEnd type="none" w="sm" len="sm"/>
          </a:ln>
        </p:spPr>
      </p:cxnSp>
      <p:sp>
        <p:nvSpPr>
          <p:cNvPr id="3466" name="Google Shape;3466;p335"/>
          <p:cNvSpPr txBox="1">
            <a:spLocks noGrp="1"/>
          </p:cNvSpPr>
          <p:nvPr>
            <p:ph type="body" idx="1"/>
          </p:nvPr>
        </p:nvSpPr>
        <p:spPr>
          <a:xfrm>
            <a:off x="3104707" y="1639685"/>
            <a:ext cx="8240100" cy="2259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0"/>
              </a:spcBef>
              <a:spcAft>
                <a:spcPts val="0"/>
              </a:spcAft>
              <a:buClr>
                <a:srgbClr val="000000"/>
              </a:buClr>
              <a:buSzPts val="2200"/>
              <a:buFont typeface="Poppins"/>
              <a:buNone/>
              <a:defRPr sz="1467" b="0" i="0" u="none" strike="noStrike" cap="none">
                <a:solidFill>
                  <a:srgbClr val="000000"/>
                </a:solidFill>
                <a:latin typeface="Poppins Light"/>
                <a:ea typeface="Poppins Light"/>
                <a:cs typeface="Poppins Light"/>
                <a:sym typeface="Poppins Light"/>
              </a:defRPr>
            </a:lvl1pPr>
            <a:lvl2pPr marL="914400" marR="0" lvl="1"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3467" name="Google Shape;3467;p335"/>
          <p:cNvSpPr txBox="1">
            <a:spLocks noGrp="1"/>
          </p:cNvSpPr>
          <p:nvPr>
            <p:ph type="body" idx="2"/>
          </p:nvPr>
        </p:nvSpPr>
        <p:spPr>
          <a:xfrm>
            <a:off x="3104707" y="1090293"/>
            <a:ext cx="7173300" cy="4179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3000"/>
              <a:buFont typeface="Poppins"/>
              <a:buNone/>
              <a:defRPr sz="2000" b="1" i="0" u="none" strike="noStrike" cap="none">
                <a:solidFill>
                  <a:srgbClr val="FF161F"/>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3468" name="Google Shape;3468;p335"/>
          <p:cNvSpPr txBox="1"/>
          <p:nvPr/>
        </p:nvSpPr>
        <p:spPr>
          <a:xfrm>
            <a:off x="1635512" y="498087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469" name="Google Shape;3469;p335"/>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470" name="Google Shape;3470;p335"/>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matchingName="1_Linha do Tempo1">
  <p:cSld name="1_Linha do Tempo1">
    <p:bg>
      <p:bgPr>
        <a:solidFill>
          <a:schemeClr val="lt1"/>
        </a:solidFill>
        <a:effectLst/>
      </p:bgPr>
    </p:bg>
    <p:spTree>
      <p:nvGrpSpPr>
        <p:cNvPr id="1" name="Shape 3471"/>
        <p:cNvGrpSpPr/>
        <p:nvPr/>
      </p:nvGrpSpPr>
      <p:grpSpPr>
        <a:xfrm>
          <a:off x="0" y="0"/>
          <a:ext cx="0" cy="0"/>
          <a:chOff x="0" y="0"/>
          <a:chExt cx="0" cy="0"/>
        </a:xfrm>
      </p:grpSpPr>
      <p:pic>
        <p:nvPicPr>
          <p:cNvPr id="3472" name="Google Shape;3472;p336"/>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473" name="Google Shape;3473;p336"/>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3474" name="Google Shape;3474;p336"/>
          <p:cNvCxnSpPr/>
          <p:nvPr/>
        </p:nvCxnSpPr>
        <p:spPr>
          <a:xfrm>
            <a:off x="1559442"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3475" name="Google Shape;3475;p336"/>
          <p:cNvCxnSpPr/>
          <p:nvPr/>
        </p:nvCxnSpPr>
        <p:spPr>
          <a:xfrm rot="10800000">
            <a:off x="1147295" y="4639591"/>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3476" name="Google Shape;3476;p336"/>
          <p:cNvCxnSpPr/>
          <p:nvPr/>
        </p:nvCxnSpPr>
        <p:spPr>
          <a:xfrm rot="10800000">
            <a:off x="6787299"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3477" name="Google Shape;3477;p336"/>
          <p:cNvCxnSpPr/>
          <p:nvPr/>
        </p:nvCxnSpPr>
        <p:spPr>
          <a:xfrm>
            <a:off x="3961499"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3478" name="Google Shape;3478;p336"/>
          <p:cNvCxnSpPr/>
          <p:nvPr/>
        </p:nvCxnSpPr>
        <p:spPr>
          <a:xfrm>
            <a:off x="9587327"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3479" name="Google Shape;3479;p336"/>
          <p:cNvSpPr>
            <a:spLocks noGrp="1"/>
          </p:cNvSpPr>
          <p:nvPr>
            <p:ph type="pic" idx="2"/>
          </p:nvPr>
        </p:nvSpPr>
        <p:spPr>
          <a:xfrm>
            <a:off x="778432" y="3092450"/>
            <a:ext cx="2016000" cy="1677600"/>
          </a:xfrm>
          <a:prstGeom prst="rect">
            <a:avLst/>
          </a:prstGeom>
          <a:solidFill>
            <a:srgbClr val="D8D8D8"/>
          </a:solidFill>
          <a:ln>
            <a:noFill/>
          </a:ln>
        </p:spPr>
        <p:txBody>
          <a:bodyPr/>
          <a:lstStyle/>
          <a:p>
            <a:endParaRPr lang="pt-BR" dirty="0"/>
          </a:p>
        </p:txBody>
      </p:sp>
      <p:sp>
        <p:nvSpPr>
          <p:cNvPr id="3480" name="Google Shape;3480;p336"/>
          <p:cNvSpPr>
            <a:spLocks noGrp="1"/>
          </p:cNvSpPr>
          <p:nvPr>
            <p:ph type="pic" idx="3"/>
          </p:nvPr>
        </p:nvSpPr>
        <p:spPr>
          <a:xfrm>
            <a:off x="3615829" y="3092450"/>
            <a:ext cx="2016000" cy="1677600"/>
          </a:xfrm>
          <a:prstGeom prst="rect">
            <a:avLst/>
          </a:prstGeom>
          <a:solidFill>
            <a:srgbClr val="D8D8D8"/>
          </a:solidFill>
          <a:ln>
            <a:noFill/>
          </a:ln>
        </p:spPr>
        <p:txBody>
          <a:bodyPr/>
          <a:lstStyle/>
          <a:p>
            <a:endParaRPr lang="pt-BR" dirty="0"/>
          </a:p>
        </p:txBody>
      </p:sp>
      <p:sp>
        <p:nvSpPr>
          <p:cNvPr id="3481" name="Google Shape;3481;p336"/>
          <p:cNvSpPr>
            <a:spLocks noGrp="1"/>
          </p:cNvSpPr>
          <p:nvPr>
            <p:ph type="pic" idx="4"/>
          </p:nvPr>
        </p:nvSpPr>
        <p:spPr>
          <a:xfrm>
            <a:off x="6432270" y="3092450"/>
            <a:ext cx="2016000" cy="1677600"/>
          </a:xfrm>
          <a:prstGeom prst="rect">
            <a:avLst/>
          </a:prstGeom>
          <a:solidFill>
            <a:srgbClr val="D8D8D8"/>
          </a:solidFill>
          <a:ln>
            <a:noFill/>
          </a:ln>
        </p:spPr>
        <p:txBody>
          <a:bodyPr/>
          <a:lstStyle/>
          <a:p>
            <a:endParaRPr lang="pt-BR" dirty="0"/>
          </a:p>
        </p:txBody>
      </p:sp>
      <p:sp>
        <p:nvSpPr>
          <p:cNvPr id="3482" name="Google Shape;3482;p336"/>
          <p:cNvSpPr>
            <a:spLocks noGrp="1"/>
          </p:cNvSpPr>
          <p:nvPr>
            <p:ph type="pic" idx="5"/>
          </p:nvPr>
        </p:nvSpPr>
        <p:spPr>
          <a:xfrm>
            <a:off x="9269667" y="3092450"/>
            <a:ext cx="2016000" cy="1677600"/>
          </a:xfrm>
          <a:prstGeom prst="rect">
            <a:avLst/>
          </a:prstGeom>
          <a:solidFill>
            <a:srgbClr val="D8D8D8"/>
          </a:solidFill>
          <a:ln>
            <a:noFill/>
          </a:ln>
        </p:spPr>
        <p:txBody>
          <a:bodyPr/>
          <a:lstStyle/>
          <a:p>
            <a:endParaRPr lang="pt-BR" dirty="0"/>
          </a:p>
        </p:txBody>
      </p:sp>
      <p:sp>
        <p:nvSpPr>
          <p:cNvPr id="3483" name="Google Shape;3483;p336"/>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84" name="Google Shape;3484;p336"/>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485" name="Google Shape;3485;p336"/>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matchingName="1_Linha do Tempo1">
  <p:cSld name="3_Linha do Tempo1 7">
    <p:bg>
      <p:bgPr>
        <a:solidFill>
          <a:schemeClr val="lt1"/>
        </a:solidFill>
        <a:effectLst/>
      </p:bgPr>
    </p:bg>
    <p:spTree>
      <p:nvGrpSpPr>
        <p:cNvPr id="1" name="Shape 3486"/>
        <p:cNvGrpSpPr/>
        <p:nvPr/>
      </p:nvGrpSpPr>
      <p:grpSpPr>
        <a:xfrm>
          <a:off x="0" y="0"/>
          <a:ext cx="0" cy="0"/>
          <a:chOff x="0" y="0"/>
          <a:chExt cx="0" cy="0"/>
        </a:xfrm>
      </p:grpSpPr>
      <p:pic>
        <p:nvPicPr>
          <p:cNvPr id="3487" name="Google Shape;3487;p337"/>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488" name="Google Shape;3488;p337"/>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3489" name="Google Shape;3489;p337"/>
          <p:cNvCxnSpPr/>
          <p:nvPr/>
        </p:nvCxnSpPr>
        <p:spPr>
          <a:xfrm>
            <a:off x="1559442"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3490" name="Google Shape;3490;p337"/>
          <p:cNvCxnSpPr/>
          <p:nvPr/>
        </p:nvCxnSpPr>
        <p:spPr>
          <a:xfrm rot="10800000">
            <a:off x="1147295" y="4639591"/>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3491" name="Google Shape;3491;p337"/>
          <p:cNvCxnSpPr/>
          <p:nvPr/>
        </p:nvCxnSpPr>
        <p:spPr>
          <a:xfrm rot="10800000">
            <a:off x="6787299"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3492" name="Google Shape;3492;p337"/>
          <p:cNvCxnSpPr/>
          <p:nvPr/>
        </p:nvCxnSpPr>
        <p:spPr>
          <a:xfrm>
            <a:off x="3961499"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3493" name="Google Shape;3493;p337"/>
          <p:cNvCxnSpPr/>
          <p:nvPr/>
        </p:nvCxnSpPr>
        <p:spPr>
          <a:xfrm>
            <a:off x="9587327"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3494" name="Google Shape;3494;p337"/>
          <p:cNvSpPr>
            <a:spLocks noGrp="1"/>
          </p:cNvSpPr>
          <p:nvPr>
            <p:ph type="pic" idx="2"/>
          </p:nvPr>
        </p:nvSpPr>
        <p:spPr>
          <a:xfrm>
            <a:off x="778432" y="3092450"/>
            <a:ext cx="2016000" cy="1677600"/>
          </a:xfrm>
          <a:prstGeom prst="rect">
            <a:avLst/>
          </a:prstGeom>
          <a:solidFill>
            <a:srgbClr val="D8D8D8"/>
          </a:solidFill>
          <a:ln>
            <a:noFill/>
          </a:ln>
        </p:spPr>
        <p:txBody>
          <a:bodyPr/>
          <a:lstStyle/>
          <a:p>
            <a:endParaRPr lang="pt-BR" dirty="0"/>
          </a:p>
        </p:txBody>
      </p:sp>
      <p:sp>
        <p:nvSpPr>
          <p:cNvPr id="3495" name="Google Shape;3495;p337"/>
          <p:cNvSpPr>
            <a:spLocks noGrp="1"/>
          </p:cNvSpPr>
          <p:nvPr>
            <p:ph type="pic" idx="3"/>
          </p:nvPr>
        </p:nvSpPr>
        <p:spPr>
          <a:xfrm>
            <a:off x="3615829" y="3092450"/>
            <a:ext cx="2016000" cy="1677600"/>
          </a:xfrm>
          <a:prstGeom prst="rect">
            <a:avLst/>
          </a:prstGeom>
          <a:solidFill>
            <a:srgbClr val="D8D8D8"/>
          </a:solidFill>
          <a:ln>
            <a:noFill/>
          </a:ln>
        </p:spPr>
        <p:txBody>
          <a:bodyPr/>
          <a:lstStyle/>
          <a:p>
            <a:endParaRPr lang="pt-BR" dirty="0"/>
          </a:p>
        </p:txBody>
      </p:sp>
      <p:sp>
        <p:nvSpPr>
          <p:cNvPr id="3496" name="Google Shape;3496;p337"/>
          <p:cNvSpPr>
            <a:spLocks noGrp="1"/>
          </p:cNvSpPr>
          <p:nvPr>
            <p:ph type="pic" idx="4"/>
          </p:nvPr>
        </p:nvSpPr>
        <p:spPr>
          <a:xfrm>
            <a:off x="6432270" y="3092450"/>
            <a:ext cx="2016000" cy="1677600"/>
          </a:xfrm>
          <a:prstGeom prst="rect">
            <a:avLst/>
          </a:prstGeom>
          <a:solidFill>
            <a:srgbClr val="D8D8D8"/>
          </a:solidFill>
          <a:ln>
            <a:noFill/>
          </a:ln>
        </p:spPr>
        <p:txBody>
          <a:bodyPr/>
          <a:lstStyle/>
          <a:p>
            <a:endParaRPr lang="pt-BR" dirty="0"/>
          </a:p>
        </p:txBody>
      </p:sp>
      <p:sp>
        <p:nvSpPr>
          <p:cNvPr id="3497" name="Google Shape;3497;p337"/>
          <p:cNvSpPr>
            <a:spLocks noGrp="1"/>
          </p:cNvSpPr>
          <p:nvPr>
            <p:ph type="pic" idx="5"/>
          </p:nvPr>
        </p:nvSpPr>
        <p:spPr>
          <a:xfrm>
            <a:off x="9269667" y="3092450"/>
            <a:ext cx="2016000" cy="1677600"/>
          </a:xfrm>
          <a:prstGeom prst="rect">
            <a:avLst/>
          </a:prstGeom>
          <a:solidFill>
            <a:srgbClr val="D8D8D8"/>
          </a:solidFill>
          <a:ln>
            <a:noFill/>
          </a:ln>
        </p:spPr>
        <p:txBody>
          <a:bodyPr/>
          <a:lstStyle/>
          <a:p>
            <a:endParaRPr lang="pt-BR" dirty="0"/>
          </a:p>
        </p:txBody>
      </p:sp>
      <p:sp>
        <p:nvSpPr>
          <p:cNvPr id="3498" name="Google Shape;3498;p337"/>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99" name="Google Shape;3499;p337"/>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500" name="Google Shape;3500;p337"/>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matchingName="1_Linha do Tempo1">
  <p:cSld name="3_Linha do Tempo1 8">
    <p:bg>
      <p:bgPr>
        <a:solidFill>
          <a:schemeClr val="lt1"/>
        </a:solidFill>
        <a:effectLst/>
      </p:bgPr>
    </p:bg>
    <p:spTree>
      <p:nvGrpSpPr>
        <p:cNvPr id="1" name="Shape 3501"/>
        <p:cNvGrpSpPr/>
        <p:nvPr/>
      </p:nvGrpSpPr>
      <p:grpSpPr>
        <a:xfrm>
          <a:off x="0" y="0"/>
          <a:ext cx="0" cy="0"/>
          <a:chOff x="0" y="0"/>
          <a:chExt cx="0" cy="0"/>
        </a:xfrm>
      </p:grpSpPr>
      <p:pic>
        <p:nvPicPr>
          <p:cNvPr id="3502" name="Google Shape;3502;p338"/>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503" name="Google Shape;3503;p338"/>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3504" name="Google Shape;3504;p338"/>
          <p:cNvCxnSpPr/>
          <p:nvPr/>
        </p:nvCxnSpPr>
        <p:spPr>
          <a:xfrm>
            <a:off x="1559442"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3505" name="Google Shape;3505;p338"/>
          <p:cNvCxnSpPr/>
          <p:nvPr/>
        </p:nvCxnSpPr>
        <p:spPr>
          <a:xfrm rot="10800000">
            <a:off x="1147295" y="4639591"/>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3506" name="Google Shape;3506;p338"/>
          <p:cNvCxnSpPr/>
          <p:nvPr/>
        </p:nvCxnSpPr>
        <p:spPr>
          <a:xfrm rot="10800000">
            <a:off x="6787299"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3507" name="Google Shape;3507;p338"/>
          <p:cNvCxnSpPr/>
          <p:nvPr/>
        </p:nvCxnSpPr>
        <p:spPr>
          <a:xfrm>
            <a:off x="3961499"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3508" name="Google Shape;3508;p338"/>
          <p:cNvCxnSpPr/>
          <p:nvPr/>
        </p:nvCxnSpPr>
        <p:spPr>
          <a:xfrm>
            <a:off x="9587327"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3509" name="Google Shape;3509;p338"/>
          <p:cNvSpPr>
            <a:spLocks noGrp="1"/>
          </p:cNvSpPr>
          <p:nvPr>
            <p:ph type="pic" idx="2"/>
          </p:nvPr>
        </p:nvSpPr>
        <p:spPr>
          <a:xfrm>
            <a:off x="778432" y="3092450"/>
            <a:ext cx="2016000" cy="1677600"/>
          </a:xfrm>
          <a:prstGeom prst="rect">
            <a:avLst/>
          </a:prstGeom>
          <a:solidFill>
            <a:srgbClr val="D8D8D8"/>
          </a:solidFill>
          <a:ln>
            <a:noFill/>
          </a:ln>
        </p:spPr>
        <p:txBody>
          <a:bodyPr/>
          <a:lstStyle/>
          <a:p>
            <a:endParaRPr lang="pt-BR" dirty="0"/>
          </a:p>
        </p:txBody>
      </p:sp>
      <p:sp>
        <p:nvSpPr>
          <p:cNvPr id="3510" name="Google Shape;3510;p338"/>
          <p:cNvSpPr>
            <a:spLocks noGrp="1"/>
          </p:cNvSpPr>
          <p:nvPr>
            <p:ph type="pic" idx="3"/>
          </p:nvPr>
        </p:nvSpPr>
        <p:spPr>
          <a:xfrm>
            <a:off x="3615829" y="3092450"/>
            <a:ext cx="2016000" cy="1677600"/>
          </a:xfrm>
          <a:prstGeom prst="rect">
            <a:avLst/>
          </a:prstGeom>
          <a:solidFill>
            <a:srgbClr val="D8D8D8"/>
          </a:solidFill>
          <a:ln>
            <a:noFill/>
          </a:ln>
        </p:spPr>
        <p:txBody>
          <a:bodyPr/>
          <a:lstStyle/>
          <a:p>
            <a:endParaRPr lang="pt-BR" dirty="0"/>
          </a:p>
        </p:txBody>
      </p:sp>
      <p:sp>
        <p:nvSpPr>
          <p:cNvPr id="3511" name="Google Shape;3511;p338"/>
          <p:cNvSpPr>
            <a:spLocks noGrp="1"/>
          </p:cNvSpPr>
          <p:nvPr>
            <p:ph type="pic" idx="4"/>
          </p:nvPr>
        </p:nvSpPr>
        <p:spPr>
          <a:xfrm>
            <a:off x="6432270" y="3092450"/>
            <a:ext cx="2016000" cy="1677600"/>
          </a:xfrm>
          <a:prstGeom prst="rect">
            <a:avLst/>
          </a:prstGeom>
          <a:solidFill>
            <a:srgbClr val="D8D8D8"/>
          </a:solidFill>
          <a:ln>
            <a:noFill/>
          </a:ln>
        </p:spPr>
        <p:txBody>
          <a:bodyPr/>
          <a:lstStyle/>
          <a:p>
            <a:endParaRPr lang="pt-BR" dirty="0"/>
          </a:p>
        </p:txBody>
      </p:sp>
      <p:sp>
        <p:nvSpPr>
          <p:cNvPr id="3512" name="Google Shape;3512;p338"/>
          <p:cNvSpPr>
            <a:spLocks noGrp="1"/>
          </p:cNvSpPr>
          <p:nvPr>
            <p:ph type="pic" idx="5"/>
          </p:nvPr>
        </p:nvSpPr>
        <p:spPr>
          <a:xfrm>
            <a:off x="9269667" y="3092450"/>
            <a:ext cx="2016000" cy="1677600"/>
          </a:xfrm>
          <a:prstGeom prst="rect">
            <a:avLst/>
          </a:prstGeom>
          <a:solidFill>
            <a:srgbClr val="D8D8D8"/>
          </a:solidFill>
          <a:ln>
            <a:noFill/>
          </a:ln>
        </p:spPr>
        <p:txBody>
          <a:bodyPr/>
          <a:lstStyle/>
          <a:p>
            <a:endParaRPr lang="pt-BR" dirty="0"/>
          </a:p>
        </p:txBody>
      </p:sp>
      <p:sp>
        <p:nvSpPr>
          <p:cNvPr id="3513" name="Google Shape;3513;p338"/>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514" name="Google Shape;3514;p338"/>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515" name="Google Shape;3515;p338"/>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matchingName="1_Linha do Tempo1">
  <p:cSld name="3_Linha do Tempo1 9">
    <p:bg>
      <p:bgPr>
        <a:solidFill>
          <a:schemeClr val="lt1"/>
        </a:solidFill>
        <a:effectLst/>
      </p:bgPr>
    </p:bg>
    <p:spTree>
      <p:nvGrpSpPr>
        <p:cNvPr id="1" name="Shape 3516"/>
        <p:cNvGrpSpPr/>
        <p:nvPr/>
      </p:nvGrpSpPr>
      <p:grpSpPr>
        <a:xfrm>
          <a:off x="0" y="0"/>
          <a:ext cx="0" cy="0"/>
          <a:chOff x="0" y="0"/>
          <a:chExt cx="0" cy="0"/>
        </a:xfrm>
      </p:grpSpPr>
      <p:pic>
        <p:nvPicPr>
          <p:cNvPr id="3517" name="Google Shape;3517;p339"/>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518" name="Google Shape;3518;p339"/>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3519" name="Google Shape;3519;p339"/>
          <p:cNvCxnSpPr/>
          <p:nvPr/>
        </p:nvCxnSpPr>
        <p:spPr>
          <a:xfrm>
            <a:off x="1185264"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3520" name="Google Shape;3520;p339"/>
          <p:cNvCxnSpPr/>
          <p:nvPr/>
        </p:nvCxnSpPr>
        <p:spPr>
          <a:xfrm rot="10800000">
            <a:off x="620355"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3521" name="Google Shape;3521;p339"/>
          <p:cNvCxnSpPr/>
          <p:nvPr/>
        </p:nvCxnSpPr>
        <p:spPr>
          <a:xfrm rot="10800000">
            <a:off x="5263300"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3522" name="Google Shape;3522;p339"/>
          <p:cNvCxnSpPr/>
          <p:nvPr/>
        </p:nvCxnSpPr>
        <p:spPr>
          <a:xfrm>
            <a:off x="2959237"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3523" name="Google Shape;3523;p339"/>
          <p:cNvCxnSpPr/>
          <p:nvPr/>
        </p:nvCxnSpPr>
        <p:spPr>
          <a:xfrm>
            <a:off x="7589194"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3524" name="Google Shape;3524;p339"/>
          <p:cNvSpPr>
            <a:spLocks noGrp="1"/>
          </p:cNvSpPr>
          <p:nvPr>
            <p:ph type="pic" idx="2"/>
          </p:nvPr>
        </p:nvSpPr>
        <p:spPr>
          <a:xfrm>
            <a:off x="466617" y="3092450"/>
            <a:ext cx="1973700" cy="1677600"/>
          </a:xfrm>
          <a:prstGeom prst="rect">
            <a:avLst/>
          </a:prstGeom>
          <a:solidFill>
            <a:srgbClr val="D8D8D8"/>
          </a:solidFill>
          <a:ln>
            <a:noFill/>
          </a:ln>
        </p:spPr>
        <p:txBody>
          <a:bodyPr/>
          <a:lstStyle/>
          <a:p>
            <a:endParaRPr lang="pt-BR" dirty="0"/>
          </a:p>
        </p:txBody>
      </p:sp>
      <p:sp>
        <p:nvSpPr>
          <p:cNvPr id="3525" name="Google Shape;3525;p339"/>
          <p:cNvSpPr>
            <a:spLocks noGrp="1"/>
          </p:cNvSpPr>
          <p:nvPr>
            <p:ph type="pic" idx="3"/>
          </p:nvPr>
        </p:nvSpPr>
        <p:spPr>
          <a:xfrm>
            <a:off x="2769806" y="3092450"/>
            <a:ext cx="1973700" cy="1677600"/>
          </a:xfrm>
          <a:prstGeom prst="rect">
            <a:avLst/>
          </a:prstGeom>
          <a:solidFill>
            <a:srgbClr val="D8D8D8"/>
          </a:solidFill>
          <a:ln>
            <a:noFill/>
          </a:ln>
        </p:spPr>
        <p:txBody>
          <a:bodyPr/>
          <a:lstStyle/>
          <a:p>
            <a:endParaRPr lang="pt-BR" dirty="0"/>
          </a:p>
        </p:txBody>
      </p:sp>
      <p:sp>
        <p:nvSpPr>
          <p:cNvPr id="3526" name="Google Shape;3526;p339"/>
          <p:cNvSpPr>
            <a:spLocks noGrp="1"/>
          </p:cNvSpPr>
          <p:nvPr>
            <p:ph type="pic" idx="4"/>
          </p:nvPr>
        </p:nvSpPr>
        <p:spPr>
          <a:xfrm>
            <a:off x="5072996" y="3092450"/>
            <a:ext cx="1973700" cy="1677600"/>
          </a:xfrm>
          <a:prstGeom prst="rect">
            <a:avLst/>
          </a:prstGeom>
          <a:solidFill>
            <a:srgbClr val="D8D8D8"/>
          </a:solidFill>
          <a:ln>
            <a:noFill/>
          </a:ln>
        </p:spPr>
        <p:txBody>
          <a:bodyPr/>
          <a:lstStyle/>
          <a:p>
            <a:endParaRPr lang="pt-BR" dirty="0"/>
          </a:p>
        </p:txBody>
      </p:sp>
      <p:sp>
        <p:nvSpPr>
          <p:cNvPr id="3527" name="Google Shape;3527;p339"/>
          <p:cNvSpPr>
            <a:spLocks noGrp="1"/>
          </p:cNvSpPr>
          <p:nvPr>
            <p:ph type="pic" idx="5"/>
          </p:nvPr>
        </p:nvSpPr>
        <p:spPr>
          <a:xfrm>
            <a:off x="7376185" y="3092450"/>
            <a:ext cx="1973700" cy="1677600"/>
          </a:xfrm>
          <a:prstGeom prst="rect">
            <a:avLst/>
          </a:prstGeom>
          <a:solidFill>
            <a:srgbClr val="D8D8D8"/>
          </a:solidFill>
          <a:ln>
            <a:noFill/>
          </a:ln>
        </p:spPr>
        <p:txBody>
          <a:bodyPr/>
          <a:lstStyle/>
          <a:p>
            <a:endParaRPr lang="pt-BR" dirty="0"/>
          </a:p>
        </p:txBody>
      </p:sp>
      <p:sp>
        <p:nvSpPr>
          <p:cNvPr id="3528" name="Google Shape;3528;p339"/>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529" name="Google Shape;3529;p339"/>
          <p:cNvSpPr>
            <a:spLocks noGrp="1"/>
          </p:cNvSpPr>
          <p:nvPr>
            <p:ph type="pic" idx="6"/>
          </p:nvPr>
        </p:nvSpPr>
        <p:spPr>
          <a:xfrm>
            <a:off x="9679374" y="3092450"/>
            <a:ext cx="1973700" cy="1677600"/>
          </a:xfrm>
          <a:prstGeom prst="rect">
            <a:avLst/>
          </a:prstGeom>
          <a:solidFill>
            <a:srgbClr val="D8D8D8"/>
          </a:solidFill>
          <a:ln>
            <a:noFill/>
          </a:ln>
        </p:spPr>
        <p:txBody>
          <a:bodyPr/>
          <a:lstStyle/>
          <a:p>
            <a:endParaRPr lang="pt-BR" dirty="0"/>
          </a:p>
        </p:txBody>
      </p:sp>
      <p:cxnSp>
        <p:nvCxnSpPr>
          <p:cNvPr id="3530" name="Google Shape;3530;p339"/>
          <p:cNvCxnSpPr/>
          <p:nvPr/>
        </p:nvCxnSpPr>
        <p:spPr>
          <a:xfrm rot="10800000">
            <a:off x="9869167" y="4624797"/>
            <a:ext cx="0" cy="1398900"/>
          </a:xfrm>
          <a:prstGeom prst="straightConnector1">
            <a:avLst/>
          </a:prstGeom>
          <a:noFill/>
          <a:ln w="19050" cap="flat" cmpd="sng">
            <a:solidFill>
              <a:schemeClr val="dk1"/>
            </a:solidFill>
            <a:prstDash val="solid"/>
            <a:round/>
            <a:headEnd type="diamond" w="med" len="med"/>
            <a:tailEnd type="none" w="sm" len="sm"/>
          </a:ln>
        </p:spPr>
      </p:cxnSp>
      <p:sp>
        <p:nvSpPr>
          <p:cNvPr id="3531" name="Google Shape;3531;p339"/>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532" name="Google Shape;3532;p339"/>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matchingName="1_Linha do Tempo1">
  <p:cSld name="3_Linha do Tempo1 10">
    <p:bg>
      <p:bgPr>
        <a:solidFill>
          <a:schemeClr val="lt1"/>
        </a:solidFill>
        <a:effectLst/>
      </p:bgPr>
    </p:bg>
    <p:spTree>
      <p:nvGrpSpPr>
        <p:cNvPr id="1" name="Shape 3533"/>
        <p:cNvGrpSpPr/>
        <p:nvPr/>
      </p:nvGrpSpPr>
      <p:grpSpPr>
        <a:xfrm>
          <a:off x="0" y="0"/>
          <a:ext cx="0" cy="0"/>
          <a:chOff x="0" y="0"/>
          <a:chExt cx="0" cy="0"/>
        </a:xfrm>
      </p:grpSpPr>
      <p:pic>
        <p:nvPicPr>
          <p:cNvPr id="3534" name="Google Shape;3534;p340"/>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535" name="Google Shape;3535;p340"/>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3536" name="Google Shape;3536;p340"/>
          <p:cNvCxnSpPr/>
          <p:nvPr/>
        </p:nvCxnSpPr>
        <p:spPr>
          <a:xfrm>
            <a:off x="1185264"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3537" name="Google Shape;3537;p340"/>
          <p:cNvCxnSpPr/>
          <p:nvPr/>
        </p:nvCxnSpPr>
        <p:spPr>
          <a:xfrm rot="10800000">
            <a:off x="620355"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3538" name="Google Shape;3538;p340"/>
          <p:cNvCxnSpPr/>
          <p:nvPr/>
        </p:nvCxnSpPr>
        <p:spPr>
          <a:xfrm rot="10800000">
            <a:off x="5263300"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3539" name="Google Shape;3539;p340"/>
          <p:cNvCxnSpPr/>
          <p:nvPr/>
        </p:nvCxnSpPr>
        <p:spPr>
          <a:xfrm>
            <a:off x="2959237"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3540" name="Google Shape;3540;p340"/>
          <p:cNvCxnSpPr/>
          <p:nvPr/>
        </p:nvCxnSpPr>
        <p:spPr>
          <a:xfrm>
            <a:off x="7589194"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3541" name="Google Shape;3541;p340"/>
          <p:cNvSpPr>
            <a:spLocks noGrp="1"/>
          </p:cNvSpPr>
          <p:nvPr>
            <p:ph type="pic" idx="2"/>
          </p:nvPr>
        </p:nvSpPr>
        <p:spPr>
          <a:xfrm>
            <a:off x="466617" y="3092450"/>
            <a:ext cx="1973700" cy="1677600"/>
          </a:xfrm>
          <a:prstGeom prst="rect">
            <a:avLst/>
          </a:prstGeom>
          <a:solidFill>
            <a:srgbClr val="D8D8D8"/>
          </a:solidFill>
          <a:ln>
            <a:noFill/>
          </a:ln>
        </p:spPr>
        <p:txBody>
          <a:bodyPr/>
          <a:lstStyle/>
          <a:p>
            <a:endParaRPr lang="pt-BR" dirty="0"/>
          </a:p>
        </p:txBody>
      </p:sp>
      <p:sp>
        <p:nvSpPr>
          <p:cNvPr id="3542" name="Google Shape;3542;p340"/>
          <p:cNvSpPr>
            <a:spLocks noGrp="1"/>
          </p:cNvSpPr>
          <p:nvPr>
            <p:ph type="pic" idx="3"/>
          </p:nvPr>
        </p:nvSpPr>
        <p:spPr>
          <a:xfrm>
            <a:off x="2769806" y="3092450"/>
            <a:ext cx="1973700" cy="1677600"/>
          </a:xfrm>
          <a:prstGeom prst="rect">
            <a:avLst/>
          </a:prstGeom>
          <a:solidFill>
            <a:srgbClr val="D8D8D8"/>
          </a:solidFill>
          <a:ln>
            <a:noFill/>
          </a:ln>
        </p:spPr>
        <p:txBody>
          <a:bodyPr/>
          <a:lstStyle/>
          <a:p>
            <a:endParaRPr lang="pt-BR" dirty="0"/>
          </a:p>
        </p:txBody>
      </p:sp>
      <p:sp>
        <p:nvSpPr>
          <p:cNvPr id="3543" name="Google Shape;3543;p340"/>
          <p:cNvSpPr>
            <a:spLocks noGrp="1"/>
          </p:cNvSpPr>
          <p:nvPr>
            <p:ph type="pic" idx="4"/>
          </p:nvPr>
        </p:nvSpPr>
        <p:spPr>
          <a:xfrm>
            <a:off x="5072996" y="3092450"/>
            <a:ext cx="1973700" cy="1677600"/>
          </a:xfrm>
          <a:prstGeom prst="rect">
            <a:avLst/>
          </a:prstGeom>
          <a:solidFill>
            <a:srgbClr val="D8D8D8"/>
          </a:solidFill>
          <a:ln>
            <a:noFill/>
          </a:ln>
        </p:spPr>
        <p:txBody>
          <a:bodyPr/>
          <a:lstStyle/>
          <a:p>
            <a:endParaRPr lang="pt-BR" dirty="0"/>
          </a:p>
        </p:txBody>
      </p:sp>
      <p:sp>
        <p:nvSpPr>
          <p:cNvPr id="3544" name="Google Shape;3544;p340"/>
          <p:cNvSpPr>
            <a:spLocks noGrp="1"/>
          </p:cNvSpPr>
          <p:nvPr>
            <p:ph type="pic" idx="5"/>
          </p:nvPr>
        </p:nvSpPr>
        <p:spPr>
          <a:xfrm>
            <a:off x="7376185" y="3092450"/>
            <a:ext cx="1973700" cy="1677600"/>
          </a:xfrm>
          <a:prstGeom prst="rect">
            <a:avLst/>
          </a:prstGeom>
          <a:solidFill>
            <a:srgbClr val="D8D8D8"/>
          </a:solidFill>
          <a:ln>
            <a:noFill/>
          </a:ln>
        </p:spPr>
        <p:txBody>
          <a:bodyPr/>
          <a:lstStyle/>
          <a:p>
            <a:endParaRPr lang="pt-BR" dirty="0"/>
          </a:p>
        </p:txBody>
      </p:sp>
      <p:sp>
        <p:nvSpPr>
          <p:cNvPr id="3545" name="Google Shape;3545;p340"/>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546" name="Google Shape;3546;p340"/>
          <p:cNvSpPr>
            <a:spLocks noGrp="1"/>
          </p:cNvSpPr>
          <p:nvPr>
            <p:ph type="pic" idx="6"/>
          </p:nvPr>
        </p:nvSpPr>
        <p:spPr>
          <a:xfrm>
            <a:off x="9679374" y="3092450"/>
            <a:ext cx="1973700" cy="1677600"/>
          </a:xfrm>
          <a:prstGeom prst="rect">
            <a:avLst/>
          </a:prstGeom>
          <a:solidFill>
            <a:srgbClr val="D8D8D8"/>
          </a:solidFill>
          <a:ln>
            <a:noFill/>
          </a:ln>
        </p:spPr>
        <p:txBody>
          <a:bodyPr/>
          <a:lstStyle/>
          <a:p>
            <a:endParaRPr lang="pt-BR" dirty="0"/>
          </a:p>
        </p:txBody>
      </p:sp>
      <p:cxnSp>
        <p:nvCxnSpPr>
          <p:cNvPr id="3547" name="Google Shape;3547;p340"/>
          <p:cNvCxnSpPr/>
          <p:nvPr/>
        </p:nvCxnSpPr>
        <p:spPr>
          <a:xfrm rot="10800000">
            <a:off x="9869167" y="4624797"/>
            <a:ext cx="0" cy="1398900"/>
          </a:xfrm>
          <a:prstGeom prst="straightConnector1">
            <a:avLst/>
          </a:prstGeom>
          <a:noFill/>
          <a:ln w="19050" cap="flat" cmpd="sng">
            <a:solidFill>
              <a:schemeClr val="dk1"/>
            </a:solidFill>
            <a:prstDash val="solid"/>
            <a:round/>
            <a:headEnd type="diamond" w="med" len="med"/>
            <a:tailEnd type="none" w="sm" len="sm"/>
          </a:ln>
        </p:spPr>
      </p:cxnSp>
      <p:sp>
        <p:nvSpPr>
          <p:cNvPr id="3548" name="Google Shape;3548;p340"/>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549" name="Google Shape;3549;p340"/>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matchingName="1_Linha do Tempo1">
  <p:cSld name="3_Linha do Tempo1 11">
    <p:bg>
      <p:bgPr>
        <a:solidFill>
          <a:schemeClr val="lt1"/>
        </a:solidFill>
        <a:effectLst/>
      </p:bgPr>
    </p:bg>
    <p:spTree>
      <p:nvGrpSpPr>
        <p:cNvPr id="1" name="Shape 3550"/>
        <p:cNvGrpSpPr/>
        <p:nvPr/>
      </p:nvGrpSpPr>
      <p:grpSpPr>
        <a:xfrm>
          <a:off x="0" y="0"/>
          <a:ext cx="0" cy="0"/>
          <a:chOff x="0" y="0"/>
          <a:chExt cx="0" cy="0"/>
        </a:xfrm>
      </p:grpSpPr>
      <p:pic>
        <p:nvPicPr>
          <p:cNvPr id="3551" name="Google Shape;3551;p341"/>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552" name="Google Shape;3552;p341"/>
          <p:cNvPicPr preferRelativeResize="0"/>
          <p:nvPr/>
        </p:nvPicPr>
        <p:blipFill rotWithShape="1">
          <a:blip r:embed="rId3">
            <a:alphaModFix/>
          </a:blip>
          <a:srcRect/>
          <a:stretch/>
        </p:blipFill>
        <p:spPr>
          <a:xfrm>
            <a:off x="0" y="9526"/>
            <a:ext cx="12191999" cy="568301"/>
          </a:xfrm>
          <a:prstGeom prst="rect">
            <a:avLst/>
          </a:prstGeom>
          <a:noFill/>
          <a:ln>
            <a:noFill/>
          </a:ln>
        </p:spPr>
      </p:pic>
      <p:cxnSp>
        <p:nvCxnSpPr>
          <p:cNvPr id="3553" name="Google Shape;3553;p341"/>
          <p:cNvCxnSpPr/>
          <p:nvPr/>
        </p:nvCxnSpPr>
        <p:spPr>
          <a:xfrm>
            <a:off x="1185264" y="3909375"/>
            <a:ext cx="10746000" cy="0"/>
          </a:xfrm>
          <a:prstGeom prst="straightConnector1">
            <a:avLst/>
          </a:prstGeom>
          <a:noFill/>
          <a:ln w="28575" cap="flat" cmpd="sng">
            <a:solidFill>
              <a:schemeClr val="dk1"/>
            </a:solidFill>
            <a:prstDash val="dot"/>
            <a:round/>
            <a:headEnd type="none" w="sm" len="sm"/>
            <a:tailEnd type="none" w="sm" len="sm"/>
          </a:ln>
        </p:spPr>
      </p:cxnSp>
      <p:cxnSp>
        <p:nvCxnSpPr>
          <p:cNvPr id="3554" name="Google Shape;3554;p341"/>
          <p:cNvCxnSpPr/>
          <p:nvPr/>
        </p:nvCxnSpPr>
        <p:spPr>
          <a:xfrm rot="10800000">
            <a:off x="620355"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3555" name="Google Shape;3555;p341"/>
          <p:cNvCxnSpPr/>
          <p:nvPr/>
        </p:nvCxnSpPr>
        <p:spPr>
          <a:xfrm rot="10800000">
            <a:off x="5263300" y="4624797"/>
            <a:ext cx="0" cy="1398900"/>
          </a:xfrm>
          <a:prstGeom prst="straightConnector1">
            <a:avLst/>
          </a:prstGeom>
          <a:noFill/>
          <a:ln w="19050" cap="flat" cmpd="sng">
            <a:solidFill>
              <a:schemeClr val="dk1"/>
            </a:solidFill>
            <a:prstDash val="solid"/>
            <a:round/>
            <a:headEnd type="diamond" w="med" len="med"/>
            <a:tailEnd type="none" w="sm" len="sm"/>
          </a:ln>
        </p:spPr>
      </p:cxnSp>
      <p:cxnSp>
        <p:nvCxnSpPr>
          <p:cNvPr id="3556" name="Google Shape;3556;p341"/>
          <p:cNvCxnSpPr/>
          <p:nvPr/>
        </p:nvCxnSpPr>
        <p:spPr>
          <a:xfrm>
            <a:off x="2959237" y="1592470"/>
            <a:ext cx="0" cy="1499700"/>
          </a:xfrm>
          <a:prstGeom prst="straightConnector1">
            <a:avLst/>
          </a:prstGeom>
          <a:noFill/>
          <a:ln w="19050" cap="flat" cmpd="sng">
            <a:solidFill>
              <a:schemeClr val="dk1"/>
            </a:solidFill>
            <a:prstDash val="solid"/>
            <a:round/>
            <a:headEnd type="diamond" w="med" len="med"/>
            <a:tailEnd type="none" w="sm" len="sm"/>
          </a:ln>
        </p:spPr>
      </p:cxnSp>
      <p:cxnSp>
        <p:nvCxnSpPr>
          <p:cNvPr id="3557" name="Google Shape;3557;p341"/>
          <p:cNvCxnSpPr/>
          <p:nvPr/>
        </p:nvCxnSpPr>
        <p:spPr>
          <a:xfrm>
            <a:off x="7589194" y="1577706"/>
            <a:ext cx="0" cy="1499700"/>
          </a:xfrm>
          <a:prstGeom prst="straightConnector1">
            <a:avLst/>
          </a:prstGeom>
          <a:noFill/>
          <a:ln w="19050" cap="flat" cmpd="sng">
            <a:solidFill>
              <a:schemeClr val="dk1"/>
            </a:solidFill>
            <a:prstDash val="solid"/>
            <a:round/>
            <a:headEnd type="diamond" w="med" len="med"/>
            <a:tailEnd type="none" w="sm" len="sm"/>
          </a:ln>
        </p:spPr>
      </p:cxnSp>
      <p:sp>
        <p:nvSpPr>
          <p:cNvPr id="3558" name="Google Shape;3558;p341"/>
          <p:cNvSpPr>
            <a:spLocks noGrp="1"/>
          </p:cNvSpPr>
          <p:nvPr>
            <p:ph type="pic" idx="2"/>
          </p:nvPr>
        </p:nvSpPr>
        <p:spPr>
          <a:xfrm>
            <a:off x="466617" y="3092450"/>
            <a:ext cx="1973700" cy="1677600"/>
          </a:xfrm>
          <a:prstGeom prst="rect">
            <a:avLst/>
          </a:prstGeom>
          <a:solidFill>
            <a:srgbClr val="D8D8D8"/>
          </a:solidFill>
          <a:ln>
            <a:noFill/>
          </a:ln>
        </p:spPr>
        <p:txBody>
          <a:bodyPr/>
          <a:lstStyle/>
          <a:p>
            <a:endParaRPr lang="pt-BR" dirty="0"/>
          </a:p>
        </p:txBody>
      </p:sp>
      <p:sp>
        <p:nvSpPr>
          <p:cNvPr id="3559" name="Google Shape;3559;p341"/>
          <p:cNvSpPr>
            <a:spLocks noGrp="1"/>
          </p:cNvSpPr>
          <p:nvPr>
            <p:ph type="pic" idx="3"/>
          </p:nvPr>
        </p:nvSpPr>
        <p:spPr>
          <a:xfrm>
            <a:off x="2769806" y="3092450"/>
            <a:ext cx="1973700" cy="1677600"/>
          </a:xfrm>
          <a:prstGeom prst="rect">
            <a:avLst/>
          </a:prstGeom>
          <a:solidFill>
            <a:srgbClr val="D8D8D8"/>
          </a:solidFill>
          <a:ln>
            <a:noFill/>
          </a:ln>
        </p:spPr>
        <p:txBody>
          <a:bodyPr/>
          <a:lstStyle/>
          <a:p>
            <a:endParaRPr lang="pt-BR" dirty="0"/>
          </a:p>
        </p:txBody>
      </p:sp>
      <p:sp>
        <p:nvSpPr>
          <p:cNvPr id="3560" name="Google Shape;3560;p341"/>
          <p:cNvSpPr>
            <a:spLocks noGrp="1"/>
          </p:cNvSpPr>
          <p:nvPr>
            <p:ph type="pic" idx="4"/>
          </p:nvPr>
        </p:nvSpPr>
        <p:spPr>
          <a:xfrm>
            <a:off x="5072996" y="3092450"/>
            <a:ext cx="1973700" cy="1677600"/>
          </a:xfrm>
          <a:prstGeom prst="rect">
            <a:avLst/>
          </a:prstGeom>
          <a:solidFill>
            <a:srgbClr val="D8D8D8"/>
          </a:solidFill>
          <a:ln>
            <a:noFill/>
          </a:ln>
        </p:spPr>
        <p:txBody>
          <a:bodyPr/>
          <a:lstStyle/>
          <a:p>
            <a:endParaRPr lang="pt-BR" dirty="0"/>
          </a:p>
        </p:txBody>
      </p:sp>
      <p:sp>
        <p:nvSpPr>
          <p:cNvPr id="3561" name="Google Shape;3561;p341"/>
          <p:cNvSpPr>
            <a:spLocks noGrp="1"/>
          </p:cNvSpPr>
          <p:nvPr>
            <p:ph type="pic" idx="5"/>
          </p:nvPr>
        </p:nvSpPr>
        <p:spPr>
          <a:xfrm>
            <a:off x="7376185" y="3092450"/>
            <a:ext cx="1973700" cy="1677600"/>
          </a:xfrm>
          <a:prstGeom prst="rect">
            <a:avLst/>
          </a:prstGeom>
          <a:solidFill>
            <a:srgbClr val="D8D8D8"/>
          </a:solidFill>
          <a:ln>
            <a:noFill/>
          </a:ln>
        </p:spPr>
        <p:txBody>
          <a:bodyPr/>
          <a:lstStyle/>
          <a:p>
            <a:endParaRPr lang="pt-BR" dirty="0"/>
          </a:p>
        </p:txBody>
      </p:sp>
      <p:sp>
        <p:nvSpPr>
          <p:cNvPr id="3562" name="Google Shape;3562;p341"/>
          <p:cNvSpPr txBox="1">
            <a:spLocks noGrp="1"/>
          </p:cNvSpPr>
          <p:nvPr>
            <p:ph type="body" idx="1"/>
          </p:nvPr>
        </p:nvSpPr>
        <p:spPr>
          <a:xfrm>
            <a:off x="3005292" y="958054"/>
            <a:ext cx="8280600" cy="451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563" name="Google Shape;3563;p341"/>
          <p:cNvSpPr>
            <a:spLocks noGrp="1"/>
          </p:cNvSpPr>
          <p:nvPr>
            <p:ph type="pic" idx="6"/>
          </p:nvPr>
        </p:nvSpPr>
        <p:spPr>
          <a:xfrm>
            <a:off x="9679374" y="3092450"/>
            <a:ext cx="1973700" cy="1677600"/>
          </a:xfrm>
          <a:prstGeom prst="rect">
            <a:avLst/>
          </a:prstGeom>
          <a:solidFill>
            <a:srgbClr val="D8D8D8"/>
          </a:solidFill>
          <a:ln>
            <a:noFill/>
          </a:ln>
        </p:spPr>
        <p:txBody>
          <a:bodyPr/>
          <a:lstStyle/>
          <a:p>
            <a:endParaRPr lang="pt-BR" dirty="0"/>
          </a:p>
        </p:txBody>
      </p:sp>
      <p:cxnSp>
        <p:nvCxnSpPr>
          <p:cNvPr id="3564" name="Google Shape;3564;p341"/>
          <p:cNvCxnSpPr/>
          <p:nvPr/>
        </p:nvCxnSpPr>
        <p:spPr>
          <a:xfrm rot="10800000">
            <a:off x="9869167" y="4624797"/>
            <a:ext cx="0" cy="1398900"/>
          </a:xfrm>
          <a:prstGeom prst="straightConnector1">
            <a:avLst/>
          </a:prstGeom>
          <a:noFill/>
          <a:ln w="19050" cap="flat" cmpd="sng">
            <a:solidFill>
              <a:schemeClr val="dk1"/>
            </a:solidFill>
            <a:prstDash val="solid"/>
            <a:round/>
            <a:headEnd type="diamond" w="med" len="med"/>
            <a:tailEnd type="none" w="sm" len="sm"/>
          </a:ln>
        </p:spPr>
      </p:cxnSp>
      <p:sp>
        <p:nvSpPr>
          <p:cNvPr id="3565" name="Google Shape;3565;p341"/>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566" name="Google Shape;3566;p341"/>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matchingName="1_Linha do Tempo1">
  <p:cSld name="3_Linha do Tempo1 12">
    <p:bg>
      <p:bgPr>
        <a:solidFill>
          <a:schemeClr val="lt1"/>
        </a:solidFill>
        <a:effectLst/>
      </p:bgPr>
    </p:bg>
    <p:spTree>
      <p:nvGrpSpPr>
        <p:cNvPr id="1" name="Shape 3567"/>
        <p:cNvGrpSpPr/>
        <p:nvPr/>
      </p:nvGrpSpPr>
      <p:grpSpPr>
        <a:xfrm>
          <a:off x="0" y="0"/>
          <a:ext cx="0" cy="0"/>
          <a:chOff x="0" y="0"/>
          <a:chExt cx="0" cy="0"/>
        </a:xfrm>
      </p:grpSpPr>
      <p:pic>
        <p:nvPicPr>
          <p:cNvPr id="3568" name="Google Shape;3568;p342"/>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569" name="Google Shape;3569;p342"/>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570" name="Google Shape;3570;p342"/>
          <p:cNvSpPr>
            <a:spLocks noGrp="1"/>
          </p:cNvSpPr>
          <p:nvPr>
            <p:ph type="pic" idx="2"/>
          </p:nvPr>
        </p:nvSpPr>
        <p:spPr>
          <a:xfrm>
            <a:off x="3127810" y="1084585"/>
            <a:ext cx="2481600" cy="1744800"/>
          </a:xfrm>
          <a:prstGeom prst="rect">
            <a:avLst/>
          </a:prstGeom>
          <a:solidFill>
            <a:srgbClr val="D8D8D8"/>
          </a:solidFill>
          <a:ln>
            <a:noFill/>
          </a:ln>
        </p:spPr>
        <p:txBody>
          <a:bodyPr/>
          <a:lstStyle/>
          <a:p>
            <a:endParaRPr lang="pt-BR" dirty="0"/>
          </a:p>
        </p:txBody>
      </p:sp>
      <p:sp>
        <p:nvSpPr>
          <p:cNvPr id="3571" name="Google Shape;3571;p342"/>
          <p:cNvSpPr>
            <a:spLocks noGrp="1"/>
          </p:cNvSpPr>
          <p:nvPr>
            <p:ph type="pic" idx="3"/>
          </p:nvPr>
        </p:nvSpPr>
        <p:spPr>
          <a:xfrm>
            <a:off x="3127810" y="3837265"/>
            <a:ext cx="2481600" cy="1744800"/>
          </a:xfrm>
          <a:prstGeom prst="rect">
            <a:avLst/>
          </a:prstGeom>
          <a:solidFill>
            <a:srgbClr val="D8D8D8"/>
          </a:solidFill>
          <a:ln>
            <a:noFill/>
          </a:ln>
        </p:spPr>
        <p:txBody>
          <a:bodyPr/>
          <a:lstStyle/>
          <a:p>
            <a:endParaRPr lang="pt-BR" dirty="0"/>
          </a:p>
        </p:txBody>
      </p:sp>
      <p:sp>
        <p:nvSpPr>
          <p:cNvPr id="3572" name="Google Shape;3572;p342"/>
          <p:cNvSpPr>
            <a:spLocks noGrp="1"/>
          </p:cNvSpPr>
          <p:nvPr>
            <p:ph type="pic" idx="4"/>
          </p:nvPr>
        </p:nvSpPr>
        <p:spPr>
          <a:xfrm>
            <a:off x="8759529" y="3837265"/>
            <a:ext cx="2481600" cy="1744800"/>
          </a:xfrm>
          <a:prstGeom prst="rect">
            <a:avLst/>
          </a:prstGeom>
          <a:solidFill>
            <a:srgbClr val="D8D8D8"/>
          </a:solidFill>
          <a:ln>
            <a:noFill/>
          </a:ln>
        </p:spPr>
        <p:txBody>
          <a:bodyPr/>
          <a:lstStyle/>
          <a:p>
            <a:endParaRPr lang="pt-BR" dirty="0"/>
          </a:p>
        </p:txBody>
      </p:sp>
      <p:sp>
        <p:nvSpPr>
          <p:cNvPr id="3573" name="Google Shape;3573;p342"/>
          <p:cNvSpPr>
            <a:spLocks noGrp="1"/>
          </p:cNvSpPr>
          <p:nvPr>
            <p:ph type="pic" idx="5"/>
          </p:nvPr>
        </p:nvSpPr>
        <p:spPr>
          <a:xfrm>
            <a:off x="8759529" y="1084585"/>
            <a:ext cx="2481600" cy="1744800"/>
          </a:xfrm>
          <a:prstGeom prst="rect">
            <a:avLst/>
          </a:prstGeom>
          <a:solidFill>
            <a:srgbClr val="D8D8D8"/>
          </a:solidFill>
          <a:ln>
            <a:noFill/>
          </a:ln>
        </p:spPr>
        <p:txBody>
          <a:bodyPr/>
          <a:lstStyle/>
          <a:p>
            <a:endParaRPr lang="pt-BR" dirty="0"/>
          </a:p>
        </p:txBody>
      </p:sp>
      <p:grpSp>
        <p:nvGrpSpPr>
          <p:cNvPr id="3574" name="Google Shape;3574;p342"/>
          <p:cNvGrpSpPr/>
          <p:nvPr/>
        </p:nvGrpSpPr>
        <p:grpSpPr>
          <a:xfrm>
            <a:off x="9756891" y="6381906"/>
            <a:ext cx="2435717" cy="499880"/>
            <a:chOff x="14634602" y="9537218"/>
            <a:chExt cx="3653392" cy="749782"/>
          </a:xfrm>
        </p:grpSpPr>
        <p:pic>
          <p:nvPicPr>
            <p:cNvPr id="3575" name="Google Shape;3575;p342"/>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3576" name="Google Shape;3576;p342" descr="Logotipo"/>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3577" name="Google Shape;3577;p342"/>
          <p:cNvSpPr>
            <a:spLocks noGrp="1"/>
          </p:cNvSpPr>
          <p:nvPr>
            <p:ph type="pic" idx="6"/>
          </p:nvPr>
        </p:nvSpPr>
        <p:spPr>
          <a:xfrm>
            <a:off x="5943669" y="2636294"/>
            <a:ext cx="2481600" cy="1744800"/>
          </a:xfrm>
          <a:prstGeom prst="rect">
            <a:avLst/>
          </a:prstGeom>
          <a:solidFill>
            <a:srgbClr val="D8D8D8"/>
          </a:solidFill>
          <a:ln>
            <a:noFill/>
          </a:ln>
        </p:spPr>
        <p:txBody>
          <a:bodyPr/>
          <a:lstStyle/>
          <a:p>
            <a:endParaRPr lang="pt-BR" dirty="0"/>
          </a:p>
        </p:txBody>
      </p:sp>
      <p:sp>
        <p:nvSpPr>
          <p:cNvPr id="3578" name="Google Shape;3578;p342"/>
          <p:cNvSpPr txBox="1">
            <a:spLocks noGrp="1"/>
          </p:cNvSpPr>
          <p:nvPr>
            <p:ph type="body" idx="1"/>
          </p:nvPr>
        </p:nvSpPr>
        <p:spPr>
          <a:xfrm>
            <a:off x="3127811" y="2908275"/>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579" name="Google Shape;3579;p342"/>
          <p:cNvSpPr txBox="1">
            <a:spLocks noGrp="1"/>
          </p:cNvSpPr>
          <p:nvPr>
            <p:ph type="body" idx="7"/>
          </p:nvPr>
        </p:nvSpPr>
        <p:spPr>
          <a:xfrm>
            <a:off x="3127811" y="5656962"/>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580" name="Google Shape;3580;p342"/>
          <p:cNvSpPr txBox="1">
            <a:spLocks noGrp="1"/>
          </p:cNvSpPr>
          <p:nvPr>
            <p:ph type="body" idx="8"/>
          </p:nvPr>
        </p:nvSpPr>
        <p:spPr>
          <a:xfrm>
            <a:off x="8760967" y="2908275"/>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581" name="Google Shape;3581;p342"/>
          <p:cNvSpPr txBox="1">
            <a:spLocks noGrp="1"/>
          </p:cNvSpPr>
          <p:nvPr>
            <p:ph type="body" idx="9"/>
          </p:nvPr>
        </p:nvSpPr>
        <p:spPr>
          <a:xfrm>
            <a:off x="8760967" y="5656962"/>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582" name="Google Shape;3582;p342"/>
          <p:cNvSpPr txBox="1">
            <a:spLocks noGrp="1"/>
          </p:cNvSpPr>
          <p:nvPr>
            <p:ph type="body" idx="13"/>
          </p:nvPr>
        </p:nvSpPr>
        <p:spPr>
          <a:xfrm>
            <a:off x="5950033" y="4443564"/>
            <a:ext cx="2481600" cy="2640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3583" name="Google Shape;3583;p342"/>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584" name="Google Shape;3584;p342"/>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matchingName="3_1. Desenvolvimento">
  <p:cSld name="4_1. Desenvolvimento 3">
    <p:spTree>
      <p:nvGrpSpPr>
        <p:cNvPr id="1" name="Shape 3585"/>
        <p:cNvGrpSpPr/>
        <p:nvPr/>
      </p:nvGrpSpPr>
      <p:grpSpPr>
        <a:xfrm>
          <a:off x="0" y="0"/>
          <a:ext cx="0" cy="0"/>
          <a:chOff x="0" y="0"/>
          <a:chExt cx="0" cy="0"/>
        </a:xfrm>
      </p:grpSpPr>
      <p:pic>
        <p:nvPicPr>
          <p:cNvPr id="3586" name="Google Shape;3586;p343"/>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587" name="Google Shape;3587;p343"/>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588" name="Google Shape;3588;p343"/>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589" name="Google Shape;3589;p343"/>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590" name="Google Shape;3590;p343"/>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8">
    <p:spTree>
      <p:nvGrpSpPr>
        <p:cNvPr id="1" name="Shape 3591"/>
        <p:cNvGrpSpPr/>
        <p:nvPr/>
      </p:nvGrpSpPr>
      <p:grpSpPr>
        <a:xfrm>
          <a:off x="0" y="0"/>
          <a:ext cx="0" cy="0"/>
          <a:chOff x="0" y="0"/>
          <a:chExt cx="0" cy="0"/>
        </a:xfrm>
      </p:grpSpPr>
      <p:pic>
        <p:nvPicPr>
          <p:cNvPr id="3592" name="Google Shape;3592;p344"/>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593" name="Google Shape;3593;p344"/>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594" name="Google Shape;3594;p344"/>
          <p:cNvSpPr>
            <a:spLocks noGrp="1"/>
          </p:cNvSpPr>
          <p:nvPr>
            <p:ph type="pic" idx="2"/>
          </p:nvPr>
        </p:nvSpPr>
        <p:spPr>
          <a:xfrm>
            <a:off x="2805141" y="2431243"/>
            <a:ext cx="9004500" cy="3295800"/>
          </a:xfrm>
          <a:prstGeom prst="rect">
            <a:avLst/>
          </a:prstGeom>
          <a:solidFill>
            <a:srgbClr val="D8D8D8"/>
          </a:solidFill>
          <a:ln>
            <a:noFill/>
          </a:ln>
        </p:spPr>
        <p:txBody>
          <a:bodyPr/>
          <a:lstStyle/>
          <a:p>
            <a:endParaRPr lang="pt-BR" dirty="0"/>
          </a:p>
        </p:txBody>
      </p:sp>
      <p:sp>
        <p:nvSpPr>
          <p:cNvPr id="3595" name="Google Shape;3595;p344"/>
          <p:cNvSpPr txBox="1">
            <a:spLocks noGrp="1"/>
          </p:cNvSpPr>
          <p:nvPr>
            <p:ph type="body" idx="1"/>
          </p:nvPr>
        </p:nvSpPr>
        <p:spPr>
          <a:xfrm>
            <a:off x="2805142" y="5860191"/>
            <a:ext cx="9004800" cy="279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596" name="Google Shape;3596;p344"/>
          <p:cNvSpPr txBox="1">
            <a:spLocks noGrp="1"/>
          </p:cNvSpPr>
          <p:nvPr>
            <p:ph type="body" idx="3"/>
          </p:nvPr>
        </p:nvSpPr>
        <p:spPr>
          <a:xfrm>
            <a:off x="2805142" y="823383"/>
            <a:ext cx="9004800" cy="13632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597" name="Google Shape;3597;p344"/>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598" name="Google Shape;3598;p344"/>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matchingName="4. Exposição">
  <p:cSld name="2_4. Exposição 4">
    <p:spTree>
      <p:nvGrpSpPr>
        <p:cNvPr id="1" name="Shape 3599"/>
        <p:cNvGrpSpPr/>
        <p:nvPr/>
      </p:nvGrpSpPr>
      <p:grpSpPr>
        <a:xfrm>
          <a:off x="0" y="0"/>
          <a:ext cx="0" cy="0"/>
          <a:chOff x="0" y="0"/>
          <a:chExt cx="0" cy="0"/>
        </a:xfrm>
      </p:grpSpPr>
      <p:sp>
        <p:nvSpPr>
          <p:cNvPr id="3600" name="Google Shape;3600;p345"/>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cxnSp>
        <p:nvCxnSpPr>
          <p:cNvPr id="3601" name="Google Shape;3601;p345"/>
          <p:cNvCxnSpPr/>
          <p:nvPr/>
        </p:nvCxnSpPr>
        <p:spPr>
          <a:xfrm>
            <a:off x="343022" y="609127"/>
            <a:ext cx="7496100" cy="0"/>
          </a:xfrm>
          <a:prstGeom prst="straightConnector1">
            <a:avLst/>
          </a:prstGeom>
          <a:noFill/>
          <a:ln w="12700" cap="flat" cmpd="sng">
            <a:solidFill>
              <a:schemeClr val="dk1"/>
            </a:solidFill>
            <a:prstDash val="solid"/>
            <a:round/>
            <a:headEnd type="none" w="sm" len="sm"/>
            <a:tailEnd type="none" w="sm" len="sm"/>
          </a:ln>
        </p:spPr>
      </p:cxnSp>
      <p:sp>
        <p:nvSpPr>
          <p:cNvPr id="3602" name="Google Shape;3602;p345"/>
          <p:cNvSpPr txBox="1"/>
          <p:nvPr/>
        </p:nvSpPr>
        <p:spPr>
          <a:xfrm>
            <a:off x="343021" y="409155"/>
            <a:ext cx="4153500" cy="219000"/>
          </a:xfrm>
          <a:prstGeom prst="rect">
            <a:avLst/>
          </a:prstGeom>
          <a:noFill/>
          <a:ln>
            <a:noFill/>
          </a:ln>
        </p:spPr>
        <p:txBody>
          <a:bodyPr spcFirstLastPara="1" wrap="square" lIns="60950" tIns="60950" rIns="60950" bIns="60950" anchor="ctr" anchorCtr="0">
            <a:spAutoFit/>
          </a:bodyPr>
          <a:lstStyle/>
          <a:p>
            <a:pPr marL="0" marR="0" lvl="0" indent="0" algn="l" rtl="0">
              <a:lnSpc>
                <a:spcPct val="115000"/>
              </a:lnSpc>
              <a:spcBef>
                <a:spcPts val="0"/>
              </a:spcBef>
              <a:spcAft>
                <a:spcPts val="0"/>
              </a:spcAft>
              <a:buClr>
                <a:srgbClr val="000000"/>
              </a:buClr>
              <a:buSzPts val="3400"/>
              <a:buFont typeface="Arial"/>
              <a:buNone/>
            </a:pPr>
            <a:r>
              <a:rPr lang="pt-BR" sz="622" b="1" i="0" u="none" strike="noStrike" cap="none" dirty="0">
                <a:solidFill>
                  <a:srgbClr val="000000"/>
                </a:solidFill>
                <a:latin typeface="Arial"/>
                <a:ea typeface="Arial"/>
                <a:cs typeface="Arial"/>
                <a:sym typeface="Arial"/>
              </a:rPr>
              <a:t>Diversas aplicações</a:t>
            </a:r>
            <a:endParaRPr sz="933" b="1"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matchingName="4. Exposição">
  <p:cSld name="2_4. Exposição 5">
    <p:spTree>
      <p:nvGrpSpPr>
        <p:cNvPr id="1" name="Shape 3603"/>
        <p:cNvGrpSpPr/>
        <p:nvPr/>
      </p:nvGrpSpPr>
      <p:grpSpPr>
        <a:xfrm>
          <a:off x="0" y="0"/>
          <a:ext cx="0" cy="0"/>
          <a:chOff x="0" y="0"/>
          <a:chExt cx="0" cy="0"/>
        </a:xfrm>
      </p:grpSpPr>
      <p:sp>
        <p:nvSpPr>
          <p:cNvPr id="3604" name="Google Shape;3604;p346"/>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matchingName="Linha do Tempo2">
  <p:cSld name="1_Linha do Tempo2 2">
    <p:bg>
      <p:bgPr>
        <a:solidFill>
          <a:schemeClr val="lt1"/>
        </a:solidFill>
        <a:effectLst/>
      </p:bgPr>
    </p:bg>
    <p:spTree>
      <p:nvGrpSpPr>
        <p:cNvPr id="1" name="Shape 3605"/>
        <p:cNvGrpSpPr/>
        <p:nvPr/>
      </p:nvGrpSpPr>
      <p:grpSpPr>
        <a:xfrm>
          <a:off x="0" y="0"/>
          <a:ext cx="0" cy="0"/>
          <a:chOff x="0" y="0"/>
          <a:chExt cx="0" cy="0"/>
        </a:xfrm>
      </p:grpSpPr>
      <p:pic>
        <p:nvPicPr>
          <p:cNvPr id="3606" name="Google Shape;3606;p347"/>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3607" name="Google Shape;3607;p347"/>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3608" name="Google Shape;3608;p347"/>
          <p:cNvSpPr txBox="1">
            <a:spLocks noGrp="1"/>
          </p:cNvSpPr>
          <p:nvPr>
            <p:ph type="body" idx="1"/>
          </p:nvPr>
        </p:nvSpPr>
        <p:spPr>
          <a:xfrm>
            <a:off x="3104707" y="1664759"/>
            <a:ext cx="8240100" cy="2466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3609" name="Google Shape;3609;p347"/>
          <p:cNvCxnSpPr/>
          <p:nvPr/>
        </p:nvCxnSpPr>
        <p:spPr>
          <a:xfrm>
            <a:off x="460698" y="3353252"/>
            <a:ext cx="11844600" cy="0"/>
          </a:xfrm>
          <a:prstGeom prst="straightConnector1">
            <a:avLst/>
          </a:prstGeom>
          <a:noFill/>
          <a:ln w="28575" cap="flat" cmpd="sng">
            <a:solidFill>
              <a:schemeClr val="dk1"/>
            </a:solidFill>
            <a:prstDash val="dot"/>
            <a:round/>
            <a:headEnd type="none" w="sm" len="sm"/>
            <a:tailEnd type="none" w="sm" len="sm"/>
          </a:ln>
        </p:spPr>
      </p:cxnSp>
      <p:sp>
        <p:nvSpPr>
          <p:cNvPr id="3610" name="Google Shape;3610;p347"/>
          <p:cNvSpPr txBox="1">
            <a:spLocks noGrp="1"/>
          </p:cNvSpPr>
          <p:nvPr>
            <p:ph type="body" idx="2"/>
          </p:nvPr>
        </p:nvSpPr>
        <p:spPr>
          <a:xfrm>
            <a:off x="3104707" y="1090293"/>
            <a:ext cx="7173300" cy="4179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3000"/>
              <a:buFont typeface="Poppins"/>
              <a:buNone/>
              <a:defRPr sz="2000" b="1" i="0" u="none" strike="noStrike" cap="none">
                <a:solidFill>
                  <a:srgbClr val="FF161F"/>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3611" name="Google Shape;3611;p347"/>
          <p:cNvSpPr txBox="1"/>
          <p:nvPr/>
        </p:nvSpPr>
        <p:spPr>
          <a:xfrm>
            <a:off x="1635512" y="498087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612" name="Google Shape;3612;p347"/>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613" name="Google Shape;3613;p347"/>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preserve="1" userDrawn="1">
  <p:cSld name="3_Layout Personalizado">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0F2ED3E9-3B0B-E370-C738-4D436A14D453}"/>
              </a:ext>
            </a:extLst>
          </p:cNvPr>
          <p:cNvSpPr/>
          <p:nvPr userDrawn="1"/>
        </p:nvSpPr>
        <p:spPr>
          <a:xfrm>
            <a:off x="0" y="0"/>
            <a:ext cx="12192000" cy="6858000"/>
          </a:xfrm>
          <a:prstGeom prst="rect">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dirty="0"/>
          </a:p>
        </p:txBody>
      </p:sp>
      <p:sp>
        <p:nvSpPr>
          <p:cNvPr id="9" name="Retângulo: Cantos Arredondados 3">
            <a:extLst>
              <a:ext uri="{FF2B5EF4-FFF2-40B4-BE49-F238E27FC236}">
                <a16:creationId xmlns:a16="http://schemas.microsoft.com/office/drawing/2014/main" id="{7CC1D952-1166-6C93-14FA-DD03A2DF1C31}"/>
              </a:ext>
            </a:extLst>
          </p:cNvPr>
          <p:cNvSpPr/>
          <p:nvPr userDrawn="1"/>
        </p:nvSpPr>
        <p:spPr>
          <a:xfrm>
            <a:off x="5802699" y="1543035"/>
            <a:ext cx="4205858" cy="3044205"/>
          </a:xfrm>
          <a:prstGeom prst="roundRect">
            <a:avLst/>
          </a:prstGeom>
          <a:solidFill>
            <a:srgbClr val="FF16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 name="TextBox 4">
            <a:extLst>
              <a:ext uri="{FF2B5EF4-FFF2-40B4-BE49-F238E27FC236}">
                <a16:creationId xmlns:a16="http://schemas.microsoft.com/office/drawing/2014/main" id="{CF524BA5-8A5B-145B-7D69-2189A7ECA0A4}"/>
              </a:ext>
            </a:extLst>
          </p:cNvPr>
          <p:cNvSpPr txBox="1"/>
          <p:nvPr userDrawn="1"/>
        </p:nvSpPr>
        <p:spPr>
          <a:xfrm>
            <a:off x="2149362" y="2398780"/>
            <a:ext cx="3401671" cy="1574726"/>
          </a:xfrm>
          <a:prstGeom prst="rect">
            <a:avLst/>
          </a:prstGeom>
        </p:spPr>
        <p:txBody>
          <a:bodyPr lIns="0" tIns="0" rIns="0" bIns="0" rtlCol="0" anchor="t">
            <a:spAutoFit/>
          </a:bodyPr>
          <a:lstStyle/>
          <a:p>
            <a:pPr algn="r">
              <a:lnSpc>
                <a:spcPts val="4010"/>
              </a:lnSpc>
            </a:pPr>
            <a:r>
              <a:rPr lang="pt-BR" sz="4266" noProof="0" dirty="0">
                <a:solidFill>
                  <a:srgbClr val="000000"/>
                </a:solidFill>
                <a:latin typeface="Poppins Bold"/>
              </a:rPr>
              <a:t>Educação Profissional Paulista</a:t>
            </a:r>
          </a:p>
        </p:txBody>
      </p:sp>
      <p:sp>
        <p:nvSpPr>
          <p:cNvPr id="4" name="TextBox 5">
            <a:extLst>
              <a:ext uri="{FF2B5EF4-FFF2-40B4-BE49-F238E27FC236}">
                <a16:creationId xmlns:a16="http://schemas.microsoft.com/office/drawing/2014/main" id="{49264B19-EABE-E980-0382-F7985FB1FC39}"/>
              </a:ext>
            </a:extLst>
          </p:cNvPr>
          <p:cNvSpPr txBox="1"/>
          <p:nvPr userDrawn="1"/>
        </p:nvSpPr>
        <p:spPr>
          <a:xfrm>
            <a:off x="6069602" y="2317274"/>
            <a:ext cx="3578455" cy="570669"/>
          </a:xfrm>
          <a:prstGeom prst="rect">
            <a:avLst/>
          </a:prstGeom>
        </p:spPr>
        <p:txBody>
          <a:bodyPr lIns="0" tIns="0" rIns="0" bIns="0" rtlCol="0" anchor="t">
            <a:spAutoFit/>
          </a:bodyPr>
          <a:lstStyle/>
          <a:p>
            <a:pPr>
              <a:lnSpc>
                <a:spcPts val="4564"/>
              </a:lnSpc>
            </a:pPr>
            <a:r>
              <a:rPr lang="pt-BR" sz="3334" noProof="0" dirty="0">
                <a:solidFill>
                  <a:srgbClr val="FFFFFF"/>
                </a:solidFill>
                <a:latin typeface="Poppins Light"/>
              </a:rPr>
              <a:t>Técnico em </a:t>
            </a:r>
          </a:p>
        </p:txBody>
      </p:sp>
      <p:sp>
        <p:nvSpPr>
          <p:cNvPr id="8" name="TextBox 6">
            <a:extLst>
              <a:ext uri="{FF2B5EF4-FFF2-40B4-BE49-F238E27FC236}">
                <a16:creationId xmlns:a16="http://schemas.microsoft.com/office/drawing/2014/main" id="{5DA0742F-07B8-18A9-5702-8DC154501EFB}"/>
              </a:ext>
            </a:extLst>
          </p:cNvPr>
          <p:cNvSpPr txBox="1"/>
          <p:nvPr userDrawn="1"/>
        </p:nvSpPr>
        <p:spPr>
          <a:xfrm>
            <a:off x="6116400" y="2896479"/>
            <a:ext cx="3673776" cy="964238"/>
          </a:xfrm>
          <a:prstGeom prst="rect">
            <a:avLst/>
          </a:prstGeom>
        </p:spPr>
        <p:txBody>
          <a:bodyPr wrap="square" lIns="0" tIns="0" rIns="0" bIns="0" rtlCol="0" anchor="t">
            <a:spAutoFit/>
          </a:bodyPr>
          <a:lstStyle/>
          <a:p>
            <a:pPr>
              <a:lnSpc>
                <a:spcPct val="100000"/>
              </a:lnSpc>
            </a:pPr>
            <a:r>
              <a:rPr lang="pt-BR" sz="3133" noProof="0" dirty="0">
                <a:solidFill>
                  <a:srgbClr val="FFFFFF"/>
                </a:solidFill>
                <a:latin typeface="Poppins Bold"/>
              </a:rPr>
              <a:t>Desenvolvimento de Sistemas</a:t>
            </a:r>
          </a:p>
        </p:txBody>
      </p:sp>
      <p:pic>
        <p:nvPicPr>
          <p:cNvPr id="11" name="Imagem 10" descr="Logotipo&#10;&#10;O conteúdo gerado por IA pode estar incorreto.">
            <a:extLst>
              <a:ext uri="{FF2B5EF4-FFF2-40B4-BE49-F238E27FC236}">
                <a16:creationId xmlns:a16="http://schemas.microsoft.com/office/drawing/2014/main" id="{4F5C8B44-C3C6-1021-4D77-EB86366D039E}"/>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a:fillRect/>
          </a:stretch>
        </p:blipFill>
        <p:spPr>
          <a:xfrm>
            <a:off x="4828111" y="5385674"/>
            <a:ext cx="2535779" cy="1147457"/>
          </a:xfrm>
          <a:prstGeom prst="rect">
            <a:avLst/>
          </a:prstGeom>
        </p:spPr>
      </p:pic>
    </p:spTree>
    <p:extLst>
      <p:ext uri="{BB962C8B-B14F-4D97-AF65-F5344CB8AC3E}">
        <p14:creationId xmlns:p14="http://schemas.microsoft.com/office/powerpoint/2010/main" val="701992424"/>
      </p:ext>
    </p:extLst>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matchingName="Layout Personalizado" userDrawn="1">
  <p:cSld name="Layout Personalizado">
    <p:spTree>
      <p:nvGrpSpPr>
        <p:cNvPr id="1" name="Shape 10"/>
        <p:cNvGrpSpPr/>
        <p:nvPr/>
      </p:nvGrpSpPr>
      <p:grpSpPr>
        <a:xfrm>
          <a:off x="0" y="0"/>
          <a:ext cx="0" cy="0"/>
          <a:chOff x="0" y="0"/>
          <a:chExt cx="0" cy="0"/>
        </a:xfrm>
      </p:grpSpPr>
      <p:pic>
        <p:nvPicPr>
          <p:cNvPr id="4" name="Google Shape;12;p2">
            <a:extLst>
              <a:ext uri="{FF2B5EF4-FFF2-40B4-BE49-F238E27FC236}">
                <a16:creationId xmlns:a16="http://schemas.microsoft.com/office/drawing/2014/main" id="{4C9EA7A8-7A7F-3A54-B031-557E31495A30}"/>
              </a:ext>
            </a:extLst>
          </p:cNvPr>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0" y="0"/>
            <a:ext cx="8566485" cy="6858000"/>
          </a:xfrm>
          <a:prstGeom prst="rect">
            <a:avLst/>
          </a:prstGeom>
          <a:noFill/>
          <a:ln>
            <a:noFill/>
          </a:ln>
        </p:spPr>
      </p:pic>
      <p:grpSp>
        <p:nvGrpSpPr>
          <p:cNvPr id="7" name="Google Shape;83;p33">
            <a:extLst>
              <a:ext uri="{FF2B5EF4-FFF2-40B4-BE49-F238E27FC236}">
                <a16:creationId xmlns:a16="http://schemas.microsoft.com/office/drawing/2014/main" id="{1B9B72B3-BE34-1E22-F0B8-80E7F50DF0D4}"/>
              </a:ext>
            </a:extLst>
          </p:cNvPr>
          <p:cNvGrpSpPr/>
          <p:nvPr userDrawn="1"/>
        </p:nvGrpSpPr>
        <p:grpSpPr>
          <a:xfrm>
            <a:off x="9766737" y="6378809"/>
            <a:ext cx="2435595" cy="499855"/>
            <a:chOff x="14634602" y="9537218"/>
            <a:chExt cx="3653392" cy="749782"/>
          </a:xfrm>
        </p:grpSpPr>
        <p:pic>
          <p:nvPicPr>
            <p:cNvPr id="8" name="Google Shape;84;p33">
              <a:extLst>
                <a:ext uri="{FF2B5EF4-FFF2-40B4-BE49-F238E27FC236}">
                  <a16:creationId xmlns:a16="http://schemas.microsoft.com/office/drawing/2014/main" id="{5568C5A0-658B-B802-5C17-0029C1F08820}"/>
                </a:ext>
              </a:extLst>
            </p:cNvPr>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13" name="Google Shape;85;p33" descr="Logotipo">
              <a:extLst>
                <a:ext uri="{FF2B5EF4-FFF2-40B4-BE49-F238E27FC236}">
                  <a16:creationId xmlns:a16="http://schemas.microsoft.com/office/drawing/2014/main" id="{C92A5EE0-539C-017F-81BF-96A1619628CB}"/>
                </a:ext>
              </a:extLst>
            </p:cNvPr>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5" name="CaixaDeTexto 4">
            <a:extLst>
              <a:ext uri="{FF2B5EF4-FFF2-40B4-BE49-F238E27FC236}">
                <a16:creationId xmlns:a16="http://schemas.microsoft.com/office/drawing/2014/main" id="{8F753BE2-99F0-4892-173B-5CB027D775FC}"/>
              </a:ext>
            </a:extLst>
          </p:cNvPr>
          <p:cNvSpPr txBox="1"/>
          <p:nvPr userDrawn="1"/>
        </p:nvSpPr>
        <p:spPr>
          <a:xfrm>
            <a:off x="13050982" y="194887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pic>
        <p:nvPicPr>
          <p:cNvPr id="3" name="Google Shape;11;p2">
            <a:extLst>
              <a:ext uri="{FF2B5EF4-FFF2-40B4-BE49-F238E27FC236}">
                <a16:creationId xmlns:a16="http://schemas.microsoft.com/office/drawing/2014/main" id="{53B9E2B5-FF7E-5C60-C6BF-5DFD361D5B2F}"/>
              </a:ext>
            </a:extLst>
          </p:cNvPr>
          <p:cNvPicPr preferRelativeResize="0"/>
          <p:nvPr userDrawn="1"/>
        </p:nvPicPr>
        <p:blipFill rotWithShape="1">
          <a:blip r:embed="rId5" cstate="hqprint">
            <a:alphaModFix/>
            <a:extLst>
              <a:ext uri="{28A0092B-C50C-407E-A947-70E740481C1C}">
                <a14:useLocalDpi xmlns:a14="http://schemas.microsoft.com/office/drawing/2010/main"/>
              </a:ext>
            </a:extLst>
          </a:blip>
          <a:srcRect/>
          <a:stretch/>
        </p:blipFill>
        <p:spPr>
          <a:xfrm>
            <a:off x="0" y="0"/>
            <a:ext cx="12192000" cy="6859200"/>
          </a:xfrm>
          <a:prstGeom prst="rect">
            <a:avLst/>
          </a:prstGeom>
          <a:noFill/>
          <a:ln>
            <a:noFill/>
          </a:ln>
        </p:spPr>
      </p:pic>
      <p:grpSp>
        <p:nvGrpSpPr>
          <p:cNvPr id="10" name="Agrupar 9">
            <a:extLst>
              <a:ext uri="{FF2B5EF4-FFF2-40B4-BE49-F238E27FC236}">
                <a16:creationId xmlns:a16="http://schemas.microsoft.com/office/drawing/2014/main" id="{947B6035-9C8C-3ED9-9931-1734DCC7C153}"/>
              </a:ext>
            </a:extLst>
          </p:cNvPr>
          <p:cNvGrpSpPr/>
          <p:nvPr userDrawn="1"/>
        </p:nvGrpSpPr>
        <p:grpSpPr>
          <a:xfrm>
            <a:off x="10400796" y="6090630"/>
            <a:ext cx="1791203" cy="767370"/>
            <a:chOff x="10400796" y="6090630"/>
            <a:chExt cx="1791203" cy="767370"/>
          </a:xfrm>
        </p:grpSpPr>
        <p:sp>
          <p:nvSpPr>
            <p:cNvPr id="11" name="Retângulo: Cantos Superiores Arredondados 9">
              <a:extLst>
                <a:ext uri="{FF2B5EF4-FFF2-40B4-BE49-F238E27FC236}">
                  <a16:creationId xmlns:a16="http://schemas.microsoft.com/office/drawing/2014/main" id="{B625DE49-D3F4-0406-EEB5-1895BC22FBAC}"/>
                </a:ext>
              </a:extLst>
            </p:cNvPr>
            <p:cNvSpPr/>
            <p:nvPr userDrawn="1"/>
          </p:nvSpPr>
          <p:spPr>
            <a:xfrm>
              <a:off x="10400796" y="6090630"/>
              <a:ext cx="1791203" cy="767370"/>
            </a:xfrm>
            <a:prstGeom prst="round2SameRect">
              <a:avLst>
                <a:gd name="adj1" fmla="val 15454"/>
                <a:gd name="adj2" fmla="val 0"/>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Retângulo 11">
              <a:extLst>
                <a:ext uri="{FF2B5EF4-FFF2-40B4-BE49-F238E27FC236}">
                  <a16:creationId xmlns:a16="http://schemas.microsoft.com/office/drawing/2014/main" id="{06E13A53-AB4D-866A-ACCA-E9396618A0B7}"/>
                </a:ext>
              </a:extLst>
            </p:cNvPr>
            <p:cNvSpPr/>
            <p:nvPr userDrawn="1"/>
          </p:nvSpPr>
          <p:spPr>
            <a:xfrm>
              <a:off x="11842890" y="6090630"/>
              <a:ext cx="349109" cy="306142"/>
            </a:xfrm>
            <a:prstGeom prst="rect">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pic>
        <p:nvPicPr>
          <p:cNvPr id="14" name="Imagem 13" descr="Logotipo&#10;&#10;O conteúdo gerado por IA pode estar incorreto.">
            <a:extLst>
              <a:ext uri="{FF2B5EF4-FFF2-40B4-BE49-F238E27FC236}">
                <a16:creationId xmlns:a16="http://schemas.microsoft.com/office/drawing/2014/main" id="{7360E7C6-0550-3148-4C90-E4FEFA552317}"/>
              </a:ext>
            </a:extLst>
          </p:cNvPr>
          <p:cNvPicPr>
            <a:picLocks noChangeAspect="1"/>
          </p:cNvPicPr>
          <p:nvPr userDrawn="1"/>
        </p:nvPicPr>
        <p:blipFill>
          <a:blip r:embed="rId6" cstate="hqprint">
            <a:extLst>
              <a:ext uri="{28A0092B-C50C-407E-A947-70E740481C1C}">
                <a14:useLocalDpi xmlns:a14="http://schemas.microsoft.com/office/drawing/2010/main"/>
              </a:ext>
            </a:extLst>
          </a:blip>
          <a:srcRect/>
          <a:stretch>
            <a:fillRect/>
          </a:stretch>
        </p:blipFill>
        <p:spPr>
          <a:xfrm>
            <a:off x="10534930" y="6126882"/>
            <a:ext cx="1539046" cy="696429"/>
          </a:xfrm>
          <a:prstGeom prst="rect">
            <a:avLst/>
          </a:prstGeom>
        </p:spPr>
      </p:pic>
      <p:grpSp>
        <p:nvGrpSpPr>
          <p:cNvPr id="15" name="Agrupar 14">
            <a:extLst>
              <a:ext uri="{FF2B5EF4-FFF2-40B4-BE49-F238E27FC236}">
                <a16:creationId xmlns:a16="http://schemas.microsoft.com/office/drawing/2014/main" id="{9EC23767-7EBB-0795-6222-049F575BFADB}"/>
              </a:ext>
            </a:extLst>
          </p:cNvPr>
          <p:cNvGrpSpPr/>
          <p:nvPr userDrawn="1"/>
        </p:nvGrpSpPr>
        <p:grpSpPr>
          <a:xfrm>
            <a:off x="0" y="1"/>
            <a:ext cx="8566485" cy="5380264"/>
            <a:chOff x="0" y="0"/>
            <a:chExt cx="8566485" cy="5808133"/>
          </a:xfrm>
        </p:grpSpPr>
        <p:sp>
          <p:nvSpPr>
            <p:cNvPr id="16" name="Retângulo 15">
              <a:extLst>
                <a:ext uri="{FF2B5EF4-FFF2-40B4-BE49-F238E27FC236}">
                  <a16:creationId xmlns:a16="http://schemas.microsoft.com/office/drawing/2014/main" id="{CF688CE9-2222-9643-79A3-865B04791997}"/>
                </a:ext>
              </a:extLst>
            </p:cNvPr>
            <p:cNvSpPr/>
            <p:nvPr userDrawn="1"/>
          </p:nvSpPr>
          <p:spPr>
            <a:xfrm>
              <a:off x="0" y="0"/>
              <a:ext cx="8566485" cy="4656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7" name="Retângulo: Cantos Arredondados 15">
              <a:extLst>
                <a:ext uri="{FF2B5EF4-FFF2-40B4-BE49-F238E27FC236}">
                  <a16:creationId xmlns:a16="http://schemas.microsoft.com/office/drawing/2014/main" id="{AD46DB0E-F61D-37D0-5BE0-8E57ECB99598}"/>
                </a:ext>
              </a:extLst>
            </p:cNvPr>
            <p:cNvSpPr/>
            <p:nvPr userDrawn="1"/>
          </p:nvSpPr>
          <p:spPr>
            <a:xfrm>
              <a:off x="0" y="0"/>
              <a:ext cx="8566485" cy="5808133"/>
            </a:xfrm>
            <a:prstGeom prst="roundRect">
              <a:avLst>
                <a:gd name="adj" fmla="val 125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8" name="Retângulo 17">
              <a:extLst>
                <a:ext uri="{FF2B5EF4-FFF2-40B4-BE49-F238E27FC236}">
                  <a16:creationId xmlns:a16="http://schemas.microsoft.com/office/drawing/2014/main" id="{5135B56B-2CDE-61DC-C189-F97CDBF099F2}"/>
                </a:ext>
              </a:extLst>
            </p:cNvPr>
            <p:cNvSpPr/>
            <p:nvPr userDrawn="1"/>
          </p:nvSpPr>
          <p:spPr>
            <a:xfrm>
              <a:off x="0" y="3890433"/>
              <a:ext cx="1109133" cy="1917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Tree>
    <p:extLst>
      <p:ext uri="{BB962C8B-B14F-4D97-AF65-F5344CB8AC3E}">
        <p14:creationId xmlns:p14="http://schemas.microsoft.com/office/powerpoint/2010/main" val="1351887313"/>
      </p:ext>
    </p:extLst>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matchingName="Layout Personalizado" preserve="1" userDrawn="1">
  <p:cSld name="1_Layout Personalizado">
    <p:spTree>
      <p:nvGrpSpPr>
        <p:cNvPr id="1" name="Shape 10"/>
        <p:cNvGrpSpPr/>
        <p:nvPr/>
      </p:nvGrpSpPr>
      <p:grpSpPr>
        <a:xfrm>
          <a:off x="0" y="0"/>
          <a:ext cx="0" cy="0"/>
          <a:chOff x="0" y="0"/>
          <a:chExt cx="0" cy="0"/>
        </a:xfrm>
      </p:grpSpPr>
      <p:pic>
        <p:nvPicPr>
          <p:cNvPr id="9" name="Google Shape;11;p2">
            <a:extLst>
              <a:ext uri="{FF2B5EF4-FFF2-40B4-BE49-F238E27FC236}">
                <a16:creationId xmlns:a16="http://schemas.microsoft.com/office/drawing/2014/main" id="{77E05663-AB1C-A199-095D-DA44AEA9F0F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2192000" cy="6859200"/>
          </a:xfrm>
          <a:prstGeom prst="rect">
            <a:avLst/>
          </a:prstGeom>
          <a:noFill/>
          <a:ln>
            <a:noFill/>
          </a:ln>
        </p:spPr>
      </p:pic>
      <p:grpSp>
        <p:nvGrpSpPr>
          <p:cNvPr id="16" name="Agrupar 15">
            <a:extLst>
              <a:ext uri="{FF2B5EF4-FFF2-40B4-BE49-F238E27FC236}">
                <a16:creationId xmlns:a16="http://schemas.microsoft.com/office/drawing/2014/main" id="{4B6D9DC3-4BFB-F2BF-AED8-6AF0D1F421DD}"/>
              </a:ext>
            </a:extLst>
          </p:cNvPr>
          <p:cNvGrpSpPr/>
          <p:nvPr userDrawn="1"/>
        </p:nvGrpSpPr>
        <p:grpSpPr>
          <a:xfrm>
            <a:off x="0" y="1"/>
            <a:ext cx="8566485" cy="5380264"/>
            <a:chOff x="0" y="0"/>
            <a:chExt cx="8566485" cy="5808133"/>
          </a:xfrm>
        </p:grpSpPr>
        <p:sp>
          <p:nvSpPr>
            <p:cNvPr id="17" name="Retângulo 16">
              <a:extLst>
                <a:ext uri="{FF2B5EF4-FFF2-40B4-BE49-F238E27FC236}">
                  <a16:creationId xmlns:a16="http://schemas.microsoft.com/office/drawing/2014/main" id="{563FA86F-78DE-05DC-AB34-0A9D9887A9A4}"/>
                </a:ext>
              </a:extLst>
            </p:cNvPr>
            <p:cNvSpPr/>
            <p:nvPr userDrawn="1"/>
          </p:nvSpPr>
          <p:spPr>
            <a:xfrm>
              <a:off x="0" y="0"/>
              <a:ext cx="8566485" cy="4656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8" name="Retângulo: Cantos Arredondados 9">
              <a:extLst>
                <a:ext uri="{FF2B5EF4-FFF2-40B4-BE49-F238E27FC236}">
                  <a16:creationId xmlns:a16="http://schemas.microsoft.com/office/drawing/2014/main" id="{0D675876-35FC-1B3E-9F83-8AC3B730E95D}"/>
                </a:ext>
              </a:extLst>
            </p:cNvPr>
            <p:cNvSpPr/>
            <p:nvPr userDrawn="1"/>
          </p:nvSpPr>
          <p:spPr>
            <a:xfrm>
              <a:off x="0" y="0"/>
              <a:ext cx="8566485" cy="5808133"/>
            </a:xfrm>
            <a:prstGeom prst="roundRect">
              <a:avLst>
                <a:gd name="adj" fmla="val 125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9" name="Retângulo 18">
              <a:extLst>
                <a:ext uri="{FF2B5EF4-FFF2-40B4-BE49-F238E27FC236}">
                  <a16:creationId xmlns:a16="http://schemas.microsoft.com/office/drawing/2014/main" id="{D087E027-F4A9-5D18-0D41-D842A0A0536D}"/>
                </a:ext>
              </a:extLst>
            </p:cNvPr>
            <p:cNvSpPr/>
            <p:nvPr userDrawn="1"/>
          </p:nvSpPr>
          <p:spPr>
            <a:xfrm>
              <a:off x="0" y="3890433"/>
              <a:ext cx="1109133" cy="1917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5" name="CaixaDeTexto 4">
            <a:extLst>
              <a:ext uri="{FF2B5EF4-FFF2-40B4-BE49-F238E27FC236}">
                <a16:creationId xmlns:a16="http://schemas.microsoft.com/office/drawing/2014/main" id="{8F753BE2-99F0-4892-173B-5CB027D775FC}"/>
              </a:ext>
            </a:extLst>
          </p:cNvPr>
          <p:cNvSpPr txBox="1"/>
          <p:nvPr userDrawn="1"/>
        </p:nvSpPr>
        <p:spPr>
          <a:xfrm>
            <a:off x="13050982" y="194887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2" name="Google Shape;643;p43">
            <a:extLst>
              <a:ext uri="{FF2B5EF4-FFF2-40B4-BE49-F238E27FC236}">
                <a16:creationId xmlns:a16="http://schemas.microsoft.com/office/drawing/2014/main" id="{C48BB9E0-E4E1-D9BE-BCF0-CCC4171FA07E}"/>
              </a:ext>
            </a:extLst>
          </p:cNvPr>
          <p:cNvSpPr txBox="1">
            <a:spLocks/>
          </p:cNvSpPr>
          <p:nvPr userDrawn="1"/>
        </p:nvSpPr>
        <p:spPr>
          <a:xfrm>
            <a:off x="625132" y="2553290"/>
            <a:ext cx="6814747" cy="535430"/>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sz="3000" dirty="0">
                <a:solidFill>
                  <a:srgbClr val="FF161F"/>
                </a:solidFill>
              </a:rPr>
              <a:t>Orientações ao Professor</a:t>
            </a:r>
          </a:p>
        </p:txBody>
      </p:sp>
    </p:spTree>
    <p:extLst>
      <p:ext uri="{BB962C8B-B14F-4D97-AF65-F5344CB8AC3E}">
        <p14:creationId xmlns:p14="http://schemas.microsoft.com/office/powerpoint/2010/main" val="3523734438"/>
      </p:ext>
    </p:extLst>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matchingName="Title Only" preserve="1" userDrawn="1">
  <p:cSld name="Title Only">
    <p:spTree>
      <p:nvGrpSpPr>
        <p:cNvPr id="1" name="Shape 16"/>
        <p:cNvGrpSpPr/>
        <p:nvPr/>
      </p:nvGrpSpPr>
      <p:grpSpPr>
        <a:xfrm>
          <a:off x="0" y="0"/>
          <a:ext cx="0" cy="0"/>
          <a:chOff x="0" y="0"/>
          <a:chExt cx="0" cy="0"/>
        </a:xfrm>
      </p:grpSpPr>
      <p:pic>
        <p:nvPicPr>
          <p:cNvPr id="3" name="Google Shape;164;p15">
            <a:extLst>
              <a:ext uri="{FF2B5EF4-FFF2-40B4-BE49-F238E27FC236}">
                <a16:creationId xmlns:a16="http://schemas.microsoft.com/office/drawing/2014/main" id="{D4FA8159-1286-3A5C-581E-5918EDEC5F7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1" y="0"/>
            <a:ext cx="3426935" cy="6858000"/>
          </a:xfrm>
          <a:prstGeom prst="rect">
            <a:avLst/>
          </a:prstGeom>
          <a:noFill/>
          <a:ln>
            <a:noFill/>
          </a:ln>
        </p:spPr>
      </p:pic>
      <p:sp>
        <p:nvSpPr>
          <p:cNvPr id="12" name="Retângulo 11">
            <a:extLst>
              <a:ext uri="{FF2B5EF4-FFF2-40B4-BE49-F238E27FC236}">
                <a16:creationId xmlns:a16="http://schemas.microsoft.com/office/drawing/2014/main" id="{4394FAF7-9015-AB5C-C57E-671B52B293B4}"/>
              </a:ext>
            </a:extLst>
          </p:cNvPr>
          <p:cNvSpPr/>
          <p:nvPr userDrawn="1"/>
        </p:nvSpPr>
        <p:spPr>
          <a:xfrm>
            <a:off x="3426936" y="0"/>
            <a:ext cx="8781698" cy="68860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dirty="0"/>
          </a:p>
        </p:txBody>
      </p:sp>
      <p:sp>
        <p:nvSpPr>
          <p:cNvPr id="5" name="CaixaDeTexto 4">
            <a:extLst>
              <a:ext uri="{FF2B5EF4-FFF2-40B4-BE49-F238E27FC236}">
                <a16:creationId xmlns:a16="http://schemas.microsoft.com/office/drawing/2014/main" id="{94EF9377-0BC9-8D48-6EB4-411B8F209D6B}"/>
              </a:ext>
            </a:extLst>
          </p:cNvPr>
          <p:cNvSpPr txBox="1"/>
          <p:nvPr userDrawn="1"/>
        </p:nvSpPr>
        <p:spPr>
          <a:xfrm>
            <a:off x="-1469036" y="1009338"/>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6" name="Espaço Reservado para Texto 47">
            <a:extLst>
              <a:ext uri="{FF2B5EF4-FFF2-40B4-BE49-F238E27FC236}">
                <a16:creationId xmlns:a16="http://schemas.microsoft.com/office/drawing/2014/main" id="{755FA726-716F-3542-967C-F40E41D8925B}"/>
              </a:ext>
            </a:extLst>
          </p:cNvPr>
          <p:cNvSpPr>
            <a:spLocks noGrp="1"/>
          </p:cNvSpPr>
          <p:nvPr>
            <p:ph type="body" sz="quarter" idx="18"/>
          </p:nvPr>
        </p:nvSpPr>
        <p:spPr>
          <a:xfrm>
            <a:off x="6095993" y="2930526"/>
            <a:ext cx="5714599" cy="1385358"/>
          </a:xfrm>
          <a:prstGeom prst="rect">
            <a:avLst/>
          </a:prstGeom>
        </p:spPr>
        <p:txBody>
          <a:bodyPr/>
          <a:lstStyle>
            <a:lvl1pPr>
              <a:defRPr sz="1333" b="0" i="0">
                <a:latin typeface="Poppins" pitchFamily="2" charset="77"/>
                <a:cs typeface="Poppins" pitchFamily="2" charset="77"/>
              </a:defRPr>
            </a:lvl1pPr>
          </a:lstStyle>
          <a:p>
            <a:pPr lvl="0"/>
            <a:endParaRPr lang="pt-BR"/>
          </a:p>
        </p:txBody>
      </p:sp>
      <p:sp>
        <p:nvSpPr>
          <p:cNvPr id="11" name="Espaço Reservado para Texto 43">
            <a:extLst>
              <a:ext uri="{FF2B5EF4-FFF2-40B4-BE49-F238E27FC236}">
                <a16:creationId xmlns:a16="http://schemas.microsoft.com/office/drawing/2014/main" id="{6DD254E5-84C4-DE1C-878B-C1F0C6EF462E}"/>
              </a:ext>
            </a:extLst>
          </p:cNvPr>
          <p:cNvSpPr>
            <a:spLocks noGrp="1"/>
          </p:cNvSpPr>
          <p:nvPr>
            <p:ph type="body" sz="quarter" idx="14"/>
          </p:nvPr>
        </p:nvSpPr>
        <p:spPr>
          <a:xfrm>
            <a:off x="6095995" y="328084"/>
            <a:ext cx="5714598" cy="345436"/>
          </a:xfrm>
          <a:prstGeom prst="rect">
            <a:avLst/>
          </a:prstGeom>
        </p:spPr>
        <p:txBody>
          <a:bodyPr/>
          <a:lstStyle>
            <a:lvl1pPr>
              <a:defRPr sz="1600" b="1" i="0">
                <a:latin typeface="Poppins" pitchFamily="2" charset="77"/>
                <a:cs typeface="Poppins" pitchFamily="2" charset="77"/>
              </a:defRPr>
            </a:lvl1pPr>
          </a:lstStyle>
          <a:p>
            <a:pPr lvl="0"/>
            <a:endParaRPr lang="pt-BR"/>
          </a:p>
        </p:txBody>
      </p:sp>
      <p:cxnSp>
        <p:nvCxnSpPr>
          <p:cNvPr id="19" name="Google Shape;88;p34">
            <a:extLst>
              <a:ext uri="{FF2B5EF4-FFF2-40B4-BE49-F238E27FC236}">
                <a16:creationId xmlns:a16="http://schemas.microsoft.com/office/drawing/2014/main" id="{FE1D9FC3-6D9B-B93D-3FC4-EED1DE367639}"/>
              </a:ext>
            </a:extLst>
          </p:cNvPr>
          <p:cNvCxnSpPr/>
          <p:nvPr userDrawn="1"/>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31" name="Espaço Reservado para Imagem 19">
            <a:extLst>
              <a:ext uri="{FF2B5EF4-FFF2-40B4-BE49-F238E27FC236}">
                <a16:creationId xmlns:a16="http://schemas.microsoft.com/office/drawing/2014/main" id="{48C9A844-3232-91D6-F1BE-08A05DAF5A99}"/>
              </a:ext>
            </a:extLst>
          </p:cNvPr>
          <p:cNvSpPr>
            <a:spLocks noGrp="1"/>
          </p:cNvSpPr>
          <p:nvPr>
            <p:ph type="pic" sz="quarter" idx="4294967295"/>
          </p:nvPr>
        </p:nvSpPr>
        <p:spPr>
          <a:xfrm>
            <a:off x="2916086" y="2386130"/>
            <a:ext cx="2615142" cy="1630053"/>
          </a:xfrm>
          <a:prstGeom prst="rect">
            <a:avLst/>
          </a:prstGeom>
          <a:solidFill>
            <a:schemeClr val="bg1">
              <a:lumMod val="85000"/>
            </a:schemeClr>
          </a:solidFill>
        </p:spPr>
        <p:txBody>
          <a:bodyPr/>
          <a:lstStyle>
            <a:lvl1pPr>
              <a:defRPr b="0" i="0">
                <a:latin typeface="Poppins" pitchFamily="2" charset="77"/>
                <a:cs typeface="Poppins" pitchFamily="2" charset="77"/>
              </a:defRPr>
            </a:lvl1pPr>
          </a:lstStyle>
          <a:p>
            <a:endParaRPr lang="pt-BR" sz="800" dirty="0">
              <a:latin typeface="Poppins Light" pitchFamily="2" charset="77"/>
              <a:cs typeface="Poppins Light" pitchFamily="2" charset="77"/>
            </a:endParaRPr>
          </a:p>
        </p:txBody>
      </p:sp>
      <p:sp>
        <p:nvSpPr>
          <p:cNvPr id="32" name="Espaço Reservado para Imagem 19">
            <a:extLst>
              <a:ext uri="{FF2B5EF4-FFF2-40B4-BE49-F238E27FC236}">
                <a16:creationId xmlns:a16="http://schemas.microsoft.com/office/drawing/2014/main" id="{52DA6ED4-41B5-4B53-F858-DAE25D5EF81D}"/>
              </a:ext>
            </a:extLst>
          </p:cNvPr>
          <p:cNvSpPr>
            <a:spLocks noGrp="1"/>
          </p:cNvSpPr>
          <p:nvPr>
            <p:ph type="pic" sz="quarter" idx="4294967295"/>
          </p:nvPr>
        </p:nvSpPr>
        <p:spPr>
          <a:xfrm>
            <a:off x="2916086" y="4507889"/>
            <a:ext cx="2615142" cy="1674500"/>
          </a:xfrm>
          <a:prstGeom prst="rect">
            <a:avLst/>
          </a:prstGeom>
          <a:solidFill>
            <a:schemeClr val="bg1">
              <a:lumMod val="85000"/>
            </a:schemeClr>
          </a:solidFill>
        </p:spPr>
        <p:txBody>
          <a:bodyPr/>
          <a:lstStyle>
            <a:lvl1pPr>
              <a:defRPr b="0" i="0">
                <a:latin typeface="Poppins" pitchFamily="2" charset="77"/>
                <a:cs typeface="Poppins" pitchFamily="2" charset="77"/>
              </a:defRPr>
            </a:lvl1pPr>
          </a:lstStyle>
          <a:p>
            <a:endParaRPr lang="pt-BR" sz="800" dirty="0">
              <a:latin typeface="Poppins Light" pitchFamily="2" charset="77"/>
              <a:cs typeface="Poppins Light" pitchFamily="2" charset="77"/>
            </a:endParaRPr>
          </a:p>
        </p:txBody>
      </p:sp>
      <p:sp>
        <p:nvSpPr>
          <p:cNvPr id="33" name="Espaço Reservado para Texto 39">
            <a:extLst>
              <a:ext uri="{FF2B5EF4-FFF2-40B4-BE49-F238E27FC236}">
                <a16:creationId xmlns:a16="http://schemas.microsoft.com/office/drawing/2014/main" id="{2FE83759-B294-5EDA-9E23-31B986610B5E}"/>
              </a:ext>
            </a:extLst>
          </p:cNvPr>
          <p:cNvSpPr>
            <a:spLocks noGrp="1"/>
          </p:cNvSpPr>
          <p:nvPr>
            <p:ph type="body" sz="quarter" idx="11"/>
          </p:nvPr>
        </p:nvSpPr>
        <p:spPr>
          <a:xfrm>
            <a:off x="2909636" y="1999635"/>
            <a:ext cx="2628705" cy="199867"/>
          </a:xfrm>
          <a:prstGeom prst="rect">
            <a:avLst/>
          </a:prstGeom>
        </p:spPr>
        <p:txBody>
          <a:bodyPr/>
          <a:lstStyle>
            <a:lvl1pPr algn="r">
              <a:defRPr sz="800" b="0" i="0">
                <a:latin typeface="Poppins" pitchFamily="2" charset="77"/>
                <a:cs typeface="Poppins" pitchFamily="2" charset="77"/>
              </a:defRPr>
            </a:lvl1pPr>
            <a:lvl2pPr>
              <a:defRPr sz="800" b="0" i="0">
                <a:latin typeface="Poppins" pitchFamily="2" charset="77"/>
                <a:cs typeface="Poppins" pitchFamily="2" charset="77"/>
              </a:defRPr>
            </a:lvl2pPr>
            <a:lvl3pPr>
              <a:defRPr sz="800" b="0" i="0">
                <a:latin typeface="Poppins" pitchFamily="2" charset="77"/>
                <a:cs typeface="Poppins" pitchFamily="2" charset="77"/>
              </a:defRPr>
            </a:lvl3pPr>
            <a:lvl4pPr>
              <a:defRPr sz="800" b="0" i="0">
                <a:latin typeface="Poppins" pitchFamily="2" charset="77"/>
                <a:cs typeface="Poppins" pitchFamily="2" charset="77"/>
              </a:defRPr>
            </a:lvl4pPr>
            <a:lvl5pPr>
              <a:defRPr sz="800" b="0" i="0">
                <a:latin typeface="Poppins" pitchFamily="2" charset="77"/>
                <a:cs typeface="Poppins" pitchFamily="2" charset="77"/>
              </a:defRPr>
            </a:lvl5pPr>
          </a:lstStyle>
          <a:p>
            <a:pPr lvl="0"/>
            <a:endParaRPr lang="pt-BR"/>
          </a:p>
        </p:txBody>
      </p:sp>
      <p:sp>
        <p:nvSpPr>
          <p:cNvPr id="34" name="Espaço Reservado para Texto 39">
            <a:extLst>
              <a:ext uri="{FF2B5EF4-FFF2-40B4-BE49-F238E27FC236}">
                <a16:creationId xmlns:a16="http://schemas.microsoft.com/office/drawing/2014/main" id="{5D113CEF-E91F-7BB5-0DA4-3F865EFA8039}"/>
              </a:ext>
            </a:extLst>
          </p:cNvPr>
          <p:cNvSpPr>
            <a:spLocks noGrp="1"/>
          </p:cNvSpPr>
          <p:nvPr>
            <p:ph type="body" sz="quarter" idx="12"/>
          </p:nvPr>
        </p:nvSpPr>
        <p:spPr>
          <a:xfrm>
            <a:off x="2909636" y="4093478"/>
            <a:ext cx="2628705" cy="199867"/>
          </a:xfrm>
          <a:prstGeom prst="rect">
            <a:avLst/>
          </a:prstGeom>
        </p:spPr>
        <p:txBody>
          <a:bodyPr/>
          <a:lstStyle>
            <a:lvl1pPr algn="r">
              <a:defRPr sz="800" b="0" i="0">
                <a:latin typeface="Poppins" pitchFamily="2" charset="77"/>
                <a:cs typeface="Poppins" pitchFamily="2" charset="77"/>
              </a:defRPr>
            </a:lvl1pPr>
            <a:lvl2pPr>
              <a:defRPr sz="800" b="0" i="0">
                <a:latin typeface="Poppins" pitchFamily="2" charset="77"/>
                <a:cs typeface="Poppins" pitchFamily="2" charset="77"/>
              </a:defRPr>
            </a:lvl2pPr>
            <a:lvl3pPr>
              <a:defRPr sz="800" b="0" i="0">
                <a:latin typeface="Poppins" pitchFamily="2" charset="77"/>
                <a:cs typeface="Poppins" pitchFamily="2" charset="77"/>
              </a:defRPr>
            </a:lvl3pPr>
            <a:lvl4pPr>
              <a:defRPr sz="800" b="0" i="0">
                <a:latin typeface="Poppins" pitchFamily="2" charset="77"/>
                <a:cs typeface="Poppins" pitchFamily="2" charset="77"/>
              </a:defRPr>
            </a:lvl4pPr>
            <a:lvl5pPr>
              <a:defRPr sz="800" b="0" i="0">
                <a:latin typeface="Poppins" pitchFamily="2" charset="77"/>
                <a:cs typeface="Poppins" pitchFamily="2" charset="77"/>
              </a:defRPr>
            </a:lvl5pPr>
          </a:lstStyle>
          <a:p>
            <a:pPr lvl="0"/>
            <a:endParaRPr lang="pt-BR"/>
          </a:p>
        </p:txBody>
      </p:sp>
      <p:sp>
        <p:nvSpPr>
          <p:cNvPr id="35" name="Espaço Reservado para Texto 39">
            <a:extLst>
              <a:ext uri="{FF2B5EF4-FFF2-40B4-BE49-F238E27FC236}">
                <a16:creationId xmlns:a16="http://schemas.microsoft.com/office/drawing/2014/main" id="{81D97A29-A43A-170D-D98B-E1396C280A21}"/>
              </a:ext>
            </a:extLst>
          </p:cNvPr>
          <p:cNvSpPr>
            <a:spLocks noGrp="1"/>
          </p:cNvSpPr>
          <p:nvPr>
            <p:ph type="body" sz="quarter" idx="13"/>
          </p:nvPr>
        </p:nvSpPr>
        <p:spPr>
          <a:xfrm>
            <a:off x="2909636" y="6265047"/>
            <a:ext cx="2628705" cy="199867"/>
          </a:xfrm>
          <a:prstGeom prst="rect">
            <a:avLst/>
          </a:prstGeom>
        </p:spPr>
        <p:txBody>
          <a:bodyPr/>
          <a:lstStyle>
            <a:lvl1pPr algn="r">
              <a:defRPr sz="800" b="0" i="0">
                <a:latin typeface="Poppins" pitchFamily="2" charset="77"/>
                <a:cs typeface="Poppins" pitchFamily="2" charset="77"/>
              </a:defRPr>
            </a:lvl1pPr>
            <a:lvl2pPr>
              <a:defRPr sz="800" b="0" i="0">
                <a:latin typeface="Poppins" pitchFamily="2" charset="77"/>
                <a:cs typeface="Poppins" pitchFamily="2" charset="77"/>
              </a:defRPr>
            </a:lvl2pPr>
            <a:lvl3pPr>
              <a:defRPr sz="800" b="0" i="0">
                <a:latin typeface="Poppins" pitchFamily="2" charset="77"/>
                <a:cs typeface="Poppins" pitchFamily="2" charset="77"/>
              </a:defRPr>
            </a:lvl3pPr>
            <a:lvl4pPr>
              <a:defRPr sz="800" b="0" i="0">
                <a:latin typeface="Poppins" pitchFamily="2" charset="77"/>
                <a:cs typeface="Poppins" pitchFamily="2" charset="77"/>
              </a:defRPr>
            </a:lvl4pPr>
            <a:lvl5pPr>
              <a:defRPr sz="800" b="0" i="0">
                <a:latin typeface="Poppins" pitchFamily="2" charset="77"/>
                <a:cs typeface="Poppins" pitchFamily="2" charset="77"/>
              </a:defRPr>
            </a:lvl5pPr>
          </a:lstStyle>
          <a:p>
            <a:pPr lvl="0"/>
            <a:endParaRPr lang="pt-BR"/>
          </a:p>
        </p:txBody>
      </p:sp>
      <p:sp>
        <p:nvSpPr>
          <p:cNvPr id="36" name="Espaço Reservado para Texto 43">
            <a:extLst>
              <a:ext uri="{FF2B5EF4-FFF2-40B4-BE49-F238E27FC236}">
                <a16:creationId xmlns:a16="http://schemas.microsoft.com/office/drawing/2014/main" id="{5D05F607-E546-6AD2-FF93-2136D2F7DD0D}"/>
              </a:ext>
            </a:extLst>
          </p:cNvPr>
          <p:cNvSpPr>
            <a:spLocks noGrp="1"/>
          </p:cNvSpPr>
          <p:nvPr>
            <p:ph type="body" sz="quarter" idx="15"/>
          </p:nvPr>
        </p:nvSpPr>
        <p:spPr>
          <a:xfrm>
            <a:off x="6095995" y="2453217"/>
            <a:ext cx="5714598" cy="345436"/>
          </a:xfrm>
          <a:prstGeom prst="rect">
            <a:avLst/>
          </a:prstGeom>
        </p:spPr>
        <p:txBody>
          <a:bodyPr/>
          <a:lstStyle>
            <a:lvl1pPr>
              <a:defRPr sz="1600" b="1" i="0">
                <a:latin typeface="Poppins" pitchFamily="2" charset="77"/>
                <a:cs typeface="Poppins" pitchFamily="2" charset="77"/>
              </a:defRPr>
            </a:lvl1pPr>
          </a:lstStyle>
          <a:p>
            <a:pPr lvl="0"/>
            <a:endParaRPr lang="pt-BR"/>
          </a:p>
        </p:txBody>
      </p:sp>
      <p:sp>
        <p:nvSpPr>
          <p:cNvPr id="37" name="Espaço Reservado para Texto 43">
            <a:extLst>
              <a:ext uri="{FF2B5EF4-FFF2-40B4-BE49-F238E27FC236}">
                <a16:creationId xmlns:a16="http://schemas.microsoft.com/office/drawing/2014/main" id="{BA3CB418-19BF-ECFB-4717-B021F57B437F}"/>
              </a:ext>
            </a:extLst>
          </p:cNvPr>
          <p:cNvSpPr>
            <a:spLocks noGrp="1"/>
          </p:cNvSpPr>
          <p:nvPr>
            <p:ph type="body" sz="quarter" idx="16"/>
          </p:nvPr>
        </p:nvSpPr>
        <p:spPr>
          <a:xfrm>
            <a:off x="6095995" y="4586817"/>
            <a:ext cx="5714598" cy="345436"/>
          </a:xfrm>
          <a:prstGeom prst="rect">
            <a:avLst/>
          </a:prstGeom>
        </p:spPr>
        <p:txBody>
          <a:bodyPr/>
          <a:lstStyle>
            <a:lvl1pPr>
              <a:defRPr sz="1600" b="1" i="0">
                <a:latin typeface="Poppins" pitchFamily="2" charset="77"/>
                <a:cs typeface="Poppins" pitchFamily="2" charset="77"/>
              </a:defRPr>
            </a:lvl1pPr>
          </a:lstStyle>
          <a:p>
            <a:pPr lvl="0"/>
            <a:endParaRPr lang="pt-BR"/>
          </a:p>
        </p:txBody>
      </p:sp>
      <p:sp>
        <p:nvSpPr>
          <p:cNvPr id="38" name="Espaço Reservado para Texto 47">
            <a:extLst>
              <a:ext uri="{FF2B5EF4-FFF2-40B4-BE49-F238E27FC236}">
                <a16:creationId xmlns:a16="http://schemas.microsoft.com/office/drawing/2014/main" id="{9C3691FD-77E0-0118-DDDB-AB5B29DDEDAC}"/>
              </a:ext>
            </a:extLst>
          </p:cNvPr>
          <p:cNvSpPr>
            <a:spLocks noGrp="1"/>
          </p:cNvSpPr>
          <p:nvPr>
            <p:ph type="body" sz="quarter" idx="17"/>
          </p:nvPr>
        </p:nvSpPr>
        <p:spPr>
          <a:xfrm>
            <a:off x="6095993" y="813859"/>
            <a:ext cx="5714599" cy="1385358"/>
          </a:xfrm>
          <a:prstGeom prst="rect">
            <a:avLst/>
          </a:prstGeom>
        </p:spPr>
        <p:txBody>
          <a:bodyPr/>
          <a:lstStyle>
            <a:lvl1pPr>
              <a:defRPr sz="1333" b="0" i="0">
                <a:latin typeface="Poppins" pitchFamily="2" charset="77"/>
                <a:cs typeface="Poppins" pitchFamily="2" charset="77"/>
              </a:defRPr>
            </a:lvl1pPr>
          </a:lstStyle>
          <a:p>
            <a:pPr lvl="0"/>
            <a:endParaRPr lang="pt-BR"/>
          </a:p>
        </p:txBody>
      </p:sp>
      <p:sp>
        <p:nvSpPr>
          <p:cNvPr id="39" name="Espaço Reservado para Texto 47">
            <a:extLst>
              <a:ext uri="{FF2B5EF4-FFF2-40B4-BE49-F238E27FC236}">
                <a16:creationId xmlns:a16="http://schemas.microsoft.com/office/drawing/2014/main" id="{BE35D090-5B46-6B7E-65CC-038E7D55EC60}"/>
              </a:ext>
            </a:extLst>
          </p:cNvPr>
          <p:cNvSpPr>
            <a:spLocks noGrp="1"/>
          </p:cNvSpPr>
          <p:nvPr>
            <p:ph type="body" sz="quarter" idx="19"/>
          </p:nvPr>
        </p:nvSpPr>
        <p:spPr>
          <a:xfrm>
            <a:off x="6095993" y="5072592"/>
            <a:ext cx="5714599" cy="1385358"/>
          </a:xfrm>
          <a:prstGeom prst="rect">
            <a:avLst/>
          </a:prstGeom>
        </p:spPr>
        <p:txBody>
          <a:bodyPr/>
          <a:lstStyle>
            <a:lvl1pPr>
              <a:defRPr sz="1333" b="0" i="0">
                <a:latin typeface="Poppins" pitchFamily="2" charset="77"/>
                <a:cs typeface="Poppins" pitchFamily="2" charset="77"/>
              </a:defRPr>
            </a:lvl1pPr>
          </a:lstStyle>
          <a:p>
            <a:pPr lvl="0"/>
            <a:endParaRPr lang="pt-BR"/>
          </a:p>
        </p:txBody>
      </p:sp>
      <p:sp>
        <p:nvSpPr>
          <p:cNvPr id="40" name="Espaço Reservado para Imagem 19">
            <a:extLst>
              <a:ext uri="{FF2B5EF4-FFF2-40B4-BE49-F238E27FC236}">
                <a16:creationId xmlns:a16="http://schemas.microsoft.com/office/drawing/2014/main" id="{319C1E82-707A-75C5-9E1C-C580DB68724F}"/>
              </a:ext>
            </a:extLst>
          </p:cNvPr>
          <p:cNvSpPr>
            <a:spLocks noGrp="1"/>
          </p:cNvSpPr>
          <p:nvPr>
            <p:ph type="pic" sz="quarter" idx="4294967295"/>
          </p:nvPr>
        </p:nvSpPr>
        <p:spPr>
          <a:xfrm>
            <a:off x="2916086" y="300154"/>
            <a:ext cx="2615142" cy="1630053"/>
          </a:xfrm>
          <a:prstGeom prst="rect">
            <a:avLst/>
          </a:prstGeom>
          <a:solidFill>
            <a:schemeClr val="bg1">
              <a:lumMod val="85000"/>
            </a:schemeClr>
          </a:solidFill>
        </p:spPr>
        <p:txBody>
          <a:bodyPr/>
          <a:lstStyle>
            <a:lvl1pPr>
              <a:defRPr b="0" i="0">
                <a:latin typeface="Poppins" pitchFamily="2" charset="77"/>
                <a:cs typeface="Poppins" pitchFamily="2" charset="77"/>
              </a:defRPr>
            </a:lvl1pPr>
          </a:lstStyle>
          <a:p>
            <a:endParaRPr lang="pt-BR" sz="800" dirty="0">
              <a:latin typeface="Poppins Light" pitchFamily="2" charset="77"/>
              <a:cs typeface="Poppins Light" pitchFamily="2" charset="77"/>
            </a:endParaRPr>
          </a:p>
        </p:txBody>
      </p:sp>
      <p:sp>
        <p:nvSpPr>
          <p:cNvPr id="23" name="Retângulo: Cantos Arredondados 1">
            <a:extLst>
              <a:ext uri="{FF2B5EF4-FFF2-40B4-BE49-F238E27FC236}">
                <a16:creationId xmlns:a16="http://schemas.microsoft.com/office/drawing/2014/main" id="{D47EF3E3-16D5-3ED8-6072-0E62127BAA0C}"/>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4" name="Google Shape;101;p34">
            <a:extLst>
              <a:ext uri="{FF2B5EF4-FFF2-40B4-BE49-F238E27FC236}">
                <a16:creationId xmlns:a16="http://schemas.microsoft.com/office/drawing/2014/main" id="{5750F89C-DC88-41CD-70E8-C54E423FCA18}"/>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229932343"/>
      </p:ext>
    </p:extLst>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matchingName="Title Only" preserve="1" userDrawn="1">
  <p:cSld name="1_Title Only">
    <p:spTree>
      <p:nvGrpSpPr>
        <p:cNvPr id="1" name="Shape 16"/>
        <p:cNvGrpSpPr/>
        <p:nvPr/>
      </p:nvGrpSpPr>
      <p:grpSpPr>
        <a:xfrm>
          <a:off x="0" y="0"/>
          <a:ext cx="0" cy="0"/>
          <a:chOff x="0" y="0"/>
          <a:chExt cx="0" cy="0"/>
        </a:xfrm>
      </p:grpSpPr>
      <p:pic>
        <p:nvPicPr>
          <p:cNvPr id="3" name="Google Shape;164;p15">
            <a:extLst>
              <a:ext uri="{FF2B5EF4-FFF2-40B4-BE49-F238E27FC236}">
                <a16:creationId xmlns:a16="http://schemas.microsoft.com/office/drawing/2014/main" id="{EB3371DA-4825-1CFC-D867-739938BF0F8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1" y="0"/>
            <a:ext cx="3426935" cy="6858000"/>
          </a:xfrm>
          <a:prstGeom prst="rect">
            <a:avLst/>
          </a:prstGeom>
          <a:noFill/>
          <a:ln>
            <a:noFill/>
          </a:ln>
        </p:spPr>
      </p:pic>
      <p:sp>
        <p:nvSpPr>
          <p:cNvPr id="22" name="Retângulo: Cantos Arredondados 1">
            <a:extLst>
              <a:ext uri="{FF2B5EF4-FFF2-40B4-BE49-F238E27FC236}">
                <a16:creationId xmlns:a16="http://schemas.microsoft.com/office/drawing/2014/main" id="{D47EF3E3-16D5-3ED8-6072-0E62127BAA0C}"/>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5" name="CaixaDeTexto 4">
            <a:extLst>
              <a:ext uri="{FF2B5EF4-FFF2-40B4-BE49-F238E27FC236}">
                <a16:creationId xmlns:a16="http://schemas.microsoft.com/office/drawing/2014/main" id="{94EF9377-0BC9-8D48-6EB4-411B8F209D6B}"/>
              </a:ext>
            </a:extLst>
          </p:cNvPr>
          <p:cNvSpPr txBox="1"/>
          <p:nvPr userDrawn="1"/>
        </p:nvSpPr>
        <p:spPr>
          <a:xfrm>
            <a:off x="-1469036" y="1009338"/>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6" name="Espaço Reservado para Texto 47">
            <a:extLst>
              <a:ext uri="{FF2B5EF4-FFF2-40B4-BE49-F238E27FC236}">
                <a16:creationId xmlns:a16="http://schemas.microsoft.com/office/drawing/2014/main" id="{755FA726-716F-3542-967C-F40E41D8925B}"/>
              </a:ext>
            </a:extLst>
          </p:cNvPr>
          <p:cNvSpPr>
            <a:spLocks noGrp="1"/>
          </p:cNvSpPr>
          <p:nvPr>
            <p:ph type="body" sz="quarter" idx="18"/>
          </p:nvPr>
        </p:nvSpPr>
        <p:spPr>
          <a:xfrm>
            <a:off x="6095993" y="2930526"/>
            <a:ext cx="5714599" cy="1385358"/>
          </a:xfrm>
          <a:prstGeom prst="rect">
            <a:avLst/>
          </a:prstGeom>
        </p:spPr>
        <p:txBody>
          <a:bodyPr/>
          <a:lstStyle>
            <a:lvl1pPr>
              <a:defRPr sz="1333" b="0" i="0">
                <a:latin typeface="Poppins" pitchFamily="2" charset="77"/>
                <a:cs typeface="Poppins" pitchFamily="2" charset="77"/>
              </a:defRPr>
            </a:lvl1pPr>
          </a:lstStyle>
          <a:p>
            <a:pPr lvl="0"/>
            <a:endParaRPr lang="pt-BR"/>
          </a:p>
        </p:txBody>
      </p:sp>
      <p:sp>
        <p:nvSpPr>
          <p:cNvPr id="11" name="Espaço Reservado para Texto 43">
            <a:extLst>
              <a:ext uri="{FF2B5EF4-FFF2-40B4-BE49-F238E27FC236}">
                <a16:creationId xmlns:a16="http://schemas.microsoft.com/office/drawing/2014/main" id="{6DD254E5-84C4-DE1C-878B-C1F0C6EF462E}"/>
              </a:ext>
            </a:extLst>
          </p:cNvPr>
          <p:cNvSpPr>
            <a:spLocks noGrp="1"/>
          </p:cNvSpPr>
          <p:nvPr>
            <p:ph type="body" sz="quarter" idx="14"/>
          </p:nvPr>
        </p:nvSpPr>
        <p:spPr>
          <a:xfrm>
            <a:off x="6095995" y="328084"/>
            <a:ext cx="5714598" cy="345436"/>
          </a:xfrm>
          <a:prstGeom prst="rect">
            <a:avLst/>
          </a:prstGeom>
        </p:spPr>
        <p:txBody>
          <a:bodyPr/>
          <a:lstStyle>
            <a:lvl1pPr>
              <a:defRPr sz="1600" b="1" i="0">
                <a:latin typeface="Poppins" pitchFamily="2" charset="77"/>
                <a:cs typeface="Poppins" pitchFamily="2" charset="77"/>
              </a:defRPr>
            </a:lvl1pPr>
          </a:lstStyle>
          <a:p>
            <a:pPr lvl="0"/>
            <a:endParaRPr lang="pt-BR"/>
          </a:p>
        </p:txBody>
      </p:sp>
      <p:cxnSp>
        <p:nvCxnSpPr>
          <p:cNvPr id="19" name="Google Shape;88;p34">
            <a:extLst>
              <a:ext uri="{FF2B5EF4-FFF2-40B4-BE49-F238E27FC236}">
                <a16:creationId xmlns:a16="http://schemas.microsoft.com/office/drawing/2014/main" id="{FE1D9FC3-6D9B-B93D-3FC4-EED1DE367639}"/>
              </a:ext>
            </a:extLst>
          </p:cNvPr>
          <p:cNvCxnSpPr/>
          <p:nvPr userDrawn="1"/>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31" name="Espaço Reservado para Imagem 19">
            <a:extLst>
              <a:ext uri="{FF2B5EF4-FFF2-40B4-BE49-F238E27FC236}">
                <a16:creationId xmlns:a16="http://schemas.microsoft.com/office/drawing/2014/main" id="{48C9A844-3232-91D6-F1BE-08A05DAF5A99}"/>
              </a:ext>
            </a:extLst>
          </p:cNvPr>
          <p:cNvSpPr>
            <a:spLocks noGrp="1"/>
          </p:cNvSpPr>
          <p:nvPr>
            <p:ph type="pic" sz="quarter" idx="4294967295"/>
          </p:nvPr>
        </p:nvSpPr>
        <p:spPr>
          <a:xfrm>
            <a:off x="2916086" y="2386130"/>
            <a:ext cx="2615142" cy="1630053"/>
          </a:xfrm>
          <a:prstGeom prst="rect">
            <a:avLst/>
          </a:prstGeom>
          <a:solidFill>
            <a:schemeClr val="bg1">
              <a:lumMod val="85000"/>
            </a:schemeClr>
          </a:solidFill>
        </p:spPr>
        <p:txBody>
          <a:bodyPr/>
          <a:lstStyle>
            <a:lvl1pPr>
              <a:defRPr b="0" i="0">
                <a:latin typeface="Poppins" pitchFamily="2" charset="77"/>
                <a:cs typeface="Poppins" pitchFamily="2" charset="77"/>
              </a:defRPr>
            </a:lvl1pPr>
          </a:lstStyle>
          <a:p>
            <a:endParaRPr lang="pt-BR" sz="800" dirty="0">
              <a:latin typeface="Poppins Light" pitchFamily="2" charset="77"/>
              <a:cs typeface="Poppins Light" pitchFamily="2" charset="77"/>
            </a:endParaRPr>
          </a:p>
        </p:txBody>
      </p:sp>
      <p:sp>
        <p:nvSpPr>
          <p:cNvPr id="32" name="Espaço Reservado para Imagem 19">
            <a:extLst>
              <a:ext uri="{FF2B5EF4-FFF2-40B4-BE49-F238E27FC236}">
                <a16:creationId xmlns:a16="http://schemas.microsoft.com/office/drawing/2014/main" id="{52DA6ED4-41B5-4B53-F858-DAE25D5EF81D}"/>
              </a:ext>
            </a:extLst>
          </p:cNvPr>
          <p:cNvSpPr>
            <a:spLocks noGrp="1"/>
          </p:cNvSpPr>
          <p:nvPr>
            <p:ph type="pic" sz="quarter" idx="4294967295"/>
          </p:nvPr>
        </p:nvSpPr>
        <p:spPr>
          <a:xfrm>
            <a:off x="2916086" y="4507889"/>
            <a:ext cx="2615142" cy="1674500"/>
          </a:xfrm>
          <a:prstGeom prst="rect">
            <a:avLst/>
          </a:prstGeom>
          <a:solidFill>
            <a:schemeClr val="bg1">
              <a:lumMod val="85000"/>
            </a:schemeClr>
          </a:solidFill>
        </p:spPr>
        <p:txBody>
          <a:bodyPr/>
          <a:lstStyle>
            <a:lvl1pPr>
              <a:defRPr b="0" i="0">
                <a:latin typeface="Poppins" pitchFamily="2" charset="77"/>
                <a:cs typeface="Poppins" pitchFamily="2" charset="77"/>
              </a:defRPr>
            </a:lvl1pPr>
          </a:lstStyle>
          <a:p>
            <a:endParaRPr lang="pt-BR" sz="800" dirty="0">
              <a:latin typeface="Poppins Light" pitchFamily="2" charset="77"/>
              <a:cs typeface="Poppins Light" pitchFamily="2" charset="77"/>
            </a:endParaRPr>
          </a:p>
        </p:txBody>
      </p:sp>
      <p:sp>
        <p:nvSpPr>
          <p:cNvPr id="33" name="Espaço Reservado para Texto 39">
            <a:extLst>
              <a:ext uri="{FF2B5EF4-FFF2-40B4-BE49-F238E27FC236}">
                <a16:creationId xmlns:a16="http://schemas.microsoft.com/office/drawing/2014/main" id="{2FE83759-B294-5EDA-9E23-31B986610B5E}"/>
              </a:ext>
            </a:extLst>
          </p:cNvPr>
          <p:cNvSpPr>
            <a:spLocks noGrp="1"/>
          </p:cNvSpPr>
          <p:nvPr>
            <p:ph type="body" sz="quarter" idx="11"/>
          </p:nvPr>
        </p:nvSpPr>
        <p:spPr>
          <a:xfrm>
            <a:off x="2909636" y="1999635"/>
            <a:ext cx="2628705" cy="199867"/>
          </a:xfrm>
          <a:prstGeom prst="rect">
            <a:avLst/>
          </a:prstGeom>
        </p:spPr>
        <p:txBody>
          <a:bodyPr/>
          <a:lstStyle>
            <a:lvl1pPr algn="r">
              <a:defRPr sz="800" b="0" i="0">
                <a:latin typeface="Poppins" pitchFamily="2" charset="77"/>
                <a:cs typeface="Poppins" pitchFamily="2" charset="77"/>
              </a:defRPr>
            </a:lvl1pPr>
            <a:lvl2pPr>
              <a:defRPr sz="800" b="0" i="0">
                <a:latin typeface="Poppins" pitchFamily="2" charset="77"/>
                <a:cs typeface="Poppins" pitchFamily="2" charset="77"/>
              </a:defRPr>
            </a:lvl2pPr>
            <a:lvl3pPr>
              <a:defRPr sz="800" b="0" i="0">
                <a:latin typeface="Poppins" pitchFamily="2" charset="77"/>
                <a:cs typeface="Poppins" pitchFamily="2" charset="77"/>
              </a:defRPr>
            </a:lvl3pPr>
            <a:lvl4pPr>
              <a:defRPr sz="800" b="0" i="0">
                <a:latin typeface="Poppins" pitchFamily="2" charset="77"/>
                <a:cs typeface="Poppins" pitchFamily="2" charset="77"/>
              </a:defRPr>
            </a:lvl4pPr>
            <a:lvl5pPr>
              <a:defRPr sz="800" b="0" i="0">
                <a:latin typeface="Poppins" pitchFamily="2" charset="77"/>
                <a:cs typeface="Poppins" pitchFamily="2" charset="77"/>
              </a:defRPr>
            </a:lvl5pPr>
          </a:lstStyle>
          <a:p>
            <a:pPr lvl="0"/>
            <a:endParaRPr lang="pt-BR"/>
          </a:p>
        </p:txBody>
      </p:sp>
      <p:sp>
        <p:nvSpPr>
          <p:cNvPr id="34" name="Espaço Reservado para Texto 39">
            <a:extLst>
              <a:ext uri="{FF2B5EF4-FFF2-40B4-BE49-F238E27FC236}">
                <a16:creationId xmlns:a16="http://schemas.microsoft.com/office/drawing/2014/main" id="{5D113CEF-E91F-7BB5-0DA4-3F865EFA8039}"/>
              </a:ext>
            </a:extLst>
          </p:cNvPr>
          <p:cNvSpPr>
            <a:spLocks noGrp="1"/>
          </p:cNvSpPr>
          <p:nvPr>
            <p:ph type="body" sz="quarter" idx="12"/>
          </p:nvPr>
        </p:nvSpPr>
        <p:spPr>
          <a:xfrm>
            <a:off x="2909636" y="4093478"/>
            <a:ext cx="2628705" cy="199867"/>
          </a:xfrm>
          <a:prstGeom prst="rect">
            <a:avLst/>
          </a:prstGeom>
        </p:spPr>
        <p:txBody>
          <a:bodyPr/>
          <a:lstStyle>
            <a:lvl1pPr algn="r">
              <a:defRPr sz="800" b="0" i="0">
                <a:latin typeface="Poppins" pitchFamily="2" charset="77"/>
                <a:cs typeface="Poppins" pitchFamily="2" charset="77"/>
              </a:defRPr>
            </a:lvl1pPr>
            <a:lvl2pPr>
              <a:defRPr sz="800" b="0" i="0">
                <a:latin typeface="Poppins" pitchFamily="2" charset="77"/>
                <a:cs typeface="Poppins" pitchFamily="2" charset="77"/>
              </a:defRPr>
            </a:lvl2pPr>
            <a:lvl3pPr>
              <a:defRPr sz="800" b="0" i="0">
                <a:latin typeface="Poppins" pitchFamily="2" charset="77"/>
                <a:cs typeface="Poppins" pitchFamily="2" charset="77"/>
              </a:defRPr>
            </a:lvl3pPr>
            <a:lvl4pPr>
              <a:defRPr sz="800" b="0" i="0">
                <a:latin typeface="Poppins" pitchFamily="2" charset="77"/>
                <a:cs typeface="Poppins" pitchFamily="2" charset="77"/>
              </a:defRPr>
            </a:lvl4pPr>
            <a:lvl5pPr>
              <a:defRPr sz="800" b="0" i="0">
                <a:latin typeface="Poppins" pitchFamily="2" charset="77"/>
                <a:cs typeface="Poppins" pitchFamily="2" charset="77"/>
              </a:defRPr>
            </a:lvl5pPr>
          </a:lstStyle>
          <a:p>
            <a:pPr lvl="0"/>
            <a:endParaRPr lang="pt-BR"/>
          </a:p>
        </p:txBody>
      </p:sp>
      <p:sp>
        <p:nvSpPr>
          <p:cNvPr id="35" name="Espaço Reservado para Texto 39">
            <a:extLst>
              <a:ext uri="{FF2B5EF4-FFF2-40B4-BE49-F238E27FC236}">
                <a16:creationId xmlns:a16="http://schemas.microsoft.com/office/drawing/2014/main" id="{81D97A29-A43A-170D-D98B-E1396C280A21}"/>
              </a:ext>
            </a:extLst>
          </p:cNvPr>
          <p:cNvSpPr>
            <a:spLocks noGrp="1"/>
          </p:cNvSpPr>
          <p:nvPr>
            <p:ph type="body" sz="quarter" idx="13"/>
          </p:nvPr>
        </p:nvSpPr>
        <p:spPr>
          <a:xfrm>
            <a:off x="2909636" y="6265047"/>
            <a:ext cx="2628705" cy="199867"/>
          </a:xfrm>
          <a:prstGeom prst="rect">
            <a:avLst/>
          </a:prstGeom>
        </p:spPr>
        <p:txBody>
          <a:bodyPr/>
          <a:lstStyle>
            <a:lvl1pPr algn="r">
              <a:defRPr sz="800" b="0" i="0">
                <a:latin typeface="Poppins" pitchFamily="2" charset="77"/>
                <a:cs typeface="Poppins" pitchFamily="2" charset="77"/>
              </a:defRPr>
            </a:lvl1pPr>
            <a:lvl2pPr>
              <a:defRPr sz="800" b="0" i="0">
                <a:latin typeface="Poppins" pitchFamily="2" charset="77"/>
                <a:cs typeface="Poppins" pitchFamily="2" charset="77"/>
              </a:defRPr>
            </a:lvl2pPr>
            <a:lvl3pPr>
              <a:defRPr sz="800" b="0" i="0">
                <a:latin typeface="Poppins" pitchFamily="2" charset="77"/>
                <a:cs typeface="Poppins" pitchFamily="2" charset="77"/>
              </a:defRPr>
            </a:lvl3pPr>
            <a:lvl4pPr>
              <a:defRPr sz="800" b="0" i="0">
                <a:latin typeface="Poppins" pitchFamily="2" charset="77"/>
                <a:cs typeface="Poppins" pitchFamily="2" charset="77"/>
              </a:defRPr>
            </a:lvl4pPr>
            <a:lvl5pPr>
              <a:defRPr sz="800" b="0" i="0">
                <a:latin typeface="Poppins" pitchFamily="2" charset="77"/>
                <a:cs typeface="Poppins" pitchFamily="2" charset="77"/>
              </a:defRPr>
            </a:lvl5pPr>
          </a:lstStyle>
          <a:p>
            <a:pPr lvl="0"/>
            <a:endParaRPr lang="pt-BR"/>
          </a:p>
        </p:txBody>
      </p:sp>
      <p:sp>
        <p:nvSpPr>
          <p:cNvPr id="36" name="Espaço Reservado para Texto 43">
            <a:extLst>
              <a:ext uri="{FF2B5EF4-FFF2-40B4-BE49-F238E27FC236}">
                <a16:creationId xmlns:a16="http://schemas.microsoft.com/office/drawing/2014/main" id="{5D05F607-E546-6AD2-FF93-2136D2F7DD0D}"/>
              </a:ext>
            </a:extLst>
          </p:cNvPr>
          <p:cNvSpPr>
            <a:spLocks noGrp="1"/>
          </p:cNvSpPr>
          <p:nvPr>
            <p:ph type="body" sz="quarter" idx="15"/>
          </p:nvPr>
        </p:nvSpPr>
        <p:spPr>
          <a:xfrm>
            <a:off x="6095995" y="2453217"/>
            <a:ext cx="5714598" cy="345436"/>
          </a:xfrm>
          <a:prstGeom prst="rect">
            <a:avLst/>
          </a:prstGeom>
        </p:spPr>
        <p:txBody>
          <a:bodyPr/>
          <a:lstStyle>
            <a:lvl1pPr>
              <a:defRPr sz="1600" b="1" i="0">
                <a:latin typeface="Poppins" pitchFamily="2" charset="77"/>
                <a:cs typeface="Poppins" pitchFamily="2" charset="77"/>
              </a:defRPr>
            </a:lvl1pPr>
          </a:lstStyle>
          <a:p>
            <a:pPr lvl="0"/>
            <a:endParaRPr lang="pt-BR"/>
          </a:p>
        </p:txBody>
      </p:sp>
      <p:sp>
        <p:nvSpPr>
          <p:cNvPr id="37" name="Espaço Reservado para Texto 43">
            <a:extLst>
              <a:ext uri="{FF2B5EF4-FFF2-40B4-BE49-F238E27FC236}">
                <a16:creationId xmlns:a16="http://schemas.microsoft.com/office/drawing/2014/main" id="{BA3CB418-19BF-ECFB-4717-B021F57B437F}"/>
              </a:ext>
            </a:extLst>
          </p:cNvPr>
          <p:cNvSpPr>
            <a:spLocks noGrp="1"/>
          </p:cNvSpPr>
          <p:nvPr>
            <p:ph type="body" sz="quarter" idx="16"/>
          </p:nvPr>
        </p:nvSpPr>
        <p:spPr>
          <a:xfrm>
            <a:off x="6095995" y="4586817"/>
            <a:ext cx="5714598" cy="345436"/>
          </a:xfrm>
          <a:prstGeom prst="rect">
            <a:avLst/>
          </a:prstGeom>
        </p:spPr>
        <p:txBody>
          <a:bodyPr/>
          <a:lstStyle>
            <a:lvl1pPr>
              <a:defRPr sz="1600" b="1" i="0">
                <a:latin typeface="Poppins" pitchFamily="2" charset="77"/>
                <a:cs typeface="Poppins" pitchFamily="2" charset="77"/>
              </a:defRPr>
            </a:lvl1pPr>
          </a:lstStyle>
          <a:p>
            <a:pPr lvl="0"/>
            <a:endParaRPr lang="pt-BR"/>
          </a:p>
        </p:txBody>
      </p:sp>
      <p:sp>
        <p:nvSpPr>
          <p:cNvPr id="38" name="Espaço Reservado para Texto 47">
            <a:extLst>
              <a:ext uri="{FF2B5EF4-FFF2-40B4-BE49-F238E27FC236}">
                <a16:creationId xmlns:a16="http://schemas.microsoft.com/office/drawing/2014/main" id="{9C3691FD-77E0-0118-DDDB-AB5B29DDEDAC}"/>
              </a:ext>
            </a:extLst>
          </p:cNvPr>
          <p:cNvSpPr>
            <a:spLocks noGrp="1"/>
          </p:cNvSpPr>
          <p:nvPr>
            <p:ph type="body" sz="quarter" idx="17"/>
          </p:nvPr>
        </p:nvSpPr>
        <p:spPr>
          <a:xfrm>
            <a:off x="6095993" y="813859"/>
            <a:ext cx="5714599" cy="1385358"/>
          </a:xfrm>
          <a:prstGeom prst="rect">
            <a:avLst/>
          </a:prstGeom>
        </p:spPr>
        <p:txBody>
          <a:bodyPr/>
          <a:lstStyle>
            <a:lvl1pPr>
              <a:defRPr sz="1333" b="0" i="0">
                <a:latin typeface="Poppins" pitchFamily="2" charset="77"/>
                <a:cs typeface="Poppins" pitchFamily="2" charset="77"/>
              </a:defRPr>
            </a:lvl1pPr>
          </a:lstStyle>
          <a:p>
            <a:pPr lvl="0"/>
            <a:endParaRPr lang="pt-BR"/>
          </a:p>
        </p:txBody>
      </p:sp>
      <p:sp>
        <p:nvSpPr>
          <p:cNvPr id="39" name="Espaço Reservado para Texto 47">
            <a:extLst>
              <a:ext uri="{FF2B5EF4-FFF2-40B4-BE49-F238E27FC236}">
                <a16:creationId xmlns:a16="http://schemas.microsoft.com/office/drawing/2014/main" id="{BE35D090-5B46-6B7E-65CC-038E7D55EC60}"/>
              </a:ext>
            </a:extLst>
          </p:cNvPr>
          <p:cNvSpPr>
            <a:spLocks noGrp="1"/>
          </p:cNvSpPr>
          <p:nvPr>
            <p:ph type="body" sz="quarter" idx="19"/>
          </p:nvPr>
        </p:nvSpPr>
        <p:spPr>
          <a:xfrm>
            <a:off x="6095993" y="5072592"/>
            <a:ext cx="5714599" cy="1385358"/>
          </a:xfrm>
          <a:prstGeom prst="rect">
            <a:avLst/>
          </a:prstGeom>
        </p:spPr>
        <p:txBody>
          <a:bodyPr/>
          <a:lstStyle>
            <a:lvl1pPr>
              <a:defRPr sz="1333" b="0" i="0">
                <a:latin typeface="Poppins" pitchFamily="2" charset="77"/>
                <a:cs typeface="Poppins" pitchFamily="2" charset="77"/>
              </a:defRPr>
            </a:lvl1pPr>
          </a:lstStyle>
          <a:p>
            <a:pPr lvl="0"/>
            <a:endParaRPr lang="pt-BR"/>
          </a:p>
        </p:txBody>
      </p:sp>
      <p:sp>
        <p:nvSpPr>
          <p:cNvPr id="40" name="Espaço Reservado para Imagem 19">
            <a:extLst>
              <a:ext uri="{FF2B5EF4-FFF2-40B4-BE49-F238E27FC236}">
                <a16:creationId xmlns:a16="http://schemas.microsoft.com/office/drawing/2014/main" id="{319C1E82-707A-75C5-9E1C-C580DB68724F}"/>
              </a:ext>
            </a:extLst>
          </p:cNvPr>
          <p:cNvSpPr>
            <a:spLocks noGrp="1"/>
          </p:cNvSpPr>
          <p:nvPr>
            <p:ph type="pic" sz="quarter" idx="4294967295"/>
          </p:nvPr>
        </p:nvSpPr>
        <p:spPr>
          <a:xfrm>
            <a:off x="2916086" y="300154"/>
            <a:ext cx="2615142" cy="1630053"/>
          </a:xfrm>
          <a:prstGeom prst="rect">
            <a:avLst/>
          </a:prstGeom>
          <a:solidFill>
            <a:schemeClr val="bg1">
              <a:lumMod val="85000"/>
            </a:schemeClr>
          </a:solidFill>
        </p:spPr>
        <p:txBody>
          <a:bodyPr/>
          <a:lstStyle>
            <a:lvl1pPr>
              <a:defRPr b="0" i="0">
                <a:latin typeface="Poppins" pitchFamily="2" charset="77"/>
                <a:cs typeface="Poppins" pitchFamily="2" charset="77"/>
              </a:defRPr>
            </a:lvl1pPr>
          </a:lstStyle>
          <a:p>
            <a:endParaRPr lang="pt-BR" sz="800" dirty="0">
              <a:latin typeface="Poppins Light" pitchFamily="2" charset="77"/>
              <a:cs typeface="Poppins Light" pitchFamily="2" charset="77"/>
            </a:endParaRPr>
          </a:p>
        </p:txBody>
      </p:sp>
      <p:sp>
        <p:nvSpPr>
          <p:cNvPr id="2" name="Google Shape;82;p33">
            <a:extLst>
              <a:ext uri="{FF2B5EF4-FFF2-40B4-BE49-F238E27FC236}">
                <a16:creationId xmlns:a16="http://schemas.microsoft.com/office/drawing/2014/main" id="{1A7F9BD1-8326-1167-7309-CF93D683D428}"/>
              </a:ext>
            </a:extLst>
          </p:cNvPr>
          <p:cNvSpPr txBox="1"/>
          <p:nvPr userDrawn="1"/>
        </p:nvSpPr>
        <p:spPr>
          <a:xfrm>
            <a:off x="727002" y="749326"/>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Prática</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2643347762"/>
      </p:ext>
    </p:extLst>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matchingName="1_1. Conteudo" preserve="1" userDrawn="1">
  <p:cSld name="1_1. Conteudo">
    <p:spTree>
      <p:nvGrpSpPr>
        <p:cNvPr id="1" name="Shape 21"/>
        <p:cNvGrpSpPr/>
        <p:nvPr/>
      </p:nvGrpSpPr>
      <p:grpSpPr>
        <a:xfrm>
          <a:off x="0" y="0"/>
          <a:ext cx="0" cy="0"/>
          <a:chOff x="0" y="0"/>
          <a:chExt cx="0" cy="0"/>
        </a:xfrm>
      </p:grpSpPr>
      <p:cxnSp>
        <p:nvCxnSpPr>
          <p:cNvPr id="16" name="Conector reto 136">
            <a:extLst>
              <a:ext uri="{FF2B5EF4-FFF2-40B4-BE49-F238E27FC236}">
                <a16:creationId xmlns:a16="http://schemas.microsoft.com/office/drawing/2014/main" id="{28ED8E59-867A-4118-491D-688DDC058D38}"/>
              </a:ext>
            </a:extLst>
          </p:cNvPr>
          <p:cNvCxnSpPr/>
          <p:nvPr userDrawn="1"/>
        </p:nvCxnSpPr>
        <p:spPr>
          <a:xfrm>
            <a:off x="6090044" y="840916"/>
            <a:ext cx="0" cy="5101049"/>
          </a:xfrm>
          <a:prstGeom prst="line">
            <a:avLst/>
          </a:prstGeom>
          <a:ln w="38100">
            <a:solidFill>
              <a:srgbClr val="BFBFBF"/>
            </a:solidFill>
          </a:ln>
        </p:spPr>
        <p:style>
          <a:lnRef idx="1">
            <a:schemeClr val="accent1"/>
          </a:lnRef>
          <a:fillRef idx="0">
            <a:schemeClr val="accent1"/>
          </a:fillRef>
          <a:effectRef idx="0">
            <a:schemeClr val="accent1"/>
          </a:effectRef>
          <a:fontRef idx="minor">
            <a:schemeClr val="tx1"/>
          </a:fontRef>
        </p:style>
      </p:cxnSp>
      <p:sp>
        <p:nvSpPr>
          <p:cNvPr id="30" name="Google Shape;30;p31">
            <a:extLst>
              <a:ext uri="{FF2B5EF4-FFF2-40B4-BE49-F238E27FC236}">
                <a16:creationId xmlns:a16="http://schemas.microsoft.com/office/drawing/2014/main" id="{FB7070B6-E757-A6E0-8016-A32842AE691E}"/>
              </a:ext>
            </a:extLst>
          </p:cNvPr>
          <p:cNvSpPr txBox="1"/>
          <p:nvPr userDrawn="1"/>
        </p:nvSpPr>
        <p:spPr>
          <a:xfrm>
            <a:off x="1467545" y="885957"/>
            <a:ext cx="4045354"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Objetivos da aula</a:t>
            </a:r>
            <a:endParaRPr sz="2000" b="1" i="0" u="none" strike="noStrike" cap="none" dirty="0">
              <a:solidFill>
                <a:srgbClr val="000000"/>
              </a:solidFill>
              <a:latin typeface="Poppins"/>
              <a:ea typeface="Poppins"/>
              <a:cs typeface="Poppins"/>
              <a:sym typeface="Poppins"/>
            </a:endParaRPr>
          </a:p>
        </p:txBody>
      </p:sp>
      <p:sp>
        <p:nvSpPr>
          <p:cNvPr id="51" name="Google Shape;29;p31">
            <a:extLst>
              <a:ext uri="{FF2B5EF4-FFF2-40B4-BE49-F238E27FC236}">
                <a16:creationId xmlns:a16="http://schemas.microsoft.com/office/drawing/2014/main" id="{741C94F6-1F01-E259-385F-4E743D12E89E}"/>
              </a:ext>
            </a:extLst>
          </p:cNvPr>
          <p:cNvSpPr txBox="1"/>
          <p:nvPr userDrawn="1"/>
        </p:nvSpPr>
        <p:spPr>
          <a:xfrm>
            <a:off x="7467011" y="885654"/>
            <a:ext cx="4301563"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técnicas</a:t>
            </a:r>
            <a:endParaRPr lang="pt-BR" sz="2000" b="0" i="0" u="none" strike="noStrike" cap="none" dirty="0">
              <a:solidFill>
                <a:srgbClr val="000000"/>
              </a:solidFill>
              <a:latin typeface="Poppins"/>
              <a:ea typeface="Poppins"/>
              <a:cs typeface="Poppins"/>
              <a:sym typeface="Poppins"/>
            </a:endParaRPr>
          </a:p>
        </p:txBody>
      </p:sp>
      <p:sp>
        <p:nvSpPr>
          <p:cNvPr id="52" name="Google Shape;27;p31">
            <a:extLst>
              <a:ext uri="{FF2B5EF4-FFF2-40B4-BE49-F238E27FC236}">
                <a16:creationId xmlns:a16="http://schemas.microsoft.com/office/drawing/2014/main" id="{D3A1B340-B3C1-6E5A-098C-780E2B17C68B}"/>
              </a:ext>
            </a:extLst>
          </p:cNvPr>
          <p:cNvSpPr txBox="1"/>
          <p:nvPr userDrawn="1"/>
        </p:nvSpPr>
        <p:spPr>
          <a:xfrm>
            <a:off x="1433188" y="2910758"/>
            <a:ext cx="3369028"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Recursos didáticos</a:t>
            </a:r>
            <a:endParaRPr sz="2000" b="0" i="0" u="none" strike="noStrike" cap="none" dirty="0">
              <a:solidFill>
                <a:srgbClr val="000000"/>
              </a:solidFill>
              <a:latin typeface="Poppins"/>
              <a:ea typeface="Poppins"/>
              <a:cs typeface="Poppins"/>
              <a:sym typeface="Poppins"/>
            </a:endParaRPr>
          </a:p>
        </p:txBody>
      </p:sp>
      <p:sp>
        <p:nvSpPr>
          <p:cNvPr id="53" name="Google Shape;28;p31">
            <a:extLst>
              <a:ext uri="{FF2B5EF4-FFF2-40B4-BE49-F238E27FC236}">
                <a16:creationId xmlns:a16="http://schemas.microsoft.com/office/drawing/2014/main" id="{5B559A0E-AD04-115A-BF39-7DBA374B9335}"/>
              </a:ext>
            </a:extLst>
          </p:cNvPr>
          <p:cNvSpPr txBox="1"/>
          <p:nvPr userDrawn="1"/>
        </p:nvSpPr>
        <p:spPr>
          <a:xfrm>
            <a:off x="1445466" y="4649652"/>
            <a:ext cx="3267249"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Duração da aula</a:t>
            </a:r>
            <a:endParaRPr sz="2000" b="0" i="0" u="none" strike="noStrike" cap="none" dirty="0">
              <a:solidFill>
                <a:srgbClr val="000000"/>
              </a:solidFill>
              <a:latin typeface="Poppins"/>
              <a:ea typeface="Poppins"/>
              <a:cs typeface="Poppins"/>
              <a:sym typeface="Poppins"/>
            </a:endParaRPr>
          </a:p>
        </p:txBody>
      </p:sp>
      <p:sp>
        <p:nvSpPr>
          <p:cNvPr id="54" name="Google Shape;29;p31">
            <a:extLst>
              <a:ext uri="{FF2B5EF4-FFF2-40B4-BE49-F238E27FC236}">
                <a16:creationId xmlns:a16="http://schemas.microsoft.com/office/drawing/2014/main" id="{EE47DDFB-5B6D-7333-B980-89821CD5C453}"/>
              </a:ext>
            </a:extLst>
          </p:cNvPr>
          <p:cNvSpPr txBox="1"/>
          <p:nvPr userDrawn="1"/>
        </p:nvSpPr>
        <p:spPr>
          <a:xfrm>
            <a:off x="7467011" y="3115942"/>
            <a:ext cx="4381080"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socioemocionais</a:t>
            </a:r>
            <a:endParaRPr lang="pt-BR" sz="2000" b="0" i="0" u="none" strike="noStrike" cap="none" dirty="0">
              <a:solidFill>
                <a:srgbClr val="000000"/>
              </a:solidFill>
              <a:latin typeface="Poppins"/>
              <a:ea typeface="Poppins"/>
              <a:cs typeface="Poppins"/>
              <a:sym typeface="Poppins"/>
            </a:endParaRPr>
          </a:p>
        </p:txBody>
      </p:sp>
      <p:sp>
        <p:nvSpPr>
          <p:cNvPr id="55" name="CaixaDeTexto 54">
            <a:extLst>
              <a:ext uri="{FF2B5EF4-FFF2-40B4-BE49-F238E27FC236}">
                <a16:creationId xmlns:a16="http://schemas.microsoft.com/office/drawing/2014/main" id="{40945717-DA64-748C-A1D1-9DD06F304E75}"/>
              </a:ext>
            </a:extLst>
          </p:cNvPr>
          <p:cNvSpPr txBox="1"/>
          <p:nvPr userDrawn="1"/>
        </p:nvSpPr>
        <p:spPr>
          <a:xfrm>
            <a:off x="4717774" y="2244035"/>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56" name="Google Shape;359;p5">
            <a:extLst>
              <a:ext uri="{FF2B5EF4-FFF2-40B4-BE49-F238E27FC236}">
                <a16:creationId xmlns:a16="http://schemas.microsoft.com/office/drawing/2014/main" id="{0B37A977-D54F-7CA4-065E-4F5646195719}"/>
              </a:ext>
            </a:extLst>
          </p:cNvPr>
          <p:cNvSpPr txBox="1"/>
          <p:nvPr userDrawn="1"/>
        </p:nvSpPr>
        <p:spPr>
          <a:xfrm>
            <a:off x="1395562" y="5079496"/>
            <a:ext cx="1723806" cy="292361"/>
          </a:xfrm>
          <a:prstGeom prst="rect">
            <a:avLst/>
          </a:prstGeom>
          <a:solidFill>
            <a:schemeClr val="lt1"/>
          </a:solidFill>
          <a:ln>
            <a:noFill/>
          </a:ln>
        </p:spPr>
        <p:style>
          <a:lnRef idx="0">
            <a:scrgbClr r="0" g="0" b="0"/>
          </a:lnRef>
          <a:fillRef idx="0">
            <a:scrgbClr r="0" g="0" b="0"/>
          </a:fillRef>
          <a:effectRef idx="0">
            <a:scrgbClr r="0" g="0" b="0"/>
          </a:effectRef>
          <a:fontRef idx="major"/>
        </p:style>
        <p:txBody>
          <a:bodyPr spcFirstLastPara="1" wrap="square" lIns="60950" tIns="30467" rIns="60950" bIns="30467"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00000"/>
              </a:lnSpc>
              <a:spcBef>
                <a:spcPts val="0"/>
              </a:spcBef>
              <a:spcAft>
                <a:spcPts val="0"/>
              </a:spcAft>
              <a:buClr>
                <a:srgbClr val="000000"/>
              </a:buClr>
              <a:buSzPts val="2400"/>
              <a:buFont typeface="Arial"/>
              <a:buNone/>
            </a:pPr>
            <a:r>
              <a:rPr lang="pt-BR" sz="1500" b="0" i="0" u="none" strike="noStrike" cap="none" dirty="0">
                <a:solidFill>
                  <a:srgbClr val="000000"/>
                </a:solidFill>
                <a:latin typeface="Poppins" panose="00000500000000000000" pitchFamily="2" charset="0"/>
                <a:ea typeface="Arial"/>
                <a:cs typeface="Poppins" panose="00000500000000000000" pitchFamily="2" charset="0"/>
                <a:sym typeface="Arial"/>
              </a:rPr>
              <a:t>50 minutos.</a:t>
            </a:r>
          </a:p>
        </p:txBody>
      </p:sp>
      <p:sp>
        <p:nvSpPr>
          <p:cNvPr id="57" name="Espaço Reservado para Texto 7">
            <a:extLst>
              <a:ext uri="{FF2B5EF4-FFF2-40B4-BE49-F238E27FC236}">
                <a16:creationId xmlns:a16="http://schemas.microsoft.com/office/drawing/2014/main" id="{9D3B3D7B-3AB2-D2E0-42C8-BEE1A273FFA1}"/>
              </a:ext>
            </a:extLst>
          </p:cNvPr>
          <p:cNvSpPr>
            <a:spLocks noGrp="1"/>
          </p:cNvSpPr>
          <p:nvPr>
            <p:ph type="body" sz="quarter" idx="10"/>
          </p:nvPr>
        </p:nvSpPr>
        <p:spPr>
          <a:xfrm>
            <a:off x="1467909" y="1390650"/>
            <a:ext cx="4044985" cy="1397696"/>
          </a:xfrm>
          <a:prstGeom prst="rect">
            <a:avLst/>
          </a:prstGeom>
        </p:spPr>
        <p:txBody>
          <a:bodyPr/>
          <a:lstStyle>
            <a:lvl1pPr marL="228611" indent="-228611">
              <a:buClr>
                <a:schemeClr val="tx1"/>
              </a:buClr>
              <a:buFont typeface="Arial" panose="020B0604020202020204" pitchFamily="34" charset="0"/>
              <a:buChar char="•"/>
              <a:defRPr sz="1500">
                <a:latin typeface="Poppins" pitchFamily="2" charset="77"/>
                <a:cs typeface="Poppins" pitchFamily="2" charset="77"/>
              </a:defRPr>
            </a:lvl1pPr>
          </a:lstStyle>
          <a:p>
            <a:pPr lvl="0"/>
            <a:endParaRPr lang="pt-BR"/>
          </a:p>
        </p:txBody>
      </p:sp>
      <p:sp>
        <p:nvSpPr>
          <p:cNvPr id="58" name="Espaço Reservado para Texto 7">
            <a:extLst>
              <a:ext uri="{FF2B5EF4-FFF2-40B4-BE49-F238E27FC236}">
                <a16:creationId xmlns:a16="http://schemas.microsoft.com/office/drawing/2014/main" id="{2B4474D7-F7C1-8A04-F7F3-06AE90E020C9}"/>
              </a:ext>
            </a:extLst>
          </p:cNvPr>
          <p:cNvSpPr>
            <a:spLocks noGrp="1"/>
          </p:cNvSpPr>
          <p:nvPr>
            <p:ph type="body" sz="quarter" idx="11"/>
          </p:nvPr>
        </p:nvSpPr>
        <p:spPr>
          <a:xfrm>
            <a:off x="7467375" y="1355465"/>
            <a:ext cx="4044985" cy="1555292"/>
          </a:xfrm>
          <a:prstGeom prst="rect">
            <a:avLst/>
          </a:prstGeom>
        </p:spPr>
        <p:txBody>
          <a:bodyPr/>
          <a:lstStyle>
            <a:lvl1pPr marL="228611" indent="-228611">
              <a:buFont typeface="Arial" panose="020B0604020202020204" pitchFamily="34" charset="0"/>
              <a:buChar char="•"/>
              <a:defRPr sz="1500">
                <a:latin typeface="Poppins" pitchFamily="2" charset="77"/>
                <a:cs typeface="Poppins" pitchFamily="2" charset="77"/>
              </a:defRPr>
            </a:lvl1pPr>
          </a:lstStyle>
          <a:p>
            <a:pPr lvl="0"/>
            <a:endParaRPr lang="pt-BR"/>
          </a:p>
        </p:txBody>
      </p:sp>
      <p:sp>
        <p:nvSpPr>
          <p:cNvPr id="59" name="Espaço Reservado para Texto 7">
            <a:extLst>
              <a:ext uri="{FF2B5EF4-FFF2-40B4-BE49-F238E27FC236}">
                <a16:creationId xmlns:a16="http://schemas.microsoft.com/office/drawing/2014/main" id="{750A0485-F79D-BB58-9F3F-FA9A8926590E}"/>
              </a:ext>
            </a:extLst>
          </p:cNvPr>
          <p:cNvSpPr>
            <a:spLocks noGrp="1"/>
          </p:cNvSpPr>
          <p:nvPr>
            <p:ph type="body" sz="quarter" idx="12"/>
          </p:nvPr>
        </p:nvSpPr>
        <p:spPr>
          <a:xfrm>
            <a:off x="7467375" y="3649330"/>
            <a:ext cx="4044985" cy="1590171"/>
          </a:xfrm>
          <a:prstGeom prst="rect">
            <a:avLst/>
          </a:prstGeom>
        </p:spPr>
        <p:txBody>
          <a:bodyPr/>
          <a:lstStyle>
            <a:lvl1pPr marL="228611" indent="-228611">
              <a:buFont typeface="Arial" panose="020B0604020202020204" pitchFamily="34" charset="0"/>
              <a:buChar char="•"/>
              <a:defRPr sz="1500">
                <a:latin typeface="Poppins" pitchFamily="2" charset="77"/>
                <a:cs typeface="Poppins" pitchFamily="2" charset="77"/>
              </a:defRPr>
            </a:lvl1pPr>
          </a:lstStyle>
          <a:p>
            <a:pPr lvl="0"/>
            <a:endParaRPr lang="pt-BR"/>
          </a:p>
        </p:txBody>
      </p:sp>
      <p:sp>
        <p:nvSpPr>
          <p:cNvPr id="60" name="Espaço Reservado para Texto 7">
            <a:extLst>
              <a:ext uri="{FF2B5EF4-FFF2-40B4-BE49-F238E27FC236}">
                <a16:creationId xmlns:a16="http://schemas.microsoft.com/office/drawing/2014/main" id="{E690A38C-21A5-1DD3-8FD9-05A05F954A38}"/>
              </a:ext>
            </a:extLst>
          </p:cNvPr>
          <p:cNvSpPr>
            <a:spLocks noGrp="1"/>
          </p:cNvSpPr>
          <p:nvPr>
            <p:ph type="body" sz="quarter" idx="13"/>
          </p:nvPr>
        </p:nvSpPr>
        <p:spPr>
          <a:xfrm>
            <a:off x="1443515" y="3489566"/>
            <a:ext cx="4044985" cy="1045573"/>
          </a:xfrm>
          <a:prstGeom prst="rect">
            <a:avLst/>
          </a:prstGeom>
        </p:spPr>
        <p:txBody>
          <a:bodyPr/>
          <a:lstStyle>
            <a:lvl1pPr marL="228611" indent="-228611">
              <a:buFont typeface="Arial" panose="020B0604020202020204" pitchFamily="34" charset="0"/>
              <a:buChar char="•"/>
              <a:defRPr sz="1500">
                <a:latin typeface="Poppins" pitchFamily="2" charset="77"/>
                <a:cs typeface="Poppins" pitchFamily="2" charset="77"/>
              </a:defRPr>
            </a:lvl1pPr>
          </a:lstStyle>
          <a:p>
            <a:pPr lvl="0"/>
            <a:endParaRPr lang="pt-BR"/>
          </a:p>
        </p:txBody>
      </p:sp>
      <p:grpSp>
        <p:nvGrpSpPr>
          <p:cNvPr id="2" name="Google Shape;83;p33">
            <a:extLst>
              <a:ext uri="{FF2B5EF4-FFF2-40B4-BE49-F238E27FC236}">
                <a16:creationId xmlns:a16="http://schemas.microsoft.com/office/drawing/2014/main" id="{FF512FB2-2E7B-52F3-1924-A994B1E3F0B6}"/>
              </a:ext>
            </a:extLst>
          </p:cNvPr>
          <p:cNvGrpSpPr/>
          <p:nvPr userDrawn="1"/>
        </p:nvGrpSpPr>
        <p:grpSpPr>
          <a:xfrm>
            <a:off x="9756405" y="6381592"/>
            <a:ext cx="2435595" cy="499855"/>
            <a:chOff x="14634602" y="9537218"/>
            <a:chExt cx="3653392" cy="749782"/>
          </a:xfrm>
        </p:grpSpPr>
        <p:pic>
          <p:nvPicPr>
            <p:cNvPr id="3" name="Google Shape;84;p33">
              <a:extLst>
                <a:ext uri="{FF2B5EF4-FFF2-40B4-BE49-F238E27FC236}">
                  <a16:creationId xmlns:a16="http://schemas.microsoft.com/office/drawing/2014/main" id="{A115E591-873A-3756-60BB-8FB1A41B8765}"/>
                </a:ext>
              </a:extLst>
            </p:cNvPr>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4" name="Google Shape;85;p33" descr="Logotipo">
              <a:extLst>
                <a:ext uri="{FF2B5EF4-FFF2-40B4-BE49-F238E27FC236}">
                  <a16:creationId xmlns:a16="http://schemas.microsoft.com/office/drawing/2014/main" id="{A74CE55B-706F-7F57-4BD0-70A25F510016}"/>
                </a:ext>
              </a:extLst>
            </p:cNvPr>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8" name="CaixaDeTexto 7">
            <a:extLst>
              <a:ext uri="{FF2B5EF4-FFF2-40B4-BE49-F238E27FC236}">
                <a16:creationId xmlns:a16="http://schemas.microsoft.com/office/drawing/2014/main" id="{758C464C-51C2-DB3D-4C1D-F67CB5B688F7}"/>
              </a:ext>
            </a:extLst>
          </p:cNvPr>
          <p:cNvSpPr txBox="1"/>
          <p:nvPr userDrawn="1"/>
        </p:nvSpPr>
        <p:spPr>
          <a:xfrm>
            <a:off x="13188461" y="4724400"/>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pic>
        <p:nvPicPr>
          <p:cNvPr id="7" name="Google Shape;142;p13">
            <a:extLst>
              <a:ext uri="{FF2B5EF4-FFF2-40B4-BE49-F238E27FC236}">
                <a16:creationId xmlns:a16="http://schemas.microsoft.com/office/drawing/2014/main" id="{9D6FE288-3A91-3043-17E7-4D7C94FD59E8}"/>
              </a:ext>
            </a:extLst>
          </p:cNvPr>
          <p:cNvPicPr preferRelativeResize="0"/>
          <p:nvPr userDrawn="1"/>
        </p:nvPicPr>
        <p:blipFill rotWithShape="1">
          <a:blip r:embed="rId4"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9" name="Google Shape;143;p13">
            <a:extLst>
              <a:ext uri="{FF2B5EF4-FFF2-40B4-BE49-F238E27FC236}">
                <a16:creationId xmlns:a16="http://schemas.microsoft.com/office/drawing/2014/main" id="{4462B487-3FAF-2545-FF6F-1FDF2A4F1435}"/>
              </a:ext>
            </a:extLst>
          </p:cNvPr>
          <p:cNvPicPr preferRelativeResize="0"/>
          <p:nvPr userDrawn="1"/>
        </p:nvPicPr>
        <p:blipFill rotWithShape="1">
          <a:blip r:embed="rId5"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10" name="Google Shape;26;p31">
            <a:extLst>
              <a:ext uri="{FF2B5EF4-FFF2-40B4-BE49-F238E27FC236}">
                <a16:creationId xmlns:a16="http://schemas.microsoft.com/office/drawing/2014/main" id="{835D04B7-42DF-CE67-4100-DDF817ECE8A1}"/>
              </a:ext>
            </a:extLst>
          </p:cNvPr>
          <p:cNvSpPr/>
          <p:nvPr userDrawn="1"/>
        </p:nvSpPr>
        <p:spPr>
          <a:xfrm>
            <a:off x="538284" y="960081"/>
            <a:ext cx="667589" cy="667589"/>
          </a:xfrm>
          <a:prstGeom prst="ellipse">
            <a:avLst/>
          </a:prstGeom>
          <a:solidFill>
            <a:srgbClr val="529AC2"/>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11" name="Google Shape;42;p31">
            <a:extLst>
              <a:ext uri="{FF2B5EF4-FFF2-40B4-BE49-F238E27FC236}">
                <a16:creationId xmlns:a16="http://schemas.microsoft.com/office/drawing/2014/main" id="{8C7A4149-582B-861E-7488-996F0E33FE5A}"/>
              </a:ext>
            </a:extLst>
          </p:cNvPr>
          <p:cNvSpPr/>
          <p:nvPr userDrawn="1"/>
        </p:nvSpPr>
        <p:spPr>
          <a:xfrm>
            <a:off x="514540" y="2965834"/>
            <a:ext cx="667589" cy="667589"/>
          </a:xfrm>
          <a:prstGeom prst="ellipse">
            <a:avLst/>
          </a:prstGeom>
          <a:solidFill>
            <a:srgbClr val="529AC2"/>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12" name="Google Shape;44;p31">
            <a:extLst>
              <a:ext uri="{FF2B5EF4-FFF2-40B4-BE49-F238E27FC236}">
                <a16:creationId xmlns:a16="http://schemas.microsoft.com/office/drawing/2014/main" id="{64790E06-3763-2B07-7AA5-A9F5CA3DB68D}"/>
              </a:ext>
            </a:extLst>
          </p:cNvPr>
          <p:cNvGrpSpPr/>
          <p:nvPr userDrawn="1"/>
        </p:nvGrpSpPr>
        <p:grpSpPr>
          <a:xfrm>
            <a:off x="632680" y="3096505"/>
            <a:ext cx="486839" cy="481169"/>
            <a:chOff x="8278989" y="8660410"/>
            <a:chExt cx="569755" cy="563121"/>
          </a:xfrm>
        </p:grpSpPr>
        <p:grpSp>
          <p:nvGrpSpPr>
            <p:cNvPr id="13" name="Google Shape;45;p31">
              <a:extLst>
                <a:ext uri="{FF2B5EF4-FFF2-40B4-BE49-F238E27FC236}">
                  <a16:creationId xmlns:a16="http://schemas.microsoft.com/office/drawing/2014/main" id="{B0C06C07-1CB7-6490-50DC-D8652F0A4221}"/>
                </a:ext>
              </a:extLst>
            </p:cNvPr>
            <p:cNvGrpSpPr/>
            <p:nvPr/>
          </p:nvGrpSpPr>
          <p:grpSpPr>
            <a:xfrm>
              <a:off x="8278989" y="8852628"/>
              <a:ext cx="265651" cy="370903"/>
              <a:chOff x="8278989" y="8852628"/>
              <a:chExt cx="265651" cy="370903"/>
            </a:xfrm>
          </p:grpSpPr>
          <p:sp>
            <p:nvSpPr>
              <p:cNvPr id="18" name="Google Shape;46;p31">
                <a:extLst>
                  <a:ext uri="{FF2B5EF4-FFF2-40B4-BE49-F238E27FC236}">
                    <a16:creationId xmlns:a16="http://schemas.microsoft.com/office/drawing/2014/main" id="{EDBB5887-CE71-E7C2-CDF9-6FEFE3782B76}"/>
                  </a:ext>
                </a:extLst>
              </p:cNvPr>
              <p:cNvSpPr/>
              <p:nvPr/>
            </p:nvSpPr>
            <p:spPr>
              <a:xfrm>
                <a:off x="8358808" y="8932768"/>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9" name="Google Shape;47;p31">
                <a:extLst>
                  <a:ext uri="{FF2B5EF4-FFF2-40B4-BE49-F238E27FC236}">
                    <a16:creationId xmlns:a16="http://schemas.microsoft.com/office/drawing/2014/main" id="{1D66B29C-C500-3C19-554F-F26E2EED1622}"/>
                  </a:ext>
                </a:extLst>
              </p:cNvPr>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14" name="Google Shape;48;p31">
              <a:extLst>
                <a:ext uri="{FF2B5EF4-FFF2-40B4-BE49-F238E27FC236}">
                  <a16:creationId xmlns:a16="http://schemas.microsoft.com/office/drawing/2014/main" id="{1B24DE0D-119B-7CF5-4C7A-3413CE7F8761}"/>
                </a:ext>
              </a:extLst>
            </p:cNvPr>
            <p:cNvSpPr/>
            <p:nvPr/>
          </p:nvSpPr>
          <p:spPr>
            <a:xfrm>
              <a:off x="8397765" y="8660410"/>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5" name="Google Shape;49;p31">
              <a:extLst>
                <a:ext uri="{FF2B5EF4-FFF2-40B4-BE49-F238E27FC236}">
                  <a16:creationId xmlns:a16="http://schemas.microsoft.com/office/drawing/2014/main" id="{C1CD6B84-0209-977F-B447-B17E93B9CC7F}"/>
                </a:ext>
              </a:extLst>
            </p:cNvPr>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7" name="Google Shape;50;p31">
              <a:extLst>
                <a:ext uri="{FF2B5EF4-FFF2-40B4-BE49-F238E27FC236}">
                  <a16:creationId xmlns:a16="http://schemas.microsoft.com/office/drawing/2014/main" id="{BB5A62D4-A0A7-4A43-58BD-0A4B1D372609}"/>
                </a:ext>
              </a:extLst>
            </p:cNvPr>
            <p:cNvSpPr/>
            <p:nvPr/>
          </p:nvSpPr>
          <p:spPr>
            <a:xfrm>
              <a:off x="8534039" y="8750044"/>
              <a:ext cx="314705" cy="225170"/>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20" name="Google Shape;43;p31">
            <a:extLst>
              <a:ext uri="{FF2B5EF4-FFF2-40B4-BE49-F238E27FC236}">
                <a16:creationId xmlns:a16="http://schemas.microsoft.com/office/drawing/2014/main" id="{F3244579-938D-FB1D-952C-C4746D79C31F}"/>
              </a:ext>
            </a:extLst>
          </p:cNvPr>
          <p:cNvSpPr/>
          <p:nvPr userDrawn="1"/>
        </p:nvSpPr>
        <p:spPr>
          <a:xfrm>
            <a:off x="516205" y="4700100"/>
            <a:ext cx="667589" cy="667589"/>
          </a:xfrm>
          <a:prstGeom prst="ellipse">
            <a:avLst/>
          </a:prstGeom>
          <a:solidFill>
            <a:srgbClr val="529AC2"/>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pic>
        <p:nvPicPr>
          <p:cNvPr id="21" name="Google Shape;51;p31">
            <a:extLst>
              <a:ext uri="{FF2B5EF4-FFF2-40B4-BE49-F238E27FC236}">
                <a16:creationId xmlns:a16="http://schemas.microsoft.com/office/drawing/2014/main" id="{ADAC727F-F857-696A-CDB0-A7DB6984D2C2}"/>
              </a:ext>
            </a:extLst>
          </p:cNvPr>
          <p:cNvPicPr preferRelativeResize="0"/>
          <p:nvPr userDrawn="1"/>
        </p:nvPicPr>
        <p:blipFill rotWithShape="1">
          <a:blip r:embed="rId6" cstate="hqprint">
            <a:alphaModFix/>
            <a:extLst>
              <a:ext uri="{28A0092B-C50C-407E-A947-70E740481C1C}">
                <a14:useLocalDpi xmlns:a14="http://schemas.microsoft.com/office/drawing/2010/main"/>
              </a:ext>
            </a:extLst>
          </a:blip>
          <a:srcRect/>
          <a:stretch/>
        </p:blipFill>
        <p:spPr>
          <a:xfrm>
            <a:off x="658917" y="4858582"/>
            <a:ext cx="380919" cy="380919"/>
          </a:xfrm>
          <a:prstGeom prst="rect">
            <a:avLst/>
          </a:prstGeom>
          <a:noFill/>
          <a:ln>
            <a:noFill/>
          </a:ln>
        </p:spPr>
      </p:pic>
      <p:sp>
        <p:nvSpPr>
          <p:cNvPr id="22" name="Google Shape;41;p31">
            <a:extLst>
              <a:ext uri="{FF2B5EF4-FFF2-40B4-BE49-F238E27FC236}">
                <a16:creationId xmlns:a16="http://schemas.microsoft.com/office/drawing/2014/main" id="{B5FD4FA8-2219-FD2D-6DD2-EF03DD6A79BF}"/>
              </a:ext>
            </a:extLst>
          </p:cNvPr>
          <p:cNvSpPr/>
          <p:nvPr userDrawn="1"/>
        </p:nvSpPr>
        <p:spPr>
          <a:xfrm>
            <a:off x="6537750" y="974816"/>
            <a:ext cx="667589" cy="667589"/>
          </a:xfrm>
          <a:prstGeom prst="ellipse">
            <a:avLst/>
          </a:prstGeom>
          <a:solidFill>
            <a:srgbClr val="529AC2"/>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23" name="Google Shape;52;p31">
            <a:extLst>
              <a:ext uri="{FF2B5EF4-FFF2-40B4-BE49-F238E27FC236}">
                <a16:creationId xmlns:a16="http://schemas.microsoft.com/office/drawing/2014/main" id="{3B177068-AE13-9237-D881-F4C91C72523D}"/>
              </a:ext>
            </a:extLst>
          </p:cNvPr>
          <p:cNvGrpSpPr/>
          <p:nvPr userDrawn="1"/>
        </p:nvGrpSpPr>
        <p:grpSpPr>
          <a:xfrm>
            <a:off x="6643328" y="1077215"/>
            <a:ext cx="472784" cy="435244"/>
            <a:chOff x="8560697" y="2808577"/>
            <a:chExt cx="496370" cy="456957"/>
          </a:xfrm>
        </p:grpSpPr>
        <p:sp>
          <p:nvSpPr>
            <p:cNvPr id="24" name="Google Shape;53;p31">
              <a:extLst>
                <a:ext uri="{FF2B5EF4-FFF2-40B4-BE49-F238E27FC236}">
                  <a16:creationId xmlns:a16="http://schemas.microsoft.com/office/drawing/2014/main" id="{FDE537DA-386B-4C9B-AC64-8C73489D3D2E}"/>
                </a:ext>
              </a:extLst>
            </p:cNvPr>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25" name="Google Shape;54;p31">
              <a:extLst>
                <a:ext uri="{FF2B5EF4-FFF2-40B4-BE49-F238E27FC236}">
                  <a16:creationId xmlns:a16="http://schemas.microsoft.com/office/drawing/2014/main" id="{1701F401-D2A2-BC4B-57AA-A6F201590710}"/>
                </a:ext>
              </a:extLst>
            </p:cNvPr>
            <p:cNvGrpSpPr/>
            <p:nvPr/>
          </p:nvGrpSpPr>
          <p:grpSpPr>
            <a:xfrm>
              <a:off x="8560697" y="2875026"/>
              <a:ext cx="496370" cy="324059"/>
              <a:chOff x="8560697" y="2875026"/>
              <a:chExt cx="496370" cy="324059"/>
            </a:xfrm>
          </p:grpSpPr>
          <p:sp>
            <p:nvSpPr>
              <p:cNvPr id="26" name="Google Shape;55;p31">
                <a:extLst>
                  <a:ext uri="{FF2B5EF4-FFF2-40B4-BE49-F238E27FC236}">
                    <a16:creationId xmlns:a16="http://schemas.microsoft.com/office/drawing/2014/main" id="{EC5CBB97-A75C-9E14-87F5-7BFF17C1C494}"/>
                  </a:ext>
                </a:extLst>
              </p:cNvPr>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7" name="Google Shape;56;p31">
                <a:extLst>
                  <a:ext uri="{FF2B5EF4-FFF2-40B4-BE49-F238E27FC236}">
                    <a16:creationId xmlns:a16="http://schemas.microsoft.com/office/drawing/2014/main" id="{008FC1A0-B20F-AFCE-90F2-5AFA7B68668B}"/>
                  </a:ext>
                </a:extLst>
              </p:cNvPr>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 name="Google Shape;57;p31">
                <a:extLst>
                  <a:ext uri="{FF2B5EF4-FFF2-40B4-BE49-F238E27FC236}">
                    <a16:creationId xmlns:a16="http://schemas.microsoft.com/office/drawing/2014/main" id="{013454CB-20C4-D614-90F5-FC69831F768A}"/>
                  </a:ext>
                </a:extLst>
              </p:cNvPr>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9" name="Google Shape;58;p31">
                <a:extLst>
                  <a:ext uri="{FF2B5EF4-FFF2-40B4-BE49-F238E27FC236}">
                    <a16:creationId xmlns:a16="http://schemas.microsoft.com/office/drawing/2014/main" id="{0B0E3F8E-3E2A-F2F1-DC66-EF15E925745E}"/>
                  </a:ext>
                </a:extLst>
              </p:cNvPr>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31" name="Google Shape;59;p31">
                <a:extLst>
                  <a:ext uri="{FF2B5EF4-FFF2-40B4-BE49-F238E27FC236}">
                    <a16:creationId xmlns:a16="http://schemas.microsoft.com/office/drawing/2014/main" id="{C7E71846-312A-5E6A-42DB-F7EF6AE83DDF}"/>
                  </a:ext>
                </a:extLst>
              </p:cNvPr>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32" name="Google Shape;60;p31">
                <a:extLst>
                  <a:ext uri="{FF2B5EF4-FFF2-40B4-BE49-F238E27FC236}">
                    <a16:creationId xmlns:a16="http://schemas.microsoft.com/office/drawing/2014/main" id="{6D8E34D9-7B5A-C96E-4AB2-9E3BA514EE87}"/>
                  </a:ext>
                </a:extLst>
              </p:cNvPr>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grpSp>
      <p:sp>
        <p:nvSpPr>
          <p:cNvPr id="33" name="Google Shape;41;p31">
            <a:extLst>
              <a:ext uri="{FF2B5EF4-FFF2-40B4-BE49-F238E27FC236}">
                <a16:creationId xmlns:a16="http://schemas.microsoft.com/office/drawing/2014/main" id="{9AF5D698-F646-9D47-211C-B4EDC7478D0E}"/>
              </a:ext>
            </a:extLst>
          </p:cNvPr>
          <p:cNvSpPr/>
          <p:nvPr userDrawn="1"/>
        </p:nvSpPr>
        <p:spPr>
          <a:xfrm>
            <a:off x="6537750" y="3144691"/>
            <a:ext cx="667589" cy="667589"/>
          </a:xfrm>
          <a:prstGeom prst="ellipse">
            <a:avLst/>
          </a:prstGeom>
          <a:solidFill>
            <a:srgbClr val="529AC2"/>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34" name="Google Shape;2215;p100">
            <a:extLst>
              <a:ext uri="{FF2B5EF4-FFF2-40B4-BE49-F238E27FC236}">
                <a16:creationId xmlns:a16="http://schemas.microsoft.com/office/drawing/2014/main" id="{14938A03-41EE-07FF-2C03-2ABF8424D692}"/>
              </a:ext>
            </a:extLst>
          </p:cNvPr>
          <p:cNvSpPr/>
          <p:nvPr userDrawn="1"/>
        </p:nvSpPr>
        <p:spPr>
          <a:xfrm>
            <a:off x="6637986" y="3252609"/>
            <a:ext cx="458663" cy="458561"/>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bg1"/>
          </a:solidFill>
          <a:ln>
            <a:noFill/>
          </a:ln>
        </p:spPr>
        <p:txBody>
          <a:bodyPr spcFirstLastPara="1" wrap="square" lIns="60950" tIns="30467" rIns="60950" bIns="30467"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35" name="Google Shape;34;p31">
            <a:extLst>
              <a:ext uri="{FF2B5EF4-FFF2-40B4-BE49-F238E27FC236}">
                <a16:creationId xmlns:a16="http://schemas.microsoft.com/office/drawing/2014/main" id="{4158AAD6-DA4E-CFE5-C2BC-7717D303D477}"/>
              </a:ext>
            </a:extLst>
          </p:cNvPr>
          <p:cNvGrpSpPr/>
          <p:nvPr userDrawn="1"/>
        </p:nvGrpSpPr>
        <p:grpSpPr>
          <a:xfrm>
            <a:off x="664474" y="1066003"/>
            <a:ext cx="428502" cy="428501"/>
            <a:chOff x="9358184" y="2764785"/>
            <a:chExt cx="495514" cy="495513"/>
          </a:xfrm>
        </p:grpSpPr>
        <p:grpSp>
          <p:nvGrpSpPr>
            <p:cNvPr id="36" name="Google Shape;35;p31">
              <a:extLst>
                <a:ext uri="{FF2B5EF4-FFF2-40B4-BE49-F238E27FC236}">
                  <a16:creationId xmlns:a16="http://schemas.microsoft.com/office/drawing/2014/main" id="{86D6932B-BA85-70C8-064D-0B72D9855EDF}"/>
                </a:ext>
              </a:extLst>
            </p:cNvPr>
            <p:cNvGrpSpPr/>
            <p:nvPr/>
          </p:nvGrpSpPr>
          <p:grpSpPr>
            <a:xfrm>
              <a:off x="9358184" y="2802389"/>
              <a:ext cx="457909" cy="457909"/>
              <a:chOff x="9358184" y="2802389"/>
              <a:chExt cx="457909" cy="457909"/>
            </a:xfrm>
          </p:grpSpPr>
          <p:sp>
            <p:nvSpPr>
              <p:cNvPr id="39" name="Google Shape;36;p31">
                <a:extLst>
                  <a:ext uri="{FF2B5EF4-FFF2-40B4-BE49-F238E27FC236}">
                    <a16:creationId xmlns:a16="http://schemas.microsoft.com/office/drawing/2014/main" id="{3D64FCC1-38B5-49F5-6CAC-A8274BD47419}"/>
                  </a:ext>
                </a:extLst>
              </p:cNvPr>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40" name="Google Shape;37;p31">
                <a:extLst>
                  <a:ext uri="{FF2B5EF4-FFF2-40B4-BE49-F238E27FC236}">
                    <a16:creationId xmlns:a16="http://schemas.microsoft.com/office/drawing/2014/main" id="{512F7B54-3925-018F-5E21-7ADDE239B84F}"/>
                  </a:ext>
                </a:extLst>
              </p:cNvPr>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41" name="Google Shape;38;p31">
                <a:extLst>
                  <a:ext uri="{FF2B5EF4-FFF2-40B4-BE49-F238E27FC236}">
                    <a16:creationId xmlns:a16="http://schemas.microsoft.com/office/drawing/2014/main" id="{C0D545A0-7329-ACAB-0134-E65041B01A48}"/>
                  </a:ext>
                </a:extLst>
              </p:cNvPr>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37" name="Google Shape;39;p31">
              <a:extLst>
                <a:ext uri="{FF2B5EF4-FFF2-40B4-BE49-F238E27FC236}">
                  <a16:creationId xmlns:a16="http://schemas.microsoft.com/office/drawing/2014/main" id="{25297ADF-DDC1-283C-0B35-60EFCEA52E16}"/>
                </a:ext>
              </a:extLst>
            </p:cNvPr>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38" name="Google Shape;40;p31">
              <a:extLst>
                <a:ext uri="{FF2B5EF4-FFF2-40B4-BE49-F238E27FC236}">
                  <a16:creationId xmlns:a16="http://schemas.microsoft.com/office/drawing/2014/main" id="{B08FA079-A972-E763-188C-156928ACCED6}"/>
                </a:ext>
              </a:extLst>
            </p:cNvPr>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1238471999"/>
      </p:ext>
    </p:extLst>
  </p:cSld>
  <p:clrMapOvr>
    <a:masterClrMapping/>
  </p:clrMapOvr>
  <p:extLst>
    <p:ext uri="{DCECCB84-F9BA-43D5-87BE-67443E8EF086}">
      <p15:sldGuideLst xmlns:p15="http://schemas.microsoft.com/office/powerpoint/2012/main"/>
    </p:ext>
  </p:extLst>
</p:sldLayout>
</file>

<file path=ppt/slideLayouts/slideLayout347.xml><?xml version="1.0" encoding="utf-8"?>
<p:sldLayout xmlns:a="http://schemas.openxmlformats.org/drawingml/2006/main" xmlns:r="http://schemas.openxmlformats.org/officeDocument/2006/relationships" xmlns:p="http://schemas.openxmlformats.org/presentationml/2006/main" matchingName="1. Conteudo" preserve="1" userDrawn="1">
  <p:cSld name="1. Conteudo">
    <p:spTree>
      <p:nvGrpSpPr>
        <p:cNvPr id="1" name="Shape 78"/>
        <p:cNvGrpSpPr/>
        <p:nvPr/>
      </p:nvGrpSpPr>
      <p:grpSpPr>
        <a:xfrm>
          <a:off x="0" y="0"/>
          <a:ext cx="0" cy="0"/>
          <a:chOff x="0" y="0"/>
          <a:chExt cx="0" cy="0"/>
        </a:xfrm>
      </p:grpSpPr>
      <p:sp>
        <p:nvSpPr>
          <p:cNvPr id="4" name="Espaço Reservado para Texto 7">
            <a:extLst>
              <a:ext uri="{FF2B5EF4-FFF2-40B4-BE49-F238E27FC236}">
                <a16:creationId xmlns:a16="http://schemas.microsoft.com/office/drawing/2014/main" id="{1010BB96-2C5C-93CB-0DE4-6ADDB142D01A}"/>
              </a:ext>
            </a:extLst>
          </p:cNvPr>
          <p:cNvSpPr>
            <a:spLocks noGrp="1"/>
          </p:cNvSpPr>
          <p:nvPr>
            <p:ph type="body" sz="quarter" idx="11"/>
          </p:nvPr>
        </p:nvSpPr>
        <p:spPr>
          <a:xfrm>
            <a:off x="3751838" y="2170264"/>
            <a:ext cx="4044985" cy="720942"/>
          </a:xfrm>
          <a:prstGeom prst="rect">
            <a:avLst/>
          </a:prstGeom>
        </p:spPr>
        <p:txBody>
          <a:bodyPr/>
          <a:lstStyle>
            <a:lvl1pPr marL="0" indent="0">
              <a:buClr>
                <a:schemeClr val="tx1"/>
              </a:buClr>
              <a:buFontTx/>
              <a:buNone/>
              <a:defRPr sz="1333">
                <a:latin typeface="Poppins" pitchFamily="2" charset="77"/>
                <a:cs typeface="Poppins" pitchFamily="2" charset="77"/>
              </a:defRPr>
            </a:lvl1pPr>
          </a:lstStyle>
          <a:p>
            <a:pPr lvl="0"/>
            <a:endParaRPr lang="pt-BR"/>
          </a:p>
        </p:txBody>
      </p:sp>
      <p:sp>
        <p:nvSpPr>
          <p:cNvPr id="11" name="Espaço Reservado para Texto 7">
            <a:extLst>
              <a:ext uri="{FF2B5EF4-FFF2-40B4-BE49-F238E27FC236}">
                <a16:creationId xmlns:a16="http://schemas.microsoft.com/office/drawing/2014/main" id="{9550BDCE-8C17-2808-26AD-19DADB9A406A}"/>
              </a:ext>
            </a:extLst>
          </p:cNvPr>
          <p:cNvSpPr>
            <a:spLocks noGrp="1"/>
          </p:cNvSpPr>
          <p:nvPr>
            <p:ph type="body" sz="quarter" idx="12"/>
          </p:nvPr>
        </p:nvSpPr>
        <p:spPr>
          <a:xfrm>
            <a:off x="3751838" y="3122764"/>
            <a:ext cx="4044985" cy="720942"/>
          </a:xfrm>
          <a:prstGeom prst="rect">
            <a:avLst/>
          </a:prstGeom>
        </p:spPr>
        <p:txBody>
          <a:bodyPr/>
          <a:lstStyle>
            <a:lvl1pPr marL="0" indent="0">
              <a:buClr>
                <a:schemeClr val="tx1"/>
              </a:buClr>
              <a:buFontTx/>
              <a:buNone/>
              <a:defRPr sz="1333">
                <a:latin typeface="Poppins" pitchFamily="2" charset="77"/>
                <a:cs typeface="Poppins" pitchFamily="2" charset="77"/>
              </a:defRPr>
            </a:lvl1pPr>
          </a:lstStyle>
          <a:p>
            <a:pPr lvl="0"/>
            <a:endParaRPr lang="pt-BR"/>
          </a:p>
        </p:txBody>
      </p:sp>
      <p:sp>
        <p:nvSpPr>
          <p:cNvPr id="16" name="Espaço Reservado para Texto 7">
            <a:extLst>
              <a:ext uri="{FF2B5EF4-FFF2-40B4-BE49-F238E27FC236}">
                <a16:creationId xmlns:a16="http://schemas.microsoft.com/office/drawing/2014/main" id="{24714A58-2E0F-BD3B-F270-0F26F9E6CD6C}"/>
              </a:ext>
            </a:extLst>
          </p:cNvPr>
          <p:cNvSpPr>
            <a:spLocks noGrp="1"/>
          </p:cNvSpPr>
          <p:nvPr>
            <p:ph type="body" sz="quarter" idx="13"/>
          </p:nvPr>
        </p:nvSpPr>
        <p:spPr>
          <a:xfrm>
            <a:off x="3751838" y="4049864"/>
            <a:ext cx="4044985" cy="720942"/>
          </a:xfrm>
          <a:prstGeom prst="rect">
            <a:avLst/>
          </a:prstGeom>
        </p:spPr>
        <p:txBody>
          <a:bodyPr/>
          <a:lstStyle>
            <a:lvl1pPr marL="0" indent="0">
              <a:buClr>
                <a:schemeClr val="tx1"/>
              </a:buClr>
              <a:buFontTx/>
              <a:buNone/>
              <a:defRPr sz="1333">
                <a:latin typeface="Poppins" pitchFamily="2" charset="77"/>
                <a:cs typeface="Poppins" pitchFamily="2" charset="77"/>
              </a:defRPr>
            </a:lvl1pPr>
          </a:lstStyle>
          <a:p>
            <a:pPr lvl="0"/>
            <a:endParaRPr lang="pt-BR"/>
          </a:p>
        </p:txBody>
      </p:sp>
      <p:sp>
        <p:nvSpPr>
          <p:cNvPr id="20" name="Espaço Reservado para Texto 7">
            <a:extLst>
              <a:ext uri="{FF2B5EF4-FFF2-40B4-BE49-F238E27FC236}">
                <a16:creationId xmlns:a16="http://schemas.microsoft.com/office/drawing/2014/main" id="{5E0069F1-0137-2FAA-27B5-5B98A6D199E5}"/>
              </a:ext>
            </a:extLst>
          </p:cNvPr>
          <p:cNvSpPr>
            <a:spLocks noGrp="1"/>
          </p:cNvSpPr>
          <p:nvPr>
            <p:ph type="body" sz="quarter" idx="14"/>
          </p:nvPr>
        </p:nvSpPr>
        <p:spPr>
          <a:xfrm>
            <a:off x="3751838" y="4989664"/>
            <a:ext cx="4044985" cy="720942"/>
          </a:xfrm>
          <a:prstGeom prst="rect">
            <a:avLst/>
          </a:prstGeom>
        </p:spPr>
        <p:txBody>
          <a:bodyPr/>
          <a:lstStyle>
            <a:lvl1pPr marL="0" indent="0">
              <a:buClr>
                <a:schemeClr val="tx1"/>
              </a:buClr>
              <a:buFontTx/>
              <a:buNone/>
              <a:defRPr sz="1333">
                <a:latin typeface="Poppins" pitchFamily="2" charset="77"/>
                <a:cs typeface="Poppins" pitchFamily="2" charset="77"/>
              </a:defRPr>
            </a:lvl1pPr>
          </a:lstStyle>
          <a:p>
            <a:pPr lvl="0"/>
            <a:endParaRPr lang="pt-BR"/>
          </a:p>
        </p:txBody>
      </p:sp>
      <p:sp>
        <p:nvSpPr>
          <p:cNvPr id="21" name="Espaço Reservado para Texto 19">
            <a:extLst>
              <a:ext uri="{FF2B5EF4-FFF2-40B4-BE49-F238E27FC236}">
                <a16:creationId xmlns:a16="http://schemas.microsoft.com/office/drawing/2014/main" id="{C140BF74-0D8B-686D-7192-D2693E320B14}"/>
              </a:ext>
            </a:extLst>
          </p:cNvPr>
          <p:cNvSpPr>
            <a:spLocks noGrp="1"/>
          </p:cNvSpPr>
          <p:nvPr>
            <p:ph type="body" sz="quarter" idx="15"/>
          </p:nvPr>
        </p:nvSpPr>
        <p:spPr>
          <a:xfrm>
            <a:off x="3514725" y="559205"/>
            <a:ext cx="7208308" cy="1260627"/>
          </a:xfrm>
          <a:prstGeom prst="rect">
            <a:avLst/>
          </a:prstGeom>
        </p:spPr>
        <p:txBody>
          <a:bodyPr/>
          <a:lstStyle>
            <a:lvl1pPr>
              <a:defRPr sz="1333" b="0" i="0">
                <a:latin typeface="Poppins" pitchFamily="2" charset="77"/>
                <a:cs typeface="Poppins" pitchFamily="2" charset="77"/>
              </a:defRPr>
            </a:lvl1pPr>
          </a:lstStyle>
          <a:p>
            <a:pPr lvl="0"/>
            <a:endParaRPr lang="pt-BR"/>
          </a:p>
        </p:txBody>
      </p:sp>
      <p:sp>
        <p:nvSpPr>
          <p:cNvPr id="12" name="Retângulo: Cantos Arredondados 5">
            <a:extLst>
              <a:ext uri="{FF2B5EF4-FFF2-40B4-BE49-F238E27FC236}">
                <a16:creationId xmlns:a16="http://schemas.microsoft.com/office/drawing/2014/main" id="{B7814AA3-F4F7-FC7B-60C8-E48B28C96EFB}"/>
              </a:ext>
            </a:extLst>
          </p:cNvPr>
          <p:cNvSpPr/>
          <p:nvPr userDrawn="1"/>
        </p:nvSpPr>
        <p:spPr>
          <a:xfrm>
            <a:off x="214209" y="372431"/>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Google Shape;69;p32">
            <a:extLst>
              <a:ext uri="{FF2B5EF4-FFF2-40B4-BE49-F238E27FC236}">
                <a16:creationId xmlns:a16="http://schemas.microsoft.com/office/drawing/2014/main" id="{7AA99699-49E4-9A3E-17B6-9154CEBF8E57}"/>
              </a:ext>
            </a:extLst>
          </p:cNvPr>
          <p:cNvSpPr txBox="1"/>
          <p:nvPr userDrawn="1"/>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lang="pt-B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1328641519"/>
      </p:ext>
    </p:extLst>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matchingName="3. Conteudo" userDrawn="1">
  <p:cSld name="3. Conteudo">
    <p:spTree>
      <p:nvGrpSpPr>
        <p:cNvPr id="1" name="Shape 104"/>
        <p:cNvGrpSpPr/>
        <p:nvPr/>
      </p:nvGrpSpPr>
      <p:grpSpPr>
        <a:xfrm>
          <a:off x="0" y="0"/>
          <a:ext cx="0" cy="0"/>
          <a:chOff x="0" y="0"/>
          <a:chExt cx="0" cy="0"/>
        </a:xfrm>
      </p:grpSpPr>
      <p:pic>
        <p:nvPicPr>
          <p:cNvPr id="5" name="Google Shape;118;p10">
            <a:extLst>
              <a:ext uri="{FF2B5EF4-FFF2-40B4-BE49-F238E27FC236}">
                <a16:creationId xmlns:a16="http://schemas.microsoft.com/office/drawing/2014/main" id="{5EC75D68-D884-0F10-1C52-3353E68A92D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3" y="0"/>
            <a:ext cx="3095627" cy="6857983"/>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8734269" y="-189875"/>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2" name="CaixaDeTexto 1">
            <a:extLst>
              <a:ext uri="{FF2B5EF4-FFF2-40B4-BE49-F238E27FC236}">
                <a16:creationId xmlns:a16="http://schemas.microsoft.com/office/drawing/2014/main" id="{44314794-8596-FE32-82EB-2F568421EAEA}"/>
              </a:ext>
            </a:extLst>
          </p:cNvPr>
          <p:cNvSpPr txBox="1"/>
          <p:nvPr userDrawn="1"/>
        </p:nvSpPr>
        <p:spPr>
          <a:xfrm>
            <a:off x="3131671" y="-47811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2342777" y="-53788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3" name="Espaço Reservado para Texto 8">
            <a:extLst>
              <a:ext uri="{FF2B5EF4-FFF2-40B4-BE49-F238E27FC236}">
                <a16:creationId xmlns:a16="http://schemas.microsoft.com/office/drawing/2014/main" id="{6B4BF7EF-FB5E-D8D4-26C0-433E9665A2C1}"/>
              </a:ext>
            </a:extLst>
          </p:cNvPr>
          <p:cNvSpPr>
            <a:spLocks noGrp="1"/>
          </p:cNvSpPr>
          <p:nvPr>
            <p:ph type="body" sz="quarter" idx="12" hasCustomPrompt="1"/>
          </p:nvPr>
        </p:nvSpPr>
        <p:spPr>
          <a:xfrm>
            <a:off x="3598334" y="2009776"/>
            <a:ext cx="8080375" cy="3739091"/>
          </a:xfrm>
          <a:prstGeom prst="rect">
            <a:avLst/>
          </a:prstGeom>
          <a:solidFill>
            <a:srgbClr val="D9D9D9"/>
          </a:solidFill>
        </p:spPr>
        <p:txBody>
          <a:bodyPr/>
          <a:lstStyle>
            <a:lvl1pPr>
              <a:defRPr sz="1400" b="0" i="0">
                <a:latin typeface="Poppins" pitchFamily="2" charset="77"/>
                <a:cs typeface="Poppins" pitchFamily="2" charset="77"/>
              </a:defRPr>
            </a:lvl1pPr>
          </a:lstStyle>
          <a:p>
            <a:r>
              <a:rPr lang="pt-BR"/>
              <a:t>Inserir &gt; Mídia &gt; Vídeo &gt; Vídeos online</a:t>
            </a:r>
          </a:p>
        </p:txBody>
      </p:sp>
      <p:sp>
        <p:nvSpPr>
          <p:cNvPr id="12" name="Retângulo: Cantos Arredondados 4">
            <a:extLst>
              <a:ext uri="{FF2B5EF4-FFF2-40B4-BE49-F238E27FC236}">
                <a16:creationId xmlns:a16="http://schemas.microsoft.com/office/drawing/2014/main" id="{4D26B762-C207-E069-8A70-2691C817E215}"/>
              </a:ext>
            </a:extLst>
          </p:cNvPr>
          <p:cNvSpPr/>
          <p:nvPr userDrawn="1"/>
        </p:nvSpPr>
        <p:spPr>
          <a:xfrm>
            <a:off x="200185" y="269162"/>
            <a:ext cx="2290073" cy="1671398"/>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Google Shape;82;p33">
            <a:extLst>
              <a:ext uri="{FF2B5EF4-FFF2-40B4-BE49-F238E27FC236}">
                <a16:creationId xmlns:a16="http://schemas.microsoft.com/office/drawing/2014/main" id="{BE1A2CB3-5617-AAA8-ED6E-B7B79BBDFCE5}"/>
              </a:ext>
            </a:extLst>
          </p:cNvPr>
          <p:cNvSpPr txBox="1"/>
          <p:nvPr userDrawn="1"/>
        </p:nvSpPr>
        <p:spPr>
          <a:xfrm>
            <a:off x="727002" y="749326"/>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pitchFamily="2" charset="77"/>
                <a:ea typeface="Poppins Medium"/>
                <a:cs typeface="Poppins Light" pitchFamily="2" charset="77"/>
                <a:sym typeface="Poppins Medium"/>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1986711211"/>
      </p:ext>
    </p:extLst>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349.xml><?xml version="1.0" encoding="utf-8"?>
<p:sldLayout xmlns:a="http://schemas.openxmlformats.org/drawingml/2006/main" xmlns:r="http://schemas.openxmlformats.org/officeDocument/2006/relationships" xmlns:p="http://schemas.openxmlformats.org/presentationml/2006/main" matchingName="3. Conteudo" preserve="1" userDrawn="1">
  <p:cSld name="1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E88DAE86-5860-EE2A-A892-19CA5E4EA19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3" y="0"/>
            <a:ext cx="3095627" cy="6857983"/>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8734269" y="-189875"/>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2" name="CaixaDeTexto 1">
            <a:extLst>
              <a:ext uri="{FF2B5EF4-FFF2-40B4-BE49-F238E27FC236}">
                <a16:creationId xmlns:a16="http://schemas.microsoft.com/office/drawing/2014/main" id="{44314794-8596-FE32-82EB-2F568421EAEA}"/>
              </a:ext>
            </a:extLst>
          </p:cNvPr>
          <p:cNvSpPr txBox="1"/>
          <p:nvPr userDrawn="1"/>
        </p:nvSpPr>
        <p:spPr>
          <a:xfrm>
            <a:off x="3131671" y="-47811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2342777" y="-53788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0" name="Espaço Reservado para Texto 9">
            <a:extLst>
              <a:ext uri="{FF2B5EF4-FFF2-40B4-BE49-F238E27FC236}">
                <a16:creationId xmlns:a16="http://schemas.microsoft.com/office/drawing/2014/main" id="{2B528574-1FD1-7B70-2B2F-0F4F07E103CA}"/>
              </a:ext>
            </a:extLst>
          </p:cNvPr>
          <p:cNvSpPr>
            <a:spLocks noGrp="1"/>
          </p:cNvSpPr>
          <p:nvPr>
            <p:ph type="body" sz="quarter" idx="10"/>
          </p:nvPr>
        </p:nvSpPr>
        <p:spPr>
          <a:xfrm>
            <a:off x="3707268" y="641350"/>
            <a:ext cx="7366062" cy="1732492"/>
          </a:xfrm>
          <a:prstGeom prst="rect">
            <a:avLst/>
          </a:prstGeom>
        </p:spPr>
        <p:txBody>
          <a:bodyPr/>
          <a:lstStyle>
            <a:lvl1pPr>
              <a:defRPr sz="1600" b="0" i="0">
                <a:latin typeface="Poppins" pitchFamily="2" charset="77"/>
                <a:cs typeface="Poppins" pitchFamily="2" charset="77"/>
              </a:defRPr>
            </a:lvl1pPr>
            <a:lvl2pPr>
              <a:defRPr sz="1600" b="0" i="0">
                <a:latin typeface="Poppins" pitchFamily="2" charset="77"/>
                <a:cs typeface="Poppins" pitchFamily="2" charset="77"/>
              </a:defRPr>
            </a:lvl2pPr>
            <a:lvl3pPr>
              <a:defRPr sz="1600" b="0" i="0">
                <a:latin typeface="Poppins" pitchFamily="2" charset="77"/>
                <a:cs typeface="Poppins" pitchFamily="2" charset="77"/>
              </a:defRPr>
            </a:lvl3pPr>
            <a:lvl4pPr>
              <a:defRPr sz="1600" b="0" i="0">
                <a:latin typeface="Poppins" pitchFamily="2" charset="77"/>
                <a:cs typeface="Poppins" pitchFamily="2" charset="77"/>
              </a:defRPr>
            </a:lvl4pPr>
            <a:lvl5pPr>
              <a:defRPr sz="1600" b="0" i="0">
                <a:latin typeface="Poppins" pitchFamily="2" charset="77"/>
                <a:cs typeface="Poppins" pitchFamily="2" charset="77"/>
              </a:defRPr>
            </a:lvl5pPr>
          </a:lstStyle>
          <a:p>
            <a:pPr lvl="0"/>
            <a:endParaRPr lang="pt-BR"/>
          </a:p>
        </p:txBody>
      </p:sp>
      <p:sp>
        <p:nvSpPr>
          <p:cNvPr id="11" name="Espaço Reservado para Texto 9">
            <a:extLst>
              <a:ext uri="{FF2B5EF4-FFF2-40B4-BE49-F238E27FC236}">
                <a16:creationId xmlns:a16="http://schemas.microsoft.com/office/drawing/2014/main" id="{ACFD55BC-1BD9-04E3-9059-B617F5BF54E7}"/>
              </a:ext>
            </a:extLst>
          </p:cNvPr>
          <p:cNvSpPr>
            <a:spLocks noGrp="1"/>
          </p:cNvSpPr>
          <p:nvPr>
            <p:ph type="body" sz="quarter" idx="11"/>
          </p:nvPr>
        </p:nvSpPr>
        <p:spPr>
          <a:xfrm>
            <a:off x="4428690" y="2540104"/>
            <a:ext cx="6644640" cy="3486484"/>
          </a:xfrm>
          <a:prstGeom prst="rect">
            <a:avLst/>
          </a:prstGeom>
        </p:spPr>
        <p:txBody>
          <a:bodyPr/>
          <a:lstStyle>
            <a:lvl1pPr>
              <a:defRPr sz="1600" b="0" i="0">
                <a:latin typeface="Poppins" pitchFamily="2" charset="77"/>
                <a:cs typeface="Poppins" pitchFamily="2" charset="77"/>
              </a:defRPr>
            </a:lvl1pPr>
            <a:lvl2pPr>
              <a:defRPr sz="1600" b="0" i="0">
                <a:latin typeface="Poppins" pitchFamily="2" charset="77"/>
                <a:cs typeface="Poppins" pitchFamily="2" charset="77"/>
              </a:defRPr>
            </a:lvl2pPr>
            <a:lvl3pPr>
              <a:defRPr sz="1600" b="0" i="0">
                <a:latin typeface="Poppins" pitchFamily="2" charset="77"/>
                <a:cs typeface="Poppins" pitchFamily="2" charset="77"/>
              </a:defRPr>
            </a:lvl3pPr>
            <a:lvl4pPr>
              <a:defRPr sz="1600" b="0" i="0">
                <a:latin typeface="Poppins" pitchFamily="2" charset="77"/>
                <a:cs typeface="Poppins" pitchFamily="2" charset="77"/>
              </a:defRPr>
            </a:lvl4pPr>
            <a:lvl5pPr>
              <a:defRPr sz="1600" b="0" i="0">
                <a:latin typeface="Poppins" pitchFamily="2" charset="77"/>
                <a:cs typeface="Poppins" pitchFamily="2" charset="77"/>
              </a:defRPr>
            </a:lvl5pPr>
          </a:lstStyle>
          <a:p>
            <a:pPr lvl="0"/>
            <a:endParaRPr lang="pt-BR"/>
          </a:p>
        </p:txBody>
      </p:sp>
      <p:sp>
        <p:nvSpPr>
          <p:cNvPr id="13" name="Retângulo: Cantos Arredondados 5">
            <a:extLst>
              <a:ext uri="{FF2B5EF4-FFF2-40B4-BE49-F238E27FC236}">
                <a16:creationId xmlns:a16="http://schemas.microsoft.com/office/drawing/2014/main" id="{B7814AA3-F4F7-FC7B-60C8-E48B28C96EFB}"/>
              </a:ext>
            </a:extLst>
          </p:cNvPr>
          <p:cNvSpPr/>
          <p:nvPr userDrawn="1"/>
        </p:nvSpPr>
        <p:spPr>
          <a:xfrm>
            <a:off x="214209" y="372431"/>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Google Shape;69;p32">
            <a:extLst>
              <a:ext uri="{FF2B5EF4-FFF2-40B4-BE49-F238E27FC236}">
                <a16:creationId xmlns:a16="http://schemas.microsoft.com/office/drawing/2014/main" id="{7AA99699-49E4-9A3E-17B6-9154CEBF8E57}"/>
              </a:ext>
            </a:extLst>
          </p:cNvPr>
          <p:cNvSpPr txBox="1"/>
          <p:nvPr userDrawn="1"/>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lang="pt-B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2748728025"/>
      </p:ext>
    </p:extLst>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350.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3D24054B-29A8-9F5D-EBED-8CE03A0F193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3" y="0"/>
            <a:ext cx="3095627" cy="6857983"/>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8734269" y="-189875"/>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2" name="CaixaDeTexto 1">
            <a:extLst>
              <a:ext uri="{FF2B5EF4-FFF2-40B4-BE49-F238E27FC236}">
                <a16:creationId xmlns:a16="http://schemas.microsoft.com/office/drawing/2014/main" id="{44314794-8596-FE32-82EB-2F568421EAEA}"/>
              </a:ext>
            </a:extLst>
          </p:cNvPr>
          <p:cNvSpPr txBox="1"/>
          <p:nvPr userDrawn="1"/>
        </p:nvSpPr>
        <p:spPr>
          <a:xfrm>
            <a:off x="3131671" y="-47811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2342777" y="-53788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2" name="Espaço Reservado para Texto 11">
            <a:extLst>
              <a:ext uri="{FF2B5EF4-FFF2-40B4-BE49-F238E27FC236}">
                <a16:creationId xmlns:a16="http://schemas.microsoft.com/office/drawing/2014/main" id="{54B02D53-E743-F37B-BC9A-24214A83B763}"/>
              </a:ext>
            </a:extLst>
          </p:cNvPr>
          <p:cNvSpPr>
            <a:spLocks noGrp="1"/>
          </p:cNvSpPr>
          <p:nvPr>
            <p:ph type="body" sz="quarter" idx="10"/>
          </p:nvPr>
        </p:nvSpPr>
        <p:spPr>
          <a:xfrm>
            <a:off x="3598410" y="633942"/>
            <a:ext cx="8052782" cy="1162050"/>
          </a:xfrm>
          <a:prstGeom prst="rect">
            <a:avLst/>
          </a:prstGeom>
        </p:spPr>
        <p:txBody>
          <a:bodyPr/>
          <a:lstStyle>
            <a:lvl1pPr>
              <a:defRPr sz="1600" b="0" i="0">
                <a:latin typeface="Poppins" pitchFamily="2" charset="77"/>
                <a:cs typeface="Poppins" pitchFamily="2" charset="77"/>
              </a:defRPr>
            </a:lvl1pPr>
          </a:lstStyle>
          <a:p>
            <a:pPr lvl="0"/>
            <a:endParaRPr lang="pt-BR"/>
          </a:p>
        </p:txBody>
      </p:sp>
      <p:sp>
        <p:nvSpPr>
          <p:cNvPr id="13" name="Espaço Reservado para Texto 11">
            <a:extLst>
              <a:ext uri="{FF2B5EF4-FFF2-40B4-BE49-F238E27FC236}">
                <a16:creationId xmlns:a16="http://schemas.microsoft.com/office/drawing/2014/main" id="{498470DA-9F77-2314-5148-BE7D0A21C8B5}"/>
              </a:ext>
            </a:extLst>
          </p:cNvPr>
          <p:cNvSpPr>
            <a:spLocks noGrp="1"/>
          </p:cNvSpPr>
          <p:nvPr>
            <p:ph type="body" sz="quarter" idx="11"/>
          </p:nvPr>
        </p:nvSpPr>
        <p:spPr>
          <a:xfrm>
            <a:off x="6374268" y="2372801"/>
            <a:ext cx="5276924" cy="3572483"/>
          </a:xfrm>
          <a:prstGeom prst="rect">
            <a:avLst/>
          </a:prstGeom>
        </p:spPr>
        <p:txBody>
          <a:bodyPr/>
          <a:lstStyle>
            <a:lvl1pPr>
              <a:defRPr sz="1333" b="0" i="0">
                <a:latin typeface="Poppins" pitchFamily="2" charset="77"/>
                <a:cs typeface="Poppins" pitchFamily="2" charset="77"/>
              </a:defRPr>
            </a:lvl1pPr>
          </a:lstStyle>
          <a:p>
            <a:pPr lvl="0"/>
            <a:endParaRPr lang="pt-BR"/>
          </a:p>
        </p:txBody>
      </p:sp>
      <p:sp>
        <p:nvSpPr>
          <p:cNvPr id="14" name="Espaço Reservado para Texto 11">
            <a:extLst>
              <a:ext uri="{FF2B5EF4-FFF2-40B4-BE49-F238E27FC236}">
                <a16:creationId xmlns:a16="http://schemas.microsoft.com/office/drawing/2014/main" id="{7DB9C7F3-F00D-DC50-70C9-8A4151886218}"/>
              </a:ext>
            </a:extLst>
          </p:cNvPr>
          <p:cNvSpPr>
            <a:spLocks noGrp="1"/>
          </p:cNvSpPr>
          <p:nvPr>
            <p:ph type="body" sz="quarter" idx="12"/>
          </p:nvPr>
        </p:nvSpPr>
        <p:spPr>
          <a:xfrm>
            <a:off x="3596090" y="5702430"/>
            <a:ext cx="2497589" cy="242853"/>
          </a:xfrm>
          <a:prstGeom prst="rect">
            <a:avLst/>
          </a:prstGeom>
        </p:spPr>
        <p:txBody>
          <a:bodyPr/>
          <a:lstStyle>
            <a:lvl1pPr>
              <a:defRPr sz="800" b="0" i="0">
                <a:latin typeface="Poppins" pitchFamily="2" charset="77"/>
                <a:cs typeface="Poppins" pitchFamily="2" charset="77"/>
              </a:defRPr>
            </a:lvl1pPr>
          </a:lstStyle>
          <a:p>
            <a:pPr lvl="0"/>
            <a:endParaRPr lang="pt-BR"/>
          </a:p>
        </p:txBody>
      </p:sp>
      <p:sp>
        <p:nvSpPr>
          <p:cNvPr id="16" name="Espaço Reservado para Imagem 15">
            <a:extLst>
              <a:ext uri="{FF2B5EF4-FFF2-40B4-BE49-F238E27FC236}">
                <a16:creationId xmlns:a16="http://schemas.microsoft.com/office/drawing/2014/main" id="{788A7CCB-CA65-CA3D-8095-5D379F504D08}"/>
              </a:ext>
            </a:extLst>
          </p:cNvPr>
          <p:cNvSpPr>
            <a:spLocks noGrp="1"/>
          </p:cNvSpPr>
          <p:nvPr>
            <p:ph type="pic" sz="quarter" idx="13"/>
          </p:nvPr>
        </p:nvSpPr>
        <p:spPr>
          <a:xfrm>
            <a:off x="3596091" y="2364317"/>
            <a:ext cx="2497793" cy="3216275"/>
          </a:xfrm>
          <a:prstGeom prst="rect">
            <a:avLst/>
          </a:prstGeom>
          <a:solidFill>
            <a:srgbClr val="D9D9D9"/>
          </a:solidFill>
        </p:spPr>
        <p:txBody>
          <a:bodyPr/>
          <a:lstStyle>
            <a:lvl1pPr>
              <a:defRPr sz="1200" b="0" i="0">
                <a:latin typeface="Poppins" pitchFamily="2" charset="77"/>
                <a:cs typeface="Poppins" pitchFamily="2" charset="77"/>
              </a:defRPr>
            </a:lvl1pPr>
          </a:lstStyle>
          <a:p>
            <a:endParaRPr lang="pt-BR" dirty="0"/>
          </a:p>
        </p:txBody>
      </p:sp>
      <p:sp>
        <p:nvSpPr>
          <p:cNvPr id="15" name="Retângulo: Cantos Arredondados 5">
            <a:extLst>
              <a:ext uri="{FF2B5EF4-FFF2-40B4-BE49-F238E27FC236}">
                <a16:creationId xmlns:a16="http://schemas.microsoft.com/office/drawing/2014/main" id="{B7814AA3-F4F7-FC7B-60C8-E48B28C96EFB}"/>
              </a:ext>
            </a:extLst>
          </p:cNvPr>
          <p:cNvSpPr/>
          <p:nvPr userDrawn="1"/>
        </p:nvSpPr>
        <p:spPr>
          <a:xfrm>
            <a:off x="214209" y="372431"/>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7" name="Google Shape;69;p32">
            <a:extLst>
              <a:ext uri="{FF2B5EF4-FFF2-40B4-BE49-F238E27FC236}">
                <a16:creationId xmlns:a16="http://schemas.microsoft.com/office/drawing/2014/main" id="{7AA99699-49E4-9A3E-17B6-9154CEBF8E57}"/>
              </a:ext>
            </a:extLst>
          </p:cNvPr>
          <p:cNvSpPr txBox="1"/>
          <p:nvPr userDrawn="1"/>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lang="pt-B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1828570640"/>
      </p:ext>
    </p:extLst>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351.xml><?xml version="1.0" encoding="utf-8"?>
<p:sldLayout xmlns:a="http://schemas.openxmlformats.org/drawingml/2006/main" xmlns:r="http://schemas.openxmlformats.org/officeDocument/2006/relationships" xmlns:p="http://schemas.openxmlformats.org/presentationml/2006/main" matchingName="3. Conteudo" preserve="1" userDrawn="1">
  <p:cSld name="3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B234E978-E4F5-F834-321B-4B12748FE6E8}"/>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3" y="0"/>
            <a:ext cx="3095627" cy="6857983"/>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8734269" y="-189875"/>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2" name="CaixaDeTexto 1">
            <a:extLst>
              <a:ext uri="{FF2B5EF4-FFF2-40B4-BE49-F238E27FC236}">
                <a16:creationId xmlns:a16="http://schemas.microsoft.com/office/drawing/2014/main" id="{44314794-8596-FE32-82EB-2F568421EAEA}"/>
              </a:ext>
            </a:extLst>
          </p:cNvPr>
          <p:cNvSpPr txBox="1"/>
          <p:nvPr userDrawn="1"/>
        </p:nvSpPr>
        <p:spPr>
          <a:xfrm>
            <a:off x="3131671" y="-47811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2342777" y="-53788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2" name="Espaço Reservado para Texto 11">
            <a:extLst>
              <a:ext uri="{FF2B5EF4-FFF2-40B4-BE49-F238E27FC236}">
                <a16:creationId xmlns:a16="http://schemas.microsoft.com/office/drawing/2014/main" id="{E8F0484C-01B8-1892-690C-5B5AC00E36D4}"/>
              </a:ext>
            </a:extLst>
          </p:cNvPr>
          <p:cNvSpPr>
            <a:spLocks noGrp="1"/>
          </p:cNvSpPr>
          <p:nvPr>
            <p:ph type="body" sz="quarter" idx="10"/>
          </p:nvPr>
        </p:nvSpPr>
        <p:spPr>
          <a:xfrm>
            <a:off x="3598409" y="619125"/>
            <a:ext cx="8052783" cy="1189567"/>
          </a:xfrm>
          <a:prstGeom prst="rect">
            <a:avLst/>
          </a:prstGeom>
        </p:spPr>
        <p:txBody>
          <a:bodyPr/>
          <a:lstStyle>
            <a:lvl1pPr>
              <a:defRPr sz="1600" b="0" i="0">
                <a:latin typeface="Poppins" pitchFamily="2" charset="77"/>
                <a:cs typeface="Poppins" pitchFamily="2" charset="77"/>
              </a:defRPr>
            </a:lvl1pPr>
          </a:lstStyle>
          <a:p>
            <a:pPr lvl="0"/>
            <a:endParaRPr lang="pt-BR"/>
          </a:p>
        </p:txBody>
      </p:sp>
      <p:sp>
        <p:nvSpPr>
          <p:cNvPr id="13" name="Espaço Reservado para Texto 11">
            <a:extLst>
              <a:ext uri="{FF2B5EF4-FFF2-40B4-BE49-F238E27FC236}">
                <a16:creationId xmlns:a16="http://schemas.microsoft.com/office/drawing/2014/main" id="{0340D95F-EA14-0DD7-406F-7EB73CFBF52D}"/>
              </a:ext>
            </a:extLst>
          </p:cNvPr>
          <p:cNvSpPr>
            <a:spLocks noGrp="1"/>
          </p:cNvSpPr>
          <p:nvPr>
            <p:ph type="body" sz="quarter" idx="11"/>
          </p:nvPr>
        </p:nvSpPr>
        <p:spPr>
          <a:xfrm>
            <a:off x="3598409" y="5860191"/>
            <a:ext cx="8052716" cy="295648"/>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14" name="CaixaDeTexto 13">
            <a:extLst>
              <a:ext uri="{FF2B5EF4-FFF2-40B4-BE49-F238E27FC236}">
                <a16:creationId xmlns:a16="http://schemas.microsoft.com/office/drawing/2014/main" id="{F0401573-FB28-43CB-7EDE-CAF562F5894E}"/>
              </a:ext>
            </a:extLst>
          </p:cNvPr>
          <p:cNvSpPr txBox="1"/>
          <p:nvPr userDrawn="1"/>
        </p:nvSpPr>
        <p:spPr>
          <a:xfrm>
            <a:off x="12032105" y="578620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6" name="Espaço Reservado para Texto 11">
            <a:extLst>
              <a:ext uri="{FF2B5EF4-FFF2-40B4-BE49-F238E27FC236}">
                <a16:creationId xmlns:a16="http://schemas.microsoft.com/office/drawing/2014/main" id="{3641E8C7-8963-3BA2-52E9-AD936766A664}"/>
              </a:ext>
            </a:extLst>
          </p:cNvPr>
          <p:cNvSpPr>
            <a:spLocks noGrp="1"/>
          </p:cNvSpPr>
          <p:nvPr>
            <p:ph type="body" sz="quarter" idx="12"/>
          </p:nvPr>
        </p:nvSpPr>
        <p:spPr>
          <a:xfrm>
            <a:off x="3598409" y="2012716"/>
            <a:ext cx="8052716" cy="3736151"/>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15" name="Retângulo: Cantos Arredondados 5">
            <a:extLst>
              <a:ext uri="{FF2B5EF4-FFF2-40B4-BE49-F238E27FC236}">
                <a16:creationId xmlns:a16="http://schemas.microsoft.com/office/drawing/2014/main" id="{B7814AA3-F4F7-FC7B-60C8-E48B28C96EFB}"/>
              </a:ext>
            </a:extLst>
          </p:cNvPr>
          <p:cNvSpPr/>
          <p:nvPr userDrawn="1"/>
        </p:nvSpPr>
        <p:spPr>
          <a:xfrm>
            <a:off x="214209" y="372431"/>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7" name="Google Shape;69;p32">
            <a:extLst>
              <a:ext uri="{FF2B5EF4-FFF2-40B4-BE49-F238E27FC236}">
                <a16:creationId xmlns:a16="http://schemas.microsoft.com/office/drawing/2014/main" id="{7AA99699-49E4-9A3E-17B6-9154CEBF8E57}"/>
              </a:ext>
            </a:extLst>
          </p:cNvPr>
          <p:cNvSpPr txBox="1"/>
          <p:nvPr userDrawn="1"/>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lang="pt-B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2076683482"/>
      </p:ext>
    </p:extLst>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352.xml><?xml version="1.0" encoding="utf-8"?>
<p:sldLayout xmlns:a="http://schemas.openxmlformats.org/drawingml/2006/main" xmlns:r="http://schemas.openxmlformats.org/officeDocument/2006/relationships" xmlns:p="http://schemas.openxmlformats.org/presentationml/2006/main" matchingName="3. Conteudo" preserve="1" userDrawn="1">
  <p:cSld name="4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EA78AB42-D974-394B-5FFB-BF535D40C50E}"/>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3" y="0"/>
            <a:ext cx="3095627" cy="6857983"/>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8734269" y="-189875"/>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2" name="CaixaDeTexto 1">
            <a:extLst>
              <a:ext uri="{FF2B5EF4-FFF2-40B4-BE49-F238E27FC236}">
                <a16:creationId xmlns:a16="http://schemas.microsoft.com/office/drawing/2014/main" id="{44314794-8596-FE32-82EB-2F568421EAEA}"/>
              </a:ext>
            </a:extLst>
          </p:cNvPr>
          <p:cNvSpPr txBox="1"/>
          <p:nvPr userDrawn="1"/>
        </p:nvSpPr>
        <p:spPr>
          <a:xfrm>
            <a:off x="3131671" y="-47811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2342777" y="-53788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5" name="Espaço Reservado para Imagem 4">
            <a:extLst>
              <a:ext uri="{FF2B5EF4-FFF2-40B4-BE49-F238E27FC236}">
                <a16:creationId xmlns:a16="http://schemas.microsoft.com/office/drawing/2014/main" id="{3CA1D1C2-A504-78F2-B5D1-B96B35BDDB02}"/>
              </a:ext>
            </a:extLst>
          </p:cNvPr>
          <p:cNvSpPr>
            <a:spLocks noGrp="1"/>
          </p:cNvSpPr>
          <p:nvPr>
            <p:ph type="pic" sz="quarter" idx="4294967295"/>
          </p:nvPr>
        </p:nvSpPr>
        <p:spPr>
          <a:xfrm>
            <a:off x="3598408" y="2027345"/>
            <a:ext cx="8052717" cy="3699799"/>
          </a:xfrm>
          <a:prstGeom prst="rect">
            <a:avLst/>
          </a:prstGeom>
          <a:solidFill>
            <a:schemeClr val="bg1">
              <a:lumMod val="85000"/>
            </a:schemeClr>
          </a:solidFill>
        </p:spPr>
        <p:txBody>
          <a:bodyPr/>
          <a:lstStyle>
            <a:lvl1pPr>
              <a:defRPr sz="1200">
                <a:latin typeface="Poppins" pitchFamily="2" charset="77"/>
                <a:cs typeface="Poppins" pitchFamily="2" charset="77"/>
              </a:defRPr>
            </a:lvl1pPr>
          </a:lstStyle>
          <a:p>
            <a:endParaRPr lang="pt-BR" dirty="0"/>
          </a:p>
        </p:txBody>
      </p:sp>
      <p:sp>
        <p:nvSpPr>
          <p:cNvPr id="11" name="Espaço Reservado para Texto 10">
            <a:extLst>
              <a:ext uri="{FF2B5EF4-FFF2-40B4-BE49-F238E27FC236}">
                <a16:creationId xmlns:a16="http://schemas.microsoft.com/office/drawing/2014/main" id="{69EF6828-47A5-8129-5988-5EC45D078756}"/>
              </a:ext>
            </a:extLst>
          </p:cNvPr>
          <p:cNvSpPr>
            <a:spLocks noGrp="1"/>
          </p:cNvSpPr>
          <p:nvPr>
            <p:ph type="body" sz="quarter" idx="10"/>
          </p:nvPr>
        </p:nvSpPr>
        <p:spPr>
          <a:xfrm>
            <a:off x="3598407" y="633942"/>
            <a:ext cx="8052785" cy="1162050"/>
          </a:xfrm>
          <a:prstGeom prst="rect">
            <a:avLst/>
          </a:prstGeom>
        </p:spPr>
        <p:txBody>
          <a:bodyPr/>
          <a:lstStyle>
            <a:lvl1pPr>
              <a:defRPr sz="1600" b="0" i="0">
                <a:latin typeface="Poppins" pitchFamily="2" charset="77"/>
                <a:cs typeface="Poppins" pitchFamily="2" charset="77"/>
              </a:defRPr>
            </a:lvl1pPr>
          </a:lstStyle>
          <a:p>
            <a:pPr lvl="0"/>
            <a:endParaRPr lang="pt-BR"/>
          </a:p>
        </p:txBody>
      </p:sp>
      <p:sp>
        <p:nvSpPr>
          <p:cNvPr id="12" name="Espaço Reservado para Texto 10">
            <a:extLst>
              <a:ext uri="{FF2B5EF4-FFF2-40B4-BE49-F238E27FC236}">
                <a16:creationId xmlns:a16="http://schemas.microsoft.com/office/drawing/2014/main" id="{388D1399-8328-B730-C092-B8697982ADB5}"/>
              </a:ext>
            </a:extLst>
          </p:cNvPr>
          <p:cNvSpPr>
            <a:spLocks noGrp="1"/>
          </p:cNvSpPr>
          <p:nvPr>
            <p:ph type="body" sz="quarter" idx="11"/>
          </p:nvPr>
        </p:nvSpPr>
        <p:spPr>
          <a:xfrm>
            <a:off x="3598407" y="5842824"/>
            <a:ext cx="8052785" cy="310309"/>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14" name="Retângulo: Cantos Arredondados 5">
            <a:extLst>
              <a:ext uri="{FF2B5EF4-FFF2-40B4-BE49-F238E27FC236}">
                <a16:creationId xmlns:a16="http://schemas.microsoft.com/office/drawing/2014/main" id="{B7814AA3-F4F7-FC7B-60C8-E48B28C96EFB}"/>
              </a:ext>
            </a:extLst>
          </p:cNvPr>
          <p:cNvSpPr/>
          <p:nvPr userDrawn="1"/>
        </p:nvSpPr>
        <p:spPr>
          <a:xfrm>
            <a:off x="214209" y="372431"/>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5" name="Google Shape;69;p32">
            <a:extLst>
              <a:ext uri="{FF2B5EF4-FFF2-40B4-BE49-F238E27FC236}">
                <a16:creationId xmlns:a16="http://schemas.microsoft.com/office/drawing/2014/main" id="{7AA99699-49E4-9A3E-17B6-9154CEBF8E57}"/>
              </a:ext>
            </a:extLst>
          </p:cNvPr>
          <p:cNvSpPr txBox="1"/>
          <p:nvPr userDrawn="1"/>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lang="pt-B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2823636654"/>
      </p:ext>
    </p:extLst>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353.xml><?xml version="1.0" encoding="utf-8"?>
<p:sldLayout xmlns:a="http://schemas.openxmlformats.org/drawingml/2006/main" xmlns:r="http://schemas.openxmlformats.org/officeDocument/2006/relationships" xmlns:p="http://schemas.openxmlformats.org/presentationml/2006/main" matchingName="3. Conteudo" preserve="1" userDrawn="1">
  <p:cSld name="5_3. Conteudo">
    <p:spTree>
      <p:nvGrpSpPr>
        <p:cNvPr id="1" name="Shape 104"/>
        <p:cNvGrpSpPr/>
        <p:nvPr/>
      </p:nvGrpSpPr>
      <p:grpSpPr>
        <a:xfrm>
          <a:off x="0" y="0"/>
          <a:ext cx="0" cy="0"/>
          <a:chOff x="0" y="0"/>
          <a:chExt cx="0" cy="0"/>
        </a:xfrm>
      </p:grpSpPr>
      <p:pic>
        <p:nvPicPr>
          <p:cNvPr id="6" name="Google Shape;118;p10">
            <a:extLst>
              <a:ext uri="{FF2B5EF4-FFF2-40B4-BE49-F238E27FC236}">
                <a16:creationId xmlns:a16="http://schemas.microsoft.com/office/drawing/2014/main" id="{91DD7C20-17F9-A5B8-5B29-AD07BC367257}"/>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3" y="0"/>
            <a:ext cx="3095627" cy="6857983"/>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8734269" y="-189875"/>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2" name="CaixaDeTexto 1">
            <a:extLst>
              <a:ext uri="{FF2B5EF4-FFF2-40B4-BE49-F238E27FC236}">
                <a16:creationId xmlns:a16="http://schemas.microsoft.com/office/drawing/2014/main" id="{44314794-8596-FE32-82EB-2F568421EAEA}"/>
              </a:ext>
            </a:extLst>
          </p:cNvPr>
          <p:cNvSpPr txBox="1"/>
          <p:nvPr userDrawn="1"/>
        </p:nvSpPr>
        <p:spPr>
          <a:xfrm>
            <a:off x="3131671" y="-47811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2342777" y="-53788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5" name="Espaço Reservado para Texto 3">
            <a:extLst>
              <a:ext uri="{FF2B5EF4-FFF2-40B4-BE49-F238E27FC236}">
                <a16:creationId xmlns:a16="http://schemas.microsoft.com/office/drawing/2014/main" id="{4065A3E7-CBB3-DD59-24FC-B5AAEBB7F498}"/>
              </a:ext>
            </a:extLst>
          </p:cNvPr>
          <p:cNvSpPr>
            <a:spLocks noGrp="1"/>
          </p:cNvSpPr>
          <p:nvPr>
            <p:ph type="body" idx="4294967295"/>
          </p:nvPr>
        </p:nvSpPr>
        <p:spPr>
          <a:xfrm>
            <a:off x="3598410" y="633520"/>
            <a:ext cx="3803877" cy="5465013"/>
          </a:xfrm>
          <a:prstGeom prst="rect">
            <a:avLst/>
          </a:prstGeom>
        </p:spPr>
        <p:txBody>
          <a:bodyPr>
            <a:normAutofit/>
          </a:bodyPr>
          <a:lstStyle/>
          <a:p>
            <a:endParaRPr lang="pt-BR" sz="1600">
              <a:latin typeface="Poppins" pitchFamily="2" charset="77"/>
              <a:cs typeface="Poppins" pitchFamily="2" charset="77"/>
            </a:endParaRPr>
          </a:p>
        </p:txBody>
      </p:sp>
      <p:sp>
        <p:nvSpPr>
          <p:cNvPr id="7" name="Espaço Reservado para Texto 9">
            <a:extLst>
              <a:ext uri="{FF2B5EF4-FFF2-40B4-BE49-F238E27FC236}">
                <a16:creationId xmlns:a16="http://schemas.microsoft.com/office/drawing/2014/main" id="{F4FE14C4-C438-D68E-A10E-2CC8A26ACD09}"/>
              </a:ext>
            </a:extLst>
          </p:cNvPr>
          <p:cNvSpPr>
            <a:spLocks noGrp="1"/>
          </p:cNvSpPr>
          <p:nvPr>
            <p:ph type="body" idx="4294967295"/>
          </p:nvPr>
        </p:nvSpPr>
        <p:spPr>
          <a:xfrm>
            <a:off x="7767637" y="630987"/>
            <a:ext cx="3803877" cy="5465013"/>
          </a:xfrm>
          <a:prstGeom prst="rect">
            <a:avLst/>
          </a:prstGeom>
        </p:spPr>
        <p:txBody>
          <a:bodyPr>
            <a:normAutofit/>
          </a:bodyPr>
          <a:lstStyle/>
          <a:p>
            <a:endParaRPr lang="pt-BR" sz="1600">
              <a:latin typeface="Poppins" pitchFamily="2" charset="77"/>
              <a:cs typeface="Poppins" pitchFamily="2" charset="77"/>
            </a:endParaRPr>
          </a:p>
        </p:txBody>
      </p:sp>
      <p:sp>
        <p:nvSpPr>
          <p:cNvPr id="13" name="Retângulo: Cantos Arredondados 2">
            <a:extLst>
              <a:ext uri="{FF2B5EF4-FFF2-40B4-BE49-F238E27FC236}">
                <a16:creationId xmlns:a16="http://schemas.microsoft.com/office/drawing/2014/main" id="{A74968B8-2544-F52F-0844-CEC90F4510FE}"/>
              </a:ext>
            </a:extLst>
          </p:cNvPr>
          <p:cNvSpPr/>
          <p:nvPr userDrawn="1"/>
        </p:nvSpPr>
        <p:spPr>
          <a:xfrm>
            <a:off x="200185" y="269162"/>
            <a:ext cx="2290073" cy="1671398"/>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Google Shape;82;p33">
            <a:extLst>
              <a:ext uri="{FF2B5EF4-FFF2-40B4-BE49-F238E27FC236}">
                <a16:creationId xmlns:a16="http://schemas.microsoft.com/office/drawing/2014/main" id="{6D09951E-D07B-C674-E382-FF9FCABEB0F0}"/>
              </a:ext>
            </a:extLst>
          </p:cNvPr>
          <p:cNvSpPr txBox="1"/>
          <p:nvPr userDrawn="1"/>
        </p:nvSpPr>
        <p:spPr>
          <a:xfrm>
            <a:off x="727002" y="749326"/>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pitchFamily="2" charset="77"/>
                <a:ea typeface="Poppins Medium"/>
                <a:cs typeface="Poppins Light" pitchFamily="2" charset="77"/>
                <a:sym typeface="Poppins Medium"/>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2807273931"/>
      </p:ext>
    </p:extLst>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354.xml><?xml version="1.0" encoding="utf-8"?>
<p:sldLayout xmlns:a="http://schemas.openxmlformats.org/drawingml/2006/main" xmlns:r="http://schemas.openxmlformats.org/officeDocument/2006/relationships" xmlns:p="http://schemas.openxmlformats.org/presentationml/2006/main" matchingName="3. Conteudo" preserve="1" userDrawn="1">
  <p:cSld name="6_3. Conteudo">
    <p:spTree>
      <p:nvGrpSpPr>
        <p:cNvPr id="1" name="Shape 104"/>
        <p:cNvGrpSpPr/>
        <p:nvPr/>
      </p:nvGrpSpPr>
      <p:grpSpPr>
        <a:xfrm>
          <a:off x="0" y="0"/>
          <a:ext cx="0" cy="0"/>
          <a:chOff x="0" y="0"/>
          <a:chExt cx="0" cy="0"/>
        </a:xfrm>
      </p:grpSpPr>
      <p:pic>
        <p:nvPicPr>
          <p:cNvPr id="6" name="Google Shape;118;p10">
            <a:extLst>
              <a:ext uri="{FF2B5EF4-FFF2-40B4-BE49-F238E27FC236}">
                <a16:creationId xmlns:a16="http://schemas.microsoft.com/office/drawing/2014/main" id="{E191D260-F4DE-9CED-894A-E43DF53C6C3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3" y="0"/>
            <a:ext cx="3095627" cy="6857983"/>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8734269" y="-189875"/>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2" name="CaixaDeTexto 1">
            <a:extLst>
              <a:ext uri="{FF2B5EF4-FFF2-40B4-BE49-F238E27FC236}">
                <a16:creationId xmlns:a16="http://schemas.microsoft.com/office/drawing/2014/main" id="{44314794-8596-FE32-82EB-2F568421EAEA}"/>
              </a:ext>
            </a:extLst>
          </p:cNvPr>
          <p:cNvSpPr txBox="1"/>
          <p:nvPr userDrawn="1"/>
        </p:nvSpPr>
        <p:spPr>
          <a:xfrm>
            <a:off x="3131671" y="-47811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2342777" y="-53788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9" name="Espaço Reservado para Texto 3">
            <a:extLst>
              <a:ext uri="{FF2B5EF4-FFF2-40B4-BE49-F238E27FC236}">
                <a16:creationId xmlns:a16="http://schemas.microsoft.com/office/drawing/2014/main" id="{73C6FE8A-0E62-070F-4EFF-7956D56EAEB7}"/>
              </a:ext>
            </a:extLst>
          </p:cNvPr>
          <p:cNvSpPr>
            <a:spLocks noGrp="1"/>
          </p:cNvSpPr>
          <p:nvPr>
            <p:ph type="body" idx="4294967295"/>
          </p:nvPr>
        </p:nvSpPr>
        <p:spPr>
          <a:xfrm>
            <a:off x="3598410" y="633520"/>
            <a:ext cx="3803877" cy="5465013"/>
          </a:xfrm>
          <a:prstGeom prst="rect">
            <a:avLst/>
          </a:prstGeom>
        </p:spPr>
        <p:txBody>
          <a:bodyPr>
            <a:normAutofit/>
          </a:bodyPr>
          <a:lstStyle/>
          <a:p>
            <a:endParaRPr lang="pt-BR" sz="1600">
              <a:latin typeface="Poppins" pitchFamily="2" charset="77"/>
              <a:cs typeface="Poppins" pitchFamily="2" charset="77"/>
            </a:endParaRPr>
          </a:p>
        </p:txBody>
      </p:sp>
      <p:sp>
        <p:nvSpPr>
          <p:cNvPr id="10" name="Espaço Reservado para Texto 9">
            <a:extLst>
              <a:ext uri="{FF2B5EF4-FFF2-40B4-BE49-F238E27FC236}">
                <a16:creationId xmlns:a16="http://schemas.microsoft.com/office/drawing/2014/main" id="{D9108072-6283-1E2A-3D04-EE1896CEE3F4}"/>
              </a:ext>
            </a:extLst>
          </p:cNvPr>
          <p:cNvSpPr>
            <a:spLocks noGrp="1"/>
          </p:cNvSpPr>
          <p:nvPr>
            <p:ph type="body" idx="4294967295"/>
          </p:nvPr>
        </p:nvSpPr>
        <p:spPr>
          <a:xfrm>
            <a:off x="7767637" y="630987"/>
            <a:ext cx="3803877" cy="5465013"/>
          </a:xfrm>
          <a:prstGeom prst="rect">
            <a:avLst/>
          </a:prstGeom>
        </p:spPr>
        <p:txBody>
          <a:bodyPr>
            <a:normAutofit/>
          </a:bodyPr>
          <a:lstStyle/>
          <a:p>
            <a:endParaRPr lang="pt-BR" sz="1600">
              <a:latin typeface="Poppins" pitchFamily="2" charset="77"/>
              <a:cs typeface="Poppins" pitchFamily="2" charset="77"/>
            </a:endParaRPr>
          </a:p>
        </p:txBody>
      </p:sp>
      <p:sp>
        <p:nvSpPr>
          <p:cNvPr id="13" name="Retângulo: Cantos Arredondados 5">
            <a:extLst>
              <a:ext uri="{FF2B5EF4-FFF2-40B4-BE49-F238E27FC236}">
                <a16:creationId xmlns:a16="http://schemas.microsoft.com/office/drawing/2014/main" id="{B7814AA3-F4F7-FC7B-60C8-E48B28C96EFB}"/>
              </a:ext>
            </a:extLst>
          </p:cNvPr>
          <p:cNvSpPr/>
          <p:nvPr userDrawn="1"/>
        </p:nvSpPr>
        <p:spPr>
          <a:xfrm>
            <a:off x="214209" y="372431"/>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Google Shape;69;p32">
            <a:extLst>
              <a:ext uri="{FF2B5EF4-FFF2-40B4-BE49-F238E27FC236}">
                <a16:creationId xmlns:a16="http://schemas.microsoft.com/office/drawing/2014/main" id="{7AA99699-49E4-9A3E-17B6-9154CEBF8E57}"/>
              </a:ext>
            </a:extLst>
          </p:cNvPr>
          <p:cNvSpPr txBox="1"/>
          <p:nvPr userDrawn="1"/>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lang="pt-B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3716740819"/>
      </p:ext>
    </p:extLst>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355.xml><?xml version="1.0" encoding="utf-8"?>
<p:sldLayout xmlns:a="http://schemas.openxmlformats.org/drawingml/2006/main" xmlns:r="http://schemas.openxmlformats.org/officeDocument/2006/relationships" xmlns:p="http://schemas.openxmlformats.org/presentationml/2006/main" matchingName="2_Linha do Tempo1" preserve="1" userDrawn="1">
  <p:cSld name="2_Linha do Tempo1">
    <p:spTree>
      <p:nvGrpSpPr>
        <p:cNvPr id="1" name="Shape 178"/>
        <p:cNvGrpSpPr/>
        <p:nvPr/>
      </p:nvGrpSpPr>
      <p:grpSpPr>
        <a:xfrm>
          <a:off x="0" y="0"/>
          <a:ext cx="0" cy="0"/>
          <a:chOff x="0" y="0"/>
          <a:chExt cx="0" cy="0"/>
        </a:xfrm>
      </p:grpSpPr>
      <p:cxnSp>
        <p:nvCxnSpPr>
          <p:cNvPr id="181" name="Google Shape;181;p15"/>
          <p:cNvCxnSpPr>
            <a:cxnSpLocks/>
          </p:cNvCxnSpPr>
          <p:nvPr/>
        </p:nvCxnSpPr>
        <p:spPr>
          <a:xfrm flipH="1">
            <a:off x="4997465" y="2618483"/>
            <a:ext cx="6017865" cy="0"/>
          </a:xfrm>
          <a:prstGeom prst="straightConnector1">
            <a:avLst/>
          </a:prstGeom>
          <a:noFill/>
          <a:ln w="19050" cap="flat" cmpd="sng">
            <a:solidFill>
              <a:srgbClr val="F4F4F4"/>
            </a:solidFill>
            <a:prstDash val="solid"/>
            <a:round/>
            <a:headEnd type="diamond" w="med" len="med"/>
            <a:tailEnd type="none" w="sm" len="sm"/>
          </a:ln>
        </p:spPr>
      </p:cxnSp>
      <p:sp>
        <p:nvSpPr>
          <p:cNvPr id="182" name="Google Shape;182;p15"/>
          <p:cNvSpPr>
            <a:spLocks noGrp="1"/>
          </p:cNvSpPr>
          <p:nvPr>
            <p:ph type="pic" idx="2"/>
          </p:nvPr>
        </p:nvSpPr>
        <p:spPr>
          <a:xfrm>
            <a:off x="2204323" y="2276371"/>
            <a:ext cx="2793140" cy="1677459"/>
          </a:xfrm>
          <a:prstGeom prst="rect">
            <a:avLst/>
          </a:prstGeom>
          <a:solidFill>
            <a:srgbClr val="D8D8D8"/>
          </a:solidFill>
          <a:ln>
            <a:noFill/>
          </a:ln>
        </p:spPr>
        <p:txBody>
          <a:bodyPr/>
          <a:lstStyle/>
          <a:p>
            <a:endParaRPr lang="pt-BR" dirty="0"/>
          </a:p>
        </p:txBody>
      </p:sp>
      <p:sp>
        <p:nvSpPr>
          <p:cNvPr id="183" name="Google Shape;183;p15"/>
          <p:cNvSpPr txBox="1">
            <a:spLocks noGrp="1"/>
          </p:cNvSpPr>
          <p:nvPr>
            <p:ph type="body" idx="1"/>
          </p:nvPr>
        </p:nvSpPr>
        <p:spPr>
          <a:xfrm>
            <a:off x="5572275" y="2819872"/>
            <a:ext cx="5443055" cy="11307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2100"/>
              <a:buFont typeface="Poppins"/>
              <a:buNone/>
              <a:defRPr sz="1400" i="0" u="none" strike="noStrike" cap="none">
                <a:solidFill>
                  <a:schemeClr val="lt1"/>
                </a:solidFill>
                <a:latin typeface="Poppins Light"/>
                <a:ea typeface="Poppins Light"/>
                <a:cs typeface="Poppins Light"/>
                <a:sym typeface="Poppins Light"/>
              </a:defRPr>
            </a:lvl1pPr>
            <a:lvl2pPr marL="609630" marR="0" lvl="1"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2pPr>
            <a:lvl3pPr marL="914446" marR="0" lvl="2"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3pPr>
            <a:lvl4pPr marL="1219261" marR="0" lvl="3"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4pPr>
            <a:lvl5pPr marL="1524076" marR="0" lvl="4"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5pPr>
            <a:lvl6pPr marL="1828891" marR="0" lvl="5"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6pPr>
            <a:lvl7pPr marL="2133707" marR="0" lvl="6"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7pPr>
            <a:lvl8pPr marL="2438522" marR="0" lvl="7"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8pPr>
            <a:lvl9pPr marL="2743337" marR="0" lvl="8"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9pPr>
          </a:lstStyle>
          <a:p>
            <a:endParaRPr/>
          </a:p>
        </p:txBody>
      </p:sp>
      <p:cxnSp>
        <p:nvCxnSpPr>
          <p:cNvPr id="184" name="Google Shape;184;p15"/>
          <p:cNvCxnSpPr>
            <a:cxnSpLocks/>
          </p:cNvCxnSpPr>
          <p:nvPr/>
        </p:nvCxnSpPr>
        <p:spPr>
          <a:xfrm flipH="1">
            <a:off x="4997465" y="4669769"/>
            <a:ext cx="5961159" cy="0"/>
          </a:xfrm>
          <a:prstGeom prst="straightConnector1">
            <a:avLst/>
          </a:prstGeom>
          <a:noFill/>
          <a:ln w="19050" cap="flat" cmpd="sng">
            <a:solidFill>
              <a:srgbClr val="F4F4F4"/>
            </a:solidFill>
            <a:prstDash val="solid"/>
            <a:round/>
            <a:headEnd type="diamond" w="med" len="med"/>
            <a:tailEnd type="none" w="sm" len="sm"/>
          </a:ln>
        </p:spPr>
      </p:cxnSp>
      <p:sp>
        <p:nvSpPr>
          <p:cNvPr id="185" name="Google Shape;185;p15"/>
          <p:cNvSpPr>
            <a:spLocks noGrp="1"/>
          </p:cNvSpPr>
          <p:nvPr>
            <p:ph type="pic" idx="3"/>
          </p:nvPr>
        </p:nvSpPr>
        <p:spPr>
          <a:xfrm>
            <a:off x="2204323" y="4327657"/>
            <a:ext cx="2793140" cy="1677459"/>
          </a:xfrm>
          <a:prstGeom prst="rect">
            <a:avLst/>
          </a:prstGeom>
          <a:solidFill>
            <a:srgbClr val="D8D8D8"/>
          </a:solidFill>
          <a:ln>
            <a:noFill/>
          </a:ln>
        </p:spPr>
        <p:txBody>
          <a:bodyPr/>
          <a:lstStyle/>
          <a:p>
            <a:endParaRPr lang="pt-BR" dirty="0"/>
          </a:p>
        </p:txBody>
      </p:sp>
      <p:sp>
        <p:nvSpPr>
          <p:cNvPr id="186" name="Google Shape;186;p15"/>
          <p:cNvSpPr txBox="1">
            <a:spLocks noGrp="1"/>
          </p:cNvSpPr>
          <p:nvPr>
            <p:ph type="body" idx="4"/>
          </p:nvPr>
        </p:nvSpPr>
        <p:spPr>
          <a:xfrm>
            <a:off x="5572274" y="4871158"/>
            <a:ext cx="5443053" cy="1130741"/>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2100"/>
              <a:buFont typeface="Poppins"/>
              <a:buNone/>
              <a:defRPr sz="1400" i="0" u="none" strike="noStrike" cap="none">
                <a:solidFill>
                  <a:schemeClr val="lt1"/>
                </a:solidFill>
                <a:latin typeface="Poppins Light"/>
                <a:ea typeface="Poppins Light"/>
                <a:cs typeface="Poppins Light"/>
                <a:sym typeface="Poppins Light"/>
              </a:defRPr>
            </a:lvl1pPr>
            <a:lvl2pPr marL="609630" marR="0" lvl="1"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2pPr>
            <a:lvl3pPr marL="914446" marR="0" lvl="2"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3pPr>
            <a:lvl4pPr marL="1219261" marR="0" lvl="3"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4pPr>
            <a:lvl5pPr marL="1524076" marR="0" lvl="4"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5pPr>
            <a:lvl6pPr marL="1828891" marR="0" lvl="5"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6pPr>
            <a:lvl7pPr marL="2133707" marR="0" lvl="6"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7pPr>
            <a:lvl8pPr marL="2438522" marR="0" lvl="7"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8pPr>
            <a:lvl9pPr marL="2743337" marR="0" lvl="8"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9pPr>
          </a:lstStyle>
          <a:p>
            <a:endParaRPr/>
          </a:p>
        </p:txBody>
      </p:sp>
      <p:sp>
        <p:nvSpPr>
          <p:cNvPr id="190" name="Google Shape;190;p15"/>
          <p:cNvSpPr txBox="1">
            <a:spLocks noGrp="1"/>
          </p:cNvSpPr>
          <p:nvPr>
            <p:ph type="body" idx="7"/>
          </p:nvPr>
        </p:nvSpPr>
        <p:spPr>
          <a:xfrm>
            <a:off x="2204324" y="1484525"/>
            <a:ext cx="8811006" cy="616192"/>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rgbClr val="000000"/>
              </a:buClr>
              <a:buSzPts val="2200"/>
              <a:buFont typeface="Poppins"/>
              <a:buNone/>
              <a:defRPr sz="1467" i="0" u="none" strike="noStrike" cap="none">
                <a:solidFill>
                  <a:schemeClr val="lt1"/>
                </a:solidFill>
                <a:latin typeface="Poppins Light"/>
                <a:ea typeface="Poppins Light"/>
                <a:cs typeface="Poppins Light"/>
                <a:sym typeface="Poppins Light"/>
              </a:defRPr>
            </a:lvl1pPr>
            <a:lvl2pPr marL="609630" marR="0" lvl="1"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2pPr>
            <a:lvl3pPr marL="914446" marR="0" lvl="2"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3pPr>
            <a:lvl4pPr marL="1219261" marR="0" lvl="3"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4pPr>
            <a:lvl5pPr marL="1524076" marR="0" lvl="4"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5pPr>
            <a:lvl6pPr marL="1828891" marR="0" lvl="5"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6pPr>
            <a:lvl7pPr marL="2133707" marR="0" lvl="6"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7pPr>
            <a:lvl8pPr marL="2438522" marR="0" lvl="7"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8pPr>
            <a:lvl9pPr marL="2743337" marR="0" lvl="8"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9pPr>
          </a:lstStyle>
          <a:p>
            <a:endParaRPr/>
          </a:p>
        </p:txBody>
      </p:sp>
      <p:sp>
        <p:nvSpPr>
          <p:cNvPr id="191" name="Google Shape;191;p15"/>
          <p:cNvSpPr txBox="1">
            <a:spLocks noGrp="1"/>
          </p:cNvSpPr>
          <p:nvPr>
            <p:ph type="body" idx="8"/>
          </p:nvPr>
        </p:nvSpPr>
        <p:spPr>
          <a:xfrm>
            <a:off x="2204323" y="454165"/>
            <a:ext cx="8811005" cy="828971"/>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609630" marR="0" lvl="1"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2pPr>
            <a:lvl3pPr marL="914446" marR="0" lvl="2"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3pPr>
            <a:lvl4pPr marL="1219261" marR="0" lvl="3"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4pPr>
            <a:lvl5pPr marL="1524076" marR="0" lvl="4"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5pPr>
            <a:lvl6pPr marL="1828891" marR="0" lvl="5"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6pPr>
            <a:lvl7pPr marL="2133707" marR="0" lvl="6"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7pPr>
            <a:lvl8pPr marL="2438522" marR="0" lvl="7"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8pPr>
            <a:lvl9pPr marL="2743337" marR="0" lvl="8"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2577026435"/>
      </p:ext>
    </p:extLst>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matchingName="2_Linha do Tempo1" preserve="1" userDrawn="1">
  <p:cSld name="3_Linha do Tempo1">
    <p:spTree>
      <p:nvGrpSpPr>
        <p:cNvPr id="1" name="Shape 178"/>
        <p:cNvGrpSpPr/>
        <p:nvPr/>
      </p:nvGrpSpPr>
      <p:grpSpPr>
        <a:xfrm>
          <a:off x="0" y="0"/>
          <a:ext cx="0" cy="0"/>
          <a:chOff x="0" y="0"/>
          <a:chExt cx="0" cy="0"/>
        </a:xfrm>
      </p:grpSpPr>
      <p:pic>
        <p:nvPicPr>
          <p:cNvPr id="3" name="Google Shape;142;p13">
            <a:extLst>
              <a:ext uri="{FF2B5EF4-FFF2-40B4-BE49-F238E27FC236}">
                <a16:creationId xmlns:a16="http://schemas.microsoft.com/office/drawing/2014/main" id="{15D81656-0021-0773-7135-156DD8DE58D9}"/>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16" name="Google Shape;143;p13">
            <a:extLst>
              <a:ext uri="{FF2B5EF4-FFF2-40B4-BE49-F238E27FC236}">
                <a16:creationId xmlns:a16="http://schemas.microsoft.com/office/drawing/2014/main" id="{0E15E857-3AA8-3A6A-2EEE-E0755B27F613}"/>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4" name="Espaço Reservado para Texto 3">
            <a:extLst>
              <a:ext uri="{FF2B5EF4-FFF2-40B4-BE49-F238E27FC236}">
                <a16:creationId xmlns:a16="http://schemas.microsoft.com/office/drawing/2014/main" id="{7BC2819B-91AA-1651-F5F9-7B0D1509AE13}"/>
              </a:ext>
            </a:extLst>
          </p:cNvPr>
          <p:cNvSpPr>
            <a:spLocks noGrp="1"/>
          </p:cNvSpPr>
          <p:nvPr>
            <p:ph type="body" sz="quarter" idx="10"/>
          </p:nvPr>
        </p:nvSpPr>
        <p:spPr>
          <a:xfrm>
            <a:off x="3276600" y="1188174"/>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5" name="Espaço Reservado para Texto 3">
            <a:extLst>
              <a:ext uri="{FF2B5EF4-FFF2-40B4-BE49-F238E27FC236}">
                <a16:creationId xmlns:a16="http://schemas.microsoft.com/office/drawing/2014/main" id="{481EC73E-B5CF-9DF6-2B18-5F201BFD1BC9}"/>
              </a:ext>
            </a:extLst>
          </p:cNvPr>
          <p:cNvSpPr>
            <a:spLocks noGrp="1"/>
          </p:cNvSpPr>
          <p:nvPr>
            <p:ph type="body" sz="quarter" idx="11"/>
          </p:nvPr>
        </p:nvSpPr>
        <p:spPr>
          <a:xfrm>
            <a:off x="3276600" y="1808050"/>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6" name="Espaço Reservado para Texto 3">
            <a:extLst>
              <a:ext uri="{FF2B5EF4-FFF2-40B4-BE49-F238E27FC236}">
                <a16:creationId xmlns:a16="http://schemas.microsoft.com/office/drawing/2014/main" id="{E22F0728-FF89-57C8-564C-0F3FB75D68BE}"/>
              </a:ext>
            </a:extLst>
          </p:cNvPr>
          <p:cNvSpPr>
            <a:spLocks noGrp="1"/>
          </p:cNvSpPr>
          <p:nvPr>
            <p:ph type="body" sz="quarter" idx="12"/>
          </p:nvPr>
        </p:nvSpPr>
        <p:spPr>
          <a:xfrm>
            <a:off x="3276600" y="2442212"/>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7" name="Espaço Reservado para Texto 3">
            <a:extLst>
              <a:ext uri="{FF2B5EF4-FFF2-40B4-BE49-F238E27FC236}">
                <a16:creationId xmlns:a16="http://schemas.microsoft.com/office/drawing/2014/main" id="{08173B0E-FC6F-4B79-645E-F7C05C5165D3}"/>
              </a:ext>
            </a:extLst>
          </p:cNvPr>
          <p:cNvSpPr>
            <a:spLocks noGrp="1"/>
          </p:cNvSpPr>
          <p:nvPr>
            <p:ph type="body" sz="quarter" idx="13"/>
          </p:nvPr>
        </p:nvSpPr>
        <p:spPr>
          <a:xfrm>
            <a:off x="3276600" y="3108857"/>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9" name="Espaço Reservado para Texto 3">
            <a:extLst>
              <a:ext uri="{FF2B5EF4-FFF2-40B4-BE49-F238E27FC236}">
                <a16:creationId xmlns:a16="http://schemas.microsoft.com/office/drawing/2014/main" id="{777D4752-A3A8-E6ED-FF9C-9D9D8F16B077}"/>
              </a:ext>
            </a:extLst>
          </p:cNvPr>
          <p:cNvSpPr>
            <a:spLocks noGrp="1"/>
          </p:cNvSpPr>
          <p:nvPr>
            <p:ph type="body" sz="quarter" idx="14"/>
          </p:nvPr>
        </p:nvSpPr>
        <p:spPr>
          <a:xfrm>
            <a:off x="3276600" y="3805543"/>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10" name="Espaço Reservado para Texto 3">
            <a:extLst>
              <a:ext uri="{FF2B5EF4-FFF2-40B4-BE49-F238E27FC236}">
                <a16:creationId xmlns:a16="http://schemas.microsoft.com/office/drawing/2014/main" id="{CD27E91A-725C-6108-065B-301FEE078C62}"/>
              </a:ext>
            </a:extLst>
          </p:cNvPr>
          <p:cNvSpPr>
            <a:spLocks noGrp="1"/>
          </p:cNvSpPr>
          <p:nvPr>
            <p:ph type="body" sz="quarter" idx="15"/>
          </p:nvPr>
        </p:nvSpPr>
        <p:spPr>
          <a:xfrm>
            <a:off x="3276600" y="4513114"/>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17" name="Retângulo: Cantos Arredondados 7">
            <a:extLst>
              <a:ext uri="{FF2B5EF4-FFF2-40B4-BE49-F238E27FC236}">
                <a16:creationId xmlns:a16="http://schemas.microsoft.com/office/drawing/2014/main" id="{0FFC78CD-C3F6-FE51-7505-1B4D9AED178D}"/>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8" name="Google Shape;101;p34">
            <a:extLst>
              <a:ext uri="{FF2B5EF4-FFF2-40B4-BE49-F238E27FC236}">
                <a16:creationId xmlns:a16="http://schemas.microsoft.com/office/drawing/2014/main" id="{D00ECF9C-6999-98AC-D002-F08EE133BE8F}"/>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437225961"/>
      </p:ext>
    </p:extLst>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matchingName="2_Linha do Tempo1" preserve="1" userDrawn="1">
  <p:cSld name="4_Linha do Tempo1">
    <p:spTree>
      <p:nvGrpSpPr>
        <p:cNvPr id="1" name="Shape 178"/>
        <p:cNvGrpSpPr/>
        <p:nvPr/>
      </p:nvGrpSpPr>
      <p:grpSpPr>
        <a:xfrm>
          <a:off x="0" y="0"/>
          <a:ext cx="0" cy="0"/>
          <a:chOff x="0" y="0"/>
          <a:chExt cx="0" cy="0"/>
        </a:xfrm>
      </p:grpSpPr>
      <p:pic>
        <p:nvPicPr>
          <p:cNvPr id="4" name="Google Shape;142;p13">
            <a:extLst>
              <a:ext uri="{FF2B5EF4-FFF2-40B4-BE49-F238E27FC236}">
                <a16:creationId xmlns:a16="http://schemas.microsoft.com/office/drawing/2014/main" id="{AE7DE84C-A111-C147-8E5E-68D032F1BE84}"/>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5" name="Google Shape;143;p13">
            <a:extLst>
              <a:ext uri="{FF2B5EF4-FFF2-40B4-BE49-F238E27FC236}">
                <a16:creationId xmlns:a16="http://schemas.microsoft.com/office/drawing/2014/main" id="{D3D41713-4E77-0CFB-A13B-D168778F8B4C}"/>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32" name="Espaço Reservado para Texto 34">
            <a:extLst>
              <a:ext uri="{FF2B5EF4-FFF2-40B4-BE49-F238E27FC236}">
                <a16:creationId xmlns:a16="http://schemas.microsoft.com/office/drawing/2014/main" id="{DD6B5E84-4730-4CBC-1EB2-78F1531BBBBE}"/>
              </a:ext>
            </a:extLst>
          </p:cNvPr>
          <p:cNvSpPr>
            <a:spLocks noGrp="1"/>
          </p:cNvSpPr>
          <p:nvPr>
            <p:ph type="body" sz="quarter" idx="10"/>
          </p:nvPr>
        </p:nvSpPr>
        <p:spPr>
          <a:xfrm>
            <a:off x="3562371" y="2421299"/>
            <a:ext cx="3075909" cy="723900"/>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33" name="Espaço Reservado para Texto 34">
            <a:extLst>
              <a:ext uri="{FF2B5EF4-FFF2-40B4-BE49-F238E27FC236}">
                <a16:creationId xmlns:a16="http://schemas.microsoft.com/office/drawing/2014/main" id="{EF380E4B-6B81-358C-CEC5-E43E6FC3B945}"/>
              </a:ext>
            </a:extLst>
          </p:cNvPr>
          <p:cNvSpPr>
            <a:spLocks noGrp="1"/>
          </p:cNvSpPr>
          <p:nvPr>
            <p:ph type="body" sz="quarter" idx="11"/>
          </p:nvPr>
        </p:nvSpPr>
        <p:spPr>
          <a:xfrm>
            <a:off x="3562371" y="3864517"/>
            <a:ext cx="3094789" cy="723900"/>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34" name="Espaço Reservado para Texto 34">
            <a:extLst>
              <a:ext uri="{FF2B5EF4-FFF2-40B4-BE49-F238E27FC236}">
                <a16:creationId xmlns:a16="http://schemas.microsoft.com/office/drawing/2014/main" id="{93C7E95E-CAF1-E9FE-87C9-2D97D325AA5D}"/>
              </a:ext>
            </a:extLst>
          </p:cNvPr>
          <p:cNvSpPr>
            <a:spLocks noGrp="1"/>
          </p:cNvSpPr>
          <p:nvPr>
            <p:ph type="body" sz="quarter" idx="12"/>
          </p:nvPr>
        </p:nvSpPr>
        <p:spPr>
          <a:xfrm>
            <a:off x="3562371" y="5222027"/>
            <a:ext cx="3120376" cy="723900"/>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35" name="Espaço Reservado para Texto 34">
            <a:extLst>
              <a:ext uri="{FF2B5EF4-FFF2-40B4-BE49-F238E27FC236}">
                <a16:creationId xmlns:a16="http://schemas.microsoft.com/office/drawing/2014/main" id="{A07A2A6B-2052-0ACB-E4AA-986436AE3669}"/>
              </a:ext>
            </a:extLst>
          </p:cNvPr>
          <p:cNvSpPr>
            <a:spLocks noGrp="1"/>
          </p:cNvSpPr>
          <p:nvPr>
            <p:ph type="body" sz="quarter" idx="13"/>
          </p:nvPr>
        </p:nvSpPr>
        <p:spPr>
          <a:xfrm>
            <a:off x="8011122" y="2421299"/>
            <a:ext cx="3057657" cy="723900"/>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36" name="Espaço Reservado para Texto 34">
            <a:extLst>
              <a:ext uri="{FF2B5EF4-FFF2-40B4-BE49-F238E27FC236}">
                <a16:creationId xmlns:a16="http://schemas.microsoft.com/office/drawing/2014/main" id="{E212CBCB-9A73-5815-A1C6-D43470D5DD0C}"/>
              </a:ext>
            </a:extLst>
          </p:cNvPr>
          <p:cNvSpPr>
            <a:spLocks noGrp="1"/>
          </p:cNvSpPr>
          <p:nvPr>
            <p:ph type="body" sz="quarter" idx="14"/>
          </p:nvPr>
        </p:nvSpPr>
        <p:spPr>
          <a:xfrm>
            <a:off x="8021910" y="3864492"/>
            <a:ext cx="3046869" cy="723900"/>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37" name="Espaço Reservado para Texto 34">
            <a:extLst>
              <a:ext uri="{FF2B5EF4-FFF2-40B4-BE49-F238E27FC236}">
                <a16:creationId xmlns:a16="http://schemas.microsoft.com/office/drawing/2014/main" id="{0EE12A7A-3B32-73A3-84B6-E3A6808479E3}"/>
              </a:ext>
            </a:extLst>
          </p:cNvPr>
          <p:cNvSpPr>
            <a:spLocks noGrp="1"/>
          </p:cNvSpPr>
          <p:nvPr>
            <p:ph type="body" sz="quarter" idx="15"/>
          </p:nvPr>
        </p:nvSpPr>
        <p:spPr>
          <a:xfrm>
            <a:off x="8011122" y="5229761"/>
            <a:ext cx="3057657" cy="723900"/>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2" name="Espaço Reservado para Texto 39">
            <a:extLst>
              <a:ext uri="{FF2B5EF4-FFF2-40B4-BE49-F238E27FC236}">
                <a16:creationId xmlns:a16="http://schemas.microsoft.com/office/drawing/2014/main" id="{57E86C75-CAFC-4EF6-A895-27EAD2DA471A}"/>
              </a:ext>
            </a:extLst>
          </p:cNvPr>
          <p:cNvSpPr>
            <a:spLocks noGrp="1"/>
          </p:cNvSpPr>
          <p:nvPr>
            <p:ph type="body" sz="quarter" idx="4294967295"/>
          </p:nvPr>
        </p:nvSpPr>
        <p:spPr>
          <a:xfrm>
            <a:off x="2789174" y="919259"/>
            <a:ext cx="6425888" cy="503141"/>
          </a:xfrm>
          <a:prstGeom prst="rect">
            <a:avLst/>
          </a:prstGeom>
        </p:spPr>
        <p:txBody>
          <a:bodyPr/>
          <a:lstStyle>
            <a:lvl1pPr>
              <a:defRPr sz="1600">
                <a:latin typeface="Poppins" pitchFamily="2" charset="77"/>
                <a:cs typeface="Poppins" pitchFamily="2" charset="77"/>
              </a:defRPr>
            </a:lvl1pPr>
          </a:lstStyle>
          <a:p>
            <a:pPr lvl="0"/>
            <a:endParaRPr lang="pt-BR" sz="3000" b="1">
              <a:solidFill>
                <a:srgbClr val="FF161F"/>
              </a:solidFill>
            </a:endParaRPr>
          </a:p>
        </p:txBody>
      </p:sp>
      <p:sp>
        <p:nvSpPr>
          <p:cNvPr id="17" name="Retângulo: Cantos Arredondados 5">
            <a:extLst>
              <a:ext uri="{FF2B5EF4-FFF2-40B4-BE49-F238E27FC236}">
                <a16:creationId xmlns:a16="http://schemas.microsoft.com/office/drawing/2014/main" id="{26809F13-019E-C44D-51B9-0F74FED10938}"/>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8" name="Google Shape;207;p37">
            <a:extLst>
              <a:ext uri="{FF2B5EF4-FFF2-40B4-BE49-F238E27FC236}">
                <a16:creationId xmlns:a16="http://schemas.microsoft.com/office/drawing/2014/main" id="{9A02BE52-A2E0-8E78-9BFE-5589E84115B3}"/>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964145084"/>
      </p:ext>
    </p:extLst>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matchingName="2_Linha do Tempo1" preserve="1" userDrawn="1">
  <p:cSld name="5_Linha do Tempo1">
    <p:spTree>
      <p:nvGrpSpPr>
        <p:cNvPr id="1" name="Shape 178"/>
        <p:cNvGrpSpPr/>
        <p:nvPr/>
      </p:nvGrpSpPr>
      <p:grpSpPr>
        <a:xfrm>
          <a:off x="0" y="0"/>
          <a:ext cx="0" cy="0"/>
          <a:chOff x="0" y="0"/>
          <a:chExt cx="0" cy="0"/>
        </a:xfrm>
      </p:grpSpPr>
      <p:pic>
        <p:nvPicPr>
          <p:cNvPr id="4" name="Google Shape;142;p13">
            <a:extLst>
              <a:ext uri="{FF2B5EF4-FFF2-40B4-BE49-F238E27FC236}">
                <a16:creationId xmlns:a16="http://schemas.microsoft.com/office/drawing/2014/main" id="{EEF109BF-1711-E5B9-24BD-F153ACE93AE7}"/>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5" name="Google Shape;143;p13">
            <a:extLst>
              <a:ext uri="{FF2B5EF4-FFF2-40B4-BE49-F238E27FC236}">
                <a16:creationId xmlns:a16="http://schemas.microsoft.com/office/drawing/2014/main" id="{F10D9218-A3E2-04B4-3B4D-9B33AFAC50EE}"/>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20" name="Espaço Reservado para Texto 15">
            <a:extLst>
              <a:ext uri="{FF2B5EF4-FFF2-40B4-BE49-F238E27FC236}">
                <a16:creationId xmlns:a16="http://schemas.microsoft.com/office/drawing/2014/main" id="{737D1E3C-392B-494D-9040-2A249BA8ED4E}"/>
              </a:ext>
            </a:extLst>
          </p:cNvPr>
          <p:cNvSpPr>
            <a:spLocks noGrp="1"/>
          </p:cNvSpPr>
          <p:nvPr>
            <p:ph type="body" sz="quarter" idx="4294967295"/>
          </p:nvPr>
        </p:nvSpPr>
        <p:spPr>
          <a:xfrm>
            <a:off x="3557090" y="3556357"/>
            <a:ext cx="2160687" cy="2382385"/>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21" name="Espaço Reservado para Texto 15">
            <a:extLst>
              <a:ext uri="{FF2B5EF4-FFF2-40B4-BE49-F238E27FC236}">
                <a16:creationId xmlns:a16="http://schemas.microsoft.com/office/drawing/2014/main" id="{A8F02EC4-3F93-4A2E-2203-231348053320}"/>
              </a:ext>
            </a:extLst>
          </p:cNvPr>
          <p:cNvSpPr>
            <a:spLocks noGrp="1"/>
          </p:cNvSpPr>
          <p:nvPr>
            <p:ph type="body" sz="quarter" idx="4294967295"/>
          </p:nvPr>
        </p:nvSpPr>
        <p:spPr>
          <a:xfrm>
            <a:off x="6054957" y="3555846"/>
            <a:ext cx="2399155" cy="785073"/>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22" name="Espaço Reservado para Texto 15">
            <a:extLst>
              <a:ext uri="{FF2B5EF4-FFF2-40B4-BE49-F238E27FC236}">
                <a16:creationId xmlns:a16="http://schemas.microsoft.com/office/drawing/2014/main" id="{154BB075-FA9B-7DED-60E5-D08EF27A44C5}"/>
              </a:ext>
            </a:extLst>
          </p:cNvPr>
          <p:cNvSpPr>
            <a:spLocks noGrp="1"/>
          </p:cNvSpPr>
          <p:nvPr>
            <p:ph type="body" sz="quarter" idx="4294967295"/>
          </p:nvPr>
        </p:nvSpPr>
        <p:spPr>
          <a:xfrm>
            <a:off x="8983149" y="3555846"/>
            <a:ext cx="2492083" cy="1879754"/>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23" name="Espaço Reservado para Texto 39">
            <a:extLst>
              <a:ext uri="{FF2B5EF4-FFF2-40B4-BE49-F238E27FC236}">
                <a16:creationId xmlns:a16="http://schemas.microsoft.com/office/drawing/2014/main" id="{85A0FD37-82F4-4ABE-FB48-EF09CF4DA5C6}"/>
              </a:ext>
            </a:extLst>
          </p:cNvPr>
          <p:cNvSpPr>
            <a:spLocks noGrp="1"/>
          </p:cNvSpPr>
          <p:nvPr>
            <p:ph type="body" sz="quarter" idx="4294967295"/>
          </p:nvPr>
        </p:nvSpPr>
        <p:spPr>
          <a:xfrm>
            <a:off x="2789174" y="919259"/>
            <a:ext cx="6425888" cy="503141"/>
          </a:xfrm>
          <a:prstGeom prst="rect">
            <a:avLst/>
          </a:prstGeom>
        </p:spPr>
        <p:txBody>
          <a:bodyPr/>
          <a:lstStyle>
            <a:lvl1pPr>
              <a:defRPr sz="1600">
                <a:latin typeface="Poppins" pitchFamily="2" charset="77"/>
                <a:cs typeface="Poppins" pitchFamily="2" charset="77"/>
              </a:defRPr>
            </a:lvl1pPr>
          </a:lstStyle>
          <a:p>
            <a:pPr lvl="0"/>
            <a:endParaRPr lang="pt-BR" sz="3000" b="1">
              <a:solidFill>
                <a:srgbClr val="FF161F"/>
              </a:solidFill>
            </a:endParaRPr>
          </a:p>
        </p:txBody>
      </p:sp>
      <p:sp>
        <p:nvSpPr>
          <p:cNvPr id="24" name="Espaço Reservado para Texto 39">
            <a:extLst>
              <a:ext uri="{FF2B5EF4-FFF2-40B4-BE49-F238E27FC236}">
                <a16:creationId xmlns:a16="http://schemas.microsoft.com/office/drawing/2014/main" id="{16C63CA3-D24C-512E-E09E-E7BC72A53385}"/>
              </a:ext>
            </a:extLst>
          </p:cNvPr>
          <p:cNvSpPr>
            <a:spLocks noGrp="1"/>
          </p:cNvSpPr>
          <p:nvPr>
            <p:ph type="body" sz="quarter" idx="4294967295"/>
          </p:nvPr>
        </p:nvSpPr>
        <p:spPr>
          <a:xfrm>
            <a:off x="3548026" y="2796830"/>
            <a:ext cx="1892055" cy="621201"/>
          </a:xfrm>
          <a:prstGeom prst="rect">
            <a:avLst/>
          </a:prstGeom>
        </p:spPr>
        <p:txBody>
          <a:bodyPr/>
          <a:lstStyle>
            <a:lvl1pPr>
              <a:defRPr sz="1600">
                <a:latin typeface="Poppins" pitchFamily="2" charset="77"/>
                <a:cs typeface="Poppins" pitchFamily="2" charset="77"/>
              </a:defRPr>
            </a:lvl1pPr>
          </a:lstStyle>
          <a:p>
            <a:pPr lvl="0"/>
            <a:endParaRPr lang="pt-BR" b="1"/>
          </a:p>
        </p:txBody>
      </p:sp>
      <p:sp>
        <p:nvSpPr>
          <p:cNvPr id="25" name="Espaço Reservado para Texto 39">
            <a:extLst>
              <a:ext uri="{FF2B5EF4-FFF2-40B4-BE49-F238E27FC236}">
                <a16:creationId xmlns:a16="http://schemas.microsoft.com/office/drawing/2014/main" id="{924BEFF9-6DAC-29AB-B2BF-879D3799F931}"/>
              </a:ext>
            </a:extLst>
          </p:cNvPr>
          <p:cNvSpPr>
            <a:spLocks noGrp="1"/>
          </p:cNvSpPr>
          <p:nvPr>
            <p:ph type="body" sz="quarter" idx="4294967295"/>
          </p:nvPr>
        </p:nvSpPr>
        <p:spPr>
          <a:xfrm>
            <a:off x="6042197" y="2807800"/>
            <a:ext cx="1901246" cy="621201"/>
          </a:xfrm>
          <a:prstGeom prst="rect">
            <a:avLst/>
          </a:prstGeom>
        </p:spPr>
        <p:txBody>
          <a:bodyPr/>
          <a:lstStyle>
            <a:lvl1pPr>
              <a:defRPr sz="1600">
                <a:latin typeface="Poppins" pitchFamily="2" charset="77"/>
                <a:cs typeface="Poppins" pitchFamily="2" charset="77"/>
              </a:defRPr>
            </a:lvl1pPr>
          </a:lstStyle>
          <a:p>
            <a:pPr lvl="0"/>
            <a:endParaRPr lang="pt-BR" b="1"/>
          </a:p>
        </p:txBody>
      </p:sp>
      <p:sp>
        <p:nvSpPr>
          <p:cNvPr id="26" name="Espaço Reservado para Texto 39">
            <a:extLst>
              <a:ext uri="{FF2B5EF4-FFF2-40B4-BE49-F238E27FC236}">
                <a16:creationId xmlns:a16="http://schemas.microsoft.com/office/drawing/2014/main" id="{28264757-F395-C17D-7098-05EC50368E48}"/>
              </a:ext>
            </a:extLst>
          </p:cNvPr>
          <p:cNvSpPr>
            <a:spLocks noGrp="1"/>
          </p:cNvSpPr>
          <p:nvPr>
            <p:ph type="body" sz="quarter" idx="4294967295"/>
          </p:nvPr>
        </p:nvSpPr>
        <p:spPr>
          <a:xfrm>
            <a:off x="8983148" y="2807800"/>
            <a:ext cx="1989537" cy="621201"/>
          </a:xfrm>
          <a:prstGeom prst="rect">
            <a:avLst/>
          </a:prstGeom>
        </p:spPr>
        <p:txBody>
          <a:bodyPr/>
          <a:lstStyle>
            <a:lvl1pPr>
              <a:defRPr sz="1600">
                <a:latin typeface="Poppins" pitchFamily="2" charset="77"/>
                <a:cs typeface="Poppins" pitchFamily="2" charset="77"/>
              </a:defRPr>
            </a:lvl1pPr>
          </a:lstStyle>
          <a:p>
            <a:pPr lvl="0"/>
            <a:endParaRPr lang="pt-BR" b="1"/>
          </a:p>
        </p:txBody>
      </p:sp>
      <p:sp>
        <p:nvSpPr>
          <p:cNvPr id="17" name="Retângulo: Cantos Arredondados 5">
            <a:extLst>
              <a:ext uri="{FF2B5EF4-FFF2-40B4-BE49-F238E27FC236}">
                <a16:creationId xmlns:a16="http://schemas.microsoft.com/office/drawing/2014/main" id="{26809F13-019E-C44D-51B9-0F74FED10938}"/>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8" name="Google Shape;207;p37">
            <a:extLst>
              <a:ext uri="{FF2B5EF4-FFF2-40B4-BE49-F238E27FC236}">
                <a16:creationId xmlns:a16="http://schemas.microsoft.com/office/drawing/2014/main" id="{9A02BE52-A2E0-8E78-9BFE-5589E84115B3}"/>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3604817788"/>
      </p:ext>
    </p:extLst>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matchingName="2_Linha do Tempo1" preserve="1" userDrawn="1">
  <p:cSld name="6_Linha do Tempo1">
    <p:spTree>
      <p:nvGrpSpPr>
        <p:cNvPr id="1" name="Shape 178"/>
        <p:cNvGrpSpPr/>
        <p:nvPr/>
      </p:nvGrpSpPr>
      <p:grpSpPr>
        <a:xfrm>
          <a:off x="0" y="0"/>
          <a:ext cx="0" cy="0"/>
          <a:chOff x="0" y="0"/>
          <a:chExt cx="0" cy="0"/>
        </a:xfrm>
      </p:grpSpPr>
      <p:pic>
        <p:nvPicPr>
          <p:cNvPr id="3" name="Google Shape;142;p13">
            <a:extLst>
              <a:ext uri="{FF2B5EF4-FFF2-40B4-BE49-F238E27FC236}">
                <a16:creationId xmlns:a16="http://schemas.microsoft.com/office/drawing/2014/main" id="{A33449DA-55A8-D29A-EBB7-544BECEED1BB}"/>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16" name="Google Shape;143;p13">
            <a:extLst>
              <a:ext uri="{FF2B5EF4-FFF2-40B4-BE49-F238E27FC236}">
                <a16:creationId xmlns:a16="http://schemas.microsoft.com/office/drawing/2014/main" id="{D177FD8F-D417-3E9D-8687-89F57EABE512}"/>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4" name="Espaço Reservado para Texto 3">
            <a:extLst>
              <a:ext uri="{FF2B5EF4-FFF2-40B4-BE49-F238E27FC236}">
                <a16:creationId xmlns:a16="http://schemas.microsoft.com/office/drawing/2014/main" id="{7BC2819B-91AA-1651-F5F9-7B0D1509AE13}"/>
              </a:ext>
            </a:extLst>
          </p:cNvPr>
          <p:cNvSpPr>
            <a:spLocks noGrp="1"/>
          </p:cNvSpPr>
          <p:nvPr>
            <p:ph type="body" sz="quarter" idx="10"/>
          </p:nvPr>
        </p:nvSpPr>
        <p:spPr>
          <a:xfrm>
            <a:off x="3276600" y="1188174"/>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5" name="Espaço Reservado para Texto 3">
            <a:extLst>
              <a:ext uri="{FF2B5EF4-FFF2-40B4-BE49-F238E27FC236}">
                <a16:creationId xmlns:a16="http://schemas.microsoft.com/office/drawing/2014/main" id="{481EC73E-B5CF-9DF6-2B18-5F201BFD1BC9}"/>
              </a:ext>
            </a:extLst>
          </p:cNvPr>
          <p:cNvSpPr>
            <a:spLocks noGrp="1"/>
          </p:cNvSpPr>
          <p:nvPr>
            <p:ph type="body" sz="quarter" idx="11"/>
          </p:nvPr>
        </p:nvSpPr>
        <p:spPr>
          <a:xfrm>
            <a:off x="3276600" y="1808050"/>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6" name="Espaço Reservado para Texto 3">
            <a:extLst>
              <a:ext uri="{FF2B5EF4-FFF2-40B4-BE49-F238E27FC236}">
                <a16:creationId xmlns:a16="http://schemas.microsoft.com/office/drawing/2014/main" id="{E22F0728-FF89-57C8-564C-0F3FB75D68BE}"/>
              </a:ext>
            </a:extLst>
          </p:cNvPr>
          <p:cNvSpPr>
            <a:spLocks noGrp="1"/>
          </p:cNvSpPr>
          <p:nvPr>
            <p:ph type="body" sz="quarter" idx="12"/>
          </p:nvPr>
        </p:nvSpPr>
        <p:spPr>
          <a:xfrm>
            <a:off x="3276600" y="2442212"/>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7" name="Espaço Reservado para Texto 3">
            <a:extLst>
              <a:ext uri="{FF2B5EF4-FFF2-40B4-BE49-F238E27FC236}">
                <a16:creationId xmlns:a16="http://schemas.microsoft.com/office/drawing/2014/main" id="{08173B0E-FC6F-4B79-645E-F7C05C5165D3}"/>
              </a:ext>
            </a:extLst>
          </p:cNvPr>
          <p:cNvSpPr>
            <a:spLocks noGrp="1"/>
          </p:cNvSpPr>
          <p:nvPr>
            <p:ph type="body" sz="quarter" idx="13"/>
          </p:nvPr>
        </p:nvSpPr>
        <p:spPr>
          <a:xfrm>
            <a:off x="3276600" y="3108857"/>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9" name="Espaço Reservado para Texto 3">
            <a:extLst>
              <a:ext uri="{FF2B5EF4-FFF2-40B4-BE49-F238E27FC236}">
                <a16:creationId xmlns:a16="http://schemas.microsoft.com/office/drawing/2014/main" id="{777D4752-A3A8-E6ED-FF9C-9D9D8F16B077}"/>
              </a:ext>
            </a:extLst>
          </p:cNvPr>
          <p:cNvSpPr>
            <a:spLocks noGrp="1"/>
          </p:cNvSpPr>
          <p:nvPr>
            <p:ph type="body" sz="quarter" idx="14"/>
          </p:nvPr>
        </p:nvSpPr>
        <p:spPr>
          <a:xfrm>
            <a:off x="3276600" y="3805543"/>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10" name="Espaço Reservado para Texto 3">
            <a:extLst>
              <a:ext uri="{FF2B5EF4-FFF2-40B4-BE49-F238E27FC236}">
                <a16:creationId xmlns:a16="http://schemas.microsoft.com/office/drawing/2014/main" id="{CD27E91A-725C-6108-065B-301FEE078C62}"/>
              </a:ext>
            </a:extLst>
          </p:cNvPr>
          <p:cNvSpPr>
            <a:spLocks noGrp="1"/>
          </p:cNvSpPr>
          <p:nvPr>
            <p:ph type="body" sz="quarter" idx="15"/>
          </p:nvPr>
        </p:nvSpPr>
        <p:spPr>
          <a:xfrm>
            <a:off x="3276600" y="4513114"/>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17" name="Retângulo: Cantos Arredondados 7">
            <a:extLst>
              <a:ext uri="{FF2B5EF4-FFF2-40B4-BE49-F238E27FC236}">
                <a16:creationId xmlns:a16="http://schemas.microsoft.com/office/drawing/2014/main" id="{19BEE190-17D7-9B6B-9CDE-F2E604B2A197}"/>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8" name="Google Shape;101;p34">
            <a:extLst>
              <a:ext uri="{FF2B5EF4-FFF2-40B4-BE49-F238E27FC236}">
                <a16:creationId xmlns:a16="http://schemas.microsoft.com/office/drawing/2014/main" id="{32C69D2A-FD6F-1CE4-692F-A13C7AFB64B2}"/>
              </a:ext>
            </a:extLst>
          </p:cNvPr>
          <p:cNvSpPr txBox="1"/>
          <p:nvPr userDrawn="1"/>
        </p:nvSpPr>
        <p:spPr>
          <a:xfrm>
            <a:off x="473493" y="697144"/>
            <a:ext cx="1829795"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pitchFamily="2" charset="77"/>
                <a:ea typeface="Poppins"/>
                <a:cs typeface="Poppins" pitchFamily="2" charset="77"/>
                <a:sym typeface="Poppins"/>
              </a:rPr>
              <a:t>conceito</a:t>
            </a:r>
            <a:endParaRPr sz="2333" b="1" i="0" u="none" strike="noStrike" cap="none" dirty="0">
              <a:solidFill>
                <a:schemeClr val="lt1"/>
              </a:solidFill>
              <a:latin typeface="Poppins" pitchFamily="2" charset="77"/>
              <a:ea typeface="Poppins Light"/>
              <a:cs typeface="Poppins" pitchFamily="2" charset="77"/>
              <a:sym typeface="Poppins Light"/>
            </a:endParaRPr>
          </a:p>
        </p:txBody>
      </p:sp>
    </p:spTree>
    <p:extLst>
      <p:ext uri="{BB962C8B-B14F-4D97-AF65-F5344CB8AC3E}">
        <p14:creationId xmlns:p14="http://schemas.microsoft.com/office/powerpoint/2010/main" val="2928254170"/>
      </p:ext>
    </p:extLst>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matchingName="Atividade" preserve="1" userDrawn="1">
  <p:cSld name="Atividade">
    <p:spTree>
      <p:nvGrpSpPr>
        <p:cNvPr id="1" name="Shape 227"/>
        <p:cNvGrpSpPr/>
        <p:nvPr/>
      </p:nvGrpSpPr>
      <p:grpSpPr>
        <a:xfrm>
          <a:off x="0" y="0"/>
          <a:ext cx="0" cy="0"/>
          <a:chOff x="0" y="0"/>
          <a:chExt cx="0" cy="0"/>
        </a:xfrm>
      </p:grpSpPr>
      <p:sp>
        <p:nvSpPr>
          <p:cNvPr id="2" name="Retângulo 1">
            <a:extLst>
              <a:ext uri="{FF2B5EF4-FFF2-40B4-BE49-F238E27FC236}">
                <a16:creationId xmlns:a16="http://schemas.microsoft.com/office/drawing/2014/main" id="{20D52867-BD12-53CB-FAEF-C79A88197553}"/>
              </a:ext>
            </a:extLst>
          </p:cNvPr>
          <p:cNvSpPr/>
          <p:nvPr userDrawn="1"/>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dirty="0"/>
          </a:p>
        </p:txBody>
      </p:sp>
    </p:spTree>
    <p:extLst>
      <p:ext uri="{BB962C8B-B14F-4D97-AF65-F5344CB8AC3E}">
        <p14:creationId xmlns:p14="http://schemas.microsoft.com/office/powerpoint/2010/main" val="1940481014"/>
      </p:ext>
    </p:extLst>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matchingName="Atividade" preserve="1" userDrawn="1">
  <p:cSld name="1_Atividade">
    <p:spTree>
      <p:nvGrpSpPr>
        <p:cNvPr id="1" name="Shape 227"/>
        <p:cNvGrpSpPr/>
        <p:nvPr/>
      </p:nvGrpSpPr>
      <p:grpSpPr>
        <a:xfrm>
          <a:off x="0" y="0"/>
          <a:ext cx="0" cy="0"/>
          <a:chOff x="0" y="0"/>
          <a:chExt cx="0" cy="0"/>
        </a:xfrm>
      </p:grpSpPr>
      <p:pic>
        <p:nvPicPr>
          <p:cNvPr id="3" name="Google Shape;190;p17">
            <a:extLst>
              <a:ext uri="{FF2B5EF4-FFF2-40B4-BE49-F238E27FC236}">
                <a16:creationId xmlns:a16="http://schemas.microsoft.com/office/drawing/2014/main" id="{33A45ED2-2403-7F26-C307-EF53421A29A4}"/>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4" y="0"/>
            <a:ext cx="12192000" cy="6857989"/>
          </a:xfrm>
          <a:prstGeom prst="rect">
            <a:avLst/>
          </a:prstGeom>
          <a:noFill/>
          <a:ln>
            <a:noFill/>
          </a:ln>
        </p:spPr>
      </p:pic>
      <p:sp>
        <p:nvSpPr>
          <p:cNvPr id="2" name="CaixaDeTexto 1">
            <a:extLst>
              <a:ext uri="{FF2B5EF4-FFF2-40B4-BE49-F238E27FC236}">
                <a16:creationId xmlns:a16="http://schemas.microsoft.com/office/drawing/2014/main" id="{78E9625F-D19E-624E-A52E-3E35C3F742DF}"/>
              </a:ext>
            </a:extLst>
          </p:cNvPr>
          <p:cNvSpPr txBox="1"/>
          <p:nvPr userDrawn="1"/>
        </p:nvSpPr>
        <p:spPr>
          <a:xfrm>
            <a:off x="2510117" y="-585694"/>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1" name="Espaço Reservado para Texto 10">
            <a:extLst>
              <a:ext uri="{FF2B5EF4-FFF2-40B4-BE49-F238E27FC236}">
                <a16:creationId xmlns:a16="http://schemas.microsoft.com/office/drawing/2014/main" id="{195C8DE1-D92C-0520-6827-BF4E2122A3E1}"/>
              </a:ext>
            </a:extLst>
          </p:cNvPr>
          <p:cNvSpPr>
            <a:spLocks noGrp="1"/>
          </p:cNvSpPr>
          <p:nvPr>
            <p:ph type="body" sz="quarter" idx="10"/>
          </p:nvPr>
        </p:nvSpPr>
        <p:spPr>
          <a:xfrm>
            <a:off x="3026388" y="1395942"/>
            <a:ext cx="7107154" cy="515408"/>
          </a:xfrm>
          <a:prstGeom prst="rect">
            <a:avLst/>
          </a:prstGeom>
        </p:spPr>
        <p:txBody>
          <a:bodyPr/>
          <a:lstStyle>
            <a:lvl1pPr>
              <a:defRPr sz="2533" b="1" i="0">
                <a:latin typeface="Poppins" pitchFamily="2" charset="77"/>
                <a:cs typeface="Poppins" pitchFamily="2" charset="77"/>
              </a:defRPr>
            </a:lvl1pPr>
            <a:lvl2pPr>
              <a:defRPr sz="2533" b="1" i="0">
                <a:latin typeface="Poppins" pitchFamily="2" charset="77"/>
                <a:cs typeface="Poppins" pitchFamily="2" charset="77"/>
              </a:defRPr>
            </a:lvl2pPr>
            <a:lvl3pPr>
              <a:defRPr sz="2533" b="1" i="0">
                <a:latin typeface="Poppins" pitchFamily="2" charset="77"/>
                <a:cs typeface="Poppins" pitchFamily="2" charset="77"/>
              </a:defRPr>
            </a:lvl3pPr>
            <a:lvl4pPr>
              <a:defRPr sz="2533" b="1" i="0">
                <a:latin typeface="Poppins" pitchFamily="2" charset="77"/>
                <a:cs typeface="Poppins" pitchFamily="2" charset="77"/>
              </a:defRPr>
            </a:lvl4pPr>
            <a:lvl5pPr>
              <a:defRPr sz="2533" b="1" i="0">
                <a:solidFill>
                  <a:schemeClr val="bg1"/>
                </a:solidFill>
                <a:latin typeface="Poppins" pitchFamily="2" charset="77"/>
                <a:cs typeface="Poppins" pitchFamily="2" charset="77"/>
              </a:defRPr>
            </a:lvl5pPr>
          </a:lstStyle>
          <a:p>
            <a:pPr lvl="4"/>
            <a:endParaRPr lang="pt-BR"/>
          </a:p>
        </p:txBody>
      </p:sp>
      <p:sp>
        <p:nvSpPr>
          <p:cNvPr id="12" name="Espaço Reservado para Texto 10">
            <a:extLst>
              <a:ext uri="{FF2B5EF4-FFF2-40B4-BE49-F238E27FC236}">
                <a16:creationId xmlns:a16="http://schemas.microsoft.com/office/drawing/2014/main" id="{D96DF696-0CE9-222F-9539-CCDCDE3B62F4}"/>
              </a:ext>
            </a:extLst>
          </p:cNvPr>
          <p:cNvSpPr>
            <a:spLocks noGrp="1"/>
          </p:cNvSpPr>
          <p:nvPr>
            <p:ph type="body" sz="quarter" idx="11"/>
          </p:nvPr>
        </p:nvSpPr>
        <p:spPr>
          <a:xfrm>
            <a:off x="3026389" y="2075496"/>
            <a:ext cx="7107153" cy="732586"/>
          </a:xfrm>
          <a:prstGeom prst="rect">
            <a:avLst/>
          </a:prstGeom>
        </p:spPr>
        <p:txBody>
          <a:bodyPr/>
          <a:lstStyle>
            <a:lvl1pPr>
              <a:defRPr sz="2533" b="1" i="0">
                <a:latin typeface="Poppins" pitchFamily="2" charset="77"/>
                <a:cs typeface="Poppins" pitchFamily="2" charset="77"/>
              </a:defRPr>
            </a:lvl1pPr>
            <a:lvl2pPr>
              <a:defRPr sz="2533" b="1" i="0">
                <a:latin typeface="Poppins" pitchFamily="2" charset="77"/>
                <a:cs typeface="Poppins" pitchFamily="2" charset="77"/>
              </a:defRPr>
            </a:lvl2pPr>
            <a:lvl3pPr>
              <a:defRPr sz="2533" b="1" i="0">
                <a:latin typeface="Poppins" pitchFamily="2" charset="77"/>
                <a:cs typeface="Poppins" pitchFamily="2" charset="77"/>
              </a:defRPr>
            </a:lvl3pPr>
            <a:lvl4pPr>
              <a:defRPr sz="2533" b="1" i="0">
                <a:latin typeface="Poppins" pitchFamily="2" charset="77"/>
                <a:cs typeface="Poppins" pitchFamily="2" charset="77"/>
              </a:defRPr>
            </a:lvl4pPr>
            <a:lvl5pPr>
              <a:defRPr sz="1467" b="0" i="0">
                <a:solidFill>
                  <a:schemeClr val="bg1"/>
                </a:solidFill>
                <a:latin typeface="Poppins" pitchFamily="2" charset="77"/>
                <a:cs typeface="Poppins" pitchFamily="2" charset="77"/>
              </a:defRPr>
            </a:lvl5pPr>
          </a:lstStyle>
          <a:p>
            <a:pPr lvl="4"/>
            <a:endParaRPr lang="pt-BR"/>
          </a:p>
        </p:txBody>
      </p:sp>
      <p:sp>
        <p:nvSpPr>
          <p:cNvPr id="13" name="Retângulo: Cantos Arredondados 5">
            <a:extLst>
              <a:ext uri="{FF2B5EF4-FFF2-40B4-BE49-F238E27FC236}">
                <a16:creationId xmlns:a16="http://schemas.microsoft.com/office/drawing/2014/main" id="{64B8A15D-9C5D-FBA3-9832-9E5322593956}"/>
              </a:ext>
            </a:extLst>
          </p:cNvPr>
          <p:cNvSpPr/>
          <p:nvPr userDrawn="1"/>
        </p:nvSpPr>
        <p:spPr>
          <a:xfrm>
            <a:off x="200184" y="44804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Google Shape;231;p21">
            <a:extLst>
              <a:ext uri="{FF2B5EF4-FFF2-40B4-BE49-F238E27FC236}">
                <a16:creationId xmlns:a16="http://schemas.microsoft.com/office/drawing/2014/main" id="{013A9C15-802B-99F9-ACE3-2B6FC097D2C1}"/>
              </a:ext>
            </a:extLst>
          </p:cNvPr>
          <p:cNvSpPr txBox="1"/>
          <p:nvPr userDrawn="1"/>
        </p:nvSpPr>
        <p:spPr>
          <a:xfrm>
            <a:off x="629139" y="882775"/>
            <a:ext cx="1528469"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noProof="0" dirty="0">
                <a:solidFill>
                  <a:srgbClr val="FFFFFF"/>
                </a:solidFill>
                <a:latin typeface="Poppins Light" pitchFamily="2" charset="77"/>
                <a:ea typeface="Poppins Light"/>
                <a:cs typeface="Poppins Light" pitchFamily="2" charset="77"/>
                <a:sym typeface="Poppins Light"/>
              </a:rPr>
              <a:t>Pause e</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noProof="0" dirty="0">
                <a:solidFill>
                  <a:srgbClr val="FFFFFF"/>
                </a:solidFill>
                <a:latin typeface="Poppins"/>
                <a:ea typeface="Poppins Light"/>
                <a:cs typeface="Poppins"/>
                <a:sym typeface="Poppins"/>
              </a:rPr>
              <a:t>responda</a:t>
            </a:r>
            <a:endParaRPr lang="pt-BR" sz="2333" b="0" i="0" u="none" strike="noStrike" cap="none" noProof="0"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3239912422"/>
      </p:ext>
    </p:extLst>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preserve="1" userDrawn="1">
  <p:cSld name="2_Layout Personalizado">
    <p:spTree>
      <p:nvGrpSpPr>
        <p:cNvPr id="1" name=""/>
        <p:cNvGrpSpPr/>
        <p:nvPr/>
      </p:nvGrpSpPr>
      <p:grpSpPr>
        <a:xfrm>
          <a:off x="0" y="0"/>
          <a:ext cx="0" cy="0"/>
          <a:chOff x="0" y="0"/>
          <a:chExt cx="0" cy="0"/>
        </a:xfrm>
      </p:grpSpPr>
      <p:pic>
        <p:nvPicPr>
          <p:cNvPr id="9" name="Google Shape;190;p17">
            <a:extLst>
              <a:ext uri="{FF2B5EF4-FFF2-40B4-BE49-F238E27FC236}">
                <a16:creationId xmlns:a16="http://schemas.microsoft.com/office/drawing/2014/main" id="{BD537397-E22B-9857-F6DF-AB65C698D6D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4" y="0"/>
            <a:ext cx="12192000" cy="6857989"/>
          </a:xfrm>
          <a:prstGeom prst="rect">
            <a:avLst/>
          </a:prstGeom>
          <a:noFill/>
          <a:ln>
            <a:noFill/>
          </a:ln>
        </p:spPr>
      </p:pic>
      <p:grpSp>
        <p:nvGrpSpPr>
          <p:cNvPr id="17" name="Agrupar 16">
            <a:extLst>
              <a:ext uri="{FF2B5EF4-FFF2-40B4-BE49-F238E27FC236}">
                <a16:creationId xmlns:a16="http://schemas.microsoft.com/office/drawing/2014/main" id="{146014C3-C940-836C-142D-23D291482585}"/>
              </a:ext>
            </a:extLst>
          </p:cNvPr>
          <p:cNvGrpSpPr/>
          <p:nvPr userDrawn="1"/>
        </p:nvGrpSpPr>
        <p:grpSpPr>
          <a:xfrm>
            <a:off x="0" y="0"/>
            <a:ext cx="8566485" cy="5808133"/>
            <a:chOff x="0" y="0"/>
            <a:chExt cx="8566485" cy="5808133"/>
          </a:xfrm>
        </p:grpSpPr>
        <p:sp>
          <p:nvSpPr>
            <p:cNvPr id="18" name="Retângulo 17">
              <a:extLst>
                <a:ext uri="{FF2B5EF4-FFF2-40B4-BE49-F238E27FC236}">
                  <a16:creationId xmlns:a16="http://schemas.microsoft.com/office/drawing/2014/main" id="{079EC1B8-97F2-7785-EA33-AB97E3590A8F}"/>
                </a:ext>
              </a:extLst>
            </p:cNvPr>
            <p:cNvSpPr/>
            <p:nvPr userDrawn="1"/>
          </p:nvSpPr>
          <p:spPr>
            <a:xfrm>
              <a:off x="0" y="0"/>
              <a:ext cx="8566485" cy="4656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9" name="Retângulo: Cantos Arredondados 12">
              <a:extLst>
                <a:ext uri="{FF2B5EF4-FFF2-40B4-BE49-F238E27FC236}">
                  <a16:creationId xmlns:a16="http://schemas.microsoft.com/office/drawing/2014/main" id="{0E755515-EFC0-077E-2EC6-962FDD7703A5}"/>
                </a:ext>
              </a:extLst>
            </p:cNvPr>
            <p:cNvSpPr/>
            <p:nvPr userDrawn="1"/>
          </p:nvSpPr>
          <p:spPr>
            <a:xfrm>
              <a:off x="0" y="0"/>
              <a:ext cx="8566485" cy="5808133"/>
            </a:xfrm>
            <a:prstGeom prst="roundRect">
              <a:avLst>
                <a:gd name="adj" fmla="val 125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Retângulo 19">
              <a:extLst>
                <a:ext uri="{FF2B5EF4-FFF2-40B4-BE49-F238E27FC236}">
                  <a16:creationId xmlns:a16="http://schemas.microsoft.com/office/drawing/2014/main" id="{09623229-53E7-8D4C-2744-C6B1FB49CA90}"/>
                </a:ext>
              </a:extLst>
            </p:cNvPr>
            <p:cNvSpPr/>
            <p:nvPr userDrawn="1"/>
          </p:nvSpPr>
          <p:spPr>
            <a:xfrm>
              <a:off x="0" y="3890433"/>
              <a:ext cx="1109133" cy="1917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21" name="Espaço Reservado para Texto 17">
            <a:extLst>
              <a:ext uri="{FF2B5EF4-FFF2-40B4-BE49-F238E27FC236}">
                <a16:creationId xmlns:a16="http://schemas.microsoft.com/office/drawing/2014/main" id="{2BFAAA84-AC97-B77C-6A0A-9E0EECA34047}"/>
              </a:ext>
            </a:extLst>
          </p:cNvPr>
          <p:cNvSpPr>
            <a:spLocks noGrp="1"/>
          </p:cNvSpPr>
          <p:nvPr>
            <p:ph type="body" sz="quarter" idx="11" hasCustomPrompt="1"/>
          </p:nvPr>
        </p:nvSpPr>
        <p:spPr>
          <a:xfrm>
            <a:off x="1472540" y="999139"/>
            <a:ext cx="5135423" cy="3128433"/>
          </a:xfrm>
          <a:prstGeom prst="rect">
            <a:avLst/>
          </a:prstGeom>
        </p:spPr>
        <p:txBody>
          <a:bodyPr/>
          <a:lstStyle>
            <a:lvl1pPr>
              <a:defRPr sz="1600">
                <a:latin typeface="Poppins" panose="00000500000000000000" pitchFamily="2" charset="0"/>
                <a:cs typeface="Poppins" panose="00000500000000000000" pitchFamily="2" charset="0"/>
              </a:defRPr>
            </a:lvl1pPr>
            <a:lvl2pPr>
              <a:defRPr sz="1067"/>
            </a:lvl2pPr>
            <a:lvl3pPr>
              <a:defRPr sz="1067"/>
            </a:lvl3pPr>
            <a:lvl4pPr>
              <a:defRPr sz="1067"/>
            </a:lvl4pPr>
            <a:lvl5pPr>
              <a:defRPr sz="1067"/>
            </a:lvl5pPr>
          </a:lstStyle>
          <a:p>
            <a:pPr lvl="0"/>
            <a:r>
              <a:rPr lang="pt-BR" noProof="0" dirty="0"/>
              <a:t>Escreva a citação nesta área </a:t>
            </a:r>
            <a:r>
              <a:rPr lang="en-US" dirty="0"/>
              <a:t>do layout. Lorem Ipsum has been the industry's standard dummy text ever since the 1500s . Lorem Ipsum has been the industry's standard dummy text ever since the 1500s. Lorem Ipsum has been the industry's standard dummy text ever since the 1500s. Lorem Ipsum has been the industry's standard dummy text ever since the 1500s. Lorem Ipsum has been the industry's standard dummy text ever since the 1500s.”</a:t>
            </a:r>
          </a:p>
        </p:txBody>
      </p:sp>
      <p:sp>
        <p:nvSpPr>
          <p:cNvPr id="22" name="Espaço Reservado para Texto 19">
            <a:extLst>
              <a:ext uri="{FF2B5EF4-FFF2-40B4-BE49-F238E27FC236}">
                <a16:creationId xmlns:a16="http://schemas.microsoft.com/office/drawing/2014/main" id="{4ABCD1EC-F353-9ACF-5459-79A951BC3127}"/>
              </a:ext>
            </a:extLst>
          </p:cNvPr>
          <p:cNvSpPr>
            <a:spLocks noGrp="1"/>
          </p:cNvSpPr>
          <p:nvPr>
            <p:ph type="body" sz="quarter" idx="12" hasCustomPrompt="1"/>
          </p:nvPr>
        </p:nvSpPr>
        <p:spPr>
          <a:xfrm>
            <a:off x="1472540" y="4248213"/>
            <a:ext cx="3345391" cy="404283"/>
          </a:xfrm>
          <a:prstGeom prst="rect">
            <a:avLst/>
          </a:prstGeom>
        </p:spPr>
        <p:txBody>
          <a:bodyPr/>
          <a:lstStyle>
            <a:lvl1pPr>
              <a:defRPr sz="1200">
                <a:latin typeface="Poppins" panose="00000500000000000000" pitchFamily="2" charset="0"/>
                <a:cs typeface="Poppins" panose="00000500000000000000" pitchFamily="2" charset="0"/>
              </a:defRPr>
            </a:lvl1pPr>
          </a:lstStyle>
          <a:p>
            <a:pPr lvl="0"/>
            <a:r>
              <a:rPr lang="pt-BR" dirty="0"/>
              <a:t>Referência completa da citação/autoria</a:t>
            </a:r>
          </a:p>
        </p:txBody>
      </p:sp>
    </p:spTree>
    <p:extLst>
      <p:ext uri="{BB962C8B-B14F-4D97-AF65-F5344CB8AC3E}">
        <p14:creationId xmlns:p14="http://schemas.microsoft.com/office/powerpoint/2010/main" val="2109079495"/>
      </p:ext>
    </p:extLst>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matchingName="1_Atividade_Resposta" preserve="1" userDrawn="1">
  <p:cSld name="1_Atividade_Resposta">
    <p:spTree>
      <p:nvGrpSpPr>
        <p:cNvPr id="1" name="Shape 235"/>
        <p:cNvGrpSpPr/>
        <p:nvPr/>
      </p:nvGrpSpPr>
      <p:grpSpPr>
        <a:xfrm>
          <a:off x="0" y="0"/>
          <a:ext cx="0" cy="0"/>
          <a:chOff x="0" y="0"/>
          <a:chExt cx="0" cy="0"/>
        </a:xfrm>
      </p:grpSpPr>
    </p:spTree>
    <p:extLst>
      <p:ext uri="{BB962C8B-B14F-4D97-AF65-F5344CB8AC3E}">
        <p14:creationId xmlns:p14="http://schemas.microsoft.com/office/powerpoint/2010/main" val="2538981315"/>
      </p:ext>
    </p:extLst>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matchingName="2_Atividade_Resposta" userDrawn="1">
  <p:cSld name="2_Atividade_Resposta">
    <p:spTree>
      <p:nvGrpSpPr>
        <p:cNvPr id="1" name="Shape 244"/>
        <p:cNvGrpSpPr/>
        <p:nvPr/>
      </p:nvGrpSpPr>
      <p:grpSpPr>
        <a:xfrm>
          <a:off x="0" y="0"/>
          <a:ext cx="0" cy="0"/>
          <a:chOff x="0" y="0"/>
          <a:chExt cx="0" cy="0"/>
        </a:xfrm>
      </p:grpSpPr>
      <p:sp>
        <p:nvSpPr>
          <p:cNvPr id="12" name="Google Shape;550;p38">
            <a:extLst>
              <a:ext uri="{FF2B5EF4-FFF2-40B4-BE49-F238E27FC236}">
                <a16:creationId xmlns:a16="http://schemas.microsoft.com/office/drawing/2014/main" id="{B63D1618-4DC9-81A2-1395-7A581D0E2524}"/>
              </a:ext>
            </a:extLst>
          </p:cNvPr>
          <p:cNvSpPr/>
          <p:nvPr userDrawn="1"/>
        </p:nvSpPr>
        <p:spPr>
          <a:xfrm>
            <a:off x="2883290" y="2029006"/>
            <a:ext cx="4046900" cy="3616933"/>
          </a:xfrm>
          <a:prstGeom prst="rect">
            <a:avLst/>
          </a:prstGeom>
          <a:noFill/>
          <a:ln w="19050" cap="flat" cmpd="sng">
            <a:solidFill>
              <a:srgbClr val="434343"/>
            </a:solidFill>
            <a:prstDash val="solid"/>
            <a:round/>
            <a:headEnd type="none" w="sm" len="sm"/>
            <a:tailEnd type="none" w="sm" len="sm"/>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sp>
        <p:nvSpPr>
          <p:cNvPr id="13" name="Google Shape;552;p38">
            <a:extLst>
              <a:ext uri="{FF2B5EF4-FFF2-40B4-BE49-F238E27FC236}">
                <a16:creationId xmlns:a16="http://schemas.microsoft.com/office/drawing/2014/main" id="{642E7FBD-2EAE-B480-D2C0-0E05D335427E}"/>
              </a:ext>
            </a:extLst>
          </p:cNvPr>
          <p:cNvSpPr/>
          <p:nvPr userDrawn="1"/>
        </p:nvSpPr>
        <p:spPr>
          <a:xfrm>
            <a:off x="7220006" y="2029006"/>
            <a:ext cx="4046900" cy="3616933"/>
          </a:xfrm>
          <a:prstGeom prst="rect">
            <a:avLst/>
          </a:prstGeom>
          <a:noFill/>
          <a:ln w="19050" cap="flat" cmpd="sng">
            <a:solidFill>
              <a:srgbClr val="434343"/>
            </a:solidFill>
            <a:prstDash val="solid"/>
            <a:round/>
            <a:headEnd type="none" w="sm" len="sm"/>
            <a:tailEnd type="none" w="sm" len="sm"/>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sp>
        <p:nvSpPr>
          <p:cNvPr id="14" name="Google Shape;555;p38">
            <a:extLst>
              <a:ext uri="{FF2B5EF4-FFF2-40B4-BE49-F238E27FC236}">
                <a16:creationId xmlns:a16="http://schemas.microsoft.com/office/drawing/2014/main" id="{690CC235-292D-45C9-F973-86247E174E3A}"/>
              </a:ext>
            </a:extLst>
          </p:cNvPr>
          <p:cNvSpPr txBox="1"/>
          <p:nvPr userDrawn="1"/>
        </p:nvSpPr>
        <p:spPr>
          <a:xfrm>
            <a:off x="2883290" y="2509149"/>
            <a:ext cx="4046899" cy="276999"/>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1800" b="1" i="0" u="none" strike="noStrike" cap="none" noProof="0" dirty="0">
                <a:solidFill>
                  <a:schemeClr val="tx1"/>
                </a:solidFill>
                <a:latin typeface="Poppins"/>
                <a:ea typeface="Poppins"/>
                <a:cs typeface="Poppins"/>
                <a:sym typeface="Poppins"/>
              </a:rPr>
              <a:t>Materiais necessários</a:t>
            </a:r>
          </a:p>
        </p:txBody>
      </p:sp>
      <p:sp>
        <p:nvSpPr>
          <p:cNvPr id="15" name="Google Shape;556;p38">
            <a:extLst>
              <a:ext uri="{FF2B5EF4-FFF2-40B4-BE49-F238E27FC236}">
                <a16:creationId xmlns:a16="http://schemas.microsoft.com/office/drawing/2014/main" id="{03565EBF-03F3-84DC-8861-14074402225D}"/>
              </a:ext>
            </a:extLst>
          </p:cNvPr>
          <p:cNvSpPr txBox="1"/>
          <p:nvPr userDrawn="1"/>
        </p:nvSpPr>
        <p:spPr>
          <a:xfrm>
            <a:off x="7220007" y="2509149"/>
            <a:ext cx="4046899" cy="276999"/>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1800" b="1" i="0" u="none" strike="noStrike" cap="none" noProof="0" dirty="0">
                <a:solidFill>
                  <a:schemeClr val="tx1"/>
                </a:solidFill>
                <a:latin typeface="Poppins"/>
                <a:ea typeface="Poppins"/>
                <a:cs typeface="Poppins"/>
                <a:sym typeface="Poppins"/>
              </a:rPr>
              <a:t>Passo a passo</a:t>
            </a:r>
          </a:p>
        </p:txBody>
      </p:sp>
      <p:sp>
        <p:nvSpPr>
          <p:cNvPr id="43" name="Espaço Reservado para Texto 42">
            <a:extLst>
              <a:ext uri="{FF2B5EF4-FFF2-40B4-BE49-F238E27FC236}">
                <a16:creationId xmlns:a16="http://schemas.microsoft.com/office/drawing/2014/main" id="{72E00D2B-696A-7CA4-B294-8A4F6F5EABA8}"/>
              </a:ext>
            </a:extLst>
          </p:cNvPr>
          <p:cNvSpPr>
            <a:spLocks noGrp="1"/>
          </p:cNvSpPr>
          <p:nvPr>
            <p:ph type="body" sz="quarter" idx="10"/>
          </p:nvPr>
        </p:nvSpPr>
        <p:spPr>
          <a:xfrm>
            <a:off x="3071283" y="619126"/>
            <a:ext cx="6680639" cy="483157"/>
          </a:xfrm>
          <a:prstGeom prst="rect">
            <a:avLst/>
          </a:prstGeom>
        </p:spPr>
        <p:txBody>
          <a:bodyPr/>
          <a:lstStyle/>
          <a:p>
            <a:pPr lvl="0"/>
            <a:endParaRPr lang="pt-BR"/>
          </a:p>
        </p:txBody>
      </p:sp>
      <p:sp>
        <p:nvSpPr>
          <p:cNvPr id="44" name="Espaço Reservado para Texto 42">
            <a:extLst>
              <a:ext uri="{FF2B5EF4-FFF2-40B4-BE49-F238E27FC236}">
                <a16:creationId xmlns:a16="http://schemas.microsoft.com/office/drawing/2014/main" id="{118B8204-3952-1CCE-5DDA-09799D963BDF}"/>
              </a:ext>
            </a:extLst>
          </p:cNvPr>
          <p:cNvSpPr>
            <a:spLocks noGrp="1"/>
          </p:cNvSpPr>
          <p:nvPr>
            <p:ph type="body" sz="quarter" idx="11"/>
          </p:nvPr>
        </p:nvSpPr>
        <p:spPr>
          <a:xfrm>
            <a:off x="427780" y="3025735"/>
            <a:ext cx="1865341" cy="428625"/>
          </a:xfrm>
          <a:prstGeom prst="rect">
            <a:avLst/>
          </a:prstGeom>
        </p:spPr>
        <p:txBody>
          <a:bodyPr/>
          <a:lstStyle/>
          <a:p>
            <a:pPr lvl="0"/>
            <a:endParaRPr lang="pt-BR"/>
          </a:p>
        </p:txBody>
      </p:sp>
      <p:sp>
        <p:nvSpPr>
          <p:cNvPr id="47" name="Espaço Reservado para Texto 42">
            <a:extLst>
              <a:ext uri="{FF2B5EF4-FFF2-40B4-BE49-F238E27FC236}">
                <a16:creationId xmlns:a16="http://schemas.microsoft.com/office/drawing/2014/main" id="{E46ABB28-D7A5-0F46-EF31-F1C12A67E799}"/>
              </a:ext>
            </a:extLst>
          </p:cNvPr>
          <p:cNvSpPr>
            <a:spLocks noGrp="1"/>
          </p:cNvSpPr>
          <p:nvPr>
            <p:ph type="body" sz="quarter" idx="12"/>
          </p:nvPr>
        </p:nvSpPr>
        <p:spPr>
          <a:xfrm>
            <a:off x="925094" y="4056434"/>
            <a:ext cx="1839171" cy="428625"/>
          </a:xfrm>
          <a:prstGeom prst="rect">
            <a:avLst/>
          </a:prstGeom>
        </p:spPr>
        <p:txBody>
          <a:bodyPr/>
          <a:lstStyle/>
          <a:p>
            <a:pPr lvl="0"/>
            <a:endParaRPr lang="pt-BR"/>
          </a:p>
        </p:txBody>
      </p:sp>
      <p:sp>
        <p:nvSpPr>
          <p:cNvPr id="48" name="Espaço Reservado para Texto 42">
            <a:extLst>
              <a:ext uri="{FF2B5EF4-FFF2-40B4-BE49-F238E27FC236}">
                <a16:creationId xmlns:a16="http://schemas.microsoft.com/office/drawing/2014/main" id="{BF847B60-BEEF-1E56-730D-C01E43BCC2AB}"/>
              </a:ext>
            </a:extLst>
          </p:cNvPr>
          <p:cNvSpPr>
            <a:spLocks noGrp="1"/>
          </p:cNvSpPr>
          <p:nvPr>
            <p:ph type="body" sz="quarter" idx="13"/>
          </p:nvPr>
        </p:nvSpPr>
        <p:spPr>
          <a:xfrm>
            <a:off x="906044" y="4847009"/>
            <a:ext cx="1839171" cy="428625"/>
          </a:xfrm>
          <a:prstGeom prst="rect">
            <a:avLst/>
          </a:prstGeom>
        </p:spPr>
        <p:txBody>
          <a:bodyPr/>
          <a:lstStyle/>
          <a:p>
            <a:pPr lvl="0"/>
            <a:endParaRPr lang="pt-BR"/>
          </a:p>
        </p:txBody>
      </p:sp>
      <p:sp>
        <p:nvSpPr>
          <p:cNvPr id="2" name="Google Shape;562;p38">
            <a:extLst>
              <a:ext uri="{FF2B5EF4-FFF2-40B4-BE49-F238E27FC236}">
                <a16:creationId xmlns:a16="http://schemas.microsoft.com/office/drawing/2014/main" id="{DC2E51EA-7A9E-03EB-F489-7558738ECDF2}"/>
              </a:ext>
            </a:extLst>
          </p:cNvPr>
          <p:cNvSpPr txBox="1"/>
          <p:nvPr userDrawn="1"/>
        </p:nvSpPr>
        <p:spPr>
          <a:xfrm>
            <a:off x="3305837" y="5948777"/>
            <a:ext cx="6190494" cy="246195"/>
          </a:xfrm>
          <a:prstGeom prst="rect">
            <a:avLst/>
          </a:prstGeom>
          <a:noFill/>
          <a:ln>
            <a:noFill/>
          </a:ln>
        </p:spPr>
        <p:txBody>
          <a:bodyPr spcFirstLastPara="1" wrap="square" lIns="60950" tIns="30467" rIns="60950" bIns="30467"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pt-BR" sz="1200" b="1" i="0" u="none" strike="noStrike" cap="none" noProof="0" dirty="0">
                <a:solidFill>
                  <a:schemeClr val="dk1"/>
                </a:solidFill>
                <a:latin typeface="Poppins"/>
                <a:ea typeface="Poppins"/>
                <a:cs typeface="Poppins"/>
                <a:sym typeface="Poppins"/>
              </a:rPr>
              <a:t>Baixe o roteiro dessa atividade / Baixe o material de apoio dessa atividade</a:t>
            </a:r>
            <a:endParaRPr lang="pt-BR" sz="1200" b="0" i="0" u="none" strike="noStrike" cap="none" noProof="0" dirty="0">
              <a:solidFill>
                <a:srgbClr val="000000"/>
              </a:solidFill>
              <a:latin typeface="Poppins"/>
              <a:ea typeface="Poppins"/>
              <a:cs typeface="Poppins"/>
              <a:sym typeface="Poppins"/>
            </a:endParaRPr>
          </a:p>
        </p:txBody>
      </p:sp>
      <p:pic>
        <p:nvPicPr>
          <p:cNvPr id="7" name="Imagem 6">
            <a:extLst>
              <a:ext uri="{FF2B5EF4-FFF2-40B4-BE49-F238E27FC236}">
                <a16:creationId xmlns:a16="http://schemas.microsoft.com/office/drawing/2014/main" id="{EC34FE3E-47A8-E9EA-DBAE-A2C1931AD7E3}"/>
              </a:ext>
            </a:extLst>
          </p:cNvPr>
          <p:cNvPicPr>
            <a:picLocks noChangeAspect="1"/>
          </p:cNvPicPr>
          <p:nvPr userDrawn="1"/>
        </p:nvPicPr>
        <p:blipFill>
          <a:blip r:embed="rId2"/>
          <a:stretch>
            <a:fillRect/>
          </a:stretch>
        </p:blipFill>
        <p:spPr>
          <a:xfrm>
            <a:off x="2902047" y="5795955"/>
            <a:ext cx="363559" cy="436271"/>
          </a:xfrm>
          <a:prstGeom prst="rect">
            <a:avLst/>
          </a:prstGeom>
        </p:spPr>
      </p:pic>
      <p:sp>
        <p:nvSpPr>
          <p:cNvPr id="18" name="Google Shape;551;p38">
            <a:extLst>
              <a:ext uri="{FF2B5EF4-FFF2-40B4-BE49-F238E27FC236}">
                <a16:creationId xmlns:a16="http://schemas.microsoft.com/office/drawing/2014/main" id="{0416E2BF-A72A-E8D2-94E9-08675D23DC44}"/>
              </a:ext>
            </a:extLst>
          </p:cNvPr>
          <p:cNvSpPr/>
          <p:nvPr userDrawn="1"/>
        </p:nvSpPr>
        <p:spPr>
          <a:xfrm rot="10800000">
            <a:off x="4522940" y="1517749"/>
            <a:ext cx="767598" cy="849498"/>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pic>
        <p:nvPicPr>
          <p:cNvPr id="19" name="Gráfico 18">
            <a:extLst>
              <a:ext uri="{FF2B5EF4-FFF2-40B4-BE49-F238E27FC236}">
                <a16:creationId xmlns:a16="http://schemas.microsoft.com/office/drawing/2014/main" id="{332CF8AA-0BD6-F54A-E8E6-1230C0CDFC0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25052" y="1652486"/>
            <a:ext cx="613321" cy="417058"/>
          </a:xfrm>
          <a:prstGeom prst="rect">
            <a:avLst/>
          </a:prstGeom>
        </p:spPr>
      </p:pic>
      <p:sp>
        <p:nvSpPr>
          <p:cNvPr id="20" name="Google Shape;553;p38">
            <a:extLst>
              <a:ext uri="{FF2B5EF4-FFF2-40B4-BE49-F238E27FC236}">
                <a16:creationId xmlns:a16="http://schemas.microsoft.com/office/drawing/2014/main" id="{B08940CC-F5E5-5AA0-7195-E15B3F56E08E}"/>
              </a:ext>
            </a:extLst>
          </p:cNvPr>
          <p:cNvSpPr/>
          <p:nvPr userDrawn="1"/>
        </p:nvSpPr>
        <p:spPr>
          <a:xfrm rot="10800000">
            <a:off x="8859658" y="1517749"/>
            <a:ext cx="767598" cy="849498"/>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pic>
        <p:nvPicPr>
          <p:cNvPr id="21" name="Gráfico 20">
            <a:extLst>
              <a:ext uri="{FF2B5EF4-FFF2-40B4-BE49-F238E27FC236}">
                <a16:creationId xmlns:a16="http://schemas.microsoft.com/office/drawing/2014/main" id="{FAD0194C-F633-B7FE-0BCE-6D2DB395AEF5}"/>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045782" y="1632977"/>
            <a:ext cx="450550" cy="440964"/>
          </a:xfrm>
          <a:prstGeom prst="rect">
            <a:avLst/>
          </a:prstGeom>
        </p:spPr>
      </p:pic>
      <p:sp>
        <p:nvSpPr>
          <p:cNvPr id="22" name="Retângulo: Cantos Arredondados 3">
            <a:extLst>
              <a:ext uri="{FF2B5EF4-FFF2-40B4-BE49-F238E27FC236}">
                <a16:creationId xmlns:a16="http://schemas.microsoft.com/office/drawing/2014/main" id="{0595FEBC-1654-C0C2-1B98-8C669CFE78A5}"/>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3" name="Google Shape;207;p37">
            <a:extLst>
              <a:ext uri="{FF2B5EF4-FFF2-40B4-BE49-F238E27FC236}">
                <a16:creationId xmlns:a16="http://schemas.microsoft.com/office/drawing/2014/main" id="{CD6F8FC3-9B4B-F977-4A5A-6CC45072AC77}"/>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1714573219"/>
      </p:ext>
    </p:extLst>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matchingName="2_Atividade_Resposta" preserve="1" userDrawn="1">
  <p:cSld name="3_Atividade_Resposta">
    <p:spTree>
      <p:nvGrpSpPr>
        <p:cNvPr id="1" name="Shape 244"/>
        <p:cNvGrpSpPr/>
        <p:nvPr/>
      </p:nvGrpSpPr>
      <p:grpSpPr>
        <a:xfrm>
          <a:off x="0" y="0"/>
          <a:ext cx="0" cy="0"/>
          <a:chOff x="0" y="0"/>
          <a:chExt cx="0" cy="0"/>
        </a:xfrm>
      </p:grpSpPr>
      <p:sp>
        <p:nvSpPr>
          <p:cNvPr id="7" name="Espaço Reservado para Texto 6">
            <a:extLst>
              <a:ext uri="{FF2B5EF4-FFF2-40B4-BE49-F238E27FC236}">
                <a16:creationId xmlns:a16="http://schemas.microsoft.com/office/drawing/2014/main" id="{E128FBB6-9361-0CA4-4757-4C6494BD6187}"/>
              </a:ext>
            </a:extLst>
          </p:cNvPr>
          <p:cNvSpPr>
            <a:spLocks noGrp="1"/>
          </p:cNvSpPr>
          <p:nvPr>
            <p:ph type="body" sz="quarter" idx="10"/>
          </p:nvPr>
        </p:nvSpPr>
        <p:spPr>
          <a:xfrm>
            <a:off x="2633811" y="1324949"/>
            <a:ext cx="4998509" cy="837142"/>
          </a:xfrm>
          <a:prstGeom prst="rect">
            <a:avLst/>
          </a:prstGeom>
        </p:spPr>
        <p:txBody>
          <a:bodyPr/>
          <a:lstStyle/>
          <a:p>
            <a:pPr lvl="0"/>
            <a:endParaRPr lang="pt-BR"/>
          </a:p>
        </p:txBody>
      </p:sp>
      <p:sp>
        <p:nvSpPr>
          <p:cNvPr id="8" name="Espaço Reservado para Texto 6">
            <a:extLst>
              <a:ext uri="{FF2B5EF4-FFF2-40B4-BE49-F238E27FC236}">
                <a16:creationId xmlns:a16="http://schemas.microsoft.com/office/drawing/2014/main" id="{004B621D-7063-CB00-D5F7-DD7041FE5E25}"/>
              </a:ext>
            </a:extLst>
          </p:cNvPr>
          <p:cNvSpPr>
            <a:spLocks noGrp="1"/>
          </p:cNvSpPr>
          <p:nvPr>
            <p:ph type="body" sz="quarter" idx="11"/>
          </p:nvPr>
        </p:nvSpPr>
        <p:spPr>
          <a:xfrm>
            <a:off x="2633811" y="2340949"/>
            <a:ext cx="4998509" cy="837142"/>
          </a:xfrm>
          <a:prstGeom prst="rect">
            <a:avLst/>
          </a:prstGeom>
        </p:spPr>
        <p:txBody>
          <a:bodyPr/>
          <a:lstStyle/>
          <a:p>
            <a:pPr lvl="0"/>
            <a:endParaRPr lang="pt-BR"/>
          </a:p>
        </p:txBody>
      </p:sp>
      <p:sp>
        <p:nvSpPr>
          <p:cNvPr id="9" name="Espaço Reservado para Texto 6">
            <a:extLst>
              <a:ext uri="{FF2B5EF4-FFF2-40B4-BE49-F238E27FC236}">
                <a16:creationId xmlns:a16="http://schemas.microsoft.com/office/drawing/2014/main" id="{3ED50221-AC80-3CBF-59A1-8AAD3D8B7C43}"/>
              </a:ext>
            </a:extLst>
          </p:cNvPr>
          <p:cNvSpPr>
            <a:spLocks noGrp="1"/>
          </p:cNvSpPr>
          <p:nvPr>
            <p:ph type="body" sz="quarter" idx="12"/>
          </p:nvPr>
        </p:nvSpPr>
        <p:spPr>
          <a:xfrm>
            <a:off x="2633811" y="3365077"/>
            <a:ext cx="4998509" cy="837142"/>
          </a:xfrm>
          <a:prstGeom prst="rect">
            <a:avLst/>
          </a:prstGeom>
        </p:spPr>
        <p:txBody>
          <a:bodyPr/>
          <a:lstStyle/>
          <a:p>
            <a:pPr lvl="0"/>
            <a:endParaRPr lang="pt-BR"/>
          </a:p>
        </p:txBody>
      </p:sp>
      <p:sp>
        <p:nvSpPr>
          <p:cNvPr id="10" name="Espaço Reservado para Texto 6">
            <a:extLst>
              <a:ext uri="{FF2B5EF4-FFF2-40B4-BE49-F238E27FC236}">
                <a16:creationId xmlns:a16="http://schemas.microsoft.com/office/drawing/2014/main" id="{5B12E8BA-EADA-382E-01AB-DEE52E919608}"/>
              </a:ext>
            </a:extLst>
          </p:cNvPr>
          <p:cNvSpPr>
            <a:spLocks noGrp="1"/>
          </p:cNvSpPr>
          <p:nvPr>
            <p:ph type="body" sz="quarter" idx="13"/>
          </p:nvPr>
        </p:nvSpPr>
        <p:spPr>
          <a:xfrm>
            <a:off x="2633811" y="4486741"/>
            <a:ext cx="4998509" cy="837142"/>
          </a:xfrm>
          <a:prstGeom prst="rect">
            <a:avLst/>
          </a:prstGeom>
        </p:spPr>
        <p:txBody>
          <a:bodyPr/>
          <a:lstStyle/>
          <a:p>
            <a:pPr lvl="0"/>
            <a:endParaRPr lang="pt-BR"/>
          </a:p>
        </p:txBody>
      </p:sp>
    </p:spTree>
    <p:extLst>
      <p:ext uri="{BB962C8B-B14F-4D97-AF65-F5344CB8AC3E}">
        <p14:creationId xmlns:p14="http://schemas.microsoft.com/office/powerpoint/2010/main" val="3085134254"/>
      </p:ext>
    </p:extLst>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matchingName="4_Atividade_Resposta" userDrawn="1">
  <p:cSld name="4_Atividade_Resposta">
    <p:spTree>
      <p:nvGrpSpPr>
        <p:cNvPr id="1" name="Shape 278"/>
        <p:cNvGrpSpPr/>
        <p:nvPr/>
      </p:nvGrpSpPr>
      <p:grpSpPr>
        <a:xfrm>
          <a:off x="0" y="0"/>
          <a:ext cx="0" cy="0"/>
          <a:chOff x="0" y="0"/>
          <a:chExt cx="0" cy="0"/>
        </a:xfrm>
      </p:grpSpPr>
      <p:pic>
        <p:nvPicPr>
          <p:cNvPr id="5" name="Google Shape;142;p13">
            <a:extLst>
              <a:ext uri="{FF2B5EF4-FFF2-40B4-BE49-F238E27FC236}">
                <a16:creationId xmlns:a16="http://schemas.microsoft.com/office/drawing/2014/main" id="{4D5EAFCE-48F7-31F7-B279-8BB40ED2CBF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9" name="Google Shape;143;p13">
            <a:extLst>
              <a:ext uri="{FF2B5EF4-FFF2-40B4-BE49-F238E27FC236}">
                <a16:creationId xmlns:a16="http://schemas.microsoft.com/office/drawing/2014/main" id="{3BDAEA54-D42A-B331-C0EC-AF118A525298}"/>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3" name="Espaço Reservado para Texto 2">
            <a:extLst>
              <a:ext uri="{FF2B5EF4-FFF2-40B4-BE49-F238E27FC236}">
                <a16:creationId xmlns:a16="http://schemas.microsoft.com/office/drawing/2014/main" id="{D7D28187-226F-E3DD-F060-C6E3A0CAB137}"/>
              </a:ext>
            </a:extLst>
          </p:cNvPr>
          <p:cNvSpPr>
            <a:spLocks noGrp="1"/>
          </p:cNvSpPr>
          <p:nvPr>
            <p:ph type="body" sz="quarter" idx="10"/>
          </p:nvPr>
        </p:nvSpPr>
        <p:spPr>
          <a:xfrm>
            <a:off x="3136759" y="1056217"/>
            <a:ext cx="2958041" cy="520700"/>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6" name="Espaço Reservado para Texto 2">
            <a:extLst>
              <a:ext uri="{FF2B5EF4-FFF2-40B4-BE49-F238E27FC236}">
                <a16:creationId xmlns:a16="http://schemas.microsoft.com/office/drawing/2014/main" id="{E5E364D4-70BF-D832-6CD8-8AA38383BC30}"/>
              </a:ext>
            </a:extLst>
          </p:cNvPr>
          <p:cNvSpPr>
            <a:spLocks noGrp="1"/>
          </p:cNvSpPr>
          <p:nvPr>
            <p:ph type="body" sz="quarter" idx="11"/>
          </p:nvPr>
        </p:nvSpPr>
        <p:spPr>
          <a:xfrm>
            <a:off x="3136759" y="1771481"/>
            <a:ext cx="2958041" cy="520700"/>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14" name="Espaço Reservado para Texto 2">
            <a:extLst>
              <a:ext uri="{FF2B5EF4-FFF2-40B4-BE49-F238E27FC236}">
                <a16:creationId xmlns:a16="http://schemas.microsoft.com/office/drawing/2014/main" id="{6635037C-CB9A-2CD2-804D-40A7B5EAE2EC}"/>
              </a:ext>
            </a:extLst>
          </p:cNvPr>
          <p:cNvSpPr>
            <a:spLocks noGrp="1"/>
          </p:cNvSpPr>
          <p:nvPr>
            <p:ph type="body" sz="quarter" idx="12"/>
          </p:nvPr>
        </p:nvSpPr>
        <p:spPr>
          <a:xfrm>
            <a:off x="3136759" y="2584281"/>
            <a:ext cx="2958041" cy="520700"/>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15" name="Espaço Reservado para Texto 2">
            <a:extLst>
              <a:ext uri="{FF2B5EF4-FFF2-40B4-BE49-F238E27FC236}">
                <a16:creationId xmlns:a16="http://schemas.microsoft.com/office/drawing/2014/main" id="{01996C14-7129-E7C7-2595-22416FCECFCD}"/>
              </a:ext>
            </a:extLst>
          </p:cNvPr>
          <p:cNvSpPr>
            <a:spLocks noGrp="1"/>
          </p:cNvSpPr>
          <p:nvPr>
            <p:ph type="body" sz="quarter" idx="13"/>
          </p:nvPr>
        </p:nvSpPr>
        <p:spPr>
          <a:xfrm>
            <a:off x="6501751" y="1056217"/>
            <a:ext cx="2958041" cy="520700"/>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21" name="Espaço Reservado para Texto 2">
            <a:extLst>
              <a:ext uri="{FF2B5EF4-FFF2-40B4-BE49-F238E27FC236}">
                <a16:creationId xmlns:a16="http://schemas.microsoft.com/office/drawing/2014/main" id="{4A101612-8D52-AC1F-7094-C5F163D547CE}"/>
              </a:ext>
            </a:extLst>
          </p:cNvPr>
          <p:cNvSpPr>
            <a:spLocks noGrp="1"/>
          </p:cNvSpPr>
          <p:nvPr>
            <p:ph type="body" sz="quarter" idx="14"/>
          </p:nvPr>
        </p:nvSpPr>
        <p:spPr>
          <a:xfrm>
            <a:off x="6501751" y="1771481"/>
            <a:ext cx="2958041" cy="520700"/>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22" name="Espaço Reservado para Texto 2">
            <a:extLst>
              <a:ext uri="{FF2B5EF4-FFF2-40B4-BE49-F238E27FC236}">
                <a16:creationId xmlns:a16="http://schemas.microsoft.com/office/drawing/2014/main" id="{A1A4B5C1-CEBA-C0D2-D696-81531A12E91F}"/>
              </a:ext>
            </a:extLst>
          </p:cNvPr>
          <p:cNvSpPr>
            <a:spLocks noGrp="1"/>
          </p:cNvSpPr>
          <p:nvPr>
            <p:ph type="body" sz="quarter" idx="15"/>
          </p:nvPr>
        </p:nvSpPr>
        <p:spPr>
          <a:xfrm>
            <a:off x="6501751" y="2584281"/>
            <a:ext cx="2958041" cy="520700"/>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16" name="Retângulo: Cantos Arredondados 6">
            <a:extLst>
              <a:ext uri="{FF2B5EF4-FFF2-40B4-BE49-F238E27FC236}">
                <a16:creationId xmlns:a16="http://schemas.microsoft.com/office/drawing/2014/main" id="{339890CC-7C77-468C-9B38-7CC3F1B80B3C}"/>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7" name="Google Shape;101;p34">
            <a:extLst>
              <a:ext uri="{FF2B5EF4-FFF2-40B4-BE49-F238E27FC236}">
                <a16:creationId xmlns:a16="http://schemas.microsoft.com/office/drawing/2014/main" id="{9ECC88F3-1AA4-84EA-82A0-5F00A6556C9A}"/>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423103936"/>
      </p:ext>
    </p:extLst>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matchingName="4_Atividade_Resposta" preserve="1" userDrawn="1">
  <p:cSld name="5_Atividade_Resposta">
    <p:spTree>
      <p:nvGrpSpPr>
        <p:cNvPr id="1" name="Shape 278"/>
        <p:cNvGrpSpPr/>
        <p:nvPr/>
      </p:nvGrpSpPr>
      <p:grpSpPr>
        <a:xfrm>
          <a:off x="0" y="0"/>
          <a:ext cx="0" cy="0"/>
          <a:chOff x="0" y="0"/>
          <a:chExt cx="0" cy="0"/>
        </a:xfrm>
      </p:grpSpPr>
      <p:pic>
        <p:nvPicPr>
          <p:cNvPr id="9" name="Google Shape;143;p13">
            <a:extLst>
              <a:ext uri="{FF2B5EF4-FFF2-40B4-BE49-F238E27FC236}">
                <a16:creationId xmlns:a16="http://schemas.microsoft.com/office/drawing/2014/main" id="{3BDAEA54-D42A-B331-C0EC-AF118A525298}"/>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23" name="Retângulo: Cantos Arredondados 6">
            <a:extLst>
              <a:ext uri="{FF2B5EF4-FFF2-40B4-BE49-F238E27FC236}">
                <a16:creationId xmlns:a16="http://schemas.microsoft.com/office/drawing/2014/main" id="{339890CC-7C77-468C-9B38-7CC3F1B80B3C}"/>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5" name="Google Shape;142;p13">
            <a:extLst>
              <a:ext uri="{FF2B5EF4-FFF2-40B4-BE49-F238E27FC236}">
                <a16:creationId xmlns:a16="http://schemas.microsoft.com/office/drawing/2014/main" id="{4D5EAFCE-48F7-31F7-B279-8BB40ED2CBF5}"/>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sp>
        <p:nvSpPr>
          <p:cNvPr id="3" name="Espaço Reservado para Texto 2">
            <a:extLst>
              <a:ext uri="{FF2B5EF4-FFF2-40B4-BE49-F238E27FC236}">
                <a16:creationId xmlns:a16="http://schemas.microsoft.com/office/drawing/2014/main" id="{D7D28187-226F-E3DD-F060-C6E3A0CAB137}"/>
              </a:ext>
            </a:extLst>
          </p:cNvPr>
          <p:cNvSpPr>
            <a:spLocks noGrp="1"/>
          </p:cNvSpPr>
          <p:nvPr>
            <p:ph type="body" sz="quarter" idx="10"/>
          </p:nvPr>
        </p:nvSpPr>
        <p:spPr>
          <a:xfrm>
            <a:off x="3136759" y="1056217"/>
            <a:ext cx="2958041" cy="520700"/>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6" name="Espaço Reservado para Texto 2">
            <a:extLst>
              <a:ext uri="{FF2B5EF4-FFF2-40B4-BE49-F238E27FC236}">
                <a16:creationId xmlns:a16="http://schemas.microsoft.com/office/drawing/2014/main" id="{E5E364D4-70BF-D832-6CD8-8AA38383BC30}"/>
              </a:ext>
            </a:extLst>
          </p:cNvPr>
          <p:cNvSpPr>
            <a:spLocks noGrp="1"/>
          </p:cNvSpPr>
          <p:nvPr>
            <p:ph type="body" sz="quarter" idx="11"/>
          </p:nvPr>
        </p:nvSpPr>
        <p:spPr>
          <a:xfrm>
            <a:off x="3136759" y="1771481"/>
            <a:ext cx="2958041" cy="520700"/>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14" name="Espaço Reservado para Texto 2">
            <a:extLst>
              <a:ext uri="{FF2B5EF4-FFF2-40B4-BE49-F238E27FC236}">
                <a16:creationId xmlns:a16="http://schemas.microsoft.com/office/drawing/2014/main" id="{6635037C-CB9A-2CD2-804D-40A7B5EAE2EC}"/>
              </a:ext>
            </a:extLst>
          </p:cNvPr>
          <p:cNvSpPr>
            <a:spLocks noGrp="1"/>
          </p:cNvSpPr>
          <p:nvPr>
            <p:ph type="body" sz="quarter" idx="12"/>
          </p:nvPr>
        </p:nvSpPr>
        <p:spPr>
          <a:xfrm>
            <a:off x="3136759" y="2584281"/>
            <a:ext cx="2958041" cy="520700"/>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15" name="Espaço Reservado para Texto 2">
            <a:extLst>
              <a:ext uri="{FF2B5EF4-FFF2-40B4-BE49-F238E27FC236}">
                <a16:creationId xmlns:a16="http://schemas.microsoft.com/office/drawing/2014/main" id="{01996C14-7129-E7C7-2595-22416FCECFCD}"/>
              </a:ext>
            </a:extLst>
          </p:cNvPr>
          <p:cNvSpPr>
            <a:spLocks noGrp="1"/>
          </p:cNvSpPr>
          <p:nvPr>
            <p:ph type="body" sz="quarter" idx="13"/>
          </p:nvPr>
        </p:nvSpPr>
        <p:spPr>
          <a:xfrm>
            <a:off x="6501751" y="1056217"/>
            <a:ext cx="2958041" cy="520700"/>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21" name="Espaço Reservado para Texto 2">
            <a:extLst>
              <a:ext uri="{FF2B5EF4-FFF2-40B4-BE49-F238E27FC236}">
                <a16:creationId xmlns:a16="http://schemas.microsoft.com/office/drawing/2014/main" id="{4A101612-8D52-AC1F-7094-C5F163D547CE}"/>
              </a:ext>
            </a:extLst>
          </p:cNvPr>
          <p:cNvSpPr>
            <a:spLocks noGrp="1"/>
          </p:cNvSpPr>
          <p:nvPr>
            <p:ph type="body" sz="quarter" idx="14"/>
          </p:nvPr>
        </p:nvSpPr>
        <p:spPr>
          <a:xfrm>
            <a:off x="6501751" y="1771481"/>
            <a:ext cx="2958041" cy="520700"/>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22" name="Espaço Reservado para Texto 2">
            <a:extLst>
              <a:ext uri="{FF2B5EF4-FFF2-40B4-BE49-F238E27FC236}">
                <a16:creationId xmlns:a16="http://schemas.microsoft.com/office/drawing/2014/main" id="{A1A4B5C1-CEBA-C0D2-D696-81531A12E91F}"/>
              </a:ext>
            </a:extLst>
          </p:cNvPr>
          <p:cNvSpPr>
            <a:spLocks noGrp="1"/>
          </p:cNvSpPr>
          <p:nvPr>
            <p:ph type="body" sz="quarter" idx="15"/>
          </p:nvPr>
        </p:nvSpPr>
        <p:spPr>
          <a:xfrm>
            <a:off x="6501751" y="2584281"/>
            <a:ext cx="2958041" cy="520700"/>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10" name="Google Shape;82;p33">
            <a:extLst>
              <a:ext uri="{FF2B5EF4-FFF2-40B4-BE49-F238E27FC236}">
                <a16:creationId xmlns:a16="http://schemas.microsoft.com/office/drawing/2014/main" id="{8F4CC0DA-4FF2-6FA0-8458-F3295FED61AA}"/>
              </a:ext>
            </a:extLst>
          </p:cNvPr>
          <p:cNvSpPr txBox="1"/>
          <p:nvPr userDrawn="1"/>
        </p:nvSpPr>
        <p:spPr>
          <a:xfrm>
            <a:off x="727002" y="749326"/>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Prática</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1792250001"/>
      </p:ext>
    </p:extLst>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matchingName="1_Atividade_embranco" preserve="1" userDrawn="1">
  <p:cSld name="1_Atividade_embranco">
    <p:spTree>
      <p:nvGrpSpPr>
        <p:cNvPr id="1" name="Shape 307"/>
        <p:cNvGrpSpPr/>
        <p:nvPr/>
      </p:nvGrpSpPr>
      <p:grpSpPr>
        <a:xfrm>
          <a:off x="0" y="0"/>
          <a:ext cx="0" cy="0"/>
          <a:chOff x="0" y="0"/>
          <a:chExt cx="0" cy="0"/>
        </a:xfrm>
      </p:grpSpPr>
      <p:sp>
        <p:nvSpPr>
          <p:cNvPr id="3" name="Espaço Reservado para Imagem 2">
            <a:extLst>
              <a:ext uri="{FF2B5EF4-FFF2-40B4-BE49-F238E27FC236}">
                <a16:creationId xmlns:a16="http://schemas.microsoft.com/office/drawing/2014/main" id="{CF0416F6-09BD-9981-848C-F13A11B9AEB6}"/>
              </a:ext>
            </a:extLst>
          </p:cNvPr>
          <p:cNvSpPr>
            <a:spLocks noGrp="1"/>
          </p:cNvSpPr>
          <p:nvPr>
            <p:ph type="pic" sz="quarter" idx="10"/>
          </p:nvPr>
        </p:nvSpPr>
        <p:spPr>
          <a:xfrm>
            <a:off x="0" y="0"/>
            <a:ext cx="12192000" cy="6858000"/>
          </a:xfrm>
          <a:prstGeom prst="rect">
            <a:avLst/>
          </a:prstGeom>
          <a:solidFill>
            <a:schemeClr val="bg1">
              <a:lumMod val="85000"/>
            </a:schemeClr>
          </a:solidFill>
        </p:spPr>
        <p:txBody>
          <a:bodyPr/>
          <a:lstStyle>
            <a:lvl1pPr>
              <a:defRPr sz="1200">
                <a:latin typeface="Poppins" pitchFamily="2" charset="77"/>
                <a:cs typeface="Poppins" pitchFamily="2" charset="77"/>
              </a:defRPr>
            </a:lvl1pPr>
          </a:lstStyle>
          <a:p>
            <a:endParaRPr lang="pt-BR" dirty="0"/>
          </a:p>
        </p:txBody>
      </p:sp>
      <p:sp>
        <p:nvSpPr>
          <p:cNvPr id="4" name="Espaço Reservado para Mídia 3">
            <a:extLst>
              <a:ext uri="{FF2B5EF4-FFF2-40B4-BE49-F238E27FC236}">
                <a16:creationId xmlns:a16="http://schemas.microsoft.com/office/drawing/2014/main" id="{93F045AC-FA97-1D94-5C54-6BC8931024B8}"/>
              </a:ext>
            </a:extLst>
          </p:cNvPr>
          <p:cNvSpPr>
            <a:spLocks noGrp="1"/>
          </p:cNvSpPr>
          <p:nvPr>
            <p:ph type="media" sz="quarter" idx="11"/>
          </p:nvPr>
        </p:nvSpPr>
        <p:spPr>
          <a:xfrm>
            <a:off x="862542" y="887942"/>
            <a:ext cx="4092575" cy="3605741"/>
          </a:xfrm>
          <a:prstGeom prst="rect">
            <a:avLst/>
          </a:prstGeom>
        </p:spPr>
        <p:txBody>
          <a:bodyPr/>
          <a:lstStyle/>
          <a:p>
            <a:endParaRPr lang="pt-BR" dirty="0"/>
          </a:p>
        </p:txBody>
      </p:sp>
    </p:spTree>
    <p:extLst>
      <p:ext uri="{BB962C8B-B14F-4D97-AF65-F5344CB8AC3E}">
        <p14:creationId xmlns:p14="http://schemas.microsoft.com/office/powerpoint/2010/main" val="2279821525"/>
      </p:ext>
    </p:extLst>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matchingName="3_Atividade_seminario2" userDrawn="1">
  <p:cSld name="3_Atividade_seminario2">
    <p:spTree>
      <p:nvGrpSpPr>
        <p:cNvPr id="1" name="Shape 452"/>
        <p:cNvGrpSpPr/>
        <p:nvPr/>
      </p:nvGrpSpPr>
      <p:grpSpPr>
        <a:xfrm>
          <a:off x="0" y="0"/>
          <a:ext cx="0" cy="0"/>
          <a:chOff x="0" y="0"/>
          <a:chExt cx="0" cy="0"/>
        </a:xfrm>
      </p:grpSpPr>
      <p:pic>
        <p:nvPicPr>
          <p:cNvPr id="5" name="Google Shape;142;p13">
            <a:extLst>
              <a:ext uri="{FF2B5EF4-FFF2-40B4-BE49-F238E27FC236}">
                <a16:creationId xmlns:a16="http://schemas.microsoft.com/office/drawing/2014/main" id="{FDEC7DE5-7B55-5614-5B40-F8B8EB1AA568}"/>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6" name="Google Shape;143;p13">
            <a:extLst>
              <a:ext uri="{FF2B5EF4-FFF2-40B4-BE49-F238E27FC236}">
                <a16:creationId xmlns:a16="http://schemas.microsoft.com/office/drawing/2014/main" id="{FB9A2146-365D-7995-A41B-0C4BFA02CDC1}"/>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461" name="Google Shape;461;p35"/>
          <p:cNvSpPr txBox="1">
            <a:spLocks noGrp="1"/>
          </p:cNvSpPr>
          <p:nvPr>
            <p:ph type="body" idx="1"/>
          </p:nvPr>
        </p:nvSpPr>
        <p:spPr>
          <a:xfrm>
            <a:off x="5327897" y="1310099"/>
            <a:ext cx="4084622" cy="647032"/>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64" name="Google Shape;464;p35"/>
          <p:cNvSpPr txBox="1">
            <a:spLocks noGrp="1"/>
          </p:cNvSpPr>
          <p:nvPr>
            <p:ph type="body" idx="2"/>
          </p:nvPr>
        </p:nvSpPr>
        <p:spPr>
          <a:xfrm>
            <a:off x="5327897" y="2714368"/>
            <a:ext cx="4084622" cy="647032"/>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67" name="Google Shape;467;p35"/>
          <p:cNvSpPr txBox="1">
            <a:spLocks noGrp="1"/>
          </p:cNvSpPr>
          <p:nvPr>
            <p:ph type="body" idx="3"/>
          </p:nvPr>
        </p:nvSpPr>
        <p:spPr>
          <a:xfrm>
            <a:off x="5327897" y="4152739"/>
            <a:ext cx="4084622" cy="647032"/>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0" name="Google Shape;470;p35"/>
          <p:cNvSpPr txBox="1">
            <a:spLocks noGrp="1"/>
          </p:cNvSpPr>
          <p:nvPr>
            <p:ph type="body" idx="4"/>
          </p:nvPr>
        </p:nvSpPr>
        <p:spPr>
          <a:xfrm>
            <a:off x="5327897" y="5557008"/>
            <a:ext cx="4084622" cy="647032"/>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1" name="Google Shape;471;p35"/>
          <p:cNvSpPr txBox="1">
            <a:spLocks noGrp="1"/>
          </p:cNvSpPr>
          <p:nvPr>
            <p:ph type="body" idx="5"/>
          </p:nvPr>
        </p:nvSpPr>
        <p:spPr>
          <a:xfrm>
            <a:off x="526578" y="3658093"/>
            <a:ext cx="2403423" cy="264240"/>
          </a:xfrm>
          <a:prstGeom prst="rect">
            <a:avLst/>
          </a:prstGeom>
          <a:noFill/>
          <a:ln>
            <a:noFill/>
          </a:ln>
        </p:spPr>
        <p:txBody>
          <a:bodyPr spcFirstLastPara="1" wrap="square" lIns="0" tIns="0" rIns="0" bIns="0" anchor="t" anchorCtr="0">
            <a:spAutoFit/>
          </a:bodyPr>
          <a:lstStyle>
            <a:lvl1pPr marL="0" marR="0" lvl="0" indent="-152408" algn="l" rtl="0">
              <a:lnSpc>
                <a:spcPct val="100000"/>
              </a:lnSpc>
              <a:spcBef>
                <a:spcPts val="293"/>
              </a:spcBef>
              <a:spcAft>
                <a:spcPts val="0"/>
              </a:spcAft>
              <a:buClr>
                <a:schemeClr val="dk1"/>
              </a:buClr>
              <a:buSzPts val="2200"/>
              <a:buFont typeface="Poppins"/>
              <a:buNone/>
              <a:defRPr sz="1467" b="0" i="0" u="none" strike="noStrike" cap="none">
                <a:solidFill>
                  <a:schemeClr val="dk1"/>
                </a:solidFill>
                <a:latin typeface="Poppins Light"/>
                <a:ea typeface="Poppins Light"/>
                <a:cs typeface="Poppins Light"/>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2" name="Google Shape;472;p35"/>
          <p:cNvSpPr txBox="1">
            <a:spLocks noGrp="1"/>
          </p:cNvSpPr>
          <p:nvPr>
            <p:ph type="body" idx="6" hasCustomPrompt="1"/>
          </p:nvPr>
        </p:nvSpPr>
        <p:spPr>
          <a:xfrm>
            <a:off x="854491" y="4775003"/>
            <a:ext cx="1733054" cy="274027"/>
          </a:xfrm>
          <a:prstGeom prst="rect">
            <a:avLst/>
          </a:prstGeom>
          <a:noFill/>
          <a:ln>
            <a:noFill/>
          </a:ln>
        </p:spPr>
        <p:txBody>
          <a:bodyPr spcFirstLastPara="1" wrap="square" lIns="91425" tIns="45700" rIns="91425" bIns="45700" anchor="t" anchorCtr="0">
            <a:noAutofit/>
          </a:bodyPr>
          <a:lstStyle>
            <a:lvl1pPr marL="0" marR="0" lvl="0" indent="-152408" algn="l" rtl="0">
              <a:lnSpc>
                <a:spcPct val="100000"/>
              </a:lnSpc>
              <a:spcBef>
                <a:spcPts val="227"/>
              </a:spcBef>
              <a:spcAft>
                <a:spcPts val="0"/>
              </a:spcAft>
              <a:buClr>
                <a:schemeClr val="dk1"/>
              </a:buClr>
              <a:buSzPts val="1700"/>
              <a:buFont typeface="Poppins"/>
              <a:buNone/>
              <a:defRPr sz="1133" b="1" i="0" u="none" strike="noStrike" cap="none">
                <a:solidFill>
                  <a:schemeClr val="tx1"/>
                </a:solidFill>
                <a:latin typeface="Poppins"/>
                <a:ea typeface="Poppins"/>
                <a:cs typeface="Poppins"/>
                <a:sym typeface="Poppins"/>
              </a:defRPr>
            </a:lvl1pPr>
            <a:lvl2pPr marL="609630" marR="0" lvl="1"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2pPr>
            <a:lvl3pPr marL="914446" marR="0" lvl="2"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3pPr>
            <a:lvl4pPr marL="1219261" marR="0" lvl="3"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4pPr>
            <a:lvl5pPr marL="1524076" marR="0" lvl="4"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pPr marL="0" marR="0" lvl="0" indent="-152408" algn="l" defTabSz="609630" rtl="0" eaLnBrk="1" fontAlgn="auto" latinLnBrk="0" hangingPunct="1">
              <a:lnSpc>
                <a:spcPct val="100000"/>
              </a:lnSpc>
              <a:spcBef>
                <a:spcPts val="227"/>
              </a:spcBef>
              <a:spcAft>
                <a:spcPts val="0"/>
              </a:spcAft>
              <a:buClr>
                <a:schemeClr val="dk1"/>
              </a:buClr>
              <a:buSzPts val="1700"/>
              <a:buFont typeface="Poppins"/>
              <a:buNone/>
              <a:tabLst/>
              <a:defRPr/>
            </a:pPr>
            <a:r>
              <a:rPr lang="pt-BR"/>
              <a:t>Próxima aula</a:t>
            </a:r>
          </a:p>
          <a:p>
            <a:endParaRPr/>
          </a:p>
        </p:txBody>
      </p:sp>
      <p:sp>
        <p:nvSpPr>
          <p:cNvPr id="473" name="Google Shape;473;p35"/>
          <p:cNvSpPr txBox="1">
            <a:spLocks noGrp="1"/>
          </p:cNvSpPr>
          <p:nvPr>
            <p:ph type="body" idx="7" hasCustomPrompt="1"/>
          </p:nvPr>
        </p:nvSpPr>
        <p:spPr>
          <a:xfrm>
            <a:off x="882213" y="5217603"/>
            <a:ext cx="1705332" cy="274027"/>
          </a:xfrm>
          <a:prstGeom prst="rect">
            <a:avLst/>
          </a:prstGeom>
          <a:noFill/>
          <a:ln>
            <a:noFill/>
          </a:ln>
        </p:spPr>
        <p:txBody>
          <a:bodyPr spcFirstLastPara="1" wrap="square" lIns="91425" tIns="45700" rIns="91425" bIns="45700" anchor="t" anchorCtr="0">
            <a:noAutofit/>
          </a:bodyPr>
          <a:lstStyle>
            <a:lvl1pPr marL="0" marR="0" lvl="0" indent="-152408" algn="l" rtl="0">
              <a:lnSpc>
                <a:spcPct val="100000"/>
              </a:lnSpc>
              <a:spcBef>
                <a:spcPts val="227"/>
              </a:spcBef>
              <a:spcAft>
                <a:spcPts val="0"/>
              </a:spcAft>
              <a:buClr>
                <a:schemeClr val="dk1"/>
              </a:buClr>
              <a:buSzPts val="1700"/>
              <a:buFont typeface="Poppins"/>
              <a:buNone/>
              <a:defRPr sz="1133" b="1" i="0" u="none" strike="noStrike" cap="none">
                <a:solidFill>
                  <a:schemeClr val="tx1"/>
                </a:solidFill>
                <a:latin typeface="Poppins"/>
                <a:ea typeface="Poppins"/>
                <a:cs typeface="Poppins"/>
                <a:sym typeface="Poppins"/>
              </a:defRPr>
            </a:lvl1pPr>
            <a:lvl2pPr marL="609630" marR="0" lvl="1"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2pPr>
            <a:lvl3pPr marL="914446" marR="0" lvl="2"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3pPr>
            <a:lvl4pPr marL="1219261" marR="0" lvl="3"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4pPr>
            <a:lvl5pPr marL="1524076" marR="0" lvl="4"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pPr marL="0" marR="0" lvl="0" indent="0" algn="l" rtl="0">
              <a:lnSpc>
                <a:spcPct val="100000"/>
              </a:lnSpc>
              <a:spcBef>
                <a:spcPts val="227"/>
              </a:spcBef>
              <a:spcAft>
                <a:spcPts val="0"/>
              </a:spcAft>
              <a:buClr>
                <a:schemeClr val="dk1"/>
              </a:buClr>
              <a:buSzPts val="1700"/>
              <a:buFont typeface="Poppins"/>
              <a:buNone/>
            </a:pPr>
            <a:r>
              <a:rPr lang="pt-BR"/>
              <a:t>Em grupo</a:t>
            </a:r>
          </a:p>
          <a:p>
            <a:endParaRPr/>
          </a:p>
        </p:txBody>
      </p:sp>
      <p:sp>
        <p:nvSpPr>
          <p:cNvPr id="16" name="Retângulo: Cantos Arredondados 7">
            <a:extLst>
              <a:ext uri="{FF2B5EF4-FFF2-40B4-BE49-F238E27FC236}">
                <a16:creationId xmlns:a16="http://schemas.microsoft.com/office/drawing/2014/main" id="{D81FCF7F-5C59-3C27-15B2-C57E02BD6426}"/>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7" name="Google Shape;207;p37">
            <a:extLst>
              <a:ext uri="{FF2B5EF4-FFF2-40B4-BE49-F238E27FC236}">
                <a16:creationId xmlns:a16="http://schemas.microsoft.com/office/drawing/2014/main" id="{09FE7C1E-E78A-7942-D0F8-6A9AB07E3CF5}"/>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522138457"/>
      </p:ext>
    </p:extLst>
  </p:cSld>
  <p:clrMapOvr>
    <a:masterClrMapping/>
  </p:clrMapOvr>
  <p:extLst>
    <p:ext uri="{DCECCB84-F9BA-43D5-87BE-67443E8EF086}">
      <p15:sldGuideLst xmlns:p15="http://schemas.microsoft.com/office/powerpoint/2012/main">
        <p15:guide id="1" orient="horz" pos="2160">
          <p15:clr>
            <a:srgbClr val="FBAE40"/>
          </p15:clr>
        </p15:guide>
        <p15:guide id="2" pos="3477">
          <p15:clr>
            <a:srgbClr val="FBAE40"/>
          </p15:clr>
        </p15:guide>
      </p15:sldGuideLst>
    </p:ext>
  </p:extLst>
</p:sldLayout>
</file>

<file path=ppt/slideLayouts/slideLayout370.xml><?xml version="1.0" encoding="utf-8"?>
<p:sldLayout xmlns:a="http://schemas.openxmlformats.org/drawingml/2006/main" xmlns:r="http://schemas.openxmlformats.org/officeDocument/2006/relationships" xmlns:p="http://schemas.openxmlformats.org/presentationml/2006/main" matchingName="3_EstudoCaso" userDrawn="1">
  <p:cSld name="3_EstudoCaso">
    <p:spTree>
      <p:nvGrpSpPr>
        <p:cNvPr id="1" name="Shape 513"/>
        <p:cNvGrpSpPr/>
        <p:nvPr/>
      </p:nvGrpSpPr>
      <p:grpSpPr>
        <a:xfrm>
          <a:off x="0" y="0"/>
          <a:ext cx="0" cy="0"/>
          <a:chOff x="0" y="0"/>
          <a:chExt cx="0" cy="0"/>
        </a:xfrm>
      </p:grpSpPr>
      <p:pic>
        <p:nvPicPr>
          <p:cNvPr id="2" name="Google Shape;118;p10">
            <a:extLst>
              <a:ext uri="{FF2B5EF4-FFF2-40B4-BE49-F238E27FC236}">
                <a16:creationId xmlns:a16="http://schemas.microsoft.com/office/drawing/2014/main" id="{6EE0C648-6738-ABE0-ED5D-646E36EDD30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3" y="0"/>
            <a:ext cx="3218118" cy="6857983"/>
          </a:xfrm>
          <a:prstGeom prst="rect">
            <a:avLst/>
          </a:prstGeom>
          <a:noFill/>
          <a:ln>
            <a:noFill/>
          </a:ln>
        </p:spPr>
      </p:pic>
      <p:sp>
        <p:nvSpPr>
          <p:cNvPr id="3" name="Espaço Reservado para Texto 3">
            <a:extLst>
              <a:ext uri="{FF2B5EF4-FFF2-40B4-BE49-F238E27FC236}">
                <a16:creationId xmlns:a16="http://schemas.microsoft.com/office/drawing/2014/main" id="{87D9BE86-9078-4427-9656-B39826D967AC}"/>
              </a:ext>
            </a:extLst>
          </p:cNvPr>
          <p:cNvSpPr>
            <a:spLocks noGrp="1"/>
          </p:cNvSpPr>
          <p:nvPr>
            <p:ph type="body" sz="quarter" idx="10" hasCustomPrompt="1"/>
          </p:nvPr>
        </p:nvSpPr>
        <p:spPr>
          <a:xfrm>
            <a:off x="3641085" y="1210734"/>
            <a:ext cx="7610475" cy="2825557"/>
          </a:xfrm>
          <a:prstGeom prst="rect">
            <a:avLst/>
          </a:prstGeom>
          <a:solidFill>
            <a:srgbClr val="D9D9D9"/>
          </a:solidFill>
        </p:spPr>
        <p:txBody>
          <a:bodyPr/>
          <a:lstStyle>
            <a:lvl1pPr>
              <a:defRPr sz="1200">
                <a:latin typeface="Poppins" pitchFamily="2" charset="77"/>
                <a:cs typeface="Poppins" pitchFamily="2" charset="77"/>
              </a:defRPr>
            </a:lvl1pPr>
          </a:lstStyle>
          <a:p>
            <a:pPr lvl="0"/>
            <a:r>
              <a:rPr lang="pt-BR"/>
              <a:t>Inserir &gt; Mídia &gt; Vídeo &gt; Vídeos online</a:t>
            </a:r>
          </a:p>
        </p:txBody>
      </p:sp>
      <p:sp>
        <p:nvSpPr>
          <p:cNvPr id="8" name="CaixaDeTexto 7">
            <a:extLst>
              <a:ext uri="{FF2B5EF4-FFF2-40B4-BE49-F238E27FC236}">
                <a16:creationId xmlns:a16="http://schemas.microsoft.com/office/drawing/2014/main" id="{AF5469AD-51F8-FC13-26BB-CEAB108EE398}"/>
              </a:ext>
            </a:extLst>
          </p:cNvPr>
          <p:cNvSpPr txBox="1"/>
          <p:nvPr userDrawn="1"/>
        </p:nvSpPr>
        <p:spPr>
          <a:xfrm>
            <a:off x="4736123" y="-644769"/>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0" name="Retângulo: Cantos Arredondados 7">
            <a:extLst>
              <a:ext uri="{FF2B5EF4-FFF2-40B4-BE49-F238E27FC236}">
                <a16:creationId xmlns:a16="http://schemas.microsoft.com/office/drawing/2014/main" id="{D81FCF7F-5C59-3C27-15B2-C57E02BD6426}"/>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3097917336"/>
      </p:ext>
    </p:extLst>
  </p:cSld>
  <p:clrMapOvr>
    <a:masterClrMapping/>
  </p:clrMapOvr>
  <p:extLst>
    <p:ext uri="{DCECCB84-F9BA-43D5-87BE-67443E8EF086}">
      <p15:sldGuideLst xmlns:p15="http://schemas.microsoft.com/office/powerpoint/2012/main">
        <p15:guide id="1" orient="horz" pos="542">
          <p15:clr>
            <a:srgbClr val="FBAE40"/>
          </p15:clr>
        </p15:guide>
        <p15:guide id="2" pos="2283">
          <p15:clr>
            <a:srgbClr val="FBAE40"/>
          </p15:clr>
        </p15:guide>
      </p15:sldGuideLst>
    </p:ext>
  </p:extLst>
</p:sldLayout>
</file>

<file path=ppt/slideLayouts/slideLayout371.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cxnSp>
        <p:nvCxnSpPr>
          <p:cNvPr id="38" name="Google Shape;164;p37">
            <a:extLst>
              <a:ext uri="{FF2B5EF4-FFF2-40B4-BE49-F238E27FC236}">
                <a16:creationId xmlns:a16="http://schemas.microsoft.com/office/drawing/2014/main" id="{9A27F181-F783-6D31-170D-FF0316156CC5}"/>
              </a:ext>
            </a:extLst>
          </p:cNvPr>
          <p:cNvCxnSpPr/>
          <p:nvPr userDrawn="1"/>
        </p:nvCxnSpPr>
        <p:spPr>
          <a:xfrm>
            <a:off x="4826925" y="514807"/>
            <a:ext cx="0" cy="6343193"/>
          </a:xfrm>
          <a:prstGeom prst="straightConnector1">
            <a:avLst/>
          </a:prstGeom>
          <a:noFill/>
          <a:ln w="19050" cap="flat" cmpd="sng">
            <a:solidFill>
              <a:schemeClr val="dk1"/>
            </a:solidFill>
            <a:prstDash val="solid"/>
            <a:round/>
            <a:headEnd type="oval" w="med" len="med"/>
            <a:tailEnd type="none" w="sm" len="sm"/>
          </a:ln>
        </p:spPr>
      </p:cxnSp>
      <p:sp>
        <p:nvSpPr>
          <p:cNvPr id="58" name="CaixaDeTexto 57">
            <a:extLst>
              <a:ext uri="{FF2B5EF4-FFF2-40B4-BE49-F238E27FC236}">
                <a16:creationId xmlns:a16="http://schemas.microsoft.com/office/drawing/2014/main" id="{E2E6E040-FD12-5F0A-5A7E-31B82D9E5878}"/>
              </a:ext>
            </a:extLst>
          </p:cNvPr>
          <p:cNvSpPr txBox="1"/>
          <p:nvPr userDrawn="1"/>
        </p:nvSpPr>
        <p:spPr>
          <a:xfrm>
            <a:off x="12971489" y="4936761"/>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59" name="CaixaDeTexto 58">
            <a:extLst>
              <a:ext uri="{FF2B5EF4-FFF2-40B4-BE49-F238E27FC236}">
                <a16:creationId xmlns:a16="http://schemas.microsoft.com/office/drawing/2014/main" id="{86AC8CDC-DB5B-8576-7D5B-627A6FF675DE}"/>
              </a:ext>
            </a:extLst>
          </p:cNvPr>
          <p:cNvSpPr txBox="1"/>
          <p:nvPr userDrawn="1"/>
        </p:nvSpPr>
        <p:spPr>
          <a:xfrm>
            <a:off x="12691672" y="3887449"/>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62" name="Espaço Reservado para Texto 60">
            <a:extLst>
              <a:ext uri="{FF2B5EF4-FFF2-40B4-BE49-F238E27FC236}">
                <a16:creationId xmlns:a16="http://schemas.microsoft.com/office/drawing/2014/main" id="{89F34A58-1D03-1A84-8D44-35B61CAAC606}"/>
              </a:ext>
            </a:extLst>
          </p:cNvPr>
          <p:cNvSpPr>
            <a:spLocks noGrp="1"/>
          </p:cNvSpPr>
          <p:nvPr>
            <p:ph type="body" sz="quarter" idx="19"/>
          </p:nvPr>
        </p:nvSpPr>
        <p:spPr>
          <a:xfrm>
            <a:off x="878472" y="4705246"/>
            <a:ext cx="2509305" cy="306793"/>
          </a:xfrm>
          <a:prstGeom prst="rect">
            <a:avLst/>
          </a:prstGeom>
        </p:spPr>
        <p:txBody>
          <a:bodyPr anchor="ctr"/>
          <a:lstStyle>
            <a:lvl1pPr>
              <a:defRPr sz="1133" b="1">
                <a:latin typeface="Poppins" pitchFamily="2" charset="77"/>
                <a:cs typeface="Poppins" pitchFamily="2" charset="77"/>
              </a:defRPr>
            </a:lvl1pPr>
          </a:lstStyle>
          <a:p>
            <a:pPr lvl="0"/>
            <a:endParaRPr lang="pt-BR"/>
          </a:p>
        </p:txBody>
      </p:sp>
      <p:sp>
        <p:nvSpPr>
          <p:cNvPr id="64" name="Espaço Reservado para Texto 60">
            <a:extLst>
              <a:ext uri="{FF2B5EF4-FFF2-40B4-BE49-F238E27FC236}">
                <a16:creationId xmlns:a16="http://schemas.microsoft.com/office/drawing/2014/main" id="{C64C4F39-6E3E-2CBC-C02F-85C4D8E437D4}"/>
              </a:ext>
            </a:extLst>
          </p:cNvPr>
          <p:cNvSpPr>
            <a:spLocks noGrp="1"/>
          </p:cNvSpPr>
          <p:nvPr>
            <p:ph type="body" sz="quarter" idx="20"/>
          </p:nvPr>
        </p:nvSpPr>
        <p:spPr>
          <a:xfrm>
            <a:off x="878472" y="5194925"/>
            <a:ext cx="2509305" cy="306793"/>
          </a:xfrm>
          <a:prstGeom prst="rect">
            <a:avLst/>
          </a:prstGeom>
        </p:spPr>
        <p:txBody>
          <a:bodyPr anchor="ctr"/>
          <a:lstStyle>
            <a:lvl1pPr>
              <a:defRPr sz="1133" b="1">
                <a:latin typeface="Poppins" pitchFamily="2" charset="77"/>
                <a:cs typeface="Poppins" pitchFamily="2" charset="77"/>
              </a:defRPr>
            </a:lvl1pPr>
          </a:lstStyle>
          <a:p>
            <a:pPr lvl="0"/>
            <a:endParaRPr lang="pt-BR"/>
          </a:p>
        </p:txBody>
      </p:sp>
      <p:sp>
        <p:nvSpPr>
          <p:cNvPr id="44" name="CaixaDeTexto 43">
            <a:extLst>
              <a:ext uri="{FF2B5EF4-FFF2-40B4-BE49-F238E27FC236}">
                <a16:creationId xmlns:a16="http://schemas.microsoft.com/office/drawing/2014/main" id="{DD2F756A-5714-9640-0D25-5AA63BD888B1}"/>
              </a:ext>
            </a:extLst>
          </p:cNvPr>
          <p:cNvSpPr txBox="1"/>
          <p:nvPr userDrawn="1"/>
        </p:nvSpPr>
        <p:spPr>
          <a:xfrm>
            <a:off x="3609788" y="-1039906"/>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3" name="Google Shape;208;p37">
            <a:extLst>
              <a:ext uri="{FF2B5EF4-FFF2-40B4-BE49-F238E27FC236}">
                <a16:creationId xmlns:a16="http://schemas.microsoft.com/office/drawing/2014/main" id="{BC33A0F1-32C0-06AD-7D18-221F9EB60DB6}"/>
              </a:ext>
            </a:extLst>
          </p:cNvPr>
          <p:cNvSpPr/>
          <p:nvPr userDrawn="1"/>
        </p:nvSpPr>
        <p:spPr>
          <a:xfrm>
            <a:off x="4526924" y="710099"/>
            <a:ext cx="600000" cy="600000"/>
          </a:xfrm>
          <a:prstGeom prst="ellipse">
            <a:avLst/>
          </a:pr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sp>
        <p:nvSpPr>
          <p:cNvPr id="14" name="Google Shape;212;p37">
            <a:extLst>
              <a:ext uri="{FF2B5EF4-FFF2-40B4-BE49-F238E27FC236}">
                <a16:creationId xmlns:a16="http://schemas.microsoft.com/office/drawing/2014/main" id="{17DD0CBA-FF0B-4AD2-7992-306FDAF7EA34}"/>
              </a:ext>
            </a:extLst>
          </p:cNvPr>
          <p:cNvSpPr/>
          <p:nvPr userDrawn="1"/>
        </p:nvSpPr>
        <p:spPr>
          <a:xfrm>
            <a:off x="4526925" y="2089345"/>
            <a:ext cx="600000" cy="600000"/>
          </a:xfrm>
          <a:prstGeom prst="ellipse">
            <a:avLst/>
          </a:pr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sp>
        <p:nvSpPr>
          <p:cNvPr id="15" name="Google Shape;213;p37">
            <a:extLst>
              <a:ext uri="{FF2B5EF4-FFF2-40B4-BE49-F238E27FC236}">
                <a16:creationId xmlns:a16="http://schemas.microsoft.com/office/drawing/2014/main" id="{40D0D67B-BBDE-3244-F335-6081EF90CD36}"/>
              </a:ext>
            </a:extLst>
          </p:cNvPr>
          <p:cNvSpPr/>
          <p:nvPr userDrawn="1"/>
        </p:nvSpPr>
        <p:spPr>
          <a:xfrm>
            <a:off x="4526925" y="3556316"/>
            <a:ext cx="600000" cy="600000"/>
          </a:xfrm>
          <a:prstGeom prst="ellipse">
            <a:avLst/>
          </a:pr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sp>
        <p:nvSpPr>
          <p:cNvPr id="16" name="Google Shape;214;p37">
            <a:extLst>
              <a:ext uri="{FF2B5EF4-FFF2-40B4-BE49-F238E27FC236}">
                <a16:creationId xmlns:a16="http://schemas.microsoft.com/office/drawing/2014/main" id="{64EC742E-5AB3-BC9E-3238-C687B2E06C9E}"/>
              </a:ext>
            </a:extLst>
          </p:cNvPr>
          <p:cNvSpPr/>
          <p:nvPr userDrawn="1"/>
        </p:nvSpPr>
        <p:spPr>
          <a:xfrm>
            <a:off x="4526925" y="5023287"/>
            <a:ext cx="600000" cy="600000"/>
          </a:xfrm>
          <a:prstGeom prst="ellipse">
            <a:avLst/>
          </a:pr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sp>
        <p:nvSpPr>
          <p:cNvPr id="21" name="Retângulo: Cantos Arredondados 7">
            <a:extLst>
              <a:ext uri="{FF2B5EF4-FFF2-40B4-BE49-F238E27FC236}">
                <a16:creationId xmlns:a16="http://schemas.microsoft.com/office/drawing/2014/main" id="{D81FCF7F-5C59-3C27-15B2-C57E02BD6426}"/>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Google Shape;207;p37">
            <a:extLst>
              <a:ext uri="{FF2B5EF4-FFF2-40B4-BE49-F238E27FC236}">
                <a16:creationId xmlns:a16="http://schemas.microsoft.com/office/drawing/2014/main" id="{09FE7C1E-E78A-7942-D0F8-6A9AB07E3CF5}"/>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4282632326"/>
      </p:ext>
    </p:extLst>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58" name="CaixaDeTexto 57">
            <a:extLst>
              <a:ext uri="{FF2B5EF4-FFF2-40B4-BE49-F238E27FC236}">
                <a16:creationId xmlns:a16="http://schemas.microsoft.com/office/drawing/2014/main" id="{E2E6E040-FD12-5F0A-5A7E-31B82D9E5878}"/>
              </a:ext>
            </a:extLst>
          </p:cNvPr>
          <p:cNvSpPr txBox="1"/>
          <p:nvPr userDrawn="1"/>
        </p:nvSpPr>
        <p:spPr>
          <a:xfrm>
            <a:off x="12971489" y="4936761"/>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59" name="CaixaDeTexto 58">
            <a:extLst>
              <a:ext uri="{FF2B5EF4-FFF2-40B4-BE49-F238E27FC236}">
                <a16:creationId xmlns:a16="http://schemas.microsoft.com/office/drawing/2014/main" id="{86AC8CDC-DB5B-8576-7D5B-627A6FF675DE}"/>
              </a:ext>
            </a:extLst>
          </p:cNvPr>
          <p:cNvSpPr txBox="1"/>
          <p:nvPr userDrawn="1"/>
        </p:nvSpPr>
        <p:spPr>
          <a:xfrm>
            <a:off x="12691672" y="3887449"/>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62" name="Espaço Reservado para Texto 60">
            <a:extLst>
              <a:ext uri="{FF2B5EF4-FFF2-40B4-BE49-F238E27FC236}">
                <a16:creationId xmlns:a16="http://schemas.microsoft.com/office/drawing/2014/main" id="{89F34A58-1D03-1A84-8D44-35B61CAAC606}"/>
              </a:ext>
            </a:extLst>
          </p:cNvPr>
          <p:cNvSpPr>
            <a:spLocks noGrp="1"/>
          </p:cNvSpPr>
          <p:nvPr>
            <p:ph type="body" sz="quarter" idx="19"/>
          </p:nvPr>
        </p:nvSpPr>
        <p:spPr>
          <a:xfrm>
            <a:off x="878472" y="4705246"/>
            <a:ext cx="2509305" cy="306793"/>
          </a:xfrm>
          <a:prstGeom prst="rect">
            <a:avLst/>
          </a:prstGeom>
        </p:spPr>
        <p:txBody>
          <a:bodyPr anchor="ctr"/>
          <a:lstStyle>
            <a:lvl1pPr>
              <a:defRPr sz="1133" b="1">
                <a:latin typeface="Poppins" pitchFamily="2" charset="77"/>
                <a:cs typeface="Poppins" pitchFamily="2" charset="77"/>
              </a:defRPr>
            </a:lvl1pPr>
          </a:lstStyle>
          <a:p>
            <a:pPr lvl="0"/>
            <a:endParaRPr lang="pt-BR"/>
          </a:p>
        </p:txBody>
      </p:sp>
      <p:sp>
        <p:nvSpPr>
          <p:cNvPr id="64" name="Espaço Reservado para Texto 60">
            <a:extLst>
              <a:ext uri="{FF2B5EF4-FFF2-40B4-BE49-F238E27FC236}">
                <a16:creationId xmlns:a16="http://schemas.microsoft.com/office/drawing/2014/main" id="{C64C4F39-6E3E-2CBC-C02F-85C4D8E437D4}"/>
              </a:ext>
            </a:extLst>
          </p:cNvPr>
          <p:cNvSpPr>
            <a:spLocks noGrp="1"/>
          </p:cNvSpPr>
          <p:nvPr>
            <p:ph type="body" sz="quarter" idx="20"/>
          </p:nvPr>
        </p:nvSpPr>
        <p:spPr>
          <a:xfrm>
            <a:off x="878472" y="5194925"/>
            <a:ext cx="2509305" cy="306793"/>
          </a:xfrm>
          <a:prstGeom prst="rect">
            <a:avLst/>
          </a:prstGeom>
        </p:spPr>
        <p:txBody>
          <a:bodyPr anchor="ctr"/>
          <a:lstStyle>
            <a:lvl1pPr>
              <a:defRPr sz="1133" b="1">
                <a:latin typeface="Poppins" pitchFamily="2" charset="77"/>
                <a:cs typeface="Poppins" pitchFamily="2" charset="77"/>
              </a:defRPr>
            </a:lvl1pPr>
          </a:lstStyle>
          <a:p>
            <a:pPr lvl="0"/>
            <a:endParaRPr lang="pt-BR"/>
          </a:p>
        </p:txBody>
      </p:sp>
      <p:sp>
        <p:nvSpPr>
          <p:cNvPr id="44" name="CaixaDeTexto 43">
            <a:extLst>
              <a:ext uri="{FF2B5EF4-FFF2-40B4-BE49-F238E27FC236}">
                <a16:creationId xmlns:a16="http://schemas.microsoft.com/office/drawing/2014/main" id="{DD2F756A-5714-9640-0D25-5AA63BD888B1}"/>
              </a:ext>
            </a:extLst>
          </p:cNvPr>
          <p:cNvSpPr txBox="1"/>
          <p:nvPr userDrawn="1"/>
        </p:nvSpPr>
        <p:spPr>
          <a:xfrm>
            <a:off x="3609788" y="-1039906"/>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6" name="CaixaDeTexto 5">
            <a:extLst>
              <a:ext uri="{FF2B5EF4-FFF2-40B4-BE49-F238E27FC236}">
                <a16:creationId xmlns:a16="http://schemas.microsoft.com/office/drawing/2014/main" id="{DA5F2E09-8E0A-6D2A-4DDE-494301825C0A}"/>
              </a:ext>
            </a:extLst>
          </p:cNvPr>
          <p:cNvSpPr txBox="1"/>
          <p:nvPr userDrawn="1"/>
        </p:nvSpPr>
        <p:spPr>
          <a:xfrm>
            <a:off x="4535254" y="1129596"/>
            <a:ext cx="546847" cy="484094"/>
          </a:xfrm>
          <a:prstGeom prst="rect">
            <a:avLst/>
          </a:prstGeom>
          <a:noFill/>
          <a:ln>
            <a:noFill/>
          </a:ln>
        </p:spPr>
        <p:txBody>
          <a:bodyPr spcFirstLastPara="1" wrap="square" lIns="60950" tIns="30467" rIns="60950" bIns="30467" rtlCol="0" anchor="ctr" anchorCtr="0">
            <a:normAutofit lnSpcReduction="10000"/>
          </a:bodyPr>
          <a:lstStyle/>
          <a:p>
            <a:pPr algn="ctr"/>
            <a:r>
              <a:rPr lang="pt-BR" sz="2933" b="1" i="0" dirty="0">
                <a:solidFill>
                  <a:srgbClr val="FF161F"/>
                </a:solidFill>
                <a:latin typeface="Poppins" pitchFamily="2" charset="77"/>
                <a:cs typeface="Poppins" pitchFamily="2" charset="77"/>
              </a:rPr>
              <a:t>1</a:t>
            </a:r>
          </a:p>
        </p:txBody>
      </p:sp>
      <p:cxnSp>
        <p:nvCxnSpPr>
          <p:cNvPr id="7" name="Google Shape;164;p37">
            <a:extLst>
              <a:ext uri="{FF2B5EF4-FFF2-40B4-BE49-F238E27FC236}">
                <a16:creationId xmlns:a16="http://schemas.microsoft.com/office/drawing/2014/main" id="{AE09C5A7-C4C7-3633-E631-10825874757F}"/>
              </a:ext>
            </a:extLst>
          </p:cNvPr>
          <p:cNvCxnSpPr>
            <a:cxnSpLocks/>
          </p:cNvCxnSpPr>
          <p:nvPr userDrawn="1"/>
        </p:nvCxnSpPr>
        <p:spPr>
          <a:xfrm>
            <a:off x="4535253" y="1685408"/>
            <a:ext cx="6858888"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8" name="CaixaDeTexto 7">
            <a:extLst>
              <a:ext uri="{FF2B5EF4-FFF2-40B4-BE49-F238E27FC236}">
                <a16:creationId xmlns:a16="http://schemas.microsoft.com/office/drawing/2014/main" id="{FE8B2D2B-B67A-7A10-B546-F7E759E5AE78}"/>
              </a:ext>
            </a:extLst>
          </p:cNvPr>
          <p:cNvSpPr txBox="1"/>
          <p:nvPr userDrawn="1"/>
        </p:nvSpPr>
        <p:spPr>
          <a:xfrm>
            <a:off x="4535254" y="2594775"/>
            <a:ext cx="546847" cy="484094"/>
          </a:xfrm>
          <a:prstGeom prst="rect">
            <a:avLst/>
          </a:prstGeom>
          <a:noFill/>
          <a:ln>
            <a:noFill/>
          </a:ln>
        </p:spPr>
        <p:txBody>
          <a:bodyPr spcFirstLastPara="1" wrap="square" lIns="60950" tIns="30467" rIns="60950" bIns="30467" rtlCol="0" anchor="ctr" anchorCtr="0">
            <a:normAutofit lnSpcReduction="10000"/>
          </a:bodyPr>
          <a:lstStyle/>
          <a:p>
            <a:pPr algn="ctr"/>
            <a:r>
              <a:rPr lang="pt-BR" sz="2933" b="1" i="0" dirty="0">
                <a:solidFill>
                  <a:srgbClr val="FF161F"/>
                </a:solidFill>
                <a:latin typeface="Poppins" pitchFamily="2" charset="77"/>
                <a:cs typeface="Poppins" pitchFamily="2" charset="77"/>
              </a:rPr>
              <a:t>2</a:t>
            </a:r>
          </a:p>
        </p:txBody>
      </p:sp>
      <p:cxnSp>
        <p:nvCxnSpPr>
          <p:cNvPr id="9" name="Google Shape;164;p37">
            <a:extLst>
              <a:ext uri="{FF2B5EF4-FFF2-40B4-BE49-F238E27FC236}">
                <a16:creationId xmlns:a16="http://schemas.microsoft.com/office/drawing/2014/main" id="{8AB8AC0D-9A4E-DBE1-5676-875911095757}"/>
              </a:ext>
            </a:extLst>
          </p:cNvPr>
          <p:cNvCxnSpPr>
            <a:cxnSpLocks/>
          </p:cNvCxnSpPr>
          <p:nvPr userDrawn="1"/>
        </p:nvCxnSpPr>
        <p:spPr>
          <a:xfrm>
            <a:off x="4535253" y="3150587"/>
            <a:ext cx="6858888"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0" name="CaixaDeTexto 9">
            <a:extLst>
              <a:ext uri="{FF2B5EF4-FFF2-40B4-BE49-F238E27FC236}">
                <a16:creationId xmlns:a16="http://schemas.microsoft.com/office/drawing/2014/main" id="{5ED10435-0A3C-2A5F-6383-B0823A79FE88}"/>
              </a:ext>
            </a:extLst>
          </p:cNvPr>
          <p:cNvSpPr txBox="1"/>
          <p:nvPr userDrawn="1"/>
        </p:nvSpPr>
        <p:spPr>
          <a:xfrm>
            <a:off x="4535254" y="4059954"/>
            <a:ext cx="546847" cy="484094"/>
          </a:xfrm>
          <a:prstGeom prst="rect">
            <a:avLst/>
          </a:prstGeom>
          <a:noFill/>
          <a:ln>
            <a:noFill/>
          </a:ln>
        </p:spPr>
        <p:txBody>
          <a:bodyPr spcFirstLastPara="1" wrap="square" lIns="60950" tIns="30467" rIns="60950" bIns="30467" rtlCol="0" anchor="ctr" anchorCtr="0">
            <a:normAutofit lnSpcReduction="10000"/>
          </a:bodyPr>
          <a:lstStyle/>
          <a:p>
            <a:pPr algn="ctr"/>
            <a:r>
              <a:rPr lang="pt-BR" sz="2933" b="1" i="0" dirty="0">
                <a:solidFill>
                  <a:srgbClr val="FF161F"/>
                </a:solidFill>
                <a:latin typeface="Poppins" pitchFamily="2" charset="77"/>
                <a:cs typeface="Poppins" pitchFamily="2" charset="77"/>
              </a:rPr>
              <a:t>3</a:t>
            </a:r>
          </a:p>
        </p:txBody>
      </p:sp>
      <p:cxnSp>
        <p:nvCxnSpPr>
          <p:cNvPr id="11" name="Google Shape;164;p37">
            <a:extLst>
              <a:ext uri="{FF2B5EF4-FFF2-40B4-BE49-F238E27FC236}">
                <a16:creationId xmlns:a16="http://schemas.microsoft.com/office/drawing/2014/main" id="{C307C398-EACE-2BA8-6037-73AFF176AE76}"/>
              </a:ext>
            </a:extLst>
          </p:cNvPr>
          <p:cNvCxnSpPr>
            <a:cxnSpLocks/>
          </p:cNvCxnSpPr>
          <p:nvPr userDrawn="1"/>
        </p:nvCxnSpPr>
        <p:spPr>
          <a:xfrm>
            <a:off x="4535253" y="4615765"/>
            <a:ext cx="6858888"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2" name="CaixaDeTexto 11">
            <a:extLst>
              <a:ext uri="{FF2B5EF4-FFF2-40B4-BE49-F238E27FC236}">
                <a16:creationId xmlns:a16="http://schemas.microsoft.com/office/drawing/2014/main" id="{7B368B3B-CB9A-2B11-2C53-430B67C14E1F}"/>
              </a:ext>
            </a:extLst>
          </p:cNvPr>
          <p:cNvSpPr txBox="1"/>
          <p:nvPr userDrawn="1"/>
        </p:nvSpPr>
        <p:spPr>
          <a:xfrm>
            <a:off x="4535254" y="5525133"/>
            <a:ext cx="546847" cy="484094"/>
          </a:xfrm>
          <a:prstGeom prst="rect">
            <a:avLst/>
          </a:prstGeom>
          <a:noFill/>
          <a:ln>
            <a:noFill/>
          </a:ln>
        </p:spPr>
        <p:txBody>
          <a:bodyPr spcFirstLastPara="1" wrap="square" lIns="60950" tIns="30467" rIns="60950" bIns="30467" rtlCol="0" anchor="ctr" anchorCtr="0">
            <a:normAutofit lnSpcReduction="10000"/>
          </a:bodyPr>
          <a:lstStyle/>
          <a:p>
            <a:pPr algn="ctr"/>
            <a:r>
              <a:rPr lang="pt-BR" sz="2933" b="1" i="0" dirty="0">
                <a:solidFill>
                  <a:srgbClr val="FF161F"/>
                </a:solidFill>
                <a:latin typeface="Poppins" pitchFamily="2" charset="77"/>
                <a:cs typeface="Poppins" pitchFamily="2" charset="77"/>
              </a:rPr>
              <a:t>4</a:t>
            </a:r>
          </a:p>
        </p:txBody>
      </p:sp>
      <p:sp>
        <p:nvSpPr>
          <p:cNvPr id="14" name="Espaço Reservado para Texto 36">
            <a:extLst>
              <a:ext uri="{FF2B5EF4-FFF2-40B4-BE49-F238E27FC236}">
                <a16:creationId xmlns:a16="http://schemas.microsoft.com/office/drawing/2014/main" id="{AEE2E579-CD98-D37C-FE78-141FDCCA16E5}"/>
              </a:ext>
            </a:extLst>
          </p:cNvPr>
          <p:cNvSpPr>
            <a:spLocks noGrp="1"/>
          </p:cNvSpPr>
          <p:nvPr>
            <p:ph type="body" sz="quarter" idx="21"/>
          </p:nvPr>
        </p:nvSpPr>
        <p:spPr>
          <a:xfrm>
            <a:off x="5207001" y="609602"/>
            <a:ext cx="6035675" cy="924410"/>
          </a:xfrm>
          <a:prstGeom prst="rect">
            <a:avLst/>
          </a:prstGeom>
        </p:spPr>
        <p:txBody>
          <a:bodyPr/>
          <a:lstStyle>
            <a:lvl1pPr>
              <a:defRPr sz="1267">
                <a:latin typeface="Poppins" pitchFamily="2" charset="77"/>
                <a:cs typeface="Poppins" pitchFamily="2" charset="77"/>
              </a:defRPr>
            </a:lvl1pPr>
          </a:lstStyle>
          <a:p>
            <a:pPr lvl="0"/>
            <a:endParaRPr lang="pt-BR"/>
          </a:p>
        </p:txBody>
      </p:sp>
      <p:sp>
        <p:nvSpPr>
          <p:cNvPr id="15" name="Espaço Reservado para Texto 36">
            <a:extLst>
              <a:ext uri="{FF2B5EF4-FFF2-40B4-BE49-F238E27FC236}">
                <a16:creationId xmlns:a16="http://schemas.microsoft.com/office/drawing/2014/main" id="{E8BAC3AD-3484-8D56-B2FE-C840FDB0D3A6}"/>
              </a:ext>
            </a:extLst>
          </p:cNvPr>
          <p:cNvSpPr>
            <a:spLocks noGrp="1"/>
          </p:cNvSpPr>
          <p:nvPr>
            <p:ph type="body" sz="quarter" idx="22"/>
          </p:nvPr>
        </p:nvSpPr>
        <p:spPr>
          <a:xfrm>
            <a:off x="5207001" y="2078638"/>
            <a:ext cx="6035675" cy="924410"/>
          </a:xfrm>
          <a:prstGeom prst="rect">
            <a:avLst/>
          </a:prstGeom>
        </p:spPr>
        <p:txBody>
          <a:bodyPr/>
          <a:lstStyle>
            <a:lvl1pPr>
              <a:defRPr sz="1267">
                <a:latin typeface="Poppins" pitchFamily="2" charset="77"/>
                <a:cs typeface="Poppins" pitchFamily="2" charset="77"/>
              </a:defRPr>
            </a:lvl1pPr>
          </a:lstStyle>
          <a:p>
            <a:pPr lvl="0"/>
            <a:endParaRPr lang="pt-BR"/>
          </a:p>
        </p:txBody>
      </p:sp>
      <p:sp>
        <p:nvSpPr>
          <p:cNvPr id="16" name="Espaço Reservado para Texto 36">
            <a:extLst>
              <a:ext uri="{FF2B5EF4-FFF2-40B4-BE49-F238E27FC236}">
                <a16:creationId xmlns:a16="http://schemas.microsoft.com/office/drawing/2014/main" id="{A9EA8429-D773-7F56-9FE3-61DD76BBD127}"/>
              </a:ext>
            </a:extLst>
          </p:cNvPr>
          <p:cNvSpPr>
            <a:spLocks noGrp="1"/>
          </p:cNvSpPr>
          <p:nvPr>
            <p:ph type="body" sz="quarter" idx="23"/>
          </p:nvPr>
        </p:nvSpPr>
        <p:spPr>
          <a:xfrm>
            <a:off x="5207001" y="3537680"/>
            <a:ext cx="6035675" cy="924410"/>
          </a:xfrm>
          <a:prstGeom prst="rect">
            <a:avLst/>
          </a:prstGeom>
        </p:spPr>
        <p:txBody>
          <a:bodyPr/>
          <a:lstStyle>
            <a:lvl1pPr>
              <a:defRPr sz="1267">
                <a:latin typeface="Poppins" pitchFamily="2" charset="77"/>
                <a:cs typeface="Poppins" pitchFamily="2" charset="77"/>
              </a:defRPr>
            </a:lvl1pPr>
          </a:lstStyle>
          <a:p>
            <a:pPr lvl="0"/>
            <a:endParaRPr lang="pt-BR"/>
          </a:p>
        </p:txBody>
      </p:sp>
      <p:sp>
        <p:nvSpPr>
          <p:cNvPr id="17" name="Espaço Reservado para Texto 36">
            <a:extLst>
              <a:ext uri="{FF2B5EF4-FFF2-40B4-BE49-F238E27FC236}">
                <a16:creationId xmlns:a16="http://schemas.microsoft.com/office/drawing/2014/main" id="{57F476AA-8149-FB0D-8284-2AA34057A108}"/>
              </a:ext>
            </a:extLst>
          </p:cNvPr>
          <p:cNvSpPr>
            <a:spLocks noGrp="1"/>
          </p:cNvSpPr>
          <p:nvPr>
            <p:ph type="body" sz="quarter" idx="13"/>
          </p:nvPr>
        </p:nvSpPr>
        <p:spPr>
          <a:xfrm>
            <a:off x="5207001" y="5006716"/>
            <a:ext cx="6035675" cy="924410"/>
          </a:xfrm>
          <a:prstGeom prst="rect">
            <a:avLst/>
          </a:prstGeom>
        </p:spPr>
        <p:txBody>
          <a:bodyPr/>
          <a:lstStyle>
            <a:lvl1pPr>
              <a:defRPr sz="1267">
                <a:latin typeface="Poppins" pitchFamily="2" charset="77"/>
                <a:cs typeface="Poppins" pitchFamily="2" charset="77"/>
              </a:defRPr>
            </a:lvl1pPr>
          </a:lstStyle>
          <a:p>
            <a:pPr lvl="0"/>
            <a:endParaRPr lang="pt-BR"/>
          </a:p>
        </p:txBody>
      </p:sp>
      <p:sp>
        <p:nvSpPr>
          <p:cNvPr id="28" name="Retângulo: Cantos Arredondados 7">
            <a:extLst>
              <a:ext uri="{FF2B5EF4-FFF2-40B4-BE49-F238E27FC236}">
                <a16:creationId xmlns:a16="http://schemas.microsoft.com/office/drawing/2014/main" id="{D81FCF7F-5C59-3C27-15B2-C57E02BD6426}"/>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9" name="Google Shape;207;p37">
            <a:extLst>
              <a:ext uri="{FF2B5EF4-FFF2-40B4-BE49-F238E27FC236}">
                <a16:creationId xmlns:a16="http://schemas.microsoft.com/office/drawing/2014/main" id="{09FE7C1E-E78A-7942-D0F8-6A9AB07E3CF5}"/>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3918733571"/>
      </p:ext>
    </p:extLst>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matchingName="1_4. Exposição">
  <p:cSld name="1_4. Exposição">
    <p:spTree>
      <p:nvGrpSpPr>
        <p:cNvPr id="1" name="Shape 141"/>
        <p:cNvGrpSpPr/>
        <p:nvPr/>
      </p:nvGrpSpPr>
      <p:grpSpPr>
        <a:xfrm>
          <a:off x="0" y="0"/>
          <a:ext cx="0" cy="0"/>
          <a:chOff x="0" y="0"/>
          <a:chExt cx="0" cy="0"/>
        </a:xfrm>
      </p:grpSpPr>
      <p:pic>
        <p:nvPicPr>
          <p:cNvPr id="11" name="Google Shape;134;p12">
            <a:extLst>
              <a:ext uri="{FF2B5EF4-FFF2-40B4-BE49-F238E27FC236}">
                <a16:creationId xmlns:a16="http://schemas.microsoft.com/office/drawing/2014/main" id="{05E0CD12-1B89-6397-15E9-F2A80AF42A97}"/>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4" y="0"/>
            <a:ext cx="12192000" cy="6857989"/>
          </a:xfrm>
          <a:prstGeom prst="rect">
            <a:avLst/>
          </a:prstGeom>
          <a:noFill/>
          <a:ln>
            <a:noFill/>
          </a:ln>
        </p:spPr>
      </p:pic>
      <p:sp>
        <p:nvSpPr>
          <p:cNvPr id="9" name="Retângulo: Cantos Arredondados 3">
            <a:extLst>
              <a:ext uri="{FF2B5EF4-FFF2-40B4-BE49-F238E27FC236}">
                <a16:creationId xmlns:a16="http://schemas.microsoft.com/office/drawing/2014/main" id="{14567834-29F6-B7BB-E50A-9940D15421B7}"/>
              </a:ext>
            </a:extLst>
          </p:cNvPr>
          <p:cNvSpPr/>
          <p:nvPr userDrawn="1"/>
        </p:nvSpPr>
        <p:spPr>
          <a:xfrm>
            <a:off x="5260792" y="304269"/>
            <a:ext cx="6553729" cy="5568211"/>
          </a:xfrm>
          <a:prstGeom prst="roundRect">
            <a:avLst/>
          </a:prstGeom>
          <a:solidFill>
            <a:schemeClr val="bg1"/>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6" name="Google Shape;146;p12"/>
          <p:cNvSpPr txBox="1">
            <a:spLocks noGrp="1"/>
          </p:cNvSpPr>
          <p:nvPr>
            <p:ph type="body" idx="1"/>
          </p:nvPr>
        </p:nvSpPr>
        <p:spPr>
          <a:xfrm>
            <a:off x="6087875" y="1378003"/>
            <a:ext cx="5071800" cy="2296200"/>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 name="CaixaDeTexto 1">
            <a:extLst>
              <a:ext uri="{FF2B5EF4-FFF2-40B4-BE49-F238E27FC236}">
                <a16:creationId xmlns:a16="http://schemas.microsoft.com/office/drawing/2014/main" id="{44A24CA4-AA45-E069-3331-6863E624A858}"/>
              </a:ext>
            </a:extLst>
          </p:cNvPr>
          <p:cNvSpPr txBox="1"/>
          <p:nvPr userDrawn="1"/>
        </p:nvSpPr>
        <p:spPr>
          <a:xfrm>
            <a:off x="3178098" y="-289932"/>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Tree>
    <p:extLst>
      <p:ext uri="{BB962C8B-B14F-4D97-AF65-F5344CB8AC3E}">
        <p14:creationId xmlns:p14="http://schemas.microsoft.com/office/powerpoint/2010/main" val="3508952751"/>
      </p:ext>
    </p:extLst>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matchingName="5_OqueAprendemos" userDrawn="1">
  <p:cSld name="5_OqueAprendemos">
    <p:spTree>
      <p:nvGrpSpPr>
        <p:cNvPr id="1" name="Shape 340"/>
        <p:cNvGrpSpPr/>
        <p:nvPr/>
      </p:nvGrpSpPr>
      <p:grpSpPr>
        <a:xfrm>
          <a:off x="0" y="0"/>
          <a:ext cx="0" cy="0"/>
          <a:chOff x="0" y="0"/>
          <a:chExt cx="0" cy="0"/>
        </a:xfrm>
      </p:grpSpPr>
      <p:pic>
        <p:nvPicPr>
          <p:cNvPr id="3" name="Google Shape;324;p32">
            <a:extLst>
              <a:ext uri="{FF2B5EF4-FFF2-40B4-BE49-F238E27FC236}">
                <a16:creationId xmlns:a16="http://schemas.microsoft.com/office/drawing/2014/main" id="{D63CD586-AF88-DE93-AB18-7013E6D8E53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3775249" cy="6857983"/>
          </a:xfrm>
          <a:prstGeom prst="rect">
            <a:avLst/>
          </a:prstGeom>
          <a:noFill/>
          <a:ln>
            <a:noFill/>
          </a:ln>
        </p:spPr>
      </p:pic>
      <p:pic>
        <p:nvPicPr>
          <p:cNvPr id="342" name="Google Shape;342;p32"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32497" y="695158"/>
            <a:ext cx="3823136" cy="3899277"/>
          </a:xfrm>
          <a:prstGeom prst="ellipse">
            <a:avLst/>
          </a:prstGeom>
          <a:noFill/>
          <a:ln>
            <a:noFill/>
          </a:ln>
        </p:spPr>
      </p:pic>
      <p:sp>
        <p:nvSpPr>
          <p:cNvPr id="4" name="Google Shape;689;p48">
            <a:extLst>
              <a:ext uri="{FF2B5EF4-FFF2-40B4-BE49-F238E27FC236}">
                <a16:creationId xmlns:a16="http://schemas.microsoft.com/office/drawing/2014/main" id="{3A19ED95-0334-F47C-AF86-3309C91852AB}"/>
              </a:ext>
            </a:extLst>
          </p:cNvPr>
          <p:cNvSpPr txBox="1">
            <a:spLocks/>
          </p:cNvSpPr>
          <p:nvPr userDrawn="1"/>
        </p:nvSpPr>
        <p:spPr>
          <a:xfrm>
            <a:off x="918094" y="4658787"/>
            <a:ext cx="833169" cy="148759"/>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240"/>
              </a:spcBef>
              <a:buSzPts val="1200"/>
              <a:buFont typeface="Arial" pitchFamily="34" charset="0"/>
              <a:buNone/>
            </a:pPr>
            <a:r>
              <a:rPr lang="pt-BR" sz="800" dirty="0">
                <a:solidFill>
                  <a:schemeClr val="bg1"/>
                </a:solidFill>
                <a:latin typeface="Poppins Light" panose="00000400000000000000" pitchFamily="2" charset="0"/>
                <a:cs typeface="Poppins Light" panose="00000400000000000000" pitchFamily="2" charset="0"/>
              </a:rPr>
              <a:t>© Getty Images</a:t>
            </a:r>
          </a:p>
        </p:txBody>
      </p:sp>
      <p:sp>
        <p:nvSpPr>
          <p:cNvPr id="2" name="Google Shape;345;p32">
            <a:extLst>
              <a:ext uri="{FF2B5EF4-FFF2-40B4-BE49-F238E27FC236}">
                <a16:creationId xmlns:a16="http://schemas.microsoft.com/office/drawing/2014/main" id="{D958A6C2-8B71-D5A0-1C68-95723A4C4FE5}"/>
              </a:ext>
            </a:extLst>
          </p:cNvPr>
          <p:cNvSpPr txBox="1">
            <a:spLocks noGrp="1"/>
          </p:cNvSpPr>
          <p:nvPr>
            <p:ph type="body" idx="2"/>
          </p:nvPr>
        </p:nvSpPr>
        <p:spPr>
          <a:xfrm>
            <a:off x="4867932" y="1691622"/>
            <a:ext cx="6354575" cy="1268957"/>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1" name="Google Shape;347;p32">
            <a:extLst>
              <a:ext uri="{FF2B5EF4-FFF2-40B4-BE49-F238E27FC236}">
                <a16:creationId xmlns:a16="http://schemas.microsoft.com/office/drawing/2014/main" id="{D60E57C9-84D4-8D99-0D6C-C59B32F7C630}"/>
              </a:ext>
            </a:extLst>
          </p:cNvPr>
          <p:cNvSpPr txBox="1">
            <a:spLocks noGrp="1"/>
          </p:cNvSpPr>
          <p:nvPr>
            <p:ph type="body" idx="3"/>
          </p:nvPr>
        </p:nvSpPr>
        <p:spPr>
          <a:xfrm>
            <a:off x="4867932" y="3080015"/>
            <a:ext cx="6354575" cy="1268957"/>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4" name="Google Shape;349;p32">
            <a:extLst>
              <a:ext uri="{FF2B5EF4-FFF2-40B4-BE49-F238E27FC236}">
                <a16:creationId xmlns:a16="http://schemas.microsoft.com/office/drawing/2014/main" id="{142C7AEA-387E-A052-1D08-8A416B8497BB}"/>
              </a:ext>
            </a:extLst>
          </p:cNvPr>
          <p:cNvSpPr txBox="1">
            <a:spLocks noGrp="1"/>
          </p:cNvSpPr>
          <p:nvPr>
            <p:ph type="body" idx="4"/>
          </p:nvPr>
        </p:nvSpPr>
        <p:spPr>
          <a:xfrm>
            <a:off x="4867932" y="4490837"/>
            <a:ext cx="6354575" cy="1268957"/>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3" name="Google Shape;233;p39">
            <a:extLst>
              <a:ext uri="{FF2B5EF4-FFF2-40B4-BE49-F238E27FC236}">
                <a16:creationId xmlns:a16="http://schemas.microsoft.com/office/drawing/2014/main" id="{23D223AE-6B47-5244-85DA-E25526DF3862}"/>
              </a:ext>
            </a:extLst>
          </p:cNvPr>
          <p:cNvSpPr txBox="1"/>
          <p:nvPr userDrawn="1"/>
        </p:nvSpPr>
        <p:spPr>
          <a:xfrm>
            <a:off x="4603178" y="173762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tx1"/>
                </a:solidFill>
                <a:latin typeface="Poppins"/>
                <a:ea typeface="Poppins"/>
                <a:cs typeface="Poppins"/>
                <a:sym typeface="Poppins"/>
              </a:rPr>
              <a:t>1</a:t>
            </a:r>
            <a:endParaRPr sz="933" b="0" i="0" u="none" strike="noStrike" cap="none" dirty="0">
              <a:solidFill>
                <a:schemeClr val="tx1"/>
              </a:solidFill>
              <a:latin typeface="Arial"/>
              <a:ea typeface="Arial"/>
              <a:cs typeface="Arial"/>
              <a:sym typeface="Arial"/>
            </a:endParaRPr>
          </a:p>
        </p:txBody>
      </p:sp>
      <p:sp>
        <p:nvSpPr>
          <p:cNvPr id="16" name="Google Shape;235;p39">
            <a:extLst>
              <a:ext uri="{FF2B5EF4-FFF2-40B4-BE49-F238E27FC236}">
                <a16:creationId xmlns:a16="http://schemas.microsoft.com/office/drawing/2014/main" id="{607A1E13-022D-D9F1-086C-636AF8EAE3BA}"/>
              </a:ext>
            </a:extLst>
          </p:cNvPr>
          <p:cNvSpPr txBox="1"/>
          <p:nvPr userDrawn="1"/>
        </p:nvSpPr>
        <p:spPr>
          <a:xfrm>
            <a:off x="4574825" y="293423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tx1"/>
                </a:solidFill>
                <a:latin typeface="Poppins"/>
                <a:ea typeface="Poppins"/>
                <a:cs typeface="Poppins"/>
                <a:sym typeface="Poppins"/>
              </a:rPr>
              <a:t>2</a:t>
            </a:r>
            <a:endParaRPr sz="933" b="0" i="0" u="none" strike="noStrike" cap="none" dirty="0">
              <a:solidFill>
                <a:schemeClr val="tx1"/>
              </a:solidFill>
              <a:latin typeface="Arial"/>
              <a:ea typeface="Arial"/>
              <a:cs typeface="Arial"/>
              <a:sym typeface="Arial"/>
            </a:endParaRPr>
          </a:p>
        </p:txBody>
      </p:sp>
      <p:sp>
        <p:nvSpPr>
          <p:cNvPr id="17" name="Google Shape;237;p39">
            <a:extLst>
              <a:ext uri="{FF2B5EF4-FFF2-40B4-BE49-F238E27FC236}">
                <a16:creationId xmlns:a16="http://schemas.microsoft.com/office/drawing/2014/main" id="{2E8F90B6-2731-530A-A552-FC88DAE9F7F9}"/>
              </a:ext>
            </a:extLst>
          </p:cNvPr>
          <p:cNvSpPr txBox="1"/>
          <p:nvPr userDrawn="1"/>
        </p:nvSpPr>
        <p:spPr>
          <a:xfrm>
            <a:off x="4574825" y="413084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tx1"/>
                </a:solidFill>
                <a:latin typeface="Poppins"/>
                <a:ea typeface="Poppins"/>
                <a:cs typeface="Poppins"/>
                <a:sym typeface="Poppins"/>
              </a:rPr>
              <a:t>3</a:t>
            </a:r>
            <a:endParaRPr sz="933" b="0" i="0" u="none" strike="noStrike" cap="none" dirty="0">
              <a:solidFill>
                <a:schemeClr val="tx1"/>
              </a:solidFill>
              <a:latin typeface="Arial"/>
              <a:ea typeface="Arial"/>
              <a:cs typeface="Arial"/>
              <a:sym typeface="Arial"/>
            </a:endParaRPr>
          </a:p>
        </p:txBody>
      </p:sp>
      <p:sp>
        <p:nvSpPr>
          <p:cNvPr id="9" name="CaixaDeTexto 8">
            <a:extLst>
              <a:ext uri="{FF2B5EF4-FFF2-40B4-BE49-F238E27FC236}">
                <a16:creationId xmlns:a16="http://schemas.microsoft.com/office/drawing/2014/main" id="{7EBE2669-C701-CF93-6C9B-1A151924C387}"/>
              </a:ext>
            </a:extLst>
          </p:cNvPr>
          <p:cNvSpPr txBox="1"/>
          <p:nvPr userDrawn="1"/>
        </p:nvSpPr>
        <p:spPr>
          <a:xfrm>
            <a:off x="12302837" y="90516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8" name="Retângulo: Cantos Arredondados 2">
            <a:extLst>
              <a:ext uri="{FF2B5EF4-FFF2-40B4-BE49-F238E27FC236}">
                <a16:creationId xmlns:a16="http://schemas.microsoft.com/office/drawing/2014/main" id="{5FACC11B-EF27-466A-2C75-D471FF495CA9}"/>
              </a:ext>
            </a:extLst>
          </p:cNvPr>
          <p:cNvSpPr/>
          <p:nvPr userDrawn="1"/>
        </p:nvSpPr>
        <p:spPr>
          <a:xfrm>
            <a:off x="1827147" y="369589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9" name="Google Shape;353;p32">
            <a:extLst>
              <a:ext uri="{FF2B5EF4-FFF2-40B4-BE49-F238E27FC236}">
                <a16:creationId xmlns:a16="http://schemas.microsoft.com/office/drawing/2014/main" id="{0F1129EA-6AE0-CF41-1200-64272D3926A2}"/>
              </a:ext>
            </a:extLst>
          </p:cNvPr>
          <p:cNvSpPr txBox="1"/>
          <p:nvPr userDrawn="1"/>
        </p:nvSpPr>
        <p:spPr>
          <a:xfrm>
            <a:off x="2025947" y="3952324"/>
            <a:ext cx="2001764" cy="107702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noProof="0" dirty="0">
                <a:solidFill>
                  <a:schemeClr val="lt1"/>
                </a:solidFill>
                <a:latin typeface="Poppins Light"/>
                <a:ea typeface="Poppins Light"/>
                <a:cs typeface="Poppins Light"/>
                <a:sym typeface="Poppins Light"/>
              </a:rPr>
              <a:t>O que nós</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noProof="0" dirty="0">
                <a:solidFill>
                  <a:schemeClr val="lt1"/>
                </a:solidFill>
                <a:latin typeface="Poppins"/>
                <a:ea typeface="Poppins"/>
                <a:cs typeface="Poppins"/>
                <a:sym typeface="Poppins"/>
              </a:rPr>
              <a:t>aprendemos hoje?</a:t>
            </a:r>
            <a:endParaRPr lang="pt-BR" sz="2333" b="0" i="0" u="none" strike="noStrike" cap="none" noProof="0"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16565534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5.xml><?xml version="1.0" encoding="utf-8"?>
<p:sldLayout xmlns:a="http://schemas.openxmlformats.org/drawingml/2006/main" xmlns:r="http://schemas.openxmlformats.org/officeDocument/2006/relationships" xmlns:p="http://schemas.openxmlformats.org/presentationml/2006/main" matchingName="5_OqueAprendemos" preserve="1" userDrawn="1">
  <p:cSld name="6_OqueAprendemos">
    <p:spTree>
      <p:nvGrpSpPr>
        <p:cNvPr id="1" name="Shape 340"/>
        <p:cNvGrpSpPr/>
        <p:nvPr/>
      </p:nvGrpSpPr>
      <p:grpSpPr>
        <a:xfrm>
          <a:off x="0" y="0"/>
          <a:ext cx="0" cy="0"/>
          <a:chOff x="0" y="0"/>
          <a:chExt cx="0" cy="0"/>
        </a:xfrm>
      </p:grpSpPr>
      <p:pic>
        <p:nvPicPr>
          <p:cNvPr id="6" name="Google Shape;324;p32">
            <a:extLst>
              <a:ext uri="{FF2B5EF4-FFF2-40B4-BE49-F238E27FC236}">
                <a16:creationId xmlns:a16="http://schemas.microsoft.com/office/drawing/2014/main" id="{84C56D0D-4FE0-21F8-321B-505F553FE4BE}"/>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3775249" cy="6857983"/>
          </a:xfrm>
          <a:prstGeom prst="rect">
            <a:avLst/>
          </a:prstGeom>
          <a:noFill/>
          <a:ln>
            <a:noFill/>
          </a:ln>
        </p:spPr>
      </p:pic>
      <p:pic>
        <p:nvPicPr>
          <p:cNvPr id="342" name="Google Shape;342;p32"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32497" y="695158"/>
            <a:ext cx="3823136" cy="3899277"/>
          </a:xfrm>
          <a:prstGeom prst="ellipse">
            <a:avLst/>
          </a:prstGeom>
          <a:noFill/>
          <a:ln>
            <a:noFill/>
          </a:ln>
        </p:spPr>
      </p:pic>
      <p:sp>
        <p:nvSpPr>
          <p:cNvPr id="4" name="Google Shape;689;p48">
            <a:extLst>
              <a:ext uri="{FF2B5EF4-FFF2-40B4-BE49-F238E27FC236}">
                <a16:creationId xmlns:a16="http://schemas.microsoft.com/office/drawing/2014/main" id="{3A19ED95-0334-F47C-AF86-3309C91852AB}"/>
              </a:ext>
            </a:extLst>
          </p:cNvPr>
          <p:cNvSpPr txBox="1">
            <a:spLocks/>
          </p:cNvSpPr>
          <p:nvPr userDrawn="1"/>
        </p:nvSpPr>
        <p:spPr>
          <a:xfrm>
            <a:off x="918094" y="4658787"/>
            <a:ext cx="833169" cy="148759"/>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240"/>
              </a:spcBef>
              <a:buSzPts val="1200"/>
              <a:buFont typeface="Arial" pitchFamily="34" charset="0"/>
              <a:buNone/>
            </a:pPr>
            <a:r>
              <a:rPr lang="pt-BR" sz="800" dirty="0">
                <a:solidFill>
                  <a:schemeClr val="bg1"/>
                </a:solidFill>
                <a:latin typeface="Poppins Light" panose="00000400000000000000" pitchFamily="2" charset="0"/>
                <a:cs typeface="Poppins Light" panose="00000400000000000000" pitchFamily="2" charset="0"/>
              </a:rPr>
              <a:t>© Getty Images</a:t>
            </a:r>
          </a:p>
        </p:txBody>
      </p:sp>
      <p:sp>
        <p:nvSpPr>
          <p:cNvPr id="5" name="Espaço Reservado para Imagem 17">
            <a:extLst>
              <a:ext uri="{FF2B5EF4-FFF2-40B4-BE49-F238E27FC236}">
                <a16:creationId xmlns:a16="http://schemas.microsoft.com/office/drawing/2014/main" id="{625C6A0E-E0E0-2CE6-70A6-5C18B519DCF3}"/>
              </a:ext>
            </a:extLst>
          </p:cNvPr>
          <p:cNvSpPr>
            <a:spLocks noGrp="1"/>
          </p:cNvSpPr>
          <p:nvPr>
            <p:ph type="pic" sz="quarter" idx="10"/>
          </p:nvPr>
        </p:nvSpPr>
        <p:spPr>
          <a:xfrm>
            <a:off x="4868334" y="1691217"/>
            <a:ext cx="6354233" cy="4068233"/>
          </a:xfrm>
          <a:prstGeom prst="rect">
            <a:avLst/>
          </a:prstGeom>
          <a:solidFill>
            <a:schemeClr val="bg1">
              <a:lumMod val="85000"/>
            </a:schemeClr>
          </a:solidFill>
        </p:spPr>
        <p:txBody>
          <a:bodyPr/>
          <a:lstStyle>
            <a:lvl1pPr>
              <a:defRPr sz="1200" b="0" i="0">
                <a:latin typeface="Poppins" pitchFamily="2" charset="77"/>
                <a:cs typeface="Poppins" pitchFamily="2" charset="77"/>
              </a:defRPr>
            </a:lvl1pPr>
          </a:lstStyle>
          <a:p>
            <a:endParaRPr lang="pt-BR" dirty="0"/>
          </a:p>
        </p:txBody>
      </p:sp>
      <p:sp>
        <p:nvSpPr>
          <p:cNvPr id="12" name="Google Shape;741;p22">
            <a:extLst>
              <a:ext uri="{FF2B5EF4-FFF2-40B4-BE49-F238E27FC236}">
                <a16:creationId xmlns:a16="http://schemas.microsoft.com/office/drawing/2014/main" id="{4BD119D4-628D-2CB6-077F-AA969FD5DF91}"/>
              </a:ext>
            </a:extLst>
          </p:cNvPr>
          <p:cNvSpPr txBox="1">
            <a:spLocks/>
          </p:cNvSpPr>
          <p:nvPr userDrawn="1"/>
        </p:nvSpPr>
        <p:spPr>
          <a:xfrm>
            <a:off x="4676921" y="734022"/>
            <a:ext cx="5440600" cy="718283"/>
          </a:xfrm>
          <a:prstGeom prst="rect">
            <a:avLst/>
          </a:prstGeom>
          <a:noFill/>
          <a:ln>
            <a:noFill/>
          </a:ln>
        </p:spPr>
        <p:txBody>
          <a:bodyPr spcFirstLastPara="1" wrap="square" lIns="60950" tIns="30467" rIns="60950" bIns="30467"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04815" indent="-152408">
              <a:spcBef>
                <a:spcPts val="600"/>
              </a:spcBef>
              <a:buClr>
                <a:schemeClr val="dk1"/>
              </a:buClr>
              <a:buSzPts val="4500"/>
              <a:buFont typeface="Poppins"/>
              <a:buNone/>
            </a:pPr>
            <a:r>
              <a:rPr lang="pt-BR" sz="3000" b="1" dirty="0">
                <a:solidFill>
                  <a:srgbClr val="FF0000"/>
                </a:solidFill>
                <a:latin typeface="Poppins"/>
                <a:ea typeface="Poppins"/>
                <a:cs typeface="Poppins"/>
                <a:sym typeface="Poppins"/>
              </a:rPr>
              <a:t>Nuvem de palavras</a:t>
            </a:r>
          </a:p>
        </p:txBody>
      </p:sp>
      <p:sp>
        <p:nvSpPr>
          <p:cNvPr id="14" name="Retângulo: Cantos Arredondados 2">
            <a:extLst>
              <a:ext uri="{FF2B5EF4-FFF2-40B4-BE49-F238E27FC236}">
                <a16:creationId xmlns:a16="http://schemas.microsoft.com/office/drawing/2014/main" id="{5FACC11B-EF27-466A-2C75-D471FF495CA9}"/>
              </a:ext>
            </a:extLst>
          </p:cNvPr>
          <p:cNvSpPr/>
          <p:nvPr userDrawn="1"/>
        </p:nvSpPr>
        <p:spPr>
          <a:xfrm>
            <a:off x="1827147" y="369589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5" name="Google Shape;353;p32">
            <a:extLst>
              <a:ext uri="{FF2B5EF4-FFF2-40B4-BE49-F238E27FC236}">
                <a16:creationId xmlns:a16="http://schemas.microsoft.com/office/drawing/2014/main" id="{0F1129EA-6AE0-CF41-1200-64272D3926A2}"/>
              </a:ext>
            </a:extLst>
          </p:cNvPr>
          <p:cNvSpPr txBox="1"/>
          <p:nvPr userDrawn="1"/>
        </p:nvSpPr>
        <p:spPr>
          <a:xfrm>
            <a:off x="2025947" y="3952324"/>
            <a:ext cx="2001764" cy="107702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noProof="0" dirty="0">
                <a:solidFill>
                  <a:schemeClr val="lt1"/>
                </a:solidFill>
                <a:latin typeface="Poppins Light"/>
                <a:ea typeface="Poppins Light"/>
                <a:cs typeface="Poppins Light"/>
                <a:sym typeface="Poppins Light"/>
              </a:rPr>
              <a:t>O que nós</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noProof="0" dirty="0">
                <a:solidFill>
                  <a:schemeClr val="lt1"/>
                </a:solidFill>
                <a:latin typeface="Poppins"/>
                <a:ea typeface="Poppins"/>
                <a:cs typeface="Poppins"/>
                <a:sym typeface="Poppins"/>
              </a:rPr>
              <a:t>aprendemos hoje?</a:t>
            </a:r>
            <a:endParaRPr lang="pt-BR" sz="2333" b="0" i="0" u="none" strike="noStrike" cap="none" noProof="0"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32665216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6.xml><?xml version="1.0" encoding="utf-8"?>
<p:sldLayout xmlns:a="http://schemas.openxmlformats.org/drawingml/2006/main" xmlns:r="http://schemas.openxmlformats.org/officeDocument/2006/relationships" xmlns:p="http://schemas.openxmlformats.org/presentationml/2006/main" matchingName="3_Atividade_Seminario" userDrawn="1">
  <p:cSld name="3_Atividade_Seminario">
    <p:spTree>
      <p:nvGrpSpPr>
        <p:cNvPr id="1" name="Shape 353"/>
        <p:cNvGrpSpPr/>
        <p:nvPr/>
      </p:nvGrpSpPr>
      <p:grpSpPr>
        <a:xfrm>
          <a:off x="0" y="0"/>
          <a:ext cx="0" cy="0"/>
          <a:chOff x="0" y="0"/>
          <a:chExt cx="0" cy="0"/>
        </a:xfrm>
      </p:grpSpPr>
      <p:pic>
        <p:nvPicPr>
          <p:cNvPr id="4" name="Google Shape;142;p13">
            <a:extLst>
              <a:ext uri="{FF2B5EF4-FFF2-40B4-BE49-F238E27FC236}">
                <a16:creationId xmlns:a16="http://schemas.microsoft.com/office/drawing/2014/main" id="{8FD17222-6FB3-13E8-6B20-30C9E17AE569}"/>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7" name="Google Shape;143;p13">
            <a:extLst>
              <a:ext uri="{FF2B5EF4-FFF2-40B4-BE49-F238E27FC236}">
                <a16:creationId xmlns:a16="http://schemas.microsoft.com/office/drawing/2014/main" id="{AC8E0C22-5764-B58B-C453-B98F8EAA7CBB}"/>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5" name="Google Shape;397;p33">
            <a:extLst>
              <a:ext uri="{FF2B5EF4-FFF2-40B4-BE49-F238E27FC236}">
                <a16:creationId xmlns:a16="http://schemas.microsoft.com/office/drawing/2014/main" id="{A6F9B919-D4EA-3222-7F36-899CAA4CDBFA}"/>
              </a:ext>
            </a:extLst>
          </p:cNvPr>
          <p:cNvSpPr txBox="1">
            <a:spLocks noGrp="1"/>
          </p:cNvSpPr>
          <p:nvPr>
            <p:ph type="body" idx="5"/>
          </p:nvPr>
        </p:nvSpPr>
        <p:spPr>
          <a:xfrm>
            <a:off x="632648" y="1701800"/>
            <a:ext cx="11081832" cy="4145147"/>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347"/>
              </a:spcBef>
              <a:spcAft>
                <a:spcPts val="0"/>
              </a:spcAft>
              <a:buClr>
                <a:schemeClr val="dk1"/>
              </a:buClr>
              <a:buSzPts val="2600"/>
              <a:buFont typeface="Poppins"/>
              <a:buNone/>
              <a:defRPr sz="1700" b="0" i="0" u="none" strike="noStrike" cap="none">
                <a:solidFill>
                  <a:schemeClr val="dk1"/>
                </a:solidFill>
                <a:latin typeface="Poppins" panose="00000500000000000000" pitchFamily="2" charset="0"/>
                <a:ea typeface="Poppins" panose="00000500000000000000" pitchFamily="2" charset="0"/>
                <a:cs typeface="Poppins" panose="00000500000000000000" pitchFamily="2" charset="0"/>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dirty="0"/>
          </a:p>
        </p:txBody>
      </p:sp>
      <p:sp>
        <p:nvSpPr>
          <p:cNvPr id="8" name="Google Shape;624;p42">
            <a:extLst>
              <a:ext uri="{FF2B5EF4-FFF2-40B4-BE49-F238E27FC236}">
                <a16:creationId xmlns:a16="http://schemas.microsoft.com/office/drawing/2014/main" id="{0C8EF9AA-B930-2FE2-CE74-879D0D5F201B}"/>
              </a:ext>
            </a:extLst>
          </p:cNvPr>
          <p:cNvSpPr txBox="1"/>
          <p:nvPr userDrawn="1"/>
        </p:nvSpPr>
        <p:spPr>
          <a:xfrm>
            <a:off x="632648" y="1011053"/>
            <a:ext cx="6345600"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3200" b="1" i="0" u="none" strike="noStrike" cap="none" noProof="0" dirty="0">
                <a:solidFill>
                  <a:srgbClr val="FF161F"/>
                </a:solidFill>
                <a:latin typeface="Poppins"/>
                <a:ea typeface="Poppins"/>
                <a:cs typeface="Poppins"/>
                <a:sym typeface="Poppins"/>
              </a:rPr>
              <a:t>Referências</a:t>
            </a:r>
            <a:r>
              <a:rPr lang="en-US" sz="3200" b="1" i="0" u="none" strike="noStrike" cap="none" dirty="0">
                <a:solidFill>
                  <a:srgbClr val="FF161F"/>
                </a:solidFill>
                <a:latin typeface="Poppins"/>
                <a:ea typeface="Poppins"/>
                <a:cs typeface="Poppins"/>
                <a:sym typeface="Poppins"/>
              </a:rPr>
              <a:t> da aula</a:t>
            </a:r>
            <a:endParaRPr sz="3200" b="0" i="0" u="none" strike="noStrike" cap="none" dirty="0">
              <a:solidFill>
                <a:srgbClr val="FF161F"/>
              </a:solidFill>
              <a:latin typeface="Poppins"/>
              <a:ea typeface="Poppins"/>
              <a:cs typeface="Poppins"/>
              <a:sym typeface="Poppins"/>
            </a:endParaRPr>
          </a:p>
        </p:txBody>
      </p:sp>
    </p:spTree>
    <p:extLst>
      <p:ext uri="{BB962C8B-B14F-4D97-AF65-F5344CB8AC3E}">
        <p14:creationId xmlns:p14="http://schemas.microsoft.com/office/powerpoint/2010/main" val="2951046904"/>
      </p:ext>
    </p:extLst>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matchingName="Título e Conteúdo" userDrawn="1">
  <p:cSld name="Título e Conteúdo">
    <p:spTree>
      <p:nvGrpSpPr>
        <p:cNvPr id="1" name="Shape 14"/>
        <p:cNvGrpSpPr/>
        <p:nvPr/>
      </p:nvGrpSpPr>
      <p:grpSpPr>
        <a:xfrm>
          <a:off x="0" y="0"/>
          <a:ext cx="0" cy="0"/>
          <a:chOff x="0" y="0"/>
          <a:chExt cx="0" cy="0"/>
        </a:xfrm>
      </p:grpSpPr>
      <p:pic>
        <p:nvPicPr>
          <p:cNvPr id="2" name="Google Shape;142;p13">
            <a:extLst>
              <a:ext uri="{FF2B5EF4-FFF2-40B4-BE49-F238E27FC236}">
                <a16:creationId xmlns:a16="http://schemas.microsoft.com/office/drawing/2014/main" id="{FA740F1C-3A8F-8F8C-4201-FD66C5113EF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7" name="Google Shape;143;p13">
            <a:extLst>
              <a:ext uri="{FF2B5EF4-FFF2-40B4-BE49-F238E27FC236}">
                <a16:creationId xmlns:a16="http://schemas.microsoft.com/office/drawing/2014/main" id="{27DC8A75-270B-4065-1E6C-DC0FFE908C63}"/>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13" name="Espaço Reservado para Texto 12">
            <a:extLst>
              <a:ext uri="{FF2B5EF4-FFF2-40B4-BE49-F238E27FC236}">
                <a16:creationId xmlns:a16="http://schemas.microsoft.com/office/drawing/2014/main" id="{1C904D48-A0F9-60D5-EB49-9DF762449177}"/>
              </a:ext>
            </a:extLst>
          </p:cNvPr>
          <p:cNvSpPr>
            <a:spLocks noGrp="1"/>
          </p:cNvSpPr>
          <p:nvPr>
            <p:ph type="body" sz="quarter" idx="10"/>
          </p:nvPr>
        </p:nvSpPr>
        <p:spPr>
          <a:xfrm>
            <a:off x="3178176" y="1031875"/>
            <a:ext cx="4616450" cy="536575"/>
          </a:xfrm>
          <a:prstGeom prst="rect">
            <a:avLst/>
          </a:prstGeom>
        </p:spPr>
        <p:txBody>
          <a:bodyPr/>
          <a:lstStyle/>
          <a:p>
            <a:pPr lvl="0"/>
            <a:endParaRPr lang="pt-BR"/>
          </a:p>
        </p:txBody>
      </p:sp>
      <p:sp>
        <p:nvSpPr>
          <p:cNvPr id="10" name="Retângulo: Cantos Arredondados 2">
            <a:extLst>
              <a:ext uri="{FF2B5EF4-FFF2-40B4-BE49-F238E27FC236}">
                <a16:creationId xmlns:a16="http://schemas.microsoft.com/office/drawing/2014/main" id="{7143BE6D-D109-BD41-362F-6F997B1B1AD3}"/>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1" name="Google Shape;101;p34">
            <a:extLst>
              <a:ext uri="{FF2B5EF4-FFF2-40B4-BE49-F238E27FC236}">
                <a16:creationId xmlns:a16="http://schemas.microsoft.com/office/drawing/2014/main" id="{7A6E5236-F98F-1B45-577E-724DDAB28D6A}"/>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3315134341"/>
      </p:ext>
    </p:extLst>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matchingName="Título e Conteúdo" preserve="1" userDrawn="1">
  <p:cSld name="1_Título e Conteúdo">
    <p:spTree>
      <p:nvGrpSpPr>
        <p:cNvPr id="1" name="Shape 14"/>
        <p:cNvGrpSpPr/>
        <p:nvPr/>
      </p:nvGrpSpPr>
      <p:grpSpPr>
        <a:xfrm>
          <a:off x="0" y="0"/>
          <a:ext cx="0" cy="0"/>
          <a:chOff x="0" y="0"/>
          <a:chExt cx="0" cy="0"/>
        </a:xfrm>
      </p:grpSpPr>
      <p:pic>
        <p:nvPicPr>
          <p:cNvPr id="7" name="Google Shape;143;p13">
            <a:extLst>
              <a:ext uri="{FF2B5EF4-FFF2-40B4-BE49-F238E27FC236}">
                <a16:creationId xmlns:a16="http://schemas.microsoft.com/office/drawing/2014/main" id="{2ED62D8F-CCA9-BC2D-25EA-AF87D24336DC}"/>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pic>
        <p:nvPicPr>
          <p:cNvPr id="2" name="Google Shape;142;p13">
            <a:extLst>
              <a:ext uri="{FF2B5EF4-FFF2-40B4-BE49-F238E27FC236}">
                <a16:creationId xmlns:a16="http://schemas.microsoft.com/office/drawing/2014/main" id="{075525CE-5E84-8D64-D0F9-983E87514886}"/>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sp>
        <p:nvSpPr>
          <p:cNvPr id="6" name="Espaço Reservado para Texto 22">
            <a:extLst>
              <a:ext uri="{FF2B5EF4-FFF2-40B4-BE49-F238E27FC236}">
                <a16:creationId xmlns:a16="http://schemas.microsoft.com/office/drawing/2014/main" id="{55E5834A-1CB2-D23A-BE91-7378B47774C8}"/>
              </a:ext>
            </a:extLst>
          </p:cNvPr>
          <p:cNvSpPr>
            <a:spLocks noGrp="1"/>
          </p:cNvSpPr>
          <p:nvPr>
            <p:ph type="body" sz="quarter" idx="4294967295"/>
          </p:nvPr>
        </p:nvSpPr>
        <p:spPr>
          <a:xfrm>
            <a:off x="2832629" y="929217"/>
            <a:ext cx="8512278" cy="409905"/>
          </a:xfrm>
          <a:prstGeom prst="rect">
            <a:avLst/>
          </a:prstGeom>
        </p:spPr>
        <p:txBody>
          <a:bodyPr/>
          <a:lstStyle>
            <a:lvl1pPr>
              <a:defRPr sz="4400" b="1"/>
            </a:lvl1pPr>
          </a:lstStyle>
          <a:p>
            <a:pPr lvl="0"/>
            <a:endParaRPr lang="pt-BR" sz="3200" dirty="0">
              <a:solidFill>
                <a:srgbClr val="FF161F"/>
              </a:solidFill>
              <a:latin typeface="Poppins" pitchFamily="2" charset="77"/>
              <a:cs typeface="Poppins" pitchFamily="2" charset="77"/>
            </a:endParaRPr>
          </a:p>
        </p:txBody>
      </p:sp>
      <p:sp>
        <p:nvSpPr>
          <p:cNvPr id="8" name="Espaço Reservado para Texto 22">
            <a:extLst>
              <a:ext uri="{FF2B5EF4-FFF2-40B4-BE49-F238E27FC236}">
                <a16:creationId xmlns:a16="http://schemas.microsoft.com/office/drawing/2014/main" id="{0C6D2BE4-0D6C-1091-F075-4DD3201292B3}"/>
              </a:ext>
            </a:extLst>
          </p:cNvPr>
          <p:cNvSpPr>
            <a:spLocks noGrp="1"/>
          </p:cNvSpPr>
          <p:nvPr>
            <p:ph type="body" sz="quarter" idx="4294967295"/>
          </p:nvPr>
        </p:nvSpPr>
        <p:spPr>
          <a:xfrm>
            <a:off x="3117954" y="1598778"/>
            <a:ext cx="8226953" cy="2612798"/>
          </a:xfrm>
          <a:prstGeom prst="rect">
            <a:avLst/>
          </a:prstGeom>
        </p:spPr>
        <p:txBody>
          <a:bodyPr/>
          <a:lstStyle>
            <a:lvl1pPr>
              <a:defRPr sz="2400"/>
            </a:lvl1pPr>
          </a:lstStyle>
          <a:p>
            <a:pPr lvl="0"/>
            <a:endParaRPr lang="pt-BR" sz="2200" dirty="0">
              <a:latin typeface="Poppins" pitchFamily="2" charset="77"/>
              <a:cs typeface="Poppins" pitchFamily="2" charset="77"/>
            </a:endParaRPr>
          </a:p>
        </p:txBody>
      </p:sp>
      <p:sp>
        <p:nvSpPr>
          <p:cNvPr id="10" name="Espaço Reservado para Texto 12">
            <a:extLst>
              <a:ext uri="{FF2B5EF4-FFF2-40B4-BE49-F238E27FC236}">
                <a16:creationId xmlns:a16="http://schemas.microsoft.com/office/drawing/2014/main" id="{82E957DC-7BB0-6AA6-BC41-AE8D565E4E15}"/>
              </a:ext>
            </a:extLst>
          </p:cNvPr>
          <p:cNvSpPr>
            <a:spLocks noGrp="1"/>
          </p:cNvSpPr>
          <p:nvPr>
            <p:ph type="body" sz="quarter" idx="10"/>
          </p:nvPr>
        </p:nvSpPr>
        <p:spPr>
          <a:xfrm>
            <a:off x="4282082" y="4997173"/>
            <a:ext cx="6770665" cy="903900"/>
          </a:xfrm>
          <a:prstGeom prst="rect">
            <a:avLst/>
          </a:prstGeom>
        </p:spPr>
        <p:txBody>
          <a:bodyPr/>
          <a:lstStyle/>
          <a:p>
            <a:pPr lvl="0"/>
            <a:endParaRPr lang="pt-BR" sz="1800" dirty="0">
              <a:solidFill>
                <a:schemeClr val="bg1"/>
              </a:solidFill>
              <a:latin typeface="Poppins" pitchFamily="2" charset="77"/>
              <a:cs typeface="Poppins" pitchFamily="2" charset="77"/>
            </a:endParaRPr>
          </a:p>
        </p:txBody>
      </p:sp>
      <p:sp>
        <p:nvSpPr>
          <p:cNvPr id="13" name="Retângulo: Cantos Arredondados 2">
            <a:extLst>
              <a:ext uri="{FF2B5EF4-FFF2-40B4-BE49-F238E27FC236}">
                <a16:creationId xmlns:a16="http://schemas.microsoft.com/office/drawing/2014/main" id="{161ECE37-1BE7-D4A7-14A7-868D0D943873}"/>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Google Shape;207;p37">
            <a:extLst>
              <a:ext uri="{FF2B5EF4-FFF2-40B4-BE49-F238E27FC236}">
                <a16:creationId xmlns:a16="http://schemas.microsoft.com/office/drawing/2014/main" id="{3B566B54-B470-4BCB-0510-B91E5BBD701C}"/>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3247772885"/>
      </p:ext>
    </p:extLst>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matchingName="Linha do Tempo2">
  <p:cSld name="Linha do Tempo2">
    <p:bg>
      <p:bgRef idx="1001">
        <a:schemeClr val="bg1"/>
      </p:bgRef>
    </p:bg>
    <p:spTree>
      <p:nvGrpSpPr>
        <p:cNvPr id="1" name="Shape 147"/>
        <p:cNvGrpSpPr/>
        <p:nvPr/>
      </p:nvGrpSpPr>
      <p:grpSpPr>
        <a:xfrm>
          <a:off x="0" y="0"/>
          <a:ext cx="0" cy="0"/>
          <a:chOff x="0" y="0"/>
          <a:chExt cx="0" cy="0"/>
        </a:xfrm>
      </p:grpSpPr>
      <p:pic>
        <p:nvPicPr>
          <p:cNvPr id="12" name="Google Shape;142;p13">
            <a:extLst>
              <a:ext uri="{FF2B5EF4-FFF2-40B4-BE49-F238E27FC236}">
                <a16:creationId xmlns:a16="http://schemas.microsoft.com/office/drawing/2014/main" id="{A3BE574E-05FF-907C-D5A5-EB93CBDE549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13" name="Google Shape;143;p13">
            <a:extLst>
              <a:ext uri="{FF2B5EF4-FFF2-40B4-BE49-F238E27FC236}">
                <a16:creationId xmlns:a16="http://schemas.microsoft.com/office/drawing/2014/main" id="{AC50D14A-5A76-6541-4D52-2F75A0EC6970}"/>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cxnSp>
        <p:nvCxnSpPr>
          <p:cNvPr id="150" name="Google Shape;150;p13"/>
          <p:cNvCxnSpPr>
            <a:cxnSpLocks/>
          </p:cNvCxnSpPr>
          <p:nvPr/>
        </p:nvCxnSpPr>
        <p:spPr>
          <a:xfrm>
            <a:off x="460698" y="3353252"/>
            <a:ext cx="11844716" cy="0"/>
          </a:xfrm>
          <a:prstGeom prst="straightConnector1">
            <a:avLst/>
          </a:prstGeom>
          <a:noFill/>
          <a:ln w="28575" cap="flat" cmpd="sng">
            <a:solidFill>
              <a:schemeClr val="dk1"/>
            </a:solidFill>
            <a:prstDash val="dot"/>
            <a:round/>
            <a:headEnd type="none" w="sm" len="sm"/>
            <a:tailEnd type="none" w="sm" len="sm"/>
          </a:ln>
        </p:spPr>
      </p:cxnSp>
      <p:sp>
        <p:nvSpPr>
          <p:cNvPr id="151" name="Google Shape;151;p13"/>
          <p:cNvSpPr txBox="1">
            <a:spLocks noGrp="1"/>
          </p:cNvSpPr>
          <p:nvPr>
            <p:ph type="body" idx="1"/>
          </p:nvPr>
        </p:nvSpPr>
        <p:spPr>
          <a:xfrm>
            <a:off x="3104707" y="1639685"/>
            <a:ext cx="8240200" cy="225767"/>
          </a:xfrm>
          <a:prstGeom prst="rect">
            <a:avLst/>
          </a:prstGeom>
          <a:noFill/>
          <a:ln>
            <a:noFill/>
          </a:ln>
        </p:spPr>
        <p:txBody>
          <a:bodyPr spcFirstLastPara="1" wrap="square" lIns="0" tIns="0" rIns="0" bIns="0" anchor="t" anchorCtr="0">
            <a:spAutoFit/>
          </a:bodyPr>
          <a:lstStyle>
            <a:lvl1pPr marL="304815" marR="0" lvl="0" indent="-152408" algn="l" rtl="0">
              <a:lnSpc>
                <a:spcPct val="100000"/>
              </a:lnSpc>
              <a:spcBef>
                <a:spcPts val="0"/>
              </a:spcBef>
              <a:spcAft>
                <a:spcPts val="0"/>
              </a:spcAft>
              <a:buClr>
                <a:srgbClr val="000000"/>
              </a:buClr>
              <a:buSzPts val="2200"/>
              <a:buFont typeface="Poppins"/>
              <a:buNone/>
              <a:defRPr sz="1467" i="0" u="none" strike="noStrike" cap="none">
                <a:solidFill>
                  <a:srgbClr val="000000"/>
                </a:solidFill>
                <a:latin typeface="Poppins Light"/>
                <a:ea typeface="Poppins Light"/>
                <a:cs typeface="Poppins Light"/>
                <a:sym typeface="Poppins Light"/>
              </a:defRPr>
            </a:lvl1pPr>
            <a:lvl2pPr marL="609630" marR="0" lvl="1"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2pPr>
            <a:lvl3pPr marL="914446" marR="0" lvl="2"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3pPr>
            <a:lvl4pPr marL="1219261" marR="0" lvl="3"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4pPr>
            <a:lvl5pPr marL="1524076" marR="0" lvl="4"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5pPr>
            <a:lvl6pPr marL="1828891" marR="0" lvl="5"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6pPr>
            <a:lvl7pPr marL="2133707" marR="0" lvl="6"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7pPr>
            <a:lvl8pPr marL="2438522" marR="0" lvl="7"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8pPr>
            <a:lvl9pPr marL="2743337" marR="0" lvl="8"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9pPr>
          </a:lstStyle>
          <a:p>
            <a:endParaRPr/>
          </a:p>
        </p:txBody>
      </p:sp>
      <p:sp>
        <p:nvSpPr>
          <p:cNvPr id="152" name="Google Shape;152;p13"/>
          <p:cNvSpPr txBox="1">
            <a:spLocks noGrp="1"/>
          </p:cNvSpPr>
          <p:nvPr>
            <p:ph type="body" idx="2"/>
          </p:nvPr>
        </p:nvSpPr>
        <p:spPr>
          <a:xfrm>
            <a:off x="3104707" y="1090293"/>
            <a:ext cx="7173432" cy="417775"/>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0"/>
              </a:spcBef>
              <a:spcAft>
                <a:spcPts val="0"/>
              </a:spcAft>
              <a:buClr>
                <a:srgbClr val="000000"/>
              </a:buClr>
              <a:buSzPts val="3000"/>
              <a:buFont typeface="Poppins"/>
              <a:buNone/>
              <a:defRPr sz="2000" b="1" i="0" u="none" strike="noStrike" cap="none">
                <a:solidFill>
                  <a:srgbClr val="FF161F"/>
                </a:solidFill>
                <a:latin typeface="Poppins"/>
                <a:ea typeface="Poppins"/>
                <a:cs typeface="Poppins"/>
                <a:sym typeface="Poppins"/>
              </a:defRPr>
            </a:lvl1pPr>
            <a:lvl2pPr marL="609630" marR="0" lvl="1"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2pPr>
            <a:lvl3pPr marL="914446" marR="0" lvl="2"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3pPr>
            <a:lvl4pPr marL="1219261" marR="0" lvl="3"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4pPr>
            <a:lvl5pPr marL="1524076" marR="0" lvl="4"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5pPr>
            <a:lvl6pPr marL="1828891" marR="0" lvl="5"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6pPr>
            <a:lvl7pPr marL="2133707" marR="0" lvl="6"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7pPr>
            <a:lvl8pPr marL="2438522" marR="0" lvl="7"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8pPr>
            <a:lvl9pPr marL="2743337" marR="0" lvl="8"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9pPr>
          </a:lstStyle>
          <a:p>
            <a:endParaRPr/>
          </a:p>
        </p:txBody>
      </p:sp>
      <p:sp>
        <p:nvSpPr>
          <p:cNvPr id="11" name="CaixaDeTexto 10">
            <a:extLst>
              <a:ext uri="{FF2B5EF4-FFF2-40B4-BE49-F238E27FC236}">
                <a16:creationId xmlns:a16="http://schemas.microsoft.com/office/drawing/2014/main" id="{05ABDF42-EF7F-F462-B70F-D72A8B6C45FA}"/>
              </a:ext>
            </a:extLst>
          </p:cNvPr>
          <p:cNvSpPr txBox="1"/>
          <p:nvPr userDrawn="1"/>
        </p:nvSpPr>
        <p:spPr>
          <a:xfrm>
            <a:off x="1635512" y="4980878"/>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4" name="Retângulo: Cantos Arredondados 2">
            <a:extLst>
              <a:ext uri="{FF2B5EF4-FFF2-40B4-BE49-F238E27FC236}">
                <a16:creationId xmlns:a16="http://schemas.microsoft.com/office/drawing/2014/main" id="{B6FE7C37-3527-152D-C03D-F5534639DA4B}"/>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5" name="Google Shape;101;p34">
            <a:extLst>
              <a:ext uri="{FF2B5EF4-FFF2-40B4-BE49-F238E27FC236}">
                <a16:creationId xmlns:a16="http://schemas.microsoft.com/office/drawing/2014/main" id="{F2D8AFC9-ED4D-4A91-4EEE-5A5558896E32}"/>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4028945689"/>
      </p:ext>
    </p:extLst>
  </p:cSld>
  <p:clrMapOvr>
    <a:overrideClrMapping bg1="lt1" tx1="dk1" bg2="lt2" tx2="dk2" accent1="accent1" accent2="accent2" accent3="accent3" accent4="accent4" accent5="accent5" accent6="accent6" hlink="hlink" folHlink="folHlink"/>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matchingName="Linha do Tempo2" preserve="1" userDrawn="1">
  <p:cSld name="1_Linha do Tempo2">
    <p:bg>
      <p:bgRef idx="1001">
        <a:schemeClr val="bg1"/>
      </p:bgRef>
    </p:bg>
    <p:spTree>
      <p:nvGrpSpPr>
        <p:cNvPr id="1" name="Shape 147"/>
        <p:cNvGrpSpPr/>
        <p:nvPr/>
      </p:nvGrpSpPr>
      <p:grpSpPr>
        <a:xfrm>
          <a:off x="0" y="0"/>
          <a:ext cx="0" cy="0"/>
          <a:chOff x="0" y="0"/>
          <a:chExt cx="0" cy="0"/>
        </a:xfrm>
      </p:grpSpPr>
      <p:pic>
        <p:nvPicPr>
          <p:cNvPr id="5" name="Google Shape;143;p13">
            <a:extLst>
              <a:ext uri="{FF2B5EF4-FFF2-40B4-BE49-F238E27FC236}">
                <a16:creationId xmlns:a16="http://schemas.microsoft.com/office/drawing/2014/main" id="{CBD4DB6C-705E-30F8-5077-6E53EAABB099}"/>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pic>
        <p:nvPicPr>
          <p:cNvPr id="2" name="Google Shape;142;p13">
            <a:extLst>
              <a:ext uri="{FF2B5EF4-FFF2-40B4-BE49-F238E27FC236}">
                <a16:creationId xmlns:a16="http://schemas.microsoft.com/office/drawing/2014/main" id="{876B404F-E866-F3DF-FAC8-3A09B65E31A3}"/>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cxnSp>
        <p:nvCxnSpPr>
          <p:cNvPr id="150" name="Google Shape;150;p13"/>
          <p:cNvCxnSpPr>
            <a:cxnSpLocks/>
          </p:cNvCxnSpPr>
          <p:nvPr/>
        </p:nvCxnSpPr>
        <p:spPr>
          <a:xfrm>
            <a:off x="460698" y="3353252"/>
            <a:ext cx="11844716" cy="0"/>
          </a:xfrm>
          <a:prstGeom prst="straightConnector1">
            <a:avLst/>
          </a:prstGeom>
          <a:noFill/>
          <a:ln w="28575" cap="flat" cmpd="sng">
            <a:solidFill>
              <a:schemeClr val="dk1"/>
            </a:solidFill>
            <a:prstDash val="dot"/>
            <a:round/>
            <a:headEnd type="none" w="sm" len="sm"/>
            <a:tailEnd type="none" w="sm" len="sm"/>
          </a:ln>
        </p:spPr>
      </p:cxnSp>
      <p:sp>
        <p:nvSpPr>
          <p:cNvPr id="151" name="Google Shape;151;p13"/>
          <p:cNvSpPr txBox="1">
            <a:spLocks noGrp="1"/>
          </p:cNvSpPr>
          <p:nvPr>
            <p:ph type="body" idx="1"/>
          </p:nvPr>
        </p:nvSpPr>
        <p:spPr>
          <a:xfrm>
            <a:off x="3104707" y="1639685"/>
            <a:ext cx="8240200" cy="225767"/>
          </a:xfrm>
          <a:prstGeom prst="rect">
            <a:avLst/>
          </a:prstGeom>
          <a:noFill/>
          <a:ln>
            <a:noFill/>
          </a:ln>
        </p:spPr>
        <p:txBody>
          <a:bodyPr spcFirstLastPara="1" wrap="square" lIns="0" tIns="0" rIns="0" bIns="0" anchor="t" anchorCtr="0">
            <a:spAutoFit/>
          </a:bodyPr>
          <a:lstStyle>
            <a:lvl1pPr marL="304815" marR="0" lvl="0" indent="-152408" algn="l" rtl="0">
              <a:lnSpc>
                <a:spcPct val="100000"/>
              </a:lnSpc>
              <a:spcBef>
                <a:spcPts val="0"/>
              </a:spcBef>
              <a:spcAft>
                <a:spcPts val="0"/>
              </a:spcAft>
              <a:buClr>
                <a:srgbClr val="000000"/>
              </a:buClr>
              <a:buSzPts val="2200"/>
              <a:buFont typeface="Poppins"/>
              <a:buNone/>
              <a:defRPr sz="1467" i="0" u="none" strike="noStrike" cap="none">
                <a:solidFill>
                  <a:srgbClr val="000000"/>
                </a:solidFill>
                <a:latin typeface="Poppins Light"/>
                <a:ea typeface="Poppins Light"/>
                <a:cs typeface="Poppins Light"/>
                <a:sym typeface="Poppins Light"/>
              </a:defRPr>
            </a:lvl1pPr>
            <a:lvl2pPr marL="609630" marR="0" lvl="1"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2pPr>
            <a:lvl3pPr marL="914446" marR="0" lvl="2"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3pPr>
            <a:lvl4pPr marL="1219261" marR="0" lvl="3"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4pPr>
            <a:lvl5pPr marL="1524076" marR="0" lvl="4"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5pPr>
            <a:lvl6pPr marL="1828891" marR="0" lvl="5"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6pPr>
            <a:lvl7pPr marL="2133707" marR="0" lvl="6"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7pPr>
            <a:lvl8pPr marL="2438522" marR="0" lvl="7"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8pPr>
            <a:lvl9pPr marL="2743337" marR="0" lvl="8"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9pPr>
          </a:lstStyle>
          <a:p>
            <a:endParaRPr/>
          </a:p>
        </p:txBody>
      </p:sp>
      <p:sp>
        <p:nvSpPr>
          <p:cNvPr id="152" name="Google Shape;152;p13"/>
          <p:cNvSpPr txBox="1">
            <a:spLocks noGrp="1"/>
          </p:cNvSpPr>
          <p:nvPr>
            <p:ph type="body" idx="2"/>
          </p:nvPr>
        </p:nvSpPr>
        <p:spPr>
          <a:xfrm>
            <a:off x="3104707" y="1090293"/>
            <a:ext cx="7173432" cy="417775"/>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0"/>
              </a:spcBef>
              <a:spcAft>
                <a:spcPts val="0"/>
              </a:spcAft>
              <a:buClr>
                <a:srgbClr val="000000"/>
              </a:buClr>
              <a:buSzPts val="3000"/>
              <a:buFont typeface="Poppins"/>
              <a:buNone/>
              <a:defRPr sz="2000" b="1" i="0" u="none" strike="noStrike" cap="none">
                <a:solidFill>
                  <a:srgbClr val="FF161F"/>
                </a:solidFill>
                <a:latin typeface="Poppins"/>
                <a:ea typeface="Poppins"/>
                <a:cs typeface="Poppins"/>
                <a:sym typeface="Poppins"/>
              </a:defRPr>
            </a:lvl1pPr>
            <a:lvl2pPr marL="609630" marR="0" lvl="1"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2pPr>
            <a:lvl3pPr marL="914446" marR="0" lvl="2"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3pPr>
            <a:lvl4pPr marL="1219261" marR="0" lvl="3"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4pPr>
            <a:lvl5pPr marL="1524076" marR="0" lvl="4"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5pPr>
            <a:lvl6pPr marL="1828891" marR="0" lvl="5"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6pPr>
            <a:lvl7pPr marL="2133707" marR="0" lvl="6"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7pPr>
            <a:lvl8pPr marL="2438522" marR="0" lvl="7"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8pPr>
            <a:lvl9pPr marL="2743337" marR="0" lvl="8"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9pPr>
          </a:lstStyle>
          <a:p>
            <a:endParaRPr/>
          </a:p>
        </p:txBody>
      </p:sp>
      <p:sp>
        <p:nvSpPr>
          <p:cNvPr id="11" name="CaixaDeTexto 10">
            <a:extLst>
              <a:ext uri="{FF2B5EF4-FFF2-40B4-BE49-F238E27FC236}">
                <a16:creationId xmlns:a16="http://schemas.microsoft.com/office/drawing/2014/main" id="{05ABDF42-EF7F-F462-B70F-D72A8B6C45FA}"/>
              </a:ext>
            </a:extLst>
          </p:cNvPr>
          <p:cNvSpPr txBox="1"/>
          <p:nvPr userDrawn="1"/>
        </p:nvSpPr>
        <p:spPr>
          <a:xfrm>
            <a:off x="1635512" y="4980878"/>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5" name="Retângulo: Cantos Arredondados 2">
            <a:extLst>
              <a:ext uri="{FF2B5EF4-FFF2-40B4-BE49-F238E27FC236}">
                <a16:creationId xmlns:a16="http://schemas.microsoft.com/office/drawing/2014/main" id="{161ECE37-1BE7-D4A7-14A7-868D0D943873}"/>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6" name="Google Shape;207;p37">
            <a:extLst>
              <a:ext uri="{FF2B5EF4-FFF2-40B4-BE49-F238E27FC236}">
                <a16:creationId xmlns:a16="http://schemas.microsoft.com/office/drawing/2014/main" id="{3B566B54-B470-4BCB-0510-B91E5BBD701C}"/>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3452953956"/>
      </p:ext>
    </p:extLst>
  </p:cSld>
  <p:clrMapOvr>
    <a:overrideClrMapping bg1="lt1" tx1="dk1" bg2="lt2" tx2="dk2" accent1="accent1" accent2="accent2" accent3="accent3" accent4="accent4" accent5="accent5" accent6="accent6" hlink="hlink" folHlink="folHlink"/>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matchingName="1_Linha do Tempo1" userDrawn="1">
  <p:cSld name="1_Linha do Tempo1">
    <p:bg>
      <p:bgRef idx="1001">
        <a:schemeClr val="bg1"/>
      </p:bgRef>
    </p:bg>
    <p:spTree>
      <p:nvGrpSpPr>
        <p:cNvPr id="1" name="Shape 159"/>
        <p:cNvGrpSpPr/>
        <p:nvPr/>
      </p:nvGrpSpPr>
      <p:grpSpPr>
        <a:xfrm>
          <a:off x="0" y="0"/>
          <a:ext cx="0" cy="0"/>
          <a:chOff x="0" y="0"/>
          <a:chExt cx="0" cy="0"/>
        </a:xfrm>
      </p:grpSpPr>
      <p:pic>
        <p:nvPicPr>
          <p:cNvPr id="2" name="Google Shape;142;p13">
            <a:extLst>
              <a:ext uri="{FF2B5EF4-FFF2-40B4-BE49-F238E27FC236}">
                <a16:creationId xmlns:a16="http://schemas.microsoft.com/office/drawing/2014/main" id="{CEBD8889-7FF6-EDFF-F8AB-B05F116A042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11" name="Google Shape;143;p13">
            <a:extLst>
              <a:ext uri="{FF2B5EF4-FFF2-40B4-BE49-F238E27FC236}">
                <a16:creationId xmlns:a16="http://schemas.microsoft.com/office/drawing/2014/main" id="{0BB80D7B-2CE4-BE6C-9DC5-3DF50EFE9F9B}"/>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cxnSp>
        <p:nvCxnSpPr>
          <p:cNvPr id="166" name="Google Shape;166;p14"/>
          <p:cNvCxnSpPr/>
          <p:nvPr/>
        </p:nvCxnSpPr>
        <p:spPr>
          <a:xfrm>
            <a:off x="1559442"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168" name="Google Shape;168;p14"/>
          <p:cNvCxnSpPr/>
          <p:nvPr/>
        </p:nvCxnSpPr>
        <p:spPr>
          <a:xfrm rot="10800000">
            <a:off x="1147295" y="4639450"/>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169" name="Google Shape;169;p14"/>
          <p:cNvCxnSpPr/>
          <p:nvPr/>
        </p:nvCxnSpPr>
        <p:spPr>
          <a:xfrm rot="10800000">
            <a:off x="6787299"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170" name="Google Shape;170;p14"/>
          <p:cNvCxnSpPr/>
          <p:nvPr/>
        </p:nvCxnSpPr>
        <p:spPr>
          <a:xfrm>
            <a:off x="3961499"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171" name="Google Shape;171;p14"/>
          <p:cNvCxnSpPr/>
          <p:nvPr/>
        </p:nvCxnSpPr>
        <p:spPr>
          <a:xfrm>
            <a:off x="9587327"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172" name="Google Shape;172;p14"/>
          <p:cNvSpPr>
            <a:spLocks noGrp="1"/>
          </p:cNvSpPr>
          <p:nvPr>
            <p:ph type="pic" idx="2"/>
          </p:nvPr>
        </p:nvSpPr>
        <p:spPr>
          <a:xfrm>
            <a:off x="778432" y="3092450"/>
            <a:ext cx="2016125" cy="1677459"/>
          </a:xfrm>
          <a:prstGeom prst="rect">
            <a:avLst/>
          </a:prstGeom>
          <a:solidFill>
            <a:srgbClr val="D8D8D8"/>
          </a:solidFill>
          <a:ln>
            <a:noFill/>
          </a:ln>
        </p:spPr>
        <p:txBody>
          <a:bodyPr/>
          <a:lstStyle/>
          <a:p>
            <a:endParaRPr lang="pt-BR" dirty="0"/>
          </a:p>
        </p:txBody>
      </p:sp>
      <p:sp>
        <p:nvSpPr>
          <p:cNvPr id="173" name="Google Shape;173;p14"/>
          <p:cNvSpPr>
            <a:spLocks noGrp="1"/>
          </p:cNvSpPr>
          <p:nvPr>
            <p:ph type="pic" idx="3"/>
          </p:nvPr>
        </p:nvSpPr>
        <p:spPr>
          <a:xfrm>
            <a:off x="3615829" y="3092450"/>
            <a:ext cx="2016125" cy="1677459"/>
          </a:xfrm>
          <a:prstGeom prst="rect">
            <a:avLst/>
          </a:prstGeom>
          <a:solidFill>
            <a:srgbClr val="D8D8D8"/>
          </a:solidFill>
          <a:ln>
            <a:noFill/>
          </a:ln>
        </p:spPr>
        <p:txBody>
          <a:bodyPr/>
          <a:lstStyle/>
          <a:p>
            <a:endParaRPr lang="pt-BR" dirty="0"/>
          </a:p>
        </p:txBody>
      </p:sp>
      <p:sp>
        <p:nvSpPr>
          <p:cNvPr id="174" name="Google Shape;174;p14"/>
          <p:cNvSpPr>
            <a:spLocks noGrp="1"/>
          </p:cNvSpPr>
          <p:nvPr>
            <p:ph type="pic" idx="4"/>
          </p:nvPr>
        </p:nvSpPr>
        <p:spPr>
          <a:xfrm>
            <a:off x="6432270" y="3092450"/>
            <a:ext cx="2016125" cy="1677459"/>
          </a:xfrm>
          <a:prstGeom prst="rect">
            <a:avLst/>
          </a:prstGeom>
          <a:solidFill>
            <a:srgbClr val="D8D8D8"/>
          </a:solidFill>
          <a:ln>
            <a:noFill/>
          </a:ln>
        </p:spPr>
        <p:txBody>
          <a:bodyPr/>
          <a:lstStyle/>
          <a:p>
            <a:endParaRPr lang="pt-BR" dirty="0"/>
          </a:p>
        </p:txBody>
      </p:sp>
      <p:sp>
        <p:nvSpPr>
          <p:cNvPr id="175" name="Google Shape;175;p14"/>
          <p:cNvSpPr>
            <a:spLocks noGrp="1"/>
          </p:cNvSpPr>
          <p:nvPr>
            <p:ph type="pic" idx="5"/>
          </p:nvPr>
        </p:nvSpPr>
        <p:spPr>
          <a:xfrm>
            <a:off x="9269667" y="3092450"/>
            <a:ext cx="2016125" cy="1677459"/>
          </a:xfrm>
          <a:prstGeom prst="rect">
            <a:avLst/>
          </a:prstGeom>
          <a:solidFill>
            <a:srgbClr val="D8D8D8"/>
          </a:solidFill>
          <a:ln>
            <a:noFill/>
          </a:ln>
        </p:spPr>
        <p:txBody>
          <a:bodyPr/>
          <a:lstStyle/>
          <a:p>
            <a:endParaRPr lang="pt-BR" dirty="0"/>
          </a:p>
        </p:txBody>
      </p:sp>
      <p:sp>
        <p:nvSpPr>
          <p:cNvPr id="4" name="Espaço Reservado para Texto 16">
            <a:extLst>
              <a:ext uri="{FF2B5EF4-FFF2-40B4-BE49-F238E27FC236}">
                <a16:creationId xmlns:a16="http://schemas.microsoft.com/office/drawing/2014/main" id="{C618C07E-990C-6244-83E2-82CCEA46A7A7}"/>
              </a:ext>
            </a:extLst>
          </p:cNvPr>
          <p:cNvSpPr>
            <a:spLocks noGrp="1"/>
          </p:cNvSpPr>
          <p:nvPr>
            <p:ph type="body" sz="quarter" idx="10" hasCustomPrompt="1"/>
          </p:nvPr>
        </p:nvSpPr>
        <p:spPr>
          <a:xfrm>
            <a:off x="3005292" y="958054"/>
            <a:ext cx="8280499" cy="451909"/>
          </a:xfrm>
          <a:prstGeom prst="rect">
            <a:avLst/>
          </a:prstGeom>
        </p:spPr>
        <p:txBody>
          <a:bodyPr/>
          <a:lstStyle/>
          <a:p>
            <a:pPr marL="0" marR="0" lvl="0" indent="0" algn="l" defTabSz="609630" rtl="0" eaLnBrk="1" fontAlgn="auto" latinLnBrk="0" hangingPunct="1">
              <a:lnSpc>
                <a:spcPct val="100000"/>
              </a:lnSpc>
              <a:spcBef>
                <a:spcPts val="0"/>
              </a:spcBef>
              <a:spcAft>
                <a:spcPts val="0"/>
              </a:spcAft>
              <a:buClr>
                <a:srgbClr val="000000"/>
              </a:buClr>
              <a:buSzTx/>
              <a:buFont typeface="Arial"/>
              <a:buNone/>
              <a:tabLst/>
              <a:defRPr/>
            </a:pPr>
            <a:r>
              <a:rPr kumimoji="0" lang="pt-BR" sz="2000" b="1" i="0" u="none" strike="noStrike" kern="0" cap="none" spc="0" normalizeH="0" baseline="0" noProof="0">
                <a:ln>
                  <a:noFill/>
                </a:ln>
                <a:solidFill>
                  <a:srgbClr val="FF0000"/>
                </a:solidFill>
                <a:effectLst/>
                <a:uLnTx/>
                <a:uFillTx/>
                <a:latin typeface="Poppins"/>
                <a:ea typeface="Poppins"/>
                <a:cs typeface="Poppins"/>
                <a:sym typeface="Poppins"/>
              </a:rPr>
              <a:t>Exemplo de linha do tempo com foto</a:t>
            </a:r>
          </a:p>
        </p:txBody>
      </p:sp>
      <p:sp>
        <p:nvSpPr>
          <p:cNvPr id="20" name="Retângulo: Cantos Arredondados 2">
            <a:extLst>
              <a:ext uri="{FF2B5EF4-FFF2-40B4-BE49-F238E27FC236}">
                <a16:creationId xmlns:a16="http://schemas.microsoft.com/office/drawing/2014/main" id="{B6FE7C37-3527-152D-C03D-F5534639DA4B}"/>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1" name="Google Shape;101;p34">
            <a:extLst>
              <a:ext uri="{FF2B5EF4-FFF2-40B4-BE49-F238E27FC236}">
                <a16:creationId xmlns:a16="http://schemas.microsoft.com/office/drawing/2014/main" id="{F2D8AFC9-ED4D-4A91-4EEE-5A5558896E32}"/>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1039901542"/>
      </p:ext>
    </p:extLst>
  </p:cSld>
  <p:clrMapOvr>
    <a:overrideClrMapping bg1="lt1" tx1="dk1" bg2="lt2" tx2="dk2" accent1="accent1" accent2="accent2" accent3="accent3" accent4="accent4" accent5="accent5" accent6="accent6" hlink="hlink" folHlink="folHlink"/>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matchingName="1_Linha do Tempo1" preserve="1" userDrawn="1">
  <p:cSld name="7_Linha do Tempo1">
    <p:bg>
      <p:bgRef idx="1001">
        <a:schemeClr val="bg1"/>
      </p:bgRef>
    </p:bg>
    <p:spTree>
      <p:nvGrpSpPr>
        <p:cNvPr id="1" name="Shape 159"/>
        <p:cNvGrpSpPr/>
        <p:nvPr/>
      </p:nvGrpSpPr>
      <p:grpSpPr>
        <a:xfrm>
          <a:off x="0" y="0"/>
          <a:ext cx="0" cy="0"/>
          <a:chOff x="0" y="0"/>
          <a:chExt cx="0" cy="0"/>
        </a:xfrm>
      </p:grpSpPr>
      <p:pic>
        <p:nvPicPr>
          <p:cNvPr id="2" name="Google Shape;142;p13">
            <a:extLst>
              <a:ext uri="{FF2B5EF4-FFF2-40B4-BE49-F238E27FC236}">
                <a16:creationId xmlns:a16="http://schemas.microsoft.com/office/drawing/2014/main" id="{CDDB9334-1F02-EDBD-93F1-617F4F68B802}"/>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11" name="Google Shape;143;p13">
            <a:extLst>
              <a:ext uri="{FF2B5EF4-FFF2-40B4-BE49-F238E27FC236}">
                <a16:creationId xmlns:a16="http://schemas.microsoft.com/office/drawing/2014/main" id="{534B20F8-C0E9-C6A5-F10C-C0C8C6F29528}"/>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cxnSp>
        <p:nvCxnSpPr>
          <p:cNvPr id="166" name="Google Shape;166;p14"/>
          <p:cNvCxnSpPr/>
          <p:nvPr/>
        </p:nvCxnSpPr>
        <p:spPr>
          <a:xfrm>
            <a:off x="1559442"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168" name="Google Shape;168;p14"/>
          <p:cNvCxnSpPr/>
          <p:nvPr/>
        </p:nvCxnSpPr>
        <p:spPr>
          <a:xfrm rot="10800000">
            <a:off x="1147295" y="4639450"/>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169" name="Google Shape;169;p14"/>
          <p:cNvCxnSpPr/>
          <p:nvPr/>
        </p:nvCxnSpPr>
        <p:spPr>
          <a:xfrm rot="10800000">
            <a:off x="6787299"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170" name="Google Shape;170;p14"/>
          <p:cNvCxnSpPr/>
          <p:nvPr/>
        </p:nvCxnSpPr>
        <p:spPr>
          <a:xfrm>
            <a:off x="3961499"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171" name="Google Shape;171;p14"/>
          <p:cNvCxnSpPr/>
          <p:nvPr/>
        </p:nvCxnSpPr>
        <p:spPr>
          <a:xfrm>
            <a:off x="9587327"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172" name="Google Shape;172;p14"/>
          <p:cNvSpPr>
            <a:spLocks noGrp="1"/>
          </p:cNvSpPr>
          <p:nvPr>
            <p:ph type="pic" idx="2"/>
          </p:nvPr>
        </p:nvSpPr>
        <p:spPr>
          <a:xfrm>
            <a:off x="778432" y="3092450"/>
            <a:ext cx="2016125" cy="1677459"/>
          </a:xfrm>
          <a:prstGeom prst="rect">
            <a:avLst/>
          </a:prstGeom>
          <a:solidFill>
            <a:srgbClr val="D8D8D8"/>
          </a:solidFill>
          <a:ln>
            <a:noFill/>
          </a:ln>
        </p:spPr>
        <p:txBody>
          <a:bodyPr/>
          <a:lstStyle/>
          <a:p>
            <a:endParaRPr lang="pt-BR" dirty="0"/>
          </a:p>
        </p:txBody>
      </p:sp>
      <p:sp>
        <p:nvSpPr>
          <p:cNvPr id="173" name="Google Shape;173;p14"/>
          <p:cNvSpPr>
            <a:spLocks noGrp="1"/>
          </p:cNvSpPr>
          <p:nvPr>
            <p:ph type="pic" idx="3"/>
          </p:nvPr>
        </p:nvSpPr>
        <p:spPr>
          <a:xfrm>
            <a:off x="3615829" y="3092450"/>
            <a:ext cx="2016125" cy="1677459"/>
          </a:xfrm>
          <a:prstGeom prst="rect">
            <a:avLst/>
          </a:prstGeom>
          <a:solidFill>
            <a:srgbClr val="D8D8D8"/>
          </a:solidFill>
          <a:ln>
            <a:noFill/>
          </a:ln>
        </p:spPr>
        <p:txBody>
          <a:bodyPr/>
          <a:lstStyle/>
          <a:p>
            <a:endParaRPr lang="pt-BR" dirty="0"/>
          </a:p>
        </p:txBody>
      </p:sp>
      <p:sp>
        <p:nvSpPr>
          <p:cNvPr id="174" name="Google Shape;174;p14"/>
          <p:cNvSpPr>
            <a:spLocks noGrp="1"/>
          </p:cNvSpPr>
          <p:nvPr>
            <p:ph type="pic" idx="4"/>
          </p:nvPr>
        </p:nvSpPr>
        <p:spPr>
          <a:xfrm>
            <a:off x="6432270" y="3092450"/>
            <a:ext cx="2016125" cy="1677459"/>
          </a:xfrm>
          <a:prstGeom prst="rect">
            <a:avLst/>
          </a:prstGeom>
          <a:solidFill>
            <a:srgbClr val="D8D8D8"/>
          </a:solidFill>
          <a:ln>
            <a:noFill/>
          </a:ln>
        </p:spPr>
        <p:txBody>
          <a:bodyPr/>
          <a:lstStyle/>
          <a:p>
            <a:endParaRPr lang="pt-BR" dirty="0"/>
          </a:p>
        </p:txBody>
      </p:sp>
      <p:sp>
        <p:nvSpPr>
          <p:cNvPr id="175" name="Google Shape;175;p14"/>
          <p:cNvSpPr>
            <a:spLocks noGrp="1"/>
          </p:cNvSpPr>
          <p:nvPr>
            <p:ph type="pic" idx="5"/>
          </p:nvPr>
        </p:nvSpPr>
        <p:spPr>
          <a:xfrm>
            <a:off x="9269667" y="3092450"/>
            <a:ext cx="2016125" cy="1677459"/>
          </a:xfrm>
          <a:prstGeom prst="rect">
            <a:avLst/>
          </a:prstGeom>
          <a:solidFill>
            <a:srgbClr val="D8D8D8"/>
          </a:solidFill>
          <a:ln>
            <a:noFill/>
          </a:ln>
        </p:spPr>
        <p:txBody>
          <a:bodyPr/>
          <a:lstStyle/>
          <a:p>
            <a:endParaRPr lang="pt-BR" dirty="0"/>
          </a:p>
        </p:txBody>
      </p:sp>
      <p:sp>
        <p:nvSpPr>
          <p:cNvPr id="4" name="Espaço Reservado para Texto 16">
            <a:extLst>
              <a:ext uri="{FF2B5EF4-FFF2-40B4-BE49-F238E27FC236}">
                <a16:creationId xmlns:a16="http://schemas.microsoft.com/office/drawing/2014/main" id="{C618C07E-990C-6244-83E2-82CCEA46A7A7}"/>
              </a:ext>
            </a:extLst>
          </p:cNvPr>
          <p:cNvSpPr>
            <a:spLocks noGrp="1"/>
          </p:cNvSpPr>
          <p:nvPr>
            <p:ph type="body" sz="quarter" idx="10" hasCustomPrompt="1"/>
          </p:nvPr>
        </p:nvSpPr>
        <p:spPr>
          <a:xfrm>
            <a:off x="3005292" y="958054"/>
            <a:ext cx="8280499" cy="451909"/>
          </a:xfrm>
          <a:prstGeom prst="rect">
            <a:avLst/>
          </a:prstGeom>
        </p:spPr>
        <p:txBody>
          <a:bodyPr/>
          <a:lstStyle/>
          <a:p>
            <a:pPr marL="0" marR="0" lvl="0" indent="0" algn="l" defTabSz="609630" rtl="0" eaLnBrk="1" fontAlgn="auto" latinLnBrk="0" hangingPunct="1">
              <a:lnSpc>
                <a:spcPct val="100000"/>
              </a:lnSpc>
              <a:spcBef>
                <a:spcPts val="0"/>
              </a:spcBef>
              <a:spcAft>
                <a:spcPts val="0"/>
              </a:spcAft>
              <a:buClr>
                <a:srgbClr val="000000"/>
              </a:buClr>
              <a:buSzTx/>
              <a:buFont typeface="Arial"/>
              <a:buNone/>
              <a:tabLst/>
              <a:defRPr/>
            </a:pPr>
            <a:r>
              <a:rPr kumimoji="0" lang="pt-BR" sz="2000" b="1" i="0" u="none" strike="noStrike" kern="0" cap="none" spc="0" normalizeH="0" baseline="0" noProof="0">
                <a:ln>
                  <a:noFill/>
                </a:ln>
                <a:solidFill>
                  <a:srgbClr val="FF0000"/>
                </a:solidFill>
                <a:effectLst/>
                <a:uLnTx/>
                <a:uFillTx/>
                <a:latin typeface="Poppins"/>
                <a:ea typeface="Poppins"/>
                <a:cs typeface="Poppins"/>
                <a:sym typeface="Poppins"/>
              </a:rPr>
              <a:t>Exemplo de linha do tempo com foto</a:t>
            </a:r>
          </a:p>
        </p:txBody>
      </p:sp>
      <p:sp>
        <p:nvSpPr>
          <p:cNvPr id="20" name="Retângulo: Cantos Arredondados 2">
            <a:extLst>
              <a:ext uri="{FF2B5EF4-FFF2-40B4-BE49-F238E27FC236}">
                <a16:creationId xmlns:a16="http://schemas.microsoft.com/office/drawing/2014/main" id="{161ECE37-1BE7-D4A7-14A7-868D0D943873}"/>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1" name="Google Shape;207;p37">
            <a:extLst>
              <a:ext uri="{FF2B5EF4-FFF2-40B4-BE49-F238E27FC236}">
                <a16:creationId xmlns:a16="http://schemas.microsoft.com/office/drawing/2014/main" id="{3B566B54-B470-4BCB-0510-B91E5BBD701C}"/>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2587740385"/>
      </p:ext>
    </p:extLst>
  </p:cSld>
  <p:clrMapOvr>
    <a:overrideClrMapping bg1="lt1" tx1="dk1" bg2="lt2" tx2="dk2" accent1="accent1" accent2="accent2" accent3="accent3" accent4="accent4" accent5="accent5" accent6="accent6" hlink="hlink" folHlink="folHlink"/>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matchingName="1_Linha do Tempo1" preserve="1" userDrawn="1">
  <p:cSld name="8_Linha do Tempo1">
    <p:bg>
      <p:bgRef idx="1001">
        <a:schemeClr val="bg1"/>
      </p:bgRef>
    </p:bg>
    <p:spTree>
      <p:nvGrpSpPr>
        <p:cNvPr id="1" name="Shape 159"/>
        <p:cNvGrpSpPr/>
        <p:nvPr/>
      </p:nvGrpSpPr>
      <p:grpSpPr>
        <a:xfrm>
          <a:off x="0" y="0"/>
          <a:ext cx="0" cy="0"/>
          <a:chOff x="0" y="0"/>
          <a:chExt cx="0" cy="0"/>
        </a:xfrm>
      </p:grpSpPr>
      <p:pic>
        <p:nvPicPr>
          <p:cNvPr id="7" name="Google Shape;142;p13">
            <a:extLst>
              <a:ext uri="{FF2B5EF4-FFF2-40B4-BE49-F238E27FC236}">
                <a16:creationId xmlns:a16="http://schemas.microsoft.com/office/drawing/2014/main" id="{B859F879-AD99-384A-C17C-B43428C2207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8" name="Google Shape;143;p13">
            <a:extLst>
              <a:ext uri="{FF2B5EF4-FFF2-40B4-BE49-F238E27FC236}">
                <a16:creationId xmlns:a16="http://schemas.microsoft.com/office/drawing/2014/main" id="{FD7A251C-5A63-F785-4663-30A6A8786C19}"/>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cxnSp>
        <p:nvCxnSpPr>
          <p:cNvPr id="166" name="Google Shape;166;p14"/>
          <p:cNvCxnSpPr/>
          <p:nvPr/>
        </p:nvCxnSpPr>
        <p:spPr>
          <a:xfrm>
            <a:off x="1559442"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168" name="Google Shape;168;p14"/>
          <p:cNvCxnSpPr/>
          <p:nvPr/>
        </p:nvCxnSpPr>
        <p:spPr>
          <a:xfrm rot="10800000">
            <a:off x="1147295" y="4639450"/>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169" name="Google Shape;169;p14"/>
          <p:cNvCxnSpPr/>
          <p:nvPr/>
        </p:nvCxnSpPr>
        <p:spPr>
          <a:xfrm rot="10800000">
            <a:off x="6787299"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170" name="Google Shape;170;p14"/>
          <p:cNvCxnSpPr/>
          <p:nvPr/>
        </p:nvCxnSpPr>
        <p:spPr>
          <a:xfrm>
            <a:off x="3961499"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171" name="Google Shape;171;p14"/>
          <p:cNvCxnSpPr/>
          <p:nvPr/>
        </p:nvCxnSpPr>
        <p:spPr>
          <a:xfrm>
            <a:off x="9587327"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172" name="Google Shape;172;p14"/>
          <p:cNvSpPr>
            <a:spLocks noGrp="1"/>
          </p:cNvSpPr>
          <p:nvPr>
            <p:ph type="pic" idx="2"/>
          </p:nvPr>
        </p:nvSpPr>
        <p:spPr>
          <a:xfrm>
            <a:off x="778432" y="3092450"/>
            <a:ext cx="2016125" cy="1677459"/>
          </a:xfrm>
          <a:prstGeom prst="rect">
            <a:avLst/>
          </a:prstGeom>
          <a:solidFill>
            <a:srgbClr val="D8D8D8"/>
          </a:solidFill>
          <a:ln>
            <a:noFill/>
          </a:ln>
        </p:spPr>
        <p:txBody>
          <a:bodyPr/>
          <a:lstStyle/>
          <a:p>
            <a:endParaRPr lang="pt-BR" dirty="0"/>
          </a:p>
        </p:txBody>
      </p:sp>
      <p:sp>
        <p:nvSpPr>
          <p:cNvPr id="173" name="Google Shape;173;p14"/>
          <p:cNvSpPr>
            <a:spLocks noGrp="1"/>
          </p:cNvSpPr>
          <p:nvPr>
            <p:ph type="pic" idx="3"/>
          </p:nvPr>
        </p:nvSpPr>
        <p:spPr>
          <a:xfrm>
            <a:off x="3615829" y="3092450"/>
            <a:ext cx="2016125" cy="1677459"/>
          </a:xfrm>
          <a:prstGeom prst="rect">
            <a:avLst/>
          </a:prstGeom>
          <a:solidFill>
            <a:srgbClr val="D8D8D8"/>
          </a:solidFill>
          <a:ln>
            <a:noFill/>
          </a:ln>
        </p:spPr>
        <p:txBody>
          <a:bodyPr/>
          <a:lstStyle/>
          <a:p>
            <a:endParaRPr lang="pt-BR" dirty="0"/>
          </a:p>
        </p:txBody>
      </p:sp>
      <p:sp>
        <p:nvSpPr>
          <p:cNvPr id="174" name="Google Shape;174;p14"/>
          <p:cNvSpPr>
            <a:spLocks noGrp="1"/>
          </p:cNvSpPr>
          <p:nvPr>
            <p:ph type="pic" idx="4"/>
          </p:nvPr>
        </p:nvSpPr>
        <p:spPr>
          <a:xfrm>
            <a:off x="6432270" y="3092450"/>
            <a:ext cx="2016125" cy="1677459"/>
          </a:xfrm>
          <a:prstGeom prst="rect">
            <a:avLst/>
          </a:prstGeom>
          <a:solidFill>
            <a:srgbClr val="D8D8D8"/>
          </a:solidFill>
          <a:ln>
            <a:noFill/>
          </a:ln>
        </p:spPr>
        <p:txBody>
          <a:bodyPr/>
          <a:lstStyle/>
          <a:p>
            <a:endParaRPr lang="pt-BR" dirty="0"/>
          </a:p>
        </p:txBody>
      </p:sp>
      <p:sp>
        <p:nvSpPr>
          <p:cNvPr id="175" name="Google Shape;175;p14"/>
          <p:cNvSpPr>
            <a:spLocks noGrp="1"/>
          </p:cNvSpPr>
          <p:nvPr>
            <p:ph type="pic" idx="5"/>
          </p:nvPr>
        </p:nvSpPr>
        <p:spPr>
          <a:xfrm>
            <a:off x="9269667" y="3092450"/>
            <a:ext cx="2016125" cy="1677459"/>
          </a:xfrm>
          <a:prstGeom prst="rect">
            <a:avLst/>
          </a:prstGeom>
          <a:solidFill>
            <a:srgbClr val="D8D8D8"/>
          </a:solidFill>
          <a:ln>
            <a:noFill/>
          </a:ln>
        </p:spPr>
        <p:txBody>
          <a:bodyPr/>
          <a:lstStyle/>
          <a:p>
            <a:endParaRPr lang="pt-BR" dirty="0"/>
          </a:p>
        </p:txBody>
      </p:sp>
      <p:sp>
        <p:nvSpPr>
          <p:cNvPr id="4" name="Espaço Reservado para Texto 16">
            <a:extLst>
              <a:ext uri="{FF2B5EF4-FFF2-40B4-BE49-F238E27FC236}">
                <a16:creationId xmlns:a16="http://schemas.microsoft.com/office/drawing/2014/main" id="{C618C07E-990C-6244-83E2-82CCEA46A7A7}"/>
              </a:ext>
            </a:extLst>
          </p:cNvPr>
          <p:cNvSpPr>
            <a:spLocks noGrp="1"/>
          </p:cNvSpPr>
          <p:nvPr>
            <p:ph type="body" sz="quarter" idx="10" hasCustomPrompt="1"/>
          </p:nvPr>
        </p:nvSpPr>
        <p:spPr>
          <a:xfrm>
            <a:off x="3005292" y="958054"/>
            <a:ext cx="8280499" cy="451909"/>
          </a:xfrm>
          <a:prstGeom prst="rect">
            <a:avLst/>
          </a:prstGeom>
        </p:spPr>
        <p:txBody>
          <a:bodyPr/>
          <a:lstStyle/>
          <a:p>
            <a:pPr marL="0" marR="0" lvl="0" indent="0" algn="l" defTabSz="609630" rtl="0" eaLnBrk="1" fontAlgn="auto" latinLnBrk="0" hangingPunct="1">
              <a:lnSpc>
                <a:spcPct val="100000"/>
              </a:lnSpc>
              <a:spcBef>
                <a:spcPts val="0"/>
              </a:spcBef>
              <a:spcAft>
                <a:spcPts val="0"/>
              </a:spcAft>
              <a:buClr>
                <a:srgbClr val="000000"/>
              </a:buClr>
              <a:buSzTx/>
              <a:buFont typeface="Arial"/>
              <a:buNone/>
              <a:tabLst/>
              <a:defRPr/>
            </a:pPr>
            <a:r>
              <a:rPr kumimoji="0" lang="pt-BR" sz="2000" b="1" i="0" u="none" strike="noStrike" kern="0" cap="none" spc="0" normalizeH="0" baseline="0" noProof="0">
                <a:ln>
                  <a:noFill/>
                </a:ln>
                <a:solidFill>
                  <a:srgbClr val="FF0000"/>
                </a:solidFill>
                <a:effectLst/>
                <a:uLnTx/>
                <a:uFillTx/>
                <a:latin typeface="Poppins"/>
                <a:ea typeface="Poppins"/>
                <a:cs typeface="Poppins"/>
                <a:sym typeface="Poppins"/>
              </a:rPr>
              <a:t>Exemplo de linha do tempo com foto</a:t>
            </a:r>
          </a:p>
        </p:txBody>
      </p:sp>
      <p:sp>
        <p:nvSpPr>
          <p:cNvPr id="20" name="Retângulo: Cantos Arredondados 2">
            <a:extLst>
              <a:ext uri="{FF2B5EF4-FFF2-40B4-BE49-F238E27FC236}">
                <a16:creationId xmlns:a16="http://schemas.microsoft.com/office/drawing/2014/main" id="{161ECE37-1BE7-D4A7-14A7-868D0D943873}"/>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1" name="Google Shape;207;p37">
            <a:extLst>
              <a:ext uri="{FF2B5EF4-FFF2-40B4-BE49-F238E27FC236}">
                <a16:creationId xmlns:a16="http://schemas.microsoft.com/office/drawing/2014/main" id="{3B566B54-B470-4BCB-0510-B91E5BBD701C}"/>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2220570103"/>
      </p:ext>
    </p:extLst>
  </p:cSld>
  <p:clrMapOvr>
    <a:overrideClrMapping bg1="lt1" tx1="dk1" bg2="lt2" tx2="dk2" accent1="accent1" accent2="accent2" accent3="accent3" accent4="accent4" accent5="accent5" accent6="accent6" hlink="hlink" folHlink="folHlink"/>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matchingName="1_Linha do Tempo1" preserve="1" userDrawn="1">
  <p:cSld name="9_Linha do Tempo1">
    <p:bg>
      <p:bgRef idx="1001">
        <a:schemeClr val="bg1"/>
      </p:bgRef>
    </p:bg>
    <p:spTree>
      <p:nvGrpSpPr>
        <p:cNvPr id="1" name="Shape 159"/>
        <p:cNvGrpSpPr/>
        <p:nvPr/>
      </p:nvGrpSpPr>
      <p:grpSpPr>
        <a:xfrm>
          <a:off x="0" y="0"/>
          <a:ext cx="0" cy="0"/>
          <a:chOff x="0" y="0"/>
          <a:chExt cx="0" cy="0"/>
        </a:xfrm>
      </p:grpSpPr>
      <p:pic>
        <p:nvPicPr>
          <p:cNvPr id="2" name="Google Shape;142;p13">
            <a:extLst>
              <a:ext uri="{FF2B5EF4-FFF2-40B4-BE49-F238E27FC236}">
                <a16:creationId xmlns:a16="http://schemas.microsoft.com/office/drawing/2014/main" id="{0E891627-D0F9-1255-5287-005E08120E9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11" name="Google Shape;143;p13">
            <a:extLst>
              <a:ext uri="{FF2B5EF4-FFF2-40B4-BE49-F238E27FC236}">
                <a16:creationId xmlns:a16="http://schemas.microsoft.com/office/drawing/2014/main" id="{8AD2BB04-EDD8-915E-EFE0-6697A390DDAC}"/>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cxnSp>
        <p:nvCxnSpPr>
          <p:cNvPr id="166" name="Google Shape;166;p14"/>
          <p:cNvCxnSpPr/>
          <p:nvPr/>
        </p:nvCxnSpPr>
        <p:spPr>
          <a:xfrm>
            <a:off x="1185264"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168" name="Google Shape;168;p14"/>
          <p:cNvCxnSpPr/>
          <p:nvPr/>
        </p:nvCxnSpPr>
        <p:spPr>
          <a:xfrm rot="10800000">
            <a:off x="620355"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169" name="Google Shape;169;p14"/>
          <p:cNvCxnSpPr/>
          <p:nvPr/>
        </p:nvCxnSpPr>
        <p:spPr>
          <a:xfrm rot="10800000">
            <a:off x="5263300"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170" name="Google Shape;170;p14"/>
          <p:cNvCxnSpPr/>
          <p:nvPr/>
        </p:nvCxnSpPr>
        <p:spPr>
          <a:xfrm>
            <a:off x="2959237"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171" name="Google Shape;171;p14"/>
          <p:cNvCxnSpPr/>
          <p:nvPr/>
        </p:nvCxnSpPr>
        <p:spPr>
          <a:xfrm>
            <a:off x="7589194"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172" name="Google Shape;172;p14"/>
          <p:cNvSpPr>
            <a:spLocks noGrp="1"/>
          </p:cNvSpPr>
          <p:nvPr>
            <p:ph type="pic" idx="2"/>
          </p:nvPr>
        </p:nvSpPr>
        <p:spPr>
          <a:xfrm>
            <a:off x="466617" y="3092450"/>
            <a:ext cx="1973681" cy="1677459"/>
          </a:xfrm>
          <a:prstGeom prst="rect">
            <a:avLst/>
          </a:prstGeom>
          <a:solidFill>
            <a:srgbClr val="D8D8D8"/>
          </a:solidFill>
          <a:ln>
            <a:noFill/>
          </a:ln>
        </p:spPr>
        <p:txBody>
          <a:bodyPr/>
          <a:lstStyle/>
          <a:p>
            <a:endParaRPr lang="pt-BR" dirty="0"/>
          </a:p>
        </p:txBody>
      </p:sp>
      <p:sp>
        <p:nvSpPr>
          <p:cNvPr id="173" name="Google Shape;173;p14"/>
          <p:cNvSpPr>
            <a:spLocks noGrp="1"/>
          </p:cNvSpPr>
          <p:nvPr>
            <p:ph type="pic" idx="3"/>
          </p:nvPr>
        </p:nvSpPr>
        <p:spPr>
          <a:xfrm>
            <a:off x="2769806" y="3092450"/>
            <a:ext cx="1973681" cy="1677459"/>
          </a:xfrm>
          <a:prstGeom prst="rect">
            <a:avLst/>
          </a:prstGeom>
          <a:solidFill>
            <a:srgbClr val="D8D8D8"/>
          </a:solidFill>
          <a:ln>
            <a:noFill/>
          </a:ln>
        </p:spPr>
        <p:txBody>
          <a:bodyPr/>
          <a:lstStyle/>
          <a:p>
            <a:endParaRPr lang="pt-BR" dirty="0"/>
          </a:p>
        </p:txBody>
      </p:sp>
      <p:sp>
        <p:nvSpPr>
          <p:cNvPr id="174" name="Google Shape;174;p14"/>
          <p:cNvSpPr>
            <a:spLocks noGrp="1"/>
          </p:cNvSpPr>
          <p:nvPr>
            <p:ph type="pic" idx="4"/>
          </p:nvPr>
        </p:nvSpPr>
        <p:spPr>
          <a:xfrm>
            <a:off x="5072996" y="3092450"/>
            <a:ext cx="1973681" cy="1677459"/>
          </a:xfrm>
          <a:prstGeom prst="rect">
            <a:avLst/>
          </a:prstGeom>
          <a:solidFill>
            <a:srgbClr val="D8D8D8"/>
          </a:solidFill>
          <a:ln>
            <a:noFill/>
          </a:ln>
        </p:spPr>
        <p:txBody>
          <a:bodyPr/>
          <a:lstStyle/>
          <a:p>
            <a:endParaRPr lang="pt-BR" dirty="0"/>
          </a:p>
        </p:txBody>
      </p:sp>
      <p:sp>
        <p:nvSpPr>
          <p:cNvPr id="175" name="Google Shape;175;p14"/>
          <p:cNvSpPr>
            <a:spLocks noGrp="1"/>
          </p:cNvSpPr>
          <p:nvPr>
            <p:ph type="pic" idx="5"/>
          </p:nvPr>
        </p:nvSpPr>
        <p:spPr>
          <a:xfrm>
            <a:off x="7376185" y="3092450"/>
            <a:ext cx="1973681" cy="1677459"/>
          </a:xfrm>
          <a:prstGeom prst="rect">
            <a:avLst/>
          </a:prstGeom>
          <a:solidFill>
            <a:srgbClr val="D8D8D8"/>
          </a:solidFill>
          <a:ln>
            <a:noFill/>
          </a:ln>
        </p:spPr>
        <p:txBody>
          <a:bodyPr/>
          <a:lstStyle/>
          <a:p>
            <a:endParaRPr lang="pt-BR" dirty="0"/>
          </a:p>
        </p:txBody>
      </p:sp>
      <p:sp>
        <p:nvSpPr>
          <p:cNvPr id="4" name="Espaço Reservado para Texto 16">
            <a:extLst>
              <a:ext uri="{FF2B5EF4-FFF2-40B4-BE49-F238E27FC236}">
                <a16:creationId xmlns:a16="http://schemas.microsoft.com/office/drawing/2014/main" id="{C618C07E-990C-6244-83E2-82CCEA46A7A7}"/>
              </a:ext>
            </a:extLst>
          </p:cNvPr>
          <p:cNvSpPr>
            <a:spLocks noGrp="1"/>
          </p:cNvSpPr>
          <p:nvPr>
            <p:ph type="body" sz="quarter" idx="10" hasCustomPrompt="1"/>
          </p:nvPr>
        </p:nvSpPr>
        <p:spPr>
          <a:xfrm>
            <a:off x="3005292" y="958054"/>
            <a:ext cx="8280499" cy="451909"/>
          </a:xfrm>
          <a:prstGeom prst="rect">
            <a:avLst/>
          </a:prstGeom>
        </p:spPr>
        <p:txBody>
          <a:bodyPr/>
          <a:lstStyle/>
          <a:p>
            <a:pPr marL="0" marR="0" lvl="0" indent="0" algn="l" defTabSz="609630" rtl="0" eaLnBrk="1" fontAlgn="auto" latinLnBrk="0" hangingPunct="1">
              <a:lnSpc>
                <a:spcPct val="100000"/>
              </a:lnSpc>
              <a:spcBef>
                <a:spcPts val="0"/>
              </a:spcBef>
              <a:spcAft>
                <a:spcPts val="0"/>
              </a:spcAft>
              <a:buClr>
                <a:srgbClr val="000000"/>
              </a:buClr>
              <a:buSzTx/>
              <a:buFont typeface="Arial"/>
              <a:buNone/>
              <a:tabLst/>
              <a:defRPr/>
            </a:pPr>
            <a:r>
              <a:rPr kumimoji="0" lang="pt-BR" sz="2000" b="1" i="0" u="none" strike="noStrike" kern="0" cap="none" spc="0" normalizeH="0" baseline="0" noProof="0">
                <a:ln>
                  <a:noFill/>
                </a:ln>
                <a:solidFill>
                  <a:srgbClr val="FF0000"/>
                </a:solidFill>
                <a:effectLst/>
                <a:uLnTx/>
                <a:uFillTx/>
                <a:latin typeface="Poppins"/>
                <a:ea typeface="Poppins"/>
                <a:cs typeface="Poppins"/>
                <a:sym typeface="Poppins"/>
              </a:rPr>
              <a:t>Exemplo de linha do tempo com foto</a:t>
            </a:r>
          </a:p>
        </p:txBody>
      </p:sp>
      <p:sp>
        <p:nvSpPr>
          <p:cNvPr id="3" name="Google Shape;175;p14">
            <a:extLst>
              <a:ext uri="{FF2B5EF4-FFF2-40B4-BE49-F238E27FC236}">
                <a16:creationId xmlns:a16="http://schemas.microsoft.com/office/drawing/2014/main" id="{31BB5FD1-7D85-8BF7-238F-C0DC0EAC62A8}"/>
              </a:ext>
            </a:extLst>
          </p:cNvPr>
          <p:cNvSpPr>
            <a:spLocks noGrp="1"/>
          </p:cNvSpPr>
          <p:nvPr>
            <p:ph type="pic" idx="11"/>
          </p:nvPr>
        </p:nvSpPr>
        <p:spPr>
          <a:xfrm>
            <a:off x="9679374" y="3092450"/>
            <a:ext cx="1973681" cy="1677459"/>
          </a:xfrm>
          <a:prstGeom prst="rect">
            <a:avLst/>
          </a:prstGeom>
          <a:solidFill>
            <a:srgbClr val="D8D8D8"/>
          </a:solidFill>
          <a:ln>
            <a:noFill/>
          </a:ln>
        </p:spPr>
        <p:txBody>
          <a:bodyPr/>
          <a:lstStyle/>
          <a:p>
            <a:endParaRPr lang="pt-BR" dirty="0"/>
          </a:p>
        </p:txBody>
      </p:sp>
      <p:cxnSp>
        <p:nvCxnSpPr>
          <p:cNvPr id="5" name="Google Shape;169;p14">
            <a:extLst>
              <a:ext uri="{FF2B5EF4-FFF2-40B4-BE49-F238E27FC236}">
                <a16:creationId xmlns:a16="http://schemas.microsoft.com/office/drawing/2014/main" id="{2021DE16-A9E6-6366-89AC-3B893A9FD23A}"/>
              </a:ext>
            </a:extLst>
          </p:cNvPr>
          <p:cNvCxnSpPr/>
          <p:nvPr userDrawn="1"/>
        </p:nvCxnSpPr>
        <p:spPr>
          <a:xfrm rot="10800000">
            <a:off x="9869167" y="4624656"/>
            <a:ext cx="0" cy="1399041"/>
          </a:xfrm>
          <a:prstGeom prst="straightConnector1">
            <a:avLst/>
          </a:prstGeom>
          <a:noFill/>
          <a:ln w="19050" cap="flat" cmpd="sng">
            <a:solidFill>
              <a:schemeClr val="dk1"/>
            </a:solidFill>
            <a:prstDash val="solid"/>
            <a:round/>
            <a:headEnd type="diamond" w="med" len="med"/>
            <a:tailEnd type="none" w="sm" len="sm"/>
          </a:ln>
        </p:spPr>
      </p:cxnSp>
      <p:sp>
        <p:nvSpPr>
          <p:cNvPr id="22" name="Retângulo: Cantos Arredondados 11">
            <a:extLst>
              <a:ext uri="{FF2B5EF4-FFF2-40B4-BE49-F238E27FC236}">
                <a16:creationId xmlns:a16="http://schemas.microsoft.com/office/drawing/2014/main" id="{52DB88CB-1B0A-94DF-C03B-666B567216E1}"/>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3" name="Google Shape;101;p34">
            <a:extLst>
              <a:ext uri="{FF2B5EF4-FFF2-40B4-BE49-F238E27FC236}">
                <a16:creationId xmlns:a16="http://schemas.microsoft.com/office/drawing/2014/main" id="{EDD2838E-25A2-B222-07FA-F2EAA9115EE3}"/>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471103409"/>
      </p:ext>
    </p:extLst>
  </p:cSld>
  <p:clrMapOvr>
    <a:overrideClrMapping bg1="lt1" tx1="dk1" bg2="lt2" tx2="dk2" accent1="accent1" accent2="accent2" accent3="accent3" accent4="accent4" accent5="accent5" accent6="accent6" hlink="hlink" folHlink="folHlink"/>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matchingName="1_Linha do Tempo1" preserve="1" userDrawn="1">
  <p:cSld name="10_Linha do Tempo1">
    <p:bg>
      <p:bgRef idx="1001">
        <a:schemeClr val="bg1"/>
      </p:bgRef>
    </p:bg>
    <p:spTree>
      <p:nvGrpSpPr>
        <p:cNvPr id="1" name="Shape 159"/>
        <p:cNvGrpSpPr/>
        <p:nvPr/>
      </p:nvGrpSpPr>
      <p:grpSpPr>
        <a:xfrm>
          <a:off x="0" y="0"/>
          <a:ext cx="0" cy="0"/>
          <a:chOff x="0" y="0"/>
          <a:chExt cx="0" cy="0"/>
        </a:xfrm>
      </p:grpSpPr>
      <p:pic>
        <p:nvPicPr>
          <p:cNvPr id="2" name="Google Shape;142;p13">
            <a:extLst>
              <a:ext uri="{FF2B5EF4-FFF2-40B4-BE49-F238E27FC236}">
                <a16:creationId xmlns:a16="http://schemas.microsoft.com/office/drawing/2014/main" id="{F00E2C06-6F62-8AA4-1F9D-066FE04E4D6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11" name="Google Shape;143;p13">
            <a:extLst>
              <a:ext uri="{FF2B5EF4-FFF2-40B4-BE49-F238E27FC236}">
                <a16:creationId xmlns:a16="http://schemas.microsoft.com/office/drawing/2014/main" id="{58C41E6D-E849-B67E-5556-8111C2DB30E5}"/>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cxnSp>
        <p:nvCxnSpPr>
          <p:cNvPr id="166" name="Google Shape;166;p14"/>
          <p:cNvCxnSpPr/>
          <p:nvPr/>
        </p:nvCxnSpPr>
        <p:spPr>
          <a:xfrm>
            <a:off x="1185264"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168" name="Google Shape;168;p14"/>
          <p:cNvCxnSpPr/>
          <p:nvPr/>
        </p:nvCxnSpPr>
        <p:spPr>
          <a:xfrm rot="10800000">
            <a:off x="620355"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169" name="Google Shape;169;p14"/>
          <p:cNvCxnSpPr/>
          <p:nvPr/>
        </p:nvCxnSpPr>
        <p:spPr>
          <a:xfrm rot="10800000">
            <a:off x="5263300"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170" name="Google Shape;170;p14"/>
          <p:cNvCxnSpPr/>
          <p:nvPr/>
        </p:nvCxnSpPr>
        <p:spPr>
          <a:xfrm>
            <a:off x="2959237"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171" name="Google Shape;171;p14"/>
          <p:cNvCxnSpPr/>
          <p:nvPr/>
        </p:nvCxnSpPr>
        <p:spPr>
          <a:xfrm>
            <a:off x="7589194"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172" name="Google Shape;172;p14"/>
          <p:cNvSpPr>
            <a:spLocks noGrp="1"/>
          </p:cNvSpPr>
          <p:nvPr>
            <p:ph type="pic" idx="2"/>
          </p:nvPr>
        </p:nvSpPr>
        <p:spPr>
          <a:xfrm>
            <a:off x="466617" y="3092450"/>
            <a:ext cx="1973681" cy="1677459"/>
          </a:xfrm>
          <a:prstGeom prst="rect">
            <a:avLst/>
          </a:prstGeom>
          <a:solidFill>
            <a:srgbClr val="D8D8D8"/>
          </a:solidFill>
          <a:ln>
            <a:noFill/>
          </a:ln>
        </p:spPr>
        <p:txBody>
          <a:bodyPr/>
          <a:lstStyle/>
          <a:p>
            <a:endParaRPr lang="pt-BR" dirty="0"/>
          </a:p>
        </p:txBody>
      </p:sp>
      <p:sp>
        <p:nvSpPr>
          <p:cNvPr id="173" name="Google Shape;173;p14"/>
          <p:cNvSpPr>
            <a:spLocks noGrp="1"/>
          </p:cNvSpPr>
          <p:nvPr>
            <p:ph type="pic" idx="3"/>
          </p:nvPr>
        </p:nvSpPr>
        <p:spPr>
          <a:xfrm>
            <a:off x="2769806" y="3092450"/>
            <a:ext cx="1973681" cy="1677459"/>
          </a:xfrm>
          <a:prstGeom prst="rect">
            <a:avLst/>
          </a:prstGeom>
          <a:solidFill>
            <a:srgbClr val="D8D8D8"/>
          </a:solidFill>
          <a:ln>
            <a:noFill/>
          </a:ln>
        </p:spPr>
        <p:txBody>
          <a:bodyPr/>
          <a:lstStyle/>
          <a:p>
            <a:endParaRPr lang="pt-BR" dirty="0"/>
          </a:p>
        </p:txBody>
      </p:sp>
      <p:sp>
        <p:nvSpPr>
          <p:cNvPr id="174" name="Google Shape;174;p14"/>
          <p:cNvSpPr>
            <a:spLocks noGrp="1"/>
          </p:cNvSpPr>
          <p:nvPr>
            <p:ph type="pic" idx="4"/>
          </p:nvPr>
        </p:nvSpPr>
        <p:spPr>
          <a:xfrm>
            <a:off x="5072996" y="3092450"/>
            <a:ext cx="1973681" cy="1677459"/>
          </a:xfrm>
          <a:prstGeom prst="rect">
            <a:avLst/>
          </a:prstGeom>
          <a:solidFill>
            <a:srgbClr val="D8D8D8"/>
          </a:solidFill>
          <a:ln>
            <a:noFill/>
          </a:ln>
        </p:spPr>
        <p:txBody>
          <a:bodyPr/>
          <a:lstStyle/>
          <a:p>
            <a:endParaRPr lang="pt-BR" dirty="0"/>
          </a:p>
        </p:txBody>
      </p:sp>
      <p:sp>
        <p:nvSpPr>
          <p:cNvPr id="175" name="Google Shape;175;p14"/>
          <p:cNvSpPr>
            <a:spLocks noGrp="1"/>
          </p:cNvSpPr>
          <p:nvPr>
            <p:ph type="pic" idx="5"/>
          </p:nvPr>
        </p:nvSpPr>
        <p:spPr>
          <a:xfrm>
            <a:off x="7376185" y="3092450"/>
            <a:ext cx="1973681" cy="1677459"/>
          </a:xfrm>
          <a:prstGeom prst="rect">
            <a:avLst/>
          </a:prstGeom>
          <a:solidFill>
            <a:srgbClr val="D8D8D8"/>
          </a:solidFill>
          <a:ln>
            <a:noFill/>
          </a:ln>
        </p:spPr>
        <p:txBody>
          <a:bodyPr/>
          <a:lstStyle/>
          <a:p>
            <a:endParaRPr lang="pt-BR" dirty="0"/>
          </a:p>
        </p:txBody>
      </p:sp>
      <p:sp>
        <p:nvSpPr>
          <p:cNvPr id="4" name="Espaço Reservado para Texto 16">
            <a:extLst>
              <a:ext uri="{FF2B5EF4-FFF2-40B4-BE49-F238E27FC236}">
                <a16:creationId xmlns:a16="http://schemas.microsoft.com/office/drawing/2014/main" id="{C618C07E-990C-6244-83E2-82CCEA46A7A7}"/>
              </a:ext>
            </a:extLst>
          </p:cNvPr>
          <p:cNvSpPr>
            <a:spLocks noGrp="1"/>
          </p:cNvSpPr>
          <p:nvPr>
            <p:ph type="body" sz="quarter" idx="10" hasCustomPrompt="1"/>
          </p:nvPr>
        </p:nvSpPr>
        <p:spPr>
          <a:xfrm>
            <a:off x="3005292" y="958054"/>
            <a:ext cx="8280499" cy="451909"/>
          </a:xfrm>
          <a:prstGeom prst="rect">
            <a:avLst/>
          </a:prstGeom>
        </p:spPr>
        <p:txBody>
          <a:bodyPr/>
          <a:lstStyle/>
          <a:p>
            <a:pPr marL="0" marR="0" lvl="0" indent="0" algn="l" defTabSz="609630" rtl="0" eaLnBrk="1" fontAlgn="auto" latinLnBrk="0" hangingPunct="1">
              <a:lnSpc>
                <a:spcPct val="100000"/>
              </a:lnSpc>
              <a:spcBef>
                <a:spcPts val="0"/>
              </a:spcBef>
              <a:spcAft>
                <a:spcPts val="0"/>
              </a:spcAft>
              <a:buClr>
                <a:srgbClr val="000000"/>
              </a:buClr>
              <a:buSzTx/>
              <a:buFont typeface="Arial"/>
              <a:buNone/>
              <a:tabLst/>
              <a:defRPr/>
            </a:pPr>
            <a:r>
              <a:rPr kumimoji="0" lang="pt-BR" sz="2000" b="1" i="0" u="none" strike="noStrike" kern="0" cap="none" spc="0" normalizeH="0" baseline="0" noProof="0">
                <a:ln>
                  <a:noFill/>
                </a:ln>
                <a:solidFill>
                  <a:srgbClr val="FF0000"/>
                </a:solidFill>
                <a:effectLst/>
                <a:uLnTx/>
                <a:uFillTx/>
                <a:latin typeface="Poppins"/>
                <a:ea typeface="Poppins"/>
                <a:cs typeface="Poppins"/>
                <a:sym typeface="Poppins"/>
              </a:rPr>
              <a:t>Exemplo de linha do tempo com foto</a:t>
            </a:r>
          </a:p>
        </p:txBody>
      </p:sp>
      <p:sp>
        <p:nvSpPr>
          <p:cNvPr id="3" name="Google Shape;175;p14">
            <a:extLst>
              <a:ext uri="{FF2B5EF4-FFF2-40B4-BE49-F238E27FC236}">
                <a16:creationId xmlns:a16="http://schemas.microsoft.com/office/drawing/2014/main" id="{31BB5FD1-7D85-8BF7-238F-C0DC0EAC62A8}"/>
              </a:ext>
            </a:extLst>
          </p:cNvPr>
          <p:cNvSpPr>
            <a:spLocks noGrp="1"/>
          </p:cNvSpPr>
          <p:nvPr>
            <p:ph type="pic" idx="11"/>
          </p:nvPr>
        </p:nvSpPr>
        <p:spPr>
          <a:xfrm>
            <a:off x="9679374" y="3092450"/>
            <a:ext cx="1973681" cy="1677459"/>
          </a:xfrm>
          <a:prstGeom prst="rect">
            <a:avLst/>
          </a:prstGeom>
          <a:solidFill>
            <a:srgbClr val="D8D8D8"/>
          </a:solidFill>
          <a:ln>
            <a:noFill/>
          </a:ln>
        </p:spPr>
        <p:txBody>
          <a:bodyPr/>
          <a:lstStyle/>
          <a:p>
            <a:endParaRPr lang="pt-BR" dirty="0"/>
          </a:p>
        </p:txBody>
      </p:sp>
      <p:cxnSp>
        <p:nvCxnSpPr>
          <p:cNvPr id="5" name="Google Shape;169;p14">
            <a:extLst>
              <a:ext uri="{FF2B5EF4-FFF2-40B4-BE49-F238E27FC236}">
                <a16:creationId xmlns:a16="http://schemas.microsoft.com/office/drawing/2014/main" id="{2021DE16-A9E6-6366-89AC-3B893A9FD23A}"/>
              </a:ext>
            </a:extLst>
          </p:cNvPr>
          <p:cNvCxnSpPr/>
          <p:nvPr userDrawn="1"/>
        </p:nvCxnSpPr>
        <p:spPr>
          <a:xfrm rot="10800000">
            <a:off x="9869167" y="4624656"/>
            <a:ext cx="0" cy="1399041"/>
          </a:xfrm>
          <a:prstGeom prst="straightConnector1">
            <a:avLst/>
          </a:prstGeom>
          <a:noFill/>
          <a:ln w="19050" cap="flat" cmpd="sng">
            <a:solidFill>
              <a:schemeClr val="dk1"/>
            </a:solidFill>
            <a:prstDash val="solid"/>
            <a:round/>
            <a:headEnd type="diamond" w="med" len="med"/>
            <a:tailEnd type="none" w="sm" len="sm"/>
          </a:ln>
        </p:spPr>
      </p:cxnSp>
      <p:sp>
        <p:nvSpPr>
          <p:cNvPr id="22" name="Retângulo: Cantos Arredondados 2">
            <a:extLst>
              <a:ext uri="{FF2B5EF4-FFF2-40B4-BE49-F238E27FC236}">
                <a16:creationId xmlns:a16="http://schemas.microsoft.com/office/drawing/2014/main" id="{161ECE37-1BE7-D4A7-14A7-868D0D943873}"/>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3" name="Google Shape;207;p37">
            <a:extLst>
              <a:ext uri="{FF2B5EF4-FFF2-40B4-BE49-F238E27FC236}">
                <a16:creationId xmlns:a16="http://schemas.microsoft.com/office/drawing/2014/main" id="{3B566B54-B470-4BCB-0510-B91E5BBD701C}"/>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3898435571"/>
      </p:ext>
    </p:extLst>
  </p:cSld>
  <p:clrMapOvr>
    <a:overrideClrMapping bg1="lt1" tx1="dk1" bg2="lt2" tx2="dk2" accent1="accent1" accent2="accent2" accent3="accent3" accent4="accent4" accent5="accent5" accent6="accent6" hlink="hlink" folHlink="folHlink"/>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matchingName="1_Linha do Tempo1" preserve="1" userDrawn="1">
  <p:cSld name="11_Linha do Tempo1">
    <p:bg>
      <p:bgRef idx="1001">
        <a:schemeClr val="bg1"/>
      </p:bgRef>
    </p:bg>
    <p:spTree>
      <p:nvGrpSpPr>
        <p:cNvPr id="1" name="Shape 159"/>
        <p:cNvGrpSpPr/>
        <p:nvPr/>
      </p:nvGrpSpPr>
      <p:grpSpPr>
        <a:xfrm>
          <a:off x="0" y="0"/>
          <a:ext cx="0" cy="0"/>
          <a:chOff x="0" y="0"/>
          <a:chExt cx="0" cy="0"/>
        </a:xfrm>
      </p:grpSpPr>
      <p:pic>
        <p:nvPicPr>
          <p:cNvPr id="7" name="Google Shape;142;p13">
            <a:extLst>
              <a:ext uri="{FF2B5EF4-FFF2-40B4-BE49-F238E27FC236}">
                <a16:creationId xmlns:a16="http://schemas.microsoft.com/office/drawing/2014/main" id="{33586689-2B84-271F-5456-3C8313A44929}"/>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8" name="Google Shape;143;p13">
            <a:extLst>
              <a:ext uri="{FF2B5EF4-FFF2-40B4-BE49-F238E27FC236}">
                <a16:creationId xmlns:a16="http://schemas.microsoft.com/office/drawing/2014/main" id="{35401468-C50B-8E0A-D936-A29D8CAFCBE9}"/>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cxnSp>
        <p:nvCxnSpPr>
          <p:cNvPr id="166" name="Google Shape;166;p14"/>
          <p:cNvCxnSpPr/>
          <p:nvPr/>
        </p:nvCxnSpPr>
        <p:spPr>
          <a:xfrm>
            <a:off x="1185264"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168" name="Google Shape;168;p14"/>
          <p:cNvCxnSpPr/>
          <p:nvPr/>
        </p:nvCxnSpPr>
        <p:spPr>
          <a:xfrm rot="10800000">
            <a:off x="620355"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169" name="Google Shape;169;p14"/>
          <p:cNvCxnSpPr/>
          <p:nvPr/>
        </p:nvCxnSpPr>
        <p:spPr>
          <a:xfrm rot="10800000">
            <a:off x="5263300"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170" name="Google Shape;170;p14"/>
          <p:cNvCxnSpPr/>
          <p:nvPr/>
        </p:nvCxnSpPr>
        <p:spPr>
          <a:xfrm>
            <a:off x="2959237"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171" name="Google Shape;171;p14"/>
          <p:cNvCxnSpPr/>
          <p:nvPr/>
        </p:nvCxnSpPr>
        <p:spPr>
          <a:xfrm>
            <a:off x="7589194"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172" name="Google Shape;172;p14"/>
          <p:cNvSpPr>
            <a:spLocks noGrp="1"/>
          </p:cNvSpPr>
          <p:nvPr>
            <p:ph type="pic" idx="2"/>
          </p:nvPr>
        </p:nvSpPr>
        <p:spPr>
          <a:xfrm>
            <a:off x="466617" y="3092450"/>
            <a:ext cx="1973681" cy="1677459"/>
          </a:xfrm>
          <a:prstGeom prst="rect">
            <a:avLst/>
          </a:prstGeom>
          <a:solidFill>
            <a:srgbClr val="D8D8D8"/>
          </a:solidFill>
          <a:ln>
            <a:noFill/>
          </a:ln>
        </p:spPr>
        <p:txBody>
          <a:bodyPr/>
          <a:lstStyle/>
          <a:p>
            <a:endParaRPr lang="pt-BR" dirty="0"/>
          </a:p>
        </p:txBody>
      </p:sp>
      <p:sp>
        <p:nvSpPr>
          <p:cNvPr id="173" name="Google Shape;173;p14"/>
          <p:cNvSpPr>
            <a:spLocks noGrp="1"/>
          </p:cNvSpPr>
          <p:nvPr>
            <p:ph type="pic" idx="3"/>
          </p:nvPr>
        </p:nvSpPr>
        <p:spPr>
          <a:xfrm>
            <a:off x="2769806" y="3092450"/>
            <a:ext cx="1973681" cy="1677459"/>
          </a:xfrm>
          <a:prstGeom prst="rect">
            <a:avLst/>
          </a:prstGeom>
          <a:solidFill>
            <a:srgbClr val="D8D8D8"/>
          </a:solidFill>
          <a:ln>
            <a:noFill/>
          </a:ln>
        </p:spPr>
        <p:txBody>
          <a:bodyPr/>
          <a:lstStyle/>
          <a:p>
            <a:endParaRPr lang="pt-BR" dirty="0"/>
          </a:p>
        </p:txBody>
      </p:sp>
      <p:sp>
        <p:nvSpPr>
          <p:cNvPr id="174" name="Google Shape;174;p14"/>
          <p:cNvSpPr>
            <a:spLocks noGrp="1"/>
          </p:cNvSpPr>
          <p:nvPr>
            <p:ph type="pic" idx="4"/>
          </p:nvPr>
        </p:nvSpPr>
        <p:spPr>
          <a:xfrm>
            <a:off x="5072996" y="3092450"/>
            <a:ext cx="1973681" cy="1677459"/>
          </a:xfrm>
          <a:prstGeom prst="rect">
            <a:avLst/>
          </a:prstGeom>
          <a:solidFill>
            <a:srgbClr val="D8D8D8"/>
          </a:solidFill>
          <a:ln>
            <a:noFill/>
          </a:ln>
        </p:spPr>
        <p:txBody>
          <a:bodyPr/>
          <a:lstStyle/>
          <a:p>
            <a:endParaRPr lang="pt-BR" dirty="0"/>
          </a:p>
        </p:txBody>
      </p:sp>
      <p:sp>
        <p:nvSpPr>
          <p:cNvPr id="175" name="Google Shape;175;p14"/>
          <p:cNvSpPr>
            <a:spLocks noGrp="1"/>
          </p:cNvSpPr>
          <p:nvPr>
            <p:ph type="pic" idx="5"/>
          </p:nvPr>
        </p:nvSpPr>
        <p:spPr>
          <a:xfrm>
            <a:off x="7376185" y="3092450"/>
            <a:ext cx="1973681" cy="1677459"/>
          </a:xfrm>
          <a:prstGeom prst="rect">
            <a:avLst/>
          </a:prstGeom>
          <a:solidFill>
            <a:srgbClr val="D8D8D8"/>
          </a:solidFill>
          <a:ln>
            <a:noFill/>
          </a:ln>
        </p:spPr>
        <p:txBody>
          <a:bodyPr/>
          <a:lstStyle/>
          <a:p>
            <a:endParaRPr lang="pt-BR" dirty="0"/>
          </a:p>
        </p:txBody>
      </p:sp>
      <p:sp>
        <p:nvSpPr>
          <p:cNvPr id="4" name="Espaço Reservado para Texto 16">
            <a:extLst>
              <a:ext uri="{FF2B5EF4-FFF2-40B4-BE49-F238E27FC236}">
                <a16:creationId xmlns:a16="http://schemas.microsoft.com/office/drawing/2014/main" id="{C618C07E-990C-6244-83E2-82CCEA46A7A7}"/>
              </a:ext>
            </a:extLst>
          </p:cNvPr>
          <p:cNvSpPr>
            <a:spLocks noGrp="1"/>
          </p:cNvSpPr>
          <p:nvPr>
            <p:ph type="body" sz="quarter" idx="10" hasCustomPrompt="1"/>
          </p:nvPr>
        </p:nvSpPr>
        <p:spPr>
          <a:xfrm>
            <a:off x="3005292" y="958054"/>
            <a:ext cx="8280499" cy="451909"/>
          </a:xfrm>
          <a:prstGeom prst="rect">
            <a:avLst/>
          </a:prstGeom>
        </p:spPr>
        <p:txBody>
          <a:bodyPr/>
          <a:lstStyle/>
          <a:p>
            <a:pPr marL="0" marR="0" lvl="0" indent="0" algn="l" defTabSz="609630" rtl="0" eaLnBrk="1" fontAlgn="auto" latinLnBrk="0" hangingPunct="1">
              <a:lnSpc>
                <a:spcPct val="100000"/>
              </a:lnSpc>
              <a:spcBef>
                <a:spcPts val="0"/>
              </a:spcBef>
              <a:spcAft>
                <a:spcPts val="0"/>
              </a:spcAft>
              <a:buClr>
                <a:srgbClr val="000000"/>
              </a:buClr>
              <a:buSzTx/>
              <a:buFont typeface="Arial"/>
              <a:buNone/>
              <a:tabLst/>
              <a:defRPr/>
            </a:pPr>
            <a:r>
              <a:rPr kumimoji="0" lang="pt-BR" sz="2000" b="1" i="0" u="none" strike="noStrike" kern="0" cap="none" spc="0" normalizeH="0" baseline="0" noProof="0">
                <a:ln>
                  <a:noFill/>
                </a:ln>
                <a:solidFill>
                  <a:srgbClr val="FF0000"/>
                </a:solidFill>
                <a:effectLst/>
                <a:uLnTx/>
                <a:uFillTx/>
                <a:latin typeface="Poppins"/>
                <a:ea typeface="Poppins"/>
                <a:cs typeface="Poppins"/>
                <a:sym typeface="Poppins"/>
              </a:rPr>
              <a:t>Exemplo de linha do tempo com foto</a:t>
            </a:r>
          </a:p>
        </p:txBody>
      </p:sp>
      <p:sp>
        <p:nvSpPr>
          <p:cNvPr id="3" name="Google Shape;175;p14">
            <a:extLst>
              <a:ext uri="{FF2B5EF4-FFF2-40B4-BE49-F238E27FC236}">
                <a16:creationId xmlns:a16="http://schemas.microsoft.com/office/drawing/2014/main" id="{31BB5FD1-7D85-8BF7-238F-C0DC0EAC62A8}"/>
              </a:ext>
            </a:extLst>
          </p:cNvPr>
          <p:cNvSpPr>
            <a:spLocks noGrp="1"/>
          </p:cNvSpPr>
          <p:nvPr>
            <p:ph type="pic" idx="11"/>
          </p:nvPr>
        </p:nvSpPr>
        <p:spPr>
          <a:xfrm>
            <a:off x="9679374" y="3092450"/>
            <a:ext cx="1973681" cy="1677459"/>
          </a:xfrm>
          <a:prstGeom prst="rect">
            <a:avLst/>
          </a:prstGeom>
          <a:solidFill>
            <a:srgbClr val="D8D8D8"/>
          </a:solidFill>
          <a:ln>
            <a:noFill/>
          </a:ln>
        </p:spPr>
        <p:txBody>
          <a:bodyPr/>
          <a:lstStyle/>
          <a:p>
            <a:endParaRPr lang="pt-BR" dirty="0"/>
          </a:p>
        </p:txBody>
      </p:sp>
      <p:cxnSp>
        <p:nvCxnSpPr>
          <p:cNvPr id="5" name="Google Shape;169;p14">
            <a:extLst>
              <a:ext uri="{FF2B5EF4-FFF2-40B4-BE49-F238E27FC236}">
                <a16:creationId xmlns:a16="http://schemas.microsoft.com/office/drawing/2014/main" id="{2021DE16-A9E6-6366-89AC-3B893A9FD23A}"/>
              </a:ext>
            </a:extLst>
          </p:cNvPr>
          <p:cNvCxnSpPr/>
          <p:nvPr userDrawn="1"/>
        </p:nvCxnSpPr>
        <p:spPr>
          <a:xfrm rot="10800000">
            <a:off x="9869167" y="4624656"/>
            <a:ext cx="0" cy="1399041"/>
          </a:xfrm>
          <a:prstGeom prst="straightConnector1">
            <a:avLst/>
          </a:prstGeom>
          <a:noFill/>
          <a:ln w="19050" cap="flat" cmpd="sng">
            <a:solidFill>
              <a:schemeClr val="dk1"/>
            </a:solidFill>
            <a:prstDash val="solid"/>
            <a:round/>
            <a:headEnd type="diamond" w="med" len="med"/>
            <a:tailEnd type="none" w="sm" len="sm"/>
          </a:ln>
        </p:spPr>
      </p:cxnSp>
      <p:sp>
        <p:nvSpPr>
          <p:cNvPr id="22" name="Retângulo: Cantos Arredondados 2">
            <a:extLst>
              <a:ext uri="{FF2B5EF4-FFF2-40B4-BE49-F238E27FC236}">
                <a16:creationId xmlns:a16="http://schemas.microsoft.com/office/drawing/2014/main" id="{161ECE37-1BE7-D4A7-14A7-868D0D943873}"/>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3" name="Google Shape;207;p37">
            <a:extLst>
              <a:ext uri="{FF2B5EF4-FFF2-40B4-BE49-F238E27FC236}">
                <a16:creationId xmlns:a16="http://schemas.microsoft.com/office/drawing/2014/main" id="{3B566B54-B470-4BCB-0510-B91E5BBD701C}"/>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810038195"/>
      </p:ext>
    </p:extLst>
  </p:cSld>
  <p:clrMapOvr>
    <a:overrideClrMapping bg1="lt1" tx1="dk1" bg2="lt2" tx2="dk2" accent1="accent1" accent2="accent2" accent3="accent3" accent4="accent4" accent5="accent5" accent6="accent6" hlink="hlink" folHlink="folHlink"/>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matchingName="1_Linha do Tempo1" preserve="1" userDrawn="1">
  <p:cSld name="12_Linha do Tempo1">
    <p:bg>
      <p:bgRef idx="1001">
        <a:schemeClr val="bg1"/>
      </p:bgRef>
    </p:bg>
    <p:spTree>
      <p:nvGrpSpPr>
        <p:cNvPr id="1" name="Shape 159"/>
        <p:cNvGrpSpPr/>
        <p:nvPr/>
      </p:nvGrpSpPr>
      <p:grpSpPr>
        <a:xfrm>
          <a:off x="0" y="0"/>
          <a:ext cx="0" cy="0"/>
          <a:chOff x="0" y="0"/>
          <a:chExt cx="0" cy="0"/>
        </a:xfrm>
      </p:grpSpPr>
      <p:pic>
        <p:nvPicPr>
          <p:cNvPr id="2" name="Google Shape;142;p13">
            <a:extLst>
              <a:ext uri="{FF2B5EF4-FFF2-40B4-BE49-F238E27FC236}">
                <a16:creationId xmlns:a16="http://schemas.microsoft.com/office/drawing/2014/main" id="{B9DC6338-7A0D-5E51-B269-88B3C84CF692}"/>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11" name="Google Shape;143;p13">
            <a:extLst>
              <a:ext uri="{FF2B5EF4-FFF2-40B4-BE49-F238E27FC236}">
                <a16:creationId xmlns:a16="http://schemas.microsoft.com/office/drawing/2014/main" id="{124AF7AE-F8A0-DF95-C97C-A22DC5A72718}"/>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172" name="Google Shape;172;p14"/>
          <p:cNvSpPr>
            <a:spLocks noGrp="1"/>
          </p:cNvSpPr>
          <p:nvPr>
            <p:ph type="pic" idx="2"/>
          </p:nvPr>
        </p:nvSpPr>
        <p:spPr>
          <a:xfrm>
            <a:off x="3127810" y="1084585"/>
            <a:ext cx="2481584" cy="1744787"/>
          </a:xfrm>
          <a:prstGeom prst="rect">
            <a:avLst/>
          </a:prstGeom>
          <a:solidFill>
            <a:srgbClr val="D8D8D8"/>
          </a:solidFill>
          <a:ln>
            <a:noFill/>
          </a:ln>
        </p:spPr>
        <p:txBody>
          <a:bodyPr/>
          <a:lstStyle/>
          <a:p>
            <a:endParaRPr lang="pt-BR" dirty="0"/>
          </a:p>
        </p:txBody>
      </p:sp>
      <p:sp>
        <p:nvSpPr>
          <p:cNvPr id="173" name="Google Shape;173;p14"/>
          <p:cNvSpPr>
            <a:spLocks noGrp="1"/>
          </p:cNvSpPr>
          <p:nvPr>
            <p:ph type="pic" idx="3"/>
          </p:nvPr>
        </p:nvSpPr>
        <p:spPr>
          <a:xfrm>
            <a:off x="3127810" y="3837265"/>
            <a:ext cx="2481584" cy="1744787"/>
          </a:xfrm>
          <a:prstGeom prst="rect">
            <a:avLst/>
          </a:prstGeom>
          <a:solidFill>
            <a:srgbClr val="D8D8D8"/>
          </a:solidFill>
          <a:ln>
            <a:noFill/>
          </a:ln>
        </p:spPr>
        <p:txBody>
          <a:bodyPr/>
          <a:lstStyle/>
          <a:p>
            <a:endParaRPr lang="pt-BR" dirty="0"/>
          </a:p>
        </p:txBody>
      </p:sp>
      <p:sp>
        <p:nvSpPr>
          <p:cNvPr id="174" name="Google Shape;174;p14"/>
          <p:cNvSpPr>
            <a:spLocks noGrp="1"/>
          </p:cNvSpPr>
          <p:nvPr>
            <p:ph type="pic" idx="4"/>
          </p:nvPr>
        </p:nvSpPr>
        <p:spPr>
          <a:xfrm>
            <a:off x="8759529" y="3837265"/>
            <a:ext cx="2481584" cy="1744787"/>
          </a:xfrm>
          <a:prstGeom prst="rect">
            <a:avLst/>
          </a:prstGeom>
          <a:solidFill>
            <a:srgbClr val="D8D8D8"/>
          </a:solidFill>
          <a:ln>
            <a:noFill/>
          </a:ln>
        </p:spPr>
        <p:txBody>
          <a:bodyPr/>
          <a:lstStyle/>
          <a:p>
            <a:endParaRPr lang="pt-BR" dirty="0"/>
          </a:p>
        </p:txBody>
      </p:sp>
      <p:sp>
        <p:nvSpPr>
          <p:cNvPr id="175" name="Google Shape;175;p14"/>
          <p:cNvSpPr>
            <a:spLocks noGrp="1"/>
          </p:cNvSpPr>
          <p:nvPr>
            <p:ph type="pic" idx="5"/>
          </p:nvPr>
        </p:nvSpPr>
        <p:spPr>
          <a:xfrm>
            <a:off x="8759529" y="1084585"/>
            <a:ext cx="2481584" cy="1744787"/>
          </a:xfrm>
          <a:prstGeom prst="rect">
            <a:avLst/>
          </a:prstGeom>
          <a:solidFill>
            <a:srgbClr val="D8D8D8"/>
          </a:solidFill>
          <a:ln>
            <a:noFill/>
          </a:ln>
        </p:spPr>
        <p:txBody>
          <a:bodyPr/>
          <a:lstStyle/>
          <a:p>
            <a:endParaRPr lang="pt-BR" dirty="0"/>
          </a:p>
        </p:txBody>
      </p:sp>
      <p:grpSp>
        <p:nvGrpSpPr>
          <p:cNvPr id="6" name="Google Shape;83;p33">
            <a:extLst>
              <a:ext uri="{FF2B5EF4-FFF2-40B4-BE49-F238E27FC236}">
                <a16:creationId xmlns:a16="http://schemas.microsoft.com/office/drawing/2014/main" id="{D4E12F93-0D1B-184A-6A5F-831EC5790BBA}"/>
              </a:ext>
            </a:extLst>
          </p:cNvPr>
          <p:cNvGrpSpPr/>
          <p:nvPr userDrawn="1"/>
        </p:nvGrpSpPr>
        <p:grpSpPr>
          <a:xfrm>
            <a:off x="9756405" y="6381592"/>
            <a:ext cx="2435595" cy="499855"/>
            <a:chOff x="14634602" y="9537218"/>
            <a:chExt cx="3653392" cy="749782"/>
          </a:xfrm>
        </p:grpSpPr>
        <p:pic>
          <p:nvPicPr>
            <p:cNvPr id="9" name="Google Shape;84;p33">
              <a:extLst>
                <a:ext uri="{FF2B5EF4-FFF2-40B4-BE49-F238E27FC236}">
                  <a16:creationId xmlns:a16="http://schemas.microsoft.com/office/drawing/2014/main" id="{42EDA05F-736C-3BD1-249E-EC43E41AAEB5}"/>
                </a:ext>
              </a:extLst>
            </p:cNvPr>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10" name="Google Shape;85;p33" descr="Logotipo">
              <a:extLst>
                <a:ext uri="{FF2B5EF4-FFF2-40B4-BE49-F238E27FC236}">
                  <a16:creationId xmlns:a16="http://schemas.microsoft.com/office/drawing/2014/main" id="{26469B5C-0611-BBF5-3934-DF404EA4DB2F}"/>
                </a:ext>
              </a:extLst>
            </p:cNvPr>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3" name="Google Shape;175;p14">
            <a:extLst>
              <a:ext uri="{FF2B5EF4-FFF2-40B4-BE49-F238E27FC236}">
                <a16:creationId xmlns:a16="http://schemas.microsoft.com/office/drawing/2014/main" id="{56C71D41-77D9-DF79-58BE-9365F966EF69}"/>
              </a:ext>
            </a:extLst>
          </p:cNvPr>
          <p:cNvSpPr>
            <a:spLocks noGrp="1"/>
          </p:cNvSpPr>
          <p:nvPr>
            <p:ph type="pic" idx="10"/>
          </p:nvPr>
        </p:nvSpPr>
        <p:spPr>
          <a:xfrm>
            <a:off x="5943669" y="2636294"/>
            <a:ext cx="2481584" cy="1744787"/>
          </a:xfrm>
          <a:prstGeom prst="rect">
            <a:avLst/>
          </a:prstGeom>
          <a:solidFill>
            <a:srgbClr val="D8D8D8"/>
          </a:solidFill>
          <a:ln>
            <a:noFill/>
          </a:ln>
        </p:spPr>
        <p:txBody>
          <a:bodyPr/>
          <a:lstStyle/>
          <a:p>
            <a:endParaRPr lang="pt-BR" dirty="0"/>
          </a:p>
        </p:txBody>
      </p:sp>
      <p:sp>
        <p:nvSpPr>
          <p:cNvPr id="5" name="Google Shape;461;p35">
            <a:extLst>
              <a:ext uri="{FF2B5EF4-FFF2-40B4-BE49-F238E27FC236}">
                <a16:creationId xmlns:a16="http://schemas.microsoft.com/office/drawing/2014/main" id="{33D0D6C5-8715-0F40-FA0E-D48893B501E0}"/>
              </a:ext>
            </a:extLst>
          </p:cNvPr>
          <p:cNvSpPr txBox="1">
            <a:spLocks noGrp="1"/>
          </p:cNvSpPr>
          <p:nvPr>
            <p:ph type="body" idx="1"/>
          </p:nvPr>
        </p:nvSpPr>
        <p:spPr>
          <a:xfrm>
            <a:off x="3127811" y="2908275"/>
            <a:ext cx="2481583" cy="263903"/>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2" name="Google Shape;461;p35">
            <a:extLst>
              <a:ext uri="{FF2B5EF4-FFF2-40B4-BE49-F238E27FC236}">
                <a16:creationId xmlns:a16="http://schemas.microsoft.com/office/drawing/2014/main" id="{942739D9-B2BA-79B7-5ED1-B62B55D3F5ED}"/>
              </a:ext>
            </a:extLst>
          </p:cNvPr>
          <p:cNvSpPr txBox="1">
            <a:spLocks noGrp="1"/>
          </p:cNvSpPr>
          <p:nvPr>
            <p:ph type="body" idx="11"/>
          </p:nvPr>
        </p:nvSpPr>
        <p:spPr>
          <a:xfrm>
            <a:off x="3127811" y="5656962"/>
            <a:ext cx="2481583" cy="263903"/>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3" name="Google Shape;461;p35">
            <a:extLst>
              <a:ext uri="{FF2B5EF4-FFF2-40B4-BE49-F238E27FC236}">
                <a16:creationId xmlns:a16="http://schemas.microsoft.com/office/drawing/2014/main" id="{EE04D1B5-9360-A915-C219-497C2ACFCD81}"/>
              </a:ext>
            </a:extLst>
          </p:cNvPr>
          <p:cNvSpPr txBox="1">
            <a:spLocks noGrp="1"/>
          </p:cNvSpPr>
          <p:nvPr>
            <p:ph type="body" idx="12"/>
          </p:nvPr>
        </p:nvSpPr>
        <p:spPr>
          <a:xfrm>
            <a:off x="8760967" y="2908275"/>
            <a:ext cx="2481583" cy="263903"/>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4" name="Google Shape;461;p35">
            <a:extLst>
              <a:ext uri="{FF2B5EF4-FFF2-40B4-BE49-F238E27FC236}">
                <a16:creationId xmlns:a16="http://schemas.microsoft.com/office/drawing/2014/main" id="{7394943A-CEBB-AB48-ECBE-BBC2776C35A1}"/>
              </a:ext>
            </a:extLst>
          </p:cNvPr>
          <p:cNvSpPr txBox="1">
            <a:spLocks noGrp="1"/>
          </p:cNvSpPr>
          <p:nvPr>
            <p:ph type="body" idx="13"/>
          </p:nvPr>
        </p:nvSpPr>
        <p:spPr>
          <a:xfrm>
            <a:off x="8760967" y="5656962"/>
            <a:ext cx="2481583" cy="263903"/>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5" name="Google Shape;461;p35">
            <a:extLst>
              <a:ext uri="{FF2B5EF4-FFF2-40B4-BE49-F238E27FC236}">
                <a16:creationId xmlns:a16="http://schemas.microsoft.com/office/drawing/2014/main" id="{114A61D5-AD8F-FCAE-D28D-A4A6D7992919}"/>
              </a:ext>
            </a:extLst>
          </p:cNvPr>
          <p:cNvSpPr txBox="1">
            <a:spLocks noGrp="1"/>
          </p:cNvSpPr>
          <p:nvPr>
            <p:ph type="body" idx="14"/>
          </p:nvPr>
        </p:nvSpPr>
        <p:spPr>
          <a:xfrm>
            <a:off x="5950033" y="4443564"/>
            <a:ext cx="2481583" cy="263903"/>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0" name="Retângulo: Cantos Arredondados 2">
            <a:extLst>
              <a:ext uri="{FF2B5EF4-FFF2-40B4-BE49-F238E27FC236}">
                <a16:creationId xmlns:a16="http://schemas.microsoft.com/office/drawing/2014/main" id="{161ECE37-1BE7-D4A7-14A7-868D0D943873}"/>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1" name="Google Shape;207;p37">
            <a:extLst>
              <a:ext uri="{FF2B5EF4-FFF2-40B4-BE49-F238E27FC236}">
                <a16:creationId xmlns:a16="http://schemas.microsoft.com/office/drawing/2014/main" id="{3B566B54-B470-4BCB-0510-B91E5BBD701C}"/>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1334442356"/>
      </p:ext>
    </p:extLst>
  </p:cSld>
  <p:clrMapOvr>
    <a:overrideClrMapping bg1="lt1" tx1="dk1" bg2="lt2" tx2="dk2" accent1="accent1" accent2="accent2" accent3="accent3" accent4="accent4" accent5="accent5" accent6="accent6" hlink="hlink" folHlink="folHlink"/>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matchingName="3_1. Desenvolvimento" userDrawn="1">
  <p:cSld name="3_1. Desenvolvimento">
    <p:spTree>
      <p:nvGrpSpPr>
        <p:cNvPr id="1" name="Shape 195"/>
        <p:cNvGrpSpPr/>
        <p:nvPr/>
      </p:nvGrpSpPr>
      <p:grpSpPr>
        <a:xfrm>
          <a:off x="0" y="0"/>
          <a:ext cx="0" cy="0"/>
          <a:chOff x="0" y="0"/>
          <a:chExt cx="0" cy="0"/>
        </a:xfrm>
      </p:grpSpPr>
      <p:pic>
        <p:nvPicPr>
          <p:cNvPr id="2" name="Google Shape;142;p13">
            <a:extLst>
              <a:ext uri="{FF2B5EF4-FFF2-40B4-BE49-F238E27FC236}">
                <a16:creationId xmlns:a16="http://schemas.microsoft.com/office/drawing/2014/main" id="{9D69E5DF-AFB4-082A-78F6-2638D3AE261A}"/>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10" name="Google Shape;143;p13">
            <a:extLst>
              <a:ext uri="{FF2B5EF4-FFF2-40B4-BE49-F238E27FC236}">
                <a16:creationId xmlns:a16="http://schemas.microsoft.com/office/drawing/2014/main" id="{5C5A7F27-7691-9460-0550-E2C435BDD569}"/>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25" name="CaixaDeTexto 24">
            <a:extLst>
              <a:ext uri="{FF2B5EF4-FFF2-40B4-BE49-F238E27FC236}">
                <a16:creationId xmlns:a16="http://schemas.microsoft.com/office/drawing/2014/main" id="{35147A39-4A06-944D-FF7F-A1004ED45E4E}"/>
              </a:ext>
            </a:extLst>
          </p:cNvPr>
          <p:cNvSpPr txBox="1"/>
          <p:nvPr userDrawn="1"/>
        </p:nvSpPr>
        <p:spPr>
          <a:xfrm>
            <a:off x="5562600" y="2362200"/>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1" name="Retângulo: Cantos Arredondados 11">
            <a:extLst>
              <a:ext uri="{FF2B5EF4-FFF2-40B4-BE49-F238E27FC236}">
                <a16:creationId xmlns:a16="http://schemas.microsoft.com/office/drawing/2014/main" id="{52DB88CB-1B0A-94DF-C03B-666B567216E1}"/>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Google Shape;101;p34">
            <a:extLst>
              <a:ext uri="{FF2B5EF4-FFF2-40B4-BE49-F238E27FC236}">
                <a16:creationId xmlns:a16="http://schemas.microsoft.com/office/drawing/2014/main" id="{EDD2838E-25A2-B222-07FA-F2EAA9115EE3}"/>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1166717530"/>
      </p:ext>
    </p:extLst>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matchingName="3_1. Desenvolvimento" preserve="1" userDrawn="1">
  <p:cSld name="4_1. Desenvolvimento">
    <p:spTree>
      <p:nvGrpSpPr>
        <p:cNvPr id="1" name="Shape 195"/>
        <p:cNvGrpSpPr/>
        <p:nvPr/>
      </p:nvGrpSpPr>
      <p:grpSpPr>
        <a:xfrm>
          <a:off x="0" y="0"/>
          <a:ext cx="0" cy="0"/>
          <a:chOff x="0" y="0"/>
          <a:chExt cx="0" cy="0"/>
        </a:xfrm>
      </p:grpSpPr>
      <p:pic>
        <p:nvPicPr>
          <p:cNvPr id="2" name="Google Shape;142;p13">
            <a:extLst>
              <a:ext uri="{FF2B5EF4-FFF2-40B4-BE49-F238E27FC236}">
                <a16:creationId xmlns:a16="http://schemas.microsoft.com/office/drawing/2014/main" id="{4B767D6B-6265-3A78-AAA8-3F6C9F2D4EE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10" name="Google Shape;143;p13">
            <a:extLst>
              <a:ext uri="{FF2B5EF4-FFF2-40B4-BE49-F238E27FC236}">
                <a16:creationId xmlns:a16="http://schemas.microsoft.com/office/drawing/2014/main" id="{46932D22-BAF7-1551-43A7-D488879ECC73}"/>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25" name="CaixaDeTexto 24">
            <a:extLst>
              <a:ext uri="{FF2B5EF4-FFF2-40B4-BE49-F238E27FC236}">
                <a16:creationId xmlns:a16="http://schemas.microsoft.com/office/drawing/2014/main" id="{35147A39-4A06-944D-FF7F-A1004ED45E4E}"/>
              </a:ext>
            </a:extLst>
          </p:cNvPr>
          <p:cNvSpPr txBox="1"/>
          <p:nvPr userDrawn="1"/>
        </p:nvSpPr>
        <p:spPr>
          <a:xfrm>
            <a:off x="5562600" y="2362200"/>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5" name="Espaço Reservado para Texto 1">
            <a:extLst>
              <a:ext uri="{FF2B5EF4-FFF2-40B4-BE49-F238E27FC236}">
                <a16:creationId xmlns:a16="http://schemas.microsoft.com/office/drawing/2014/main" id="{85F100CA-E039-28DC-D987-FCF867BDB104}"/>
              </a:ext>
            </a:extLst>
          </p:cNvPr>
          <p:cNvSpPr>
            <a:spLocks noGrp="1"/>
          </p:cNvSpPr>
          <p:nvPr>
            <p:ph type="body" sz="quarter" idx="4294967295"/>
          </p:nvPr>
        </p:nvSpPr>
        <p:spPr>
          <a:xfrm>
            <a:off x="3005293" y="958054"/>
            <a:ext cx="8280499" cy="451909"/>
          </a:xfrm>
          <a:prstGeom prst="rect">
            <a:avLst/>
          </a:prstGeom>
        </p:spPr>
        <p:txBody>
          <a:bodyPr/>
          <a:lstStyle/>
          <a:p>
            <a:endParaRPr lang="pt-BR" sz="3200" b="1" dirty="0">
              <a:solidFill>
                <a:srgbClr val="FF0000"/>
              </a:solidFill>
              <a:latin typeface="Poppins" panose="00000500000000000000" pitchFamily="2" charset="0"/>
              <a:cs typeface="Poppins" panose="00000500000000000000" pitchFamily="2" charset="0"/>
            </a:endParaRPr>
          </a:p>
        </p:txBody>
      </p:sp>
      <p:sp>
        <p:nvSpPr>
          <p:cNvPr id="11" name="Retângulo: Cantos Arredondados 11">
            <a:extLst>
              <a:ext uri="{FF2B5EF4-FFF2-40B4-BE49-F238E27FC236}">
                <a16:creationId xmlns:a16="http://schemas.microsoft.com/office/drawing/2014/main" id="{C93B083E-70EA-3D99-E825-071D499CD7CC}"/>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Google Shape;207;p37">
            <a:extLst>
              <a:ext uri="{FF2B5EF4-FFF2-40B4-BE49-F238E27FC236}">
                <a16:creationId xmlns:a16="http://schemas.microsoft.com/office/drawing/2014/main" id="{F0559134-F54F-8230-F3F3-FAD19A84BEDB}"/>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569389115"/>
      </p:ext>
    </p:extLst>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matchingName="3_1. Desenvolvimento" preserve="1" userDrawn="1">
  <p:cSld name="5_1. Desenvolvimento">
    <p:spTree>
      <p:nvGrpSpPr>
        <p:cNvPr id="1" name="Shape 195"/>
        <p:cNvGrpSpPr/>
        <p:nvPr/>
      </p:nvGrpSpPr>
      <p:grpSpPr>
        <a:xfrm>
          <a:off x="0" y="0"/>
          <a:ext cx="0" cy="0"/>
          <a:chOff x="0" y="0"/>
          <a:chExt cx="0" cy="0"/>
        </a:xfrm>
      </p:grpSpPr>
      <p:pic>
        <p:nvPicPr>
          <p:cNvPr id="2" name="Google Shape;142;p13">
            <a:extLst>
              <a:ext uri="{FF2B5EF4-FFF2-40B4-BE49-F238E27FC236}">
                <a16:creationId xmlns:a16="http://schemas.microsoft.com/office/drawing/2014/main" id="{4B767D6B-6265-3A78-AAA8-3F6C9F2D4EE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10" name="Google Shape;143;p13">
            <a:extLst>
              <a:ext uri="{FF2B5EF4-FFF2-40B4-BE49-F238E27FC236}">
                <a16:creationId xmlns:a16="http://schemas.microsoft.com/office/drawing/2014/main" id="{46932D22-BAF7-1551-43A7-D488879ECC73}"/>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25" name="CaixaDeTexto 24">
            <a:extLst>
              <a:ext uri="{FF2B5EF4-FFF2-40B4-BE49-F238E27FC236}">
                <a16:creationId xmlns:a16="http://schemas.microsoft.com/office/drawing/2014/main" id="{35147A39-4A06-944D-FF7F-A1004ED45E4E}"/>
              </a:ext>
            </a:extLst>
          </p:cNvPr>
          <p:cNvSpPr txBox="1"/>
          <p:nvPr userDrawn="1"/>
        </p:nvSpPr>
        <p:spPr>
          <a:xfrm>
            <a:off x="5562600" y="2362200"/>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1" name="Retângulo: Cantos Arredondados 11">
            <a:extLst>
              <a:ext uri="{FF2B5EF4-FFF2-40B4-BE49-F238E27FC236}">
                <a16:creationId xmlns:a16="http://schemas.microsoft.com/office/drawing/2014/main" id="{C93B083E-70EA-3D99-E825-071D499CD7CC}"/>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Google Shape;207;p37">
            <a:extLst>
              <a:ext uri="{FF2B5EF4-FFF2-40B4-BE49-F238E27FC236}">
                <a16:creationId xmlns:a16="http://schemas.microsoft.com/office/drawing/2014/main" id="{F0559134-F54F-8230-F3F3-FAD19A84BEDB}"/>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1767188121"/>
      </p:ext>
    </p:extLst>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matchingName="Quadro">
  <p:cSld name="Quadro">
    <p:spTree>
      <p:nvGrpSpPr>
        <p:cNvPr id="1" name="Shape 206"/>
        <p:cNvGrpSpPr/>
        <p:nvPr/>
      </p:nvGrpSpPr>
      <p:grpSpPr>
        <a:xfrm>
          <a:off x="0" y="0"/>
          <a:ext cx="0" cy="0"/>
          <a:chOff x="0" y="0"/>
          <a:chExt cx="0" cy="0"/>
        </a:xfrm>
      </p:grpSpPr>
      <p:pic>
        <p:nvPicPr>
          <p:cNvPr id="3" name="Google Shape;190;p17">
            <a:extLst>
              <a:ext uri="{FF2B5EF4-FFF2-40B4-BE49-F238E27FC236}">
                <a16:creationId xmlns:a16="http://schemas.microsoft.com/office/drawing/2014/main" id="{A6D25672-1DF6-225C-0E2E-D5314170BC4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4" y="0"/>
            <a:ext cx="12192000" cy="6857989"/>
          </a:xfrm>
          <a:prstGeom prst="rect">
            <a:avLst/>
          </a:prstGeom>
          <a:noFill/>
          <a:ln>
            <a:noFill/>
          </a:ln>
        </p:spPr>
      </p:pic>
      <p:sp>
        <p:nvSpPr>
          <p:cNvPr id="208" name="Google Shape;208;p17"/>
          <p:cNvSpPr txBox="1">
            <a:spLocks noGrp="1"/>
          </p:cNvSpPr>
          <p:nvPr>
            <p:ph type="body" idx="1"/>
          </p:nvPr>
        </p:nvSpPr>
        <p:spPr>
          <a:xfrm>
            <a:off x="500292" y="3098664"/>
            <a:ext cx="2601182" cy="1303521"/>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609630" marR="0" lvl="1"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2pPr>
            <a:lvl3pPr marL="914446" marR="0" lvl="2"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3pPr>
            <a:lvl4pPr marL="1219261" marR="0" lvl="3"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4pPr>
            <a:lvl5pPr marL="1524076" marR="0" lvl="4"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5pPr>
            <a:lvl6pPr marL="1828891" marR="0" lvl="5"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6pPr>
            <a:lvl7pPr marL="2133707" marR="0" lvl="6"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7pPr>
            <a:lvl8pPr marL="2438522" marR="0" lvl="7"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8pPr>
            <a:lvl9pPr marL="2743337" marR="0" lvl="8"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9pPr>
          </a:lstStyle>
          <a:p>
            <a:endParaRPr/>
          </a:p>
        </p:txBody>
      </p:sp>
      <p:sp>
        <p:nvSpPr>
          <p:cNvPr id="10" name="Retângulo: Cantos Arredondados 1">
            <a:extLst>
              <a:ext uri="{FF2B5EF4-FFF2-40B4-BE49-F238E27FC236}">
                <a16:creationId xmlns:a16="http://schemas.microsoft.com/office/drawing/2014/main" id="{FED6A8E2-1E7E-9890-9479-33377106E36F}"/>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1" name="Google Shape;101;p34">
            <a:extLst>
              <a:ext uri="{FF2B5EF4-FFF2-40B4-BE49-F238E27FC236}">
                <a16:creationId xmlns:a16="http://schemas.microsoft.com/office/drawing/2014/main" id="{D65D7D60-92EA-D08C-6A92-A6FB7E83B78B}"/>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3493738782"/>
      </p:ext>
    </p:extLst>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matchingName="Quadro" preserve="1">
  <p:cSld name="1_Quadro">
    <p:spTree>
      <p:nvGrpSpPr>
        <p:cNvPr id="1" name="Shape 206"/>
        <p:cNvGrpSpPr/>
        <p:nvPr/>
      </p:nvGrpSpPr>
      <p:grpSpPr>
        <a:xfrm>
          <a:off x="0" y="0"/>
          <a:ext cx="0" cy="0"/>
          <a:chOff x="0" y="0"/>
          <a:chExt cx="0" cy="0"/>
        </a:xfrm>
      </p:grpSpPr>
      <p:pic>
        <p:nvPicPr>
          <p:cNvPr id="3" name="Google Shape;190;p17">
            <a:extLst>
              <a:ext uri="{FF2B5EF4-FFF2-40B4-BE49-F238E27FC236}">
                <a16:creationId xmlns:a16="http://schemas.microsoft.com/office/drawing/2014/main" id="{8F048021-2E51-ECB5-E0FF-9A01483526F2}"/>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4" y="0"/>
            <a:ext cx="12192000" cy="6857989"/>
          </a:xfrm>
          <a:prstGeom prst="rect">
            <a:avLst/>
          </a:prstGeom>
          <a:noFill/>
          <a:ln>
            <a:noFill/>
          </a:ln>
        </p:spPr>
      </p:pic>
      <p:sp>
        <p:nvSpPr>
          <p:cNvPr id="9" name="Retângulo: Cantos Arredondados 1">
            <a:extLst>
              <a:ext uri="{FF2B5EF4-FFF2-40B4-BE49-F238E27FC236}">
                <a16:creationId xmlns:a16="http://schemas.microsoft.com/office/drawing/2014/main" id="{FED6A8E2-1E7E-9890-9479-33377106E36F}"/>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8" name="Google Shape;208;p17"/>
          <p:cNvSpPr txBox="1">
            <a:spLocks noGrp="1"/>
          </p:cNvSpPr>
          <p:nvPr>
            <p:ph type="body" idx="1"/>
          </p:nvPr>
        </p:nvSpPr>
        <p:spPr>
          <a:xfrm>
            <a:off x="500292" y="3098664"/>
            <a:ext cx="2435595" cy="1303521"/>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609630" marR="0" lvl="1"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2pPr>
            <a:lvl3pPr marL="914446" marR="0" lvl="2"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3pPr>
            <a:lvl4pPr marL="1219261" marR="0" lvl="3"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4pPr>
            <a:lvl5pPr marL="1524076" marR="0" lvl="4"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5pPr>
            <a:lvl6pPr marL="1828891" marR="0" lvl="5"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6pPr>
            <a:lvl7pPr marL="2133707" marR="0" lvl="6"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7pPr>
            <a:lvl8pPr marL="2438522" marR="0" lvl="7"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8pPr>
            <a:lvl9pPr marL="2743337" marR="0" lvl="8"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9pPr>
          </a:lstStyle>
          <a:p>
            <a:endParaRPr dirty="0"/>
          </a:p>
        </p:txBody>
      </p:sp>
      <p:sp>
        <p:nvSpPr>
          <p:cNvPr id="2" name="Google Shape;82;p33">
            <a:extLst>
              <a:ext uri="{FF2B5EF4-FFF2-40B4-BE49-F238E27FC236}">
                <a16:creationId xmlns:a16="http://schemas.microsoft.com/office/drawing/2014/main" id="{28A9A2E2-1133-F6AB-BB54-B57920FBC711}"/>
              </a:ext>
            </a:extLst>
          </p:cNvPr>
          <p:cNvSpPr txBox="1"/>
          <p:nvPr userDrawn="1"/>
        </p:nvSpPr>
        <p:spPr>
          <a:xfrm>
            <a:off x="779302" y="669715"/>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Prática</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1572616958"/>
      </p:ext>
    </p:extLst>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matchingName="Quadro" preserve="1">
  <p:cSld name="2_Quadro">
    <p:spTree>
      <p:nvGrpSpPr>
        <p:cNvPr id="1" name="Shape 206"/>
        <p:cNvGrpSpPr/>
        <p:nvPr/>
      </p:nvGrpSpPr>
      <p:grpSpPr>
        <a:xfrm>
          <a:off x="0" y="0"/>
          <a:ext cx="0" cy="0"/>
          <a:chOff x="0" y="0"/>
          <a:chExt cx="0" cy="0"/>
        </a:xfrm>
      </p:grpSpPr>
      <p:pic>
        <p:nvPicPr>
          <p:cNvPr id="2" name="Google Shape;190;p17">
            <a:extLst>
              <a:ext uri="{FF2B5EF4-FFF2-40B4-BE49-F238E27FC236}">
                <a16:creationId xmlns:a16="http://schemas.microsoft.com/office/drawing/2014/main" id="{8A4526A2-20CE-7E4F-450B-D0F04CE87409}"/>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4" y="0"/>
            <a:ext cx="12192000" cy="6857989"/>
          </a:xfrm>
          <a:prstGeom prst="rect">
            <a:avLst/>
          </a:prstGeom>
          <a:noFill/>
          <a:ln>
            <a:noFill/>
          </a:ln>
        </p:spPr>
      </p:pic>
      <p:sp>
        <p:nvSpPr>
          <p:cNvPr id="208" name="Google Shape;208;p17"/>
          <p:cNvSpPr txBox="1">
            <a:spLocks noGrp="1"/>
          </p:cNvSpPr>
          <p:nvPr>
            <p:ph type="body" idx="1"/>
          </p:nvPr>
        </p:nvSpPr>
        <p:spPr>
          <a:xfrm>
            <a:off x="500292" y="3098664"/>
            <a:ext cx="2601182" cy="1303521"/>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609630" marR="0" lvl="1"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2pPr>
            <a:lvl3pPr marL="914446" marR="0" lvl="2"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3pPr>
            <a:lvl4pPr marL="1219261" marR="0" lvl="3"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4pPr>
            <a:lvl5pPr marL="1524076" marR="0" lvl="4"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5pPr>
            <a:lvl6pPr marL="1828891" marR="0" lvl="5"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6pPr>
            <a:lvl7pPr marL="2133707" marR="0" lvl="6"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7pPr>
            <a:lvl8pPr marL="2438522" marR="0" lvl="7"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8pPr>
            <a:lvl9pPr marL="2743337" marR="0" lvl="8"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9pPr>
          </a:lstStyle>
          <a:p>
            <a:endParaRPr/>
          </a:p>
        </p:txBody>
      </p:sp>
      <p:sp>
        <p:nvSpPr>
          <p:cNvPr id="9" name="Retângulo: Cantos Arredondados 3">
            <a:extLst>
              <a:ext uri="{FF2B5EF4-FFF2-40B4-BE49-F238E27FC236}">
                <a16:creationId xmlns:a16="http://schemas.microsoft.com/office/drawing/2014/main" id="{511A2EAB-99A2-F626-689E-120FBFA8D7A6}"/>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Google Shape;207;p37">
            <a:extLst>
              <a:ext uri="{FF2B5EF4-FFF2-40B4-BE49-F238E27FC236}">
                <a16:creationId xmlns:a16="http://schemas.microsoft.com/office/drawing/2014/main" id="{6DD8FC81-9A8D-3E88-7B9E-AE9AD136DAEF}"/>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3760524525"/>
      </p:ext>
    </p:extLst>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matchingName="Título e Conteúdo" userDrawn="1">
  <p:cSld name="2_Título e Conteúdo">
    <p:spTree>
      <p:nvGrpSpPr>
        <p:cNvPr id="1" name="Shape 14"/>
        <p:cNvGrpSpPr/>
        <p:nvPr/>
      </p:nvGrpSpPr>
      <p:grpSpPr>
        <a:xfrm>
          <a:off x="0" y="0"/>
          <a:ext cx="0" cy="0"/>
          <a:chOff x="0" y="0"/>
          <a:chExt cx="0" cy="0"/>
        </a:xfrm>
      </p:grpSpPr>
      <p:pic>
        <p:nvPicPr>
          <p:cNvPr id="2" name="Google Shape;142;p13">
            <a:extLst>
              <a:ext uri="{FF2B5EF4-FFF2-40B4-BE49-F238E27FC236}">
                <a16:creationId xmlns:a16="http://schemas.microsoft.com/office/drawing/2014/main" id="{93286F52-6756-7166-5239-9D43CA2BA52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10" name="Google Shape;143;p13">
            <a:extLst>
              <a:ext uri="{FF2B5EF4-FFF2-40B4-BE49-F238E27FC236}">
                <a16:creationId xmlns:a16="http://schemas.microsoft.com/office/drawing/2014/main" id="{9852216B-3DCF-2D76-FB16-C9AE54F2AF55}"/>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14" name="Espaço Reservado para Texto 13">
            <a:extLst>
              <a:ext uri="{FF2B5EF4-FFF2-40B4-BE49-F238E27FC236}">
                <a16:creationId xmlns:a16="http://schemas.microsoft.com/office/drawing/2014/main" id="{E7E6A8B7-E0DB-1297-5803-801B69FAC7D8}"/>
              </a:ext>
            </a:extLst>
          </p:cNvPr>
          <p:cNvSpPr>
            <a:spLocks noGrp="1"/>
          </p:cNvSpPr>
          <p:nvPr>
            <p:ph type="body" sz="quarter" idx="10"/>
          </p:nvPr>
        </p:nvSpPr>
        <p:spPr>
          <a:xfrm>
            <a:off x="3163359" y="1023409"/>
            <a:ext cx="4888441" cy="1081617"/>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15" name="Espaço Reservado para Texto 13">
            <a:extLst>
              <a:ext uri="{FF2B5EF4-FFF2-40B4-BE49-F238E27FC236}">
                <a16:creationId xmlns:a16="http://schemas.microsoft.com/office/drawing/2014/main" id="{A4610CAA-693D-15C7-F9EF-48A1DA79B840}"/>
              </a:ext>
            </a:extLst>
          </p:cNvPr>
          <p:cNvSpPr>
            <a:spLocks noGrp="1"/>
          </p:cNvSpPr>
          <p:nvPr>
            <p:ph type="body" sz="quarter" idx="11"/>
          </p:nvPr>
        </p:nvSpPr>
        <p:spPr>
          <a:xfrm>
            <a:off x="3163359" y="2334624"/>
            <a:ext cx="4888441" cy="1081617"/>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17" name="Espaço Reservado para Imagem 16">
            <a:extLst>
              <a:ext uri="{FF2B5EF4-FFF2-40B4-BE49-F238E27FC236}">
                <a16:creationId xmlns:a16="http://schemas.microsoft.com/office/drawing/2014/main" id="{E630EA91-1A48-3E2F-9CC8-32FDA4ECAA27}"/>
              </a:ext>
            </a:extLst>
          </p:cNvPr>
          <p:cNvSpPr>
            <a:spLocks noGrp="1"/>
          </p:cNvSpPr>
          <p:nvPr>
            <p:ph type="pic" sz="quarter" idx="12"/>
          </p:nvPr>
        </p:nvSpPr>
        <p:spPr>
          <a:xfrm>
            <a:off x="3163359" y="3645959"/>
            <a:ext cx="4888441" cy="1667933"/>
          </a:xfrm>
          <a:prstGeom prst="rect">
            <a:avLst/>
          </a:prstGeom>
        </p:spPr>
        <p:txBody>
          <a:bodyPr/>
          <a:lstStyle>
            <a:lvl1pPr>
              <a:defRPr sz="1200">
                <a:latin typeface="Poppins" pitchFamily="2" charset="77"/>
                <a:cs typeface="Poppins" pitchFamily="2" charset="77"/>
              </a:defRPr>
            </a:lvl1pPr>
          </a:lstStyle>
          <a:p>
            <a:endParaRPr lang="pt-BR" dirty="0"/>
          </a:p>
        </p:txBody>
      </p:sp>
      <p:sp>
        <p:nvSpPr>
          <p:cNvPr id="16" name="Retângulo: Cantos Arredondados 2">
            <a:extLst>
              <a:ext uri="{FF2B5EF4-FFF2-40B4-BE49-F238E27FC236}">
                <a16:creationId xmlns:a16="http://schemas.microsoft.com/office/drawing/2014/main" id="{17A3D1C7-4C17-A0CF-1744-D18B4843D47B}"/>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8" name="Google Shape;101;p34">
            <a:extLst>
              <a:ext uri="{FF2B5EF4-FFF2-40B4-BE49-F238E27FC236}">
                <a16:creationId xmlns:a16="http://schemas.microsoft.com/office/drawing/2014/main" id="{CDBF4F0A-99DA-09B5-8CA6-E3CE447F8CB3}"/>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765477575"/>
      </p:ext>
    </p:extLst>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matchingName="Título e Conteúdo" preserve="1" userDrawn="1">
  <p:cSld name="3_Título e Conteúdo">
    <p:spTree>
      <p:nvGrpSpPr>
        <p:cNvPr id="1" name="Shape 14"/>
        <p:cNvGrpSpPr/>
        <p:nvPr/>
      </p:nvGrpSpPr>
      <p:grpSpPr>
        <a:xfrm>
          <a:off x="0" y="0"/>
          <a:ext cx="0" cy="0"/>
          <a:chOff x="0" y="0"/>
          <a:chExt cx="0" cy="0"/>
        </a:xfrm>
      </p:grpSpPr>
      <p:pic>
        <p:nvPicPr>
          <p:cNvPr id="2" name="Google Shape;142;p13">
            <a:extLst>
              <a:ext uri="{FF2B5EF4-FFF2-40B4-BE49-F238E27FC236}">
                <a16:creationId xmlns:a16="http://schemas.microsoft.com/office/drawing/2014/main" id="{1DF1D5C1-635C-126E-E912-8ACAD6E6666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10" name="Google Shape;143;p13">
            <a:extLst>
              <a:ext uri="{FF2B5EF4-FFF2-40B4-BE49-F238E27FC236}">
                <a16:creationId xmlns:a16="http://schemas.microsoft.com/office/drawing/2014/main" id="{525B043D-41E8-13A6-99C9-0C397C012E2F}"/>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14" name="Espaço Reservado para Texto 13">
            <a:extLst>
              <a:ext uri="{FF2B5EF4-FFF2-40B4-BE49-F238E27FC236}">
                <a16:creationId xmlns:a16="http://schemas.microsoft.com/office/drawing/2014/main" id="{E7E6A8B7-E0DB-1297-5803-801B69FAC7D8}"/>
              </a:ext>
            </a:extLst>
          </p:cNvPr>
          <p:cNvSpPr>
            <a:spLocks noGrp="1"/>
          </p:cNvSpPr>
          <p:nvPr>
            <p:ph type="body" sz="quarter" idx="10"/>
          </p:nvPr>
        </p:nvSpPr>
        <p:spPr>
          <a:xfrm>
            <a:off x="3163359" y="1023409"/>
            <a:ext cx="4888441" cy="1081617"/>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15" name="Espaço Reservado para Texto 13">
            <a:extLst>
              <a:ext uri="{FF2B5EF4-FFF2-40B4-BE49-F238E27FC236}">
                <a16:creationId xmlns:a16="http://schemas.microsoft.com/office/drawing/2014/main" id="{A4610CAA-693D-15C7-F9EF-48A1DA79B840}"/>
              </a:ext>
            </a:extLst>
          </p:cNvPr>
          <p:cNvSpPr>
            <a:spLocks noGrp="1"/>
          </p:cNvSpPr>
          <p:nvPr>
            <p:ph type="body" sz="quarter" idx="11"/>
          </p:nvPr>
        </p:nvSpPr>
        <p:spPr>
          <a:xfrm>
            <a:off x="3163359" y="2334624"/>
            <a:ext cx="4888441" cy="1081617"/>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17" name="Espaço Reservado para Imagem 16">
            <a:extLst>
              <a:ext uri="{FF2B5EF4-FFF2-40B4-BE49-F238E27FC236}">
                <a16:creationId xmlns:a16="http://schemas.microsoft.com/office/drawing/2014/main" id="{E630EA91-1A48-3E2F-9CC8-32FDA4ECAA27}"/>
              </a:ext>
            </a:extLst>
          </p:cNvPr>
          <p:cNvSpPr>
            <a:spLocks noGrp="1"/>
          </p:cNvSpPr>
          <p:nvPr>
            <p:ph type="pic" sz="quarter" idx="12"/>
          </p:nvPr>
        </p:nvSpPr>
        <p:spPr>
          <a:xfrm>
            <a:off x="3163359" y="3645959"/>
            <a:ext cx="4888441" cy="1667933"/>
          </a:xfrm>
          <a:prstGeom prst="rect">
            <a:avLst/>
          </a:prstGeom>
        </p:spPr>
        <p:txBody>
          <a:bodyPr/>
          <a:lstStyle>
            <a:lvl1pPr>
              <a:defRPr sz="1200">
                <a:latin typeface="Poppins" pitchFamily="2" charset="77"/>
                <a:cs typeface="Poppins" pitchFamily="2" charset="77"/>
              </a:defRPr>
            </a:lvl1pPr>
          </a:lstStyle>
          <a:p>
            <a:endParaRPr lang="pt-BR" dirty="0"/>
          </a:p>
        </p:txBody>
      </p:sp>
      <p:sp>
        <p:nvSpPr>
          <p:cNvPr id="12" name="Retângulo: Cantos Arredondados 1">
            <a:extLst>
              <a:ext uri="{FF2B5EF4-FFF2-40B4-BE49-F238E27FC236}">
                <a16:creationId xmlns:a16="http://schemas.microsoft.com/office/drawing/2014/main" id="{FED6A8E2-1E7E-9890-9479-33377106E36F}"/>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Google Shape;82;p33">
            <a:extLst>
              <a:ext uri="{FF2B5EF4-FFF2-40B4-BE49-F238E27FC236}">
                <a16:creationId xmlns:a16="http://schemas.microsoft.com/office/drawing/2014/main" id="{28A9A2E2-1133-F6AB-BB54-B57920FBC711}"/>
              </a:ext>
            </a:extLst>
          </p:cNvPr>
          <p:cNvSpPr txBox="1"/>
          <p:nvPr userDrawn="1"/>
        </p:nvSpPr>
        <p:spPr>
          <a:xfrm>
            <a:off x="779302" y="669715"/>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Prática</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3761099072"/>
      </p:ext>
    </p:extLst>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matchingName="Título e Conteúdo" preserve="1" userDrawn="1">
  <p:cSld name="4_Título e Conteúdo">
    <p:spTree>
      <p:nvGrpSpPr>
        <p:cNvPr id="1" name="Shape 14"/>
        <p:cNvGrpSpPr/>
        <p:nvPr/>
      </p:nvGrpSpPr>
      <p:grpSpPr>
        <a:xfrm>
          <a:off x="0" y="0"/>
          <a:ext cx="0" cy="0"/>
          <a:chOff x="0" y="0"/>
          <a:chExt cx="0" cy="0"/>
        </a:xfrm>
      </p:grpSpPr>
      <p:pic>
        <p:nvPicPr>
          <p:cNvPr id="2" name="Google Shape;142;p13">
            <a:extLst>
              <a:ext uri="{FF2B5EF4-FFF2-40B4-BE49-F238E27FC236}">
                <a16:creationId xmlns:a16="http://schemas.microsoft.com/office/drawing/2014/main" id="{4A8C9162-F106-BA15-5DF9-E209129EDE6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3" name="Google Shape;143;p13">
            <a:extLst>
              <a:ext uri="{FF2B5EF4-FFF2-40B4-BE49-F238E27FC236}">
                <a16:creationId xmlns:a16="http://schemas.microsoft.com/office/drawing/2014/main" id="{0589E56A-5A7E-74C7-6E1A-E10AE78B4D70}"/>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5" name="Espaço Reservado para Imagem 4">
            <a:extLst>
              <a:ext uri="{FF2B5EF4-FFF2-40B4-BE49-F238E27FC236}">
                <a16:creationId xmlns:a16="http://schemas.microsoft.com/office/drawing/2014/main" id="{77D9E9D2-505F-0E7C-E845-C5678130B473}"/>
              </a:ext>
            </a:extLst>
          </p:cNvPr>
          <p:cNvSpPr>
            <a:spLocks noGrp="1"/>
          </p:cNvSpPr>
          <p:nvPr>
            <p:ph type="pic" sz="quarter" idx="4294967295"/>
          </p:nvPr>
        </p:nvSpPr>
        <p:spPr>
          <a:xfrm>
            <a:off x="2805141" y="2431243"/>
            <a:ext cx="9004568" cy="3295901"/>
          </a:xfrm>
          <a:prstGeom prst="rect">
            <a:avLst/>
          </a:prstGeom>
          <a:solidFill>
            <a:schemeClr val="bg1">
              <a:lumMod val="85000"/>
            </a:schemeClr>
          </a:solidFill>
        </p:spPr>
        <p:txBody>
          <a:bodyPr/>
          <a:lstStyle>
            <a:lvl1pPr>
              <a:defRPr sz="1200">
                <a:latin typeface="Poppins" pitchFamily="2" charset="77"/>
                <a:cs typeface="Poppins" pitchFamily="2" charset="77"/>
              </a:defRPr>
            </a:lvl1pPr>
          </a:lstStyle>
          <a:p>
            <a:endParaRPr lang="pt-BR" dirty="0"/>
          </a:p>
        </p:txBody>
      </p:sp>
      <p:sp>
        <p:nvSpPr>
          <p:cNvPr id="7" name="Espaço Reservado para Texto 8">
            <a:extLst>
              <a:ext uri="{FF2B5EF4-FFF2-40B4-BE49-F238E27FC236}">
                <a16:creationId xmlns:a16="http://schemas.microsoft.com/office/drawing/2014/main" id="{B79890C7-E0F3-5660-10F8-DFF87BDACA49}"/>
              </a:ext>
            </a:extLst>
          </p:cNvPr>
          <p:cNvSpPr>
            <a:spLocks noGrp="1"/>
          </p:cNvSpPr>
          <p:nvPr>
            <p:ph type="body" sz="quarter" idx="11"/>
          </p:nvPr>
        </p:nvSpPr>
        <p:spPr>
          <a:xfrm>
            <a:off x="2805142" y="5860191"/>
            <a:ext cx="9004801" cy="279351"/>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8" name="Espaço Reservado para Texto 8">
            <a:extLst>
              <a:ext uri="{FF2B5EF4-FFF2-40B4-BE49-F238E27FC236}">
                <a16:creationId xmlns:a16="http://schemas.microsoft.com/office/drawing/2014/main" id="{54D85AE8-3082-9CC0-AA41-526BEEC898CE}"/>
              </a:ext>
            </a:extLst>
          </p:cNvPr>
          <p:cNvSpPr>
            <a:spLocks noGrp="1"/>
          </p:cNvSpPr>
          <p:nvPr>
            <p:ph type="body" sz="quarter" idx="10"/>
          </p:nvPr>
        </p:nvSpPr>
        <p:spPr>
          <a:xfrm>
            <a:off x="2805142" y="823383"/>
            <a:ext cx="9004801" cy="1363119"/>
          </a:xfrm>
          <a:prstGeom prst="rect">
            <a:avLst/>
          </a:prstGeom>
        </p:spPr>
        <p:txBody>
          <a:bodyPr/>
          <a:lstStyle>
            <a:lvl1pPr>
              <a:defRPr sz="1600" b="0" i="0">
                <a:latin typeface="Poppins" pitchFamily="2" charset="77"/>
                <a:cs typeface="Poppins" pitchFamily="2" charset="77"/>
              </a:defRPr>
            </a:lvl1pPr>
          </a:lstStyle>
          <a:p>
            <a:pPr lvl="0"/>
            <a:endParaRPr lang="pt-BR"/>
          </a:p>
        </p:txBody>
      </p:sp>
      <p:sp>
        <p:nvSpPr>
          <p:cNvPr id="12" name="Retângulo: Cantos Arredondados 3">
            <a:extLst>
              <a:ext uri="{FF2B5EF4-FFF2-40B4-BE49-F238E27FC236}">
                <a16:creationId xmlns:a16="http://schemas.microsoft.com/office/drawing/2014/main" id="{511A2EAB-99A2-F626-689E-120FBFA8D7A6}"/>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Google Shape;207;p37">
            <a:extLst>
              <a:ext uri="{FF2B5EF4-FFF2-40B4-BE49-F238E27FC236}">
                <a16:creationId xmlns:a16="http://schemas.microsoft.com/office/drawing/2014/main" id="{6DD8FC81-9A8D-3E88-7B9E-AE9AD136DAEF}"/>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678355415"/>
      </p:ext>
    </p:extLst>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matchingName="Título e Conteúdo" preserve="1" userDrawn="1">
  <p:cSld name="5_Título e Conteúdo">
    <p:spTree>
      <p:nvGrpSpPr>
        <p:cNvPr id="1" name="Shape 14"/>
        <p:cNvGrpSpPr/>
        <p:nvPr/>
      </p:nvGrpSpPr>
      <p:grpSpPr>
        <a:xfrm>
          <a:off x="0" y="0"/>
          <a:ext cx="0" cy="0"/>
          <a:chOff x="0" y="0"/>
          <a:chExt cx="0" cy="0"/>
        </a:xfrm>
      </p:grpSpPr>
      <p:pic>
        <p:nvPicPr>
          <p:cNvPr id="5" name="Google Shape;142;p13">
            <a:extLst>
              <a:ext uri="{FF2B5EF4-FFF2-40B4-BE49-F238E27FC236}">
                <a16:creationId xmlns:a16="http://schemas.microsoft.com/office/drawing/2014/main" id="{8083CC8E-C3C9-87F6-F1D5-A3EC2F30733E}"/>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7" name="Google Shape;143;p13">
            <a:extLst>
              <a:ext uri="{FF2B5EF4-FFF2-40B4-BE49-F238E27FC236}">
                <a16:creationId xmlns:a16="http://schemas.microsoft.com/office/drawing/2014/main" id="{42B55FD6-0761-0793-7B1E-BE952D475649}"/>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2" name="Espaço Reservado para Texto 13">
            <a:extLst>
              <a:ext uri="{FF2B5EF4-FFF2-40B4-BE49-F238E27FC236}">
                <a16:creationId xmlns:a16="http://schemas.microsoft.com/office/drawing/2014/main" id="{523EDDE6-4564-E2A1-90E7-E82A7726F09F}"/>
              </a:ext>
            </a:extLst>
          </p:cNvPr>
          <p:cNvSpPr>
            <a:spLocks noGrp="1"/>
          </p:cNvSpPr>
          <p:nvPr>
            <p:ph type="body" sz="quarter" idx="10"/>
          </p:nvPr>
        </p:nvSpPr>
        <p:spPr>
          <a:xfrm>
            <a:off x="2967826" y="931395"/>
            <a:ext cx="8540120" cy="520699"/>
          </a:xfrm>
          <a:prstGeom prst="rect">
            <a:avLst/>
          </a:prstGeom>
        </p:spPr>
        <p:txBody>
          <a:bodyPr/>
          <a:lstStyle>
            <a:lvl1pPr>
              <a:defRPr sz="1200">
                <a:latin typeface="Poppins" pitchFamily="2" charset="77"/>
                <a:cs typeface="Poppins" pitchFamily="2" charset="77"/>
              </a:defRPr>
            </a:lvl1pPr>
          </a:lstStyle>
          <a:p>
            <a:pPr lvl="0"/>
            <a:endParaRPr lang="pt-BR" sz="3000" b="1">
              <a:solidFill>
                <a:srgbClr val="FF161F"/>
              </a:solidFill>
            </a:endParaRPr>
          </a:p>
        </p:txBody>
      </p:sp>
      <p:sp>
        <p:nvSpPr>
          <p:cNvPr id="3" name="Espaço Reservado para Texto 13">
            <a:extLst>
              <a:ext uri="{FF2B5EF4-FFF2-40B4-BE49-F238E27FC236}">
                <a16:creationId xmlns:a16="http://schemas.microsoft.com/office/drawing/2014/main" id="{ECC6E042-4E76-6B4A-7C21-6D05B2C6BCE5}"/>
              </a:ext>
            </a:extLst>
          </p:cNvPr>
          <p:cNvSpPr>
            <a:spLocks noGrp="1"/>
          </p:cNvSpPr>
          <p:nvPr>
            <p:ph type="body" sz="quarter" idx="11"/>
          </p:nvPr>
        </p:nvSpPr>
        <p:spPr>
          <a:xfrm>
            <a:off x="2967826" y="2012830"/>
            <a:ext cx="3829789" cy="3761117"/>
          </a:xfrm>
          <a:prstGeom prst="rect">
            <a:avLst/>
          </a:prstGeom>
        </p:spPr>
        <p:txBody>
          <a:bodyPr/>
          <a:lstStyle>
            <a:lvl1pPr>
              <a:defRPr sz="1200">
                <a:latin typeface="Poppins" pitchFamily="2" charset="77"/>
                <a:cs typeface="Poppins" pitchFamily="2" charset="77"/>
              </a:defRPr>
            </a:lvl1pPr>
          </a:lstStyle>
          <a:p>
            <a:pPr lvl="0"/>
            <a:endParaRPr lang="pt-BR" sz="1600"/>
          </a:p>
        </p:txBody>
      </p:sp>
      <p:sp>
        <p:nvSpPr>
          <p:cNvPr id="13" name="Espaço Reservado para Imagem 16">
            <a:extLst>
              <a:ext uri="{FF2B5EF4-FFF2-40B4-BE49-F238E27FC236}">
                <a16:creationId xmlns:a16="http://schemas.microsoft.com/office/drawing/2014/main" id="{4DEC5B0B-B758-884A-0DAB-981F26B596BC}"/>
              </a:ext>
            </a:extLst>
          </p:cNvPr>
          <p:cNvSpPr>
            <a:spLocks noGrp="1"/>
          </p:cNvSpPr>
          <p:nvPr>
            <p:ph type="pic" sz="quarter" idx="12"/>
          </p:nvPr>
        </p:nvSpPr>
        <p:spPr>
          <a:xfrm>
            <a:off x="7131171" y="2012830"/>
            <a:ext cx="4376775" cy="3761117"/>
          </a:xfrm>
          <a:prstGeom prst="rect">
            <a:avLst/>
          </a:prstGeom>
          <a:solidFill>
            <a:schemeClr val="bg1">
              <a:lumMod val="85000"/>
            </a:schemeClr>
          </a:solidFill>
        </p:spPr>
        <p:txBody>
          <a:bodyPr/>
          <a:lstStyle>
            <a:lvl1pPr>
              <a:defRPr sz="1200">
                <a:latin typeface="Poppins" pitchFamily="2" charset="77"/>
                <a:cs typeface="Poppins" pitchFamily="2" charset="77"/>
              </a:defRPr>
            </a:lvl1pPr>
          </a:lstStyle>
          <a:p>
            <a:endParaRPr lang="pt-BR" dirty="0"/>
          </a:p>
        </p:txBody>
      </p:sp>
      <p:sp>
        <p:nvSpPr>
          <p:cNvPr id="12" name="Retângulo: Cantos Arredondados 3">
            <a:extLst>
              <a:ext uri="{FF2B5EF4-FFF2-40B4-BE49-F238E27FC236}">
                <a16:creationId xmlns:a16="http://schemas.microsoft.com/office/drawing/2014/main" id="{511A2EAB-99A2-F626-689E-120FBFA8D7A6}"/>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Google Shape;207;p37">
            <a:extLst>
              <a:ext uri="{FF2B5EF4-FFF2-40B4-BE49-F238E27FC236}">
                <a16:creationId xmlns:a16="http://schemas.microsoft.com/office/drawing/2014/main" id="{6DD8FC81-9A8D-3E88-7B9E-AE9AD136DAEF}"/>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1569113446"/>
      </p:ext>
    </p:extLst>
  </p:cSld>
  <p:clrMapOvr>
    <a:masterClrMapping/>
  </p:clrMapOvr>
</p:sldLayout>
</file>

<file path=ppt/slideLayouts/slideLayout398.xml><?xml version="1.0" encoding="utf-8"?>
<p:sldLayout xmlns:a="http://schemas.openxmlformats.org/drawingml/2006/main" xmlns:r="http://schemas.openxmlformats.org/officeDocument/2006/relationships" xmlns:p="http://schemas.openxmlformats.org/presentationml/2006/main" matchingName="1. Conteudo">
  <p:cSld name="2_1. Conteudo">
    <p:spTree>
      <p:nvGrpSpPr>
        <p:cNvPr id="1" name="Shape 78"/>
        <p:cNvGrpSpPr/>
        <p:nvPr/>
      </p:nvGrpSpPr>
      <p:grpSpPr>
        <a:xfrm>
          <a:off x="0" y="0"/>
          <a:ext cx="0" cy="0"/>
          <a:chOff x="0" y="0"/>
          <a:chExt cx="0" cy="0"/>
        </a:xfrm>
      </p:grpSpPr>
      <p:pic>
        <p:nvPicPr>
          <p:cNvPr id="4" name="Google Shape;142;p13">
            <a:extLst>
              <a:ext uri="{FF2B5EF4-FFF2-40B4-BE49-F238E27FC236}">
                <a16:creationId xmlns:a16="http://schemas.microsoft.com/office/drawing/2014/main" id="{54E41538-341E-8997-B630-8F1E7B2A116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5" name="Google Shape;143;p13">
            <a:extLst>
              <a:ext uri="{FF2B5EF4-FFF2-40B4-BE49-F238E27FC236}">
                <a16:creationId xmlns:a16="http://schemas.microsoft.com/office/drawing/2014/main" id="{39E7277A-2AFA-2488-513A-EFA2EB5410C9}"/>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86" name="Google Shape;86;p6"/>
          <p:cNvSpPr txBox="1">
            <a:spLocks noGrp="1"/>
          </p:cNvSpPr>
          <p:nvPr>
            <p:ph type="body" idx="1"/>
          </p:nvPr>
        </p:nvSpPr>
        <p:spPr>
          <a:xfrm>
            <a:off x="3236779" y="2362200"/>
            <a:ext cx="7240049" cy="1639426"/>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87" name="Google Shape;87;p6"/>
          <p:cNvSpPr txBox="1">
            <a:spLocks noGrp="1"/>
          </p:cNvSpPr>
          <p:nvPr>
            <p:ph type="body" idx="2"/>
          </p:nvPr>
        </p:nvSpPr>
        <p:spPr>
          <a:xfrm>
            <a:off x="3236867" y="1170031"/>
            <a:ext cx="5625143" cy="957680"/>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89" name="Google Shape;89;p6"/>
          <p:cNvSpPr txBox="1">
            <a:spLocks noGrp="1"/>
          </p:cNvSpPr>
          <p:nvPr>
            <p:ph type="body" idx="3"/>
          </p:nvPr>
        </p:nvSpPr>
        <p:spPr>
          <a:xfrm>
            <a:off x="3236778" y="4403072"/>
            <a:ext cx="7240049" cy="1639426"/>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4" name="Retângulo: Cantos Arredondados 2">
            <a:extLst>
              <a:ext uri="{FF2B5EF4-FFF2-40B4-BE49-F238E27FC236}">
                <a16:creationId xmlns:a16="http://schemas.microsoft.com/office/drawing/2014/main" id="{17A3D1C7-4C17-A0CF-1744-D18B4843D47B}"/>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5" name="Google Shape;101;p34">
            <a:extLst>
              <a:ext uri="{FF2B5EF4-FFF2-40B4-BE49-F238E27FC236}">
                <a16:creationId xmlns:a16="http://schemas.microsoft.com/office/drawing/2014/main" id="{CDBF4F0A-99DA-09B5-8CA6-E3CE447F8CB3}"/>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437518090"/>
      </p:ext>
    </p:extLst>
  </p:cSld>
  <p:clrMapOvr>
    <a:masterClrMapping/>
  </p:clrMapOvr>
</p:sldLayout>
</file>

<file path=ppt/slideLayouts/slideLayout399.xml><?xml version="1.0" encoding="utf-8"?>
<p:sldLayout xmlns:a="http://schemas.openxmlformats.org/drawingml/2006/main" xmlns:r="http://schemas.openxmlformats.org/officeDocument/2006/relationships" xmlns:p="http://schemas.openxmlformats.org/presentationml/2006/main" matchingName="1. Conteudo" preserve="1">
  <p:cSld name="3_1. Conteudo">
    <p:spTree>
      <p:nvGrpSpPr>
        <p:cNvPr id="1" name="Shape 78"/>
        <p:cNvGrpSpPr/>
        <p:nvPr/>
      </p:nvGrpSpPr>
      <p:grpSpPr>
        <a:xfrm>
          <a:off x="0" y="0"/>
          <a:ext cx="0" cy="0"/>
          <a:chOff x="0" y="0"/>
          <a:chExt cx="0" cy="0"/>
        </a:xfrm>
      </p:grpSpPr>
      <p:pic>
        <p:nvPicPr>
          <p:cNvPr id="4" name="Google Shape;142;p13">
            <a:extLst>
              <a:ext uri="{FF2B5EF4-FFF2-40B4-BE49-F238E27FC236}">
                <a16:creationId xmlns:a16="http://schemas.microsoft.com/office/drawing/2014/main" id="{216953A2-2393-9663-6ED8-0379F4CDCA0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5" name="Google Shape;143;p13">
            <a:extLst>
              <a:ext uri="{FF2B5EF4-FFF2-40B4-BE49-F238E27FC236}">
                <a16:creationId xmlns:a16="http://schemas.microsoft.com/office/drawing/2014/main" id="{88A32F96-50AA-DE9A-41E3-CBA5624F7F21}"/>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86" name="Google Shape;86;p6"/>
          <p:cNvSpPr txBox="1">
            <a:spLocks noGrp="1"/>
          </p:cNvSpPr>
          <p:nvPr>
            <p:ph type="body" idx="1"/>
          </p:nvPr>
        </p:nvSpPr>
        <p:spPr>
          <a:xfrm>
            <a:off x="3236779" y="2362200"/>
            <a:ext cx="7240049" cy="1639426"/>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87" name="Google Shape;87;p6"/>
          <p:cNvSpPr txBox="1">
            <a:spLocks noGrp="1"/>
          </p:cNvSpPr>
          <p:nvPr>
            <p:ph type="body" idx="2"/>
          </p:nvPr>
        </p:nvSpPr>
        <p:spPr>
          <a:xfrm>
            <a:off x="3236867" y="1170031"/>
            <a:ext cx="5625143" cy="957680"/>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89" name="Google Shape;89;p6"/>
          <p:cNvSpPr txBox="1">
            <a:spLocks noGrp="1"/>
          </p:cNvSpPr>
          <p:nvPr>
            <p:ph type="body" idx="3"/>
          </p:nvPr>
        </p:nvSpPr>
        <p:spPr>
          <a:xfrm>
            <a:off x="3236778" y="4403072"/>
            <a:ext cx="7240049" cy="1639426"/>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3" name="Retângulo: Cantos Arredondados 1">
            <a:extLst>
              <a:ext uri="{FF2B5EF4-FFF2-40B4-BE49-F238E27FC236}">
                <a16:creationId xmlns:a16="http://schemas.microsoft.com/office/drawing/2014/main" id="{FED6A8E2-1E7E-9890-9479-33377106E36F}"/>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Google Shape;82;p33">
            <a:extLst>
              <a:ext uri="{FF2B5EF4-FFF2-40B4-BE49-F238E27FC236}">
                <a16:creationId xmlns:a16="http://schemas.microsoft.com/office/drawing/2014/main" id="{28A9A2E2-1133-F6AB-BB54-B57920FBC711}"/>
              </a:ext>
            </a:extLst>
          </p:cNvPr>
          <p:cNvSpPr txBox="1"/>
          <p:nvPr userDrawn="1"/>
        </p:nvSpPr>
        <p:spPr>
          <a:xfrm>
            <a:off x="779302" y="669715"/>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Prática</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711369294"/>
      </p:ext>
    </p:extLst>
  </p:cSld>
  <p:clrMapOvr>
    <a:masterClrMapping/>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matchingName="1. Conteudo" preserve="1">
  <p:cSld name="4_1. Conteudo">
    <p:spTree>
      <p:nvGrpSpPr>
        <p:cNvPr id="1" name="Shape 78"/>
        <p:cNvGrpSpPr/>
        <p:nvPr/>
      </p:nvGrpSpPr>
      <p:grpSpPr>
        <a:xfrm>
          <a:off x="0" y="0"/>
          <a:ext cx="0" cy="0"/>
          <a:chOff x="0" y="0"/>
          <a:chExt cx="0" cy="0"/>
        </a:xfrm>
      </p:grpSpPr>
      <p:pic>
        <p:nvPicPr>
          <p:cNvPr id="6" name="Google Shape;142;p13">
            <a:extLst>
              <a:ext uri="{FF2B5EF4-FFF2-40B4-BE49-F238E27FC236}">
                <a16:creationId xmlns:a16="http://schemas.microsoft.com/office/drawing/2014/main" id="{52B50865-E99C-F6A7-5101-48835C9186CA}"/>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7" name="Google Shape;143;p13">
            <a:extLst>
              <a:ext uri="{FF2B5EF4-FFF2-40B4-BE49-F238E27FC236}">
                <a16:creationId xmlns:a16="http://schemas.microsoft.com/office/drawing/2014/main" id="{CBCC57DA-DA54-A681-97F0-61A97DAD5AC7}"/>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86" name="Google Shape;86;p6"/>
          <p:cNvSpPr txBox="1">
            <a:spLocks noGrp="1"/>
          </p:cNvSpPr>
          <p:nvPr>
            <p:ph type="body" idx="1"/>
          </p:nvPr>
        </p:nvSpPr>
        <p:spPr>
          <a:xfrm>
            <a:off x="3236779" y="2362200"/>
            <a:ext cx="7240049" cy="1639426"/>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87" name="Google Shape;87;p6"/>
          <p:cNvSpPr txBox="1">
            <a:spLocks noGrp="1"/>
          </p:cNvSpPr>
          <p:nvPr>
            <p:ph type="body" idx="2"/>
          </p:nvPr>
        </p:nvSpPr>
        <p:spPr>
          <a:xfrm>
            <a:off x="3236867" y="1170031"/>
            <a:ext cx="5625143" cy="957680"/>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89" name="Google Shape;89;p6"/>
          <p:cNvSpPr txBox="1">
            <a:spLocks noGrp="1"/>
          </p:cNvSpPr>
          <p:nvPr>
            <p:ph type="body" idx="3"/>
          </p:nvPr>
        </p:nvSpPr>
        <p:spPr>
          <a:xfrm>
            <a:off x="3236778" y="4403072"/>
            <a:ext cx="7240049" cy="1639426"/>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2" name="Retângulo: Cantos Arredondados 3">
            <a:extLst>
              <a:ext uri="{FF2B5EF4-FFF2-40B4-BE49-F238E27FC236}">
                <a16:creationId xmlns:a16="http://schemas.microsoft.com/office/drawing/2014/main" id="{511A2EAB-99A2-F626-689E-120FBFA8D7A6}"/>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Google Shape;207;p37">
            <a:extLst>
              <a:ext uri="{FF2B5EF4-FFF2-40B4-BE49-F238E27FC236}">
                <a16:creationId xmlns:a16="http://schemas.microsoft.com/office/drawing/2014/main" id="{6DD8FC81-9A8D-3E88-7B9E-AE9AD136DAEF}"/>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349902897"/>
      </p:ext>
    </p:extLst>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matchingName="1_3. Conteudo" userDrawn="1">
  <p:cSld name="7_3. Conteudo">
    <p:bg>
      <p:bgPr>
        <a:solidFill>
          <a:srgbClr val="28566E"/>
        </a:solidFill>
        <a:effectLst/>
      </p:bgPr>
    </p:bg>
    <p:spTree>
      <p:nvGrpSpPr>
        <p:cNvPr id="1" name="Shape 114"/>
        <p:cNvGrpSpPr/>
        <p:nvPr/>
      </p:nvGrpSpPr>
      <p:grpSpPr>
        <a:xfrm>
          <a:off x="0" y="0"/>
          <a:ext cx="0" cy="0"/>
          <a:chOff x="0" y="0"/>
          <a:chExt cx="0" cy="0"/>
        </a:xfrm>
      </p:grpSpPr>
      <p:pic>
        <p:nvPicPr>
          <p:cNvPr id="6" name="Google Shape;107;p9">
            <a:extLst>
              <a:ext uri="{FF2B5EF4-FFF2-40B4-BE49-F238E27FC236}">
                <a16:creationId xmlns:a16="http://schemas.microsoft.com/office/drawing/2014/main" id="{DF8716B9-928B-EE23-3835-EE90D57F3B4D}"/>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17"/>
            <a:ext cx="4630818" cy="6857983"/>
          </a:xfrm>
          <a:prstGeom prst="rect">
            <a:avLst/>
          </a:prstGeom>
          <a:noFill/>
          <a:ln>
            <a:noFill/>
          </a:ln>
        </p:spPr>
      </p:pic>
      <p:sp>
        <p:nvSpPr>
          <p:cNvPr id="121" name="Google Shape;121;p9"/>
          <p:cNvSpPr/>
          <p:nvPr/>
        </p:nvSpPr>
        <p:spPr>
          <a:xfrm>
            <a:off x="448134" y="414865"/>
            <a:ext cx="3223941" cy="3223928"/>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cstate="hqprint">
              <a:alphaModFix/>
              <a:extLst>
                <a:ext uri="{28A0092B-C50C-407E-A947-70E740481C1C}">
                  <a14:useLocalDpi xmlns:a14="http://schemas.microsoft.com/office/drawing/2010/main"/>
                </a:ext>
              </a:extLst>
            </a:blip>
            <a:stretch>
              <a:fillRect/>
            </a:stretch>
          </a:blip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4" name="Google Shape;689;p48">
            <a:extLst>
              <a:ext uri="{FF2B5EF4-FFF2-40B4-BE49-F238E27FC236}">
                <a16:creationId xmlns:a16="http://schemas.microsoft.com/office/drawing/2014/main" id="{FAFCC758-61EC-406C-1EF8-25D2434CEA07}"/>
              </a:ext>
            </a:extLst>
          </p:cNvPr>
          <p:cNvSpPr txBox="1">
            <a:spLocks/>
          </p:cNvSpPr>
          <p:nvPr userDrawn="1"/>
        </p:nvSpPr>
        <p:spPr>
          <a:xfrm>
            <a:off x="485664" y="3463802"/>
            <a:ext cx="833169" cy="148759"/>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240"/>
              </a:spcBef>
              <a:buSzPts val="1200"/>
              <a:buFont typeface="Arial" pitchFamily="34" charset="0"/>
              <a:buNone/>
            </a:pPr>
            <a:r>
              <a:rPr lang="pt-BR" sz="800" dirty="0">
                <a:solidFill>
                  <a:schemeClr val="bg1"/>
                </a:solidFill>
                <a:latin typeface="Poppins Light" panose="00000400000000000000" pitchFamily="2" charset="0"/>
                <a:cs typeface="Poppins Light" panose="00000400000000000000" pitchFamily="2" charset="0"/>
              </a:rPr>
              <a:t>© Getty Images</a:t>
            </a:r>
          </a:p>
        </p:txBody>
      </p:sp>
      <p:sp>
        <p:nvSpPr>
          <p:cNvPr id="3" name="Google Shape;117;p9">
            <a:extLst>
              <a:ext uri="{FF2B5EF4-FFF2-40B4-BE49-F238E27FC236}">
                <a16:creationId xmlns:a16="http://schemas.microsoft.com/office/drawing/2014/main" id="{8A359EC1-2D19-85CA-D0CB-3647B3B273AD}"/>
              </a:ext>
            </a:extLst>
          </p:cNvPr>
          <p:cNvSpPr txBox="1">
            <a:spLocks noGrp="1"/>
          </p:cNvSpPr>
          <p:nvPr>
            <p:ph type="body" idx="2"/>
          </p:nvPr>
        </p:nvSpPr>
        <p:spPr>
          <a:xfrm>
            <a:off x="5128182" y="414865"/>
            <a:ext cx="5625143" cy="957680"/>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600"/>
              </a:spcBef>
              <a:spcAft>
                <a:spcPts val="0"/>
              </a:spcAft>
              <a:buClr>
                <a:schemeClr val="lt1"/>
              </a:buClr>
              <a:buSzPts val="4500"/>
              <a:buFont typeface="Poppins"/>
              <a:buNone/>
              <a:defRPr sz="3000" b="1" i="0" u="none" strike="noStrike" cap="none">
                <a:solidFill>
                  <a:schemeClr val="bg1"/>
                </a:solidFill>
                <a:latin typeface="Poppins"/>
                <a:ea typeface="Poppins"/>
                <a:cs typeface="Poppins"/>
                <a:sym typeface="Poppins"/>
              </a:defRPr>
            </a:lvl1pPr>
            <a:lvl2pPr marL="609630" marR="0" lvl="1" indent="-270947"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dirty="0"/>
          </a:p>
        </p:txBody>
      </p:sp>
      <p:sp>
        <p:nvSpPr>
          <p:cNvPr id="10" name="Google Shape;116;p9">
            <a:extLst>
              <a:ext uri="{FF2B5EF4-FFF2-40B4-BE49-F238E27FC236}">
                <a16:creationId xmlns:a16="http://schemas.microsoft.com/office/drawing/2014/main" id="{7DCBDCA8-1138-3DD9-42AD-3588B279D499}"/>
              </a:ext>
            </a:extLst>
          </p:cNvPr>
          <p:cNvSpPr txBox="1">
            <a:spLocks noGrp="1"/>
          </p:cNvSpPr>
          <p:nvPr>
            <p:ph type="body" idx="1"/>
          </p:nvPr>
        </p:nvSpPr>
        <p:spPr>
          <a:xfrm>
            <a:off x="5128182" y="1447420"/>
            <a:ext cx="6553730" cy="957681"/>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373"/>
              </a:spcBef>
              <a:spcAft>
                <a:spcPts val="0"/>
              </a:spcAft>
              <a:buClr>
                <a:schemeClr val="lt1"/>
              </a:buClr>
              <a:buSzPts val="2800"/>
              <a:buFont typeface="Poppins"/>
              <a:buNone/>
              <a:defRPr sz="1867" b="0" i="0" u="none" strike="noStrike" cap="none">
                <a:solidFill>
                  <a:schemeClr val="bg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16" name="CaixaDeTexto 15">
            <a:extLst>
              <a:ext uri="{FF2B5EF4-FFF2-40B4-BE49-F238E27FC236}">
                <a16:creationId xmlns:a16="http://schemas.microsoft.com/office/drawing/2014/main" id="{DE0A6DC5-44A7-DE2E-4727-6D5BF20420B6}"/>
              </a:ext>
            </a:extLst>
          </p:cNvPr>
          <p:cNvSpPr txBox="1"/>
          <p:nvPr userDrawn="1"/>
        </p:nvSpPr>
        <p:spPr>
          <a:xfrm>
            <a:off x="12279086" y="384144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1" name="CaixaDeTexto 10">
            <a:extLst>
              <a:ext uri="{FF2B5EF4-FFF2-40B4-BE49-F238E27FC236}">
                <a16:creationId xmlns:a16="http://schemas.microsoft.com/office/drawing/2014/main" id="{CCDD899F-D156-8EC5-3528-A592A633CE85}"/>
              </a:ext>
            </a:extLst>
          </p:cNvPr>
          <p:cNvSpPr txBox="1"/>
          <p:nvPr userDrawn="1"/>
        </p:nvSpPr>
        <p:spPr>
          <a:xfrm>
            <a:off x="4744995" y="1911179"/>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2" name="Google Shape;139;p11">
            <a:extLst>
              <a:ext uri="{FF2B5EF4-FFF2-40B4-BE49-F238E27FC236}">
                <a16:creationId xmlns:a16="http://schemas.microsoft.com/office/drawing/2014/main" id="{CB0E5338-4C86-D02B-198B-11F151D31187}"/>
              </a:ext>
            </a:extLst>
          </p:cNvPr>
          <p:cNvSpPr txBox="1">
            <a:spLocks noGrp="1"/>
          </p:cNvSpPr>
          <p:nvPr>
            <p:ph type="body" idx="11"/>
          </p:nvPr>
        </p:nvSpPr>
        <p:spPr>
          <a:xfrm>
            <a:off x="5128181" y="5971893"/>
            <a:ext cx="6553200" cy="148759"/>
          </a:xfrm>
          <a:prstGeom prst="rect">
            <a:avLst/>
          </a:prstGeom>
          <a:noFill/>
          <a:ln>
            <a:noFill/>
          </a:ln>
        </p:spPr>
        <p:txBody>
          <a:bodyPr spcFirstLastPara="1" wrap="square" lIns="0" tIns="0" rIns="0" bIns="0" anchor="t" anchorCtr="0">
            <a:spAutoFit/>
          </a:bodyPr>
          <a:lstStyle>
            <a:lvl1pPr marL="0" marR="0" lvl="0" indent="0" algn="l" rtl="0">
              <a:lnSpc>
                <a:spcPct val="100000"/>
              </a:lnSpc>
              <a:spcBef>
                <a:spcPts val="240"/>
              </a:spcBef>
              <a:spcAft>
                <a:spcPts val="0"/>
              </a:spcAft>
              <a:buClr>
                <a:schemeClr val="dk1"/>
              </a:buClr>
              <a:buSzPts val="1200"/>
              <a:buFont typeface="Poppins"/>
              <a:buNone/>
              <a:defRPr sz="800" b="0" i="0" u="none" strike="noStrike" cap="none">
                <a:solidFill>
                  <a:schemeClr val="bg1"/>
                </a:solidFill>
                <a:latin typeface="Poppins" pitchFamily="2" charset="77"/>
                <a:ea typeface="Poppins" pitchFamily="2" charset="77"/>
                <a:cs typeface="Poppins" pitchFamily="2" charset="77"/>
                <a:sym typeface="Poppins Light"/>
              </a:defRPr>
            </a:lvl1pPr>
            <a:lvl2pPr marL="609630" marR="0" lvl="1" indent="-20321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914446" marR="0" lvl="2" indent="-20321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219261" marR="0" lvl="3"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1524076" marR="0" lvl="4"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1828891" marR="0" lvl="5"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2133707" marR="0" lvl="6"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2438522" marR="0" lvl="7"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2743337" marR="0" lvl="8"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7" name="Espaço Reservado para Texto 18">
            <a:extLst>
              <a:ext uri="{FF2B5EF4-FFF2-40B4-BE49-F238E27FC236}">
                <a16:creationId xmlns:a16="http://schemas.microsoft.com/office/drawing/2014/main" id="{A7DA8E8F-4E30-C1C4-9228-9B7E5ACC7C53}"/>
              </a:ext>
            </a:extLst>
          </p:cNvPr>
          <p:cNvSpPr>
            <a:spLocks noGrp="1"/>
          </p:cNvSpPr>
          <p:nvPr>
            <p:ph type="body" sz="quarter" idx="10" hasCustomPrompt="1"/>
          </p:nvPr>
        </p:nvSpPr>
        <p:spPr>
          <a:xfrm>
            <a:off x="5128181" y="2547964"/>
            <a:ext cx="6553200" cy="3317127"/>
          </a:xfrm>
          <a:prstGeom prst="rect">
            <a:avLst/>
          </a:prstGeom>
        </p:spPr>
        <p:txBody>
          <a:bodyPr/>
          <a:lstStyle>
            <a:lvl1pPr>
              <a:defRPr sz="1200" b="0" i="0">
                <a:solidFill>
                  <a:schemeClr val="bg1"/>
                </a:solidFill>
                <a:latin typeface="Poppins" pitchFamily="2" charset="77"/>
                <a:cs typeface="Poppins" pitchFamily="2" charset="77"/>
              </a:defRPr>
            </a:lvl1pPr>
          </a:lstStyle>
          <a:p>
            <a:r>
              <a:rPr lang="pt-BR" sz="933">
                <a:solidFill>
                  <a:schemeClr val="bg1"/>
                </a:solidFill>
                <a:latin typeface="Poppins Light" pitchFamily="2" charset="77"/>
                <a:cs typeface="Poppins Light" pitchFamily="2" charset="77"/>
              </a:rPr>
              <a:t>Inserir &gt; Mídia &gt; Vídeo &gt; Vídeos online</a:t>
            </a:r>
          </a:p>
        </p:txBody>
      </p:sp>
      <p:sp>
        <p:nvSpPr>
          <p:cNvPr id="8" name="CaixaDeTexto 7">
            <a:extLst>
              <a:ext uri="{FF2B5EF4-FFF2-40B4-BE49-F238E27FC236}">
                <a16:creationId xmlns:a16="http://schemas.microsoft.com/office/drawing/2014/main" id="{47D0A328-EBD6-6CBA-6DCD-085E443D0738}"/>
              </a:ext>
            </a:extLst>
          </p:cNvPr>
          <p:cNvSpPr txBox="1"/>
          <p:nvPr userDrawn="1"/>
        </p:nvSpPr>
        <p:spPr>
          <a:xfrm>
            <a:off x="6265889" y="149901"/>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7" name="Retângulo: Cantos Arredondados 16">
            <a:extLst>
              <a:ext uri="{FF2B5EF4-FFF2-40B4-BE49-F238E27FC236}">
                <a16:creationId xmlns:a16="http://schemas.microsoft.com/office/drawing/2014/main" id="{C52FC929-1B59-EFD4-72E8-CCE2F7147284}"/>
              </a:ext>
            </a:extLst>
          </p:cNvPr>
          <p:cNvSpPr/>
          <p:nvPr userDrawn="1"/>
        </p:nvSpPr>
        <p:spPr>
          <a:xfrm>
            <a:off x="2256369" y="2700818"/>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8" name="Google Shape;101;p34">
            <a:extLst>
              <a:ext uri="{FF2B5EF4-FFF2-40B4-BE49-F238E27FC236}">
                <a16:creationId xmlns:a16="http://schemas.microsoft.com/office/drawing/2014/main" id="{3EC64C94-727D-36DD-5FBD-6BE054AA98A8}"/>
              </a:ext>
            </a:extLst>
          </p:cNvPr>
          <p:cNvSpPr txBox="1"/>
          <p:nvPr userDrawn="1"/>
        </p:nvSpPr>
        <p:spPr>
          <a:xfrm>
            <a:off x="2522615" y="3136615"/>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683584146"/>
      </p:ext>
    </p:extLst>
  </p:cSld>
  <p:clrMapOvr>
    <a:masterClrMapping/>
  </p:clrMapOvr>
</p:sldLayout>
</file>

<file path=ppt/slideLayouts/slideLayout402.xml><?xml version="1.0" encoding="utf-8"?>
<p:sldLayout xmlns:a="http://schemas.openxmlformats.org/drawingml/2006/main" xmlns:r="http://schemas.openxmlformats.org/officeDocument/2006/relationships" xmlns:p="http://schemas.openxmlformats.org/presentationml/2006/main" matchingName="1_3. Conteudo" preserve="1" userDrawn="1">
  <p:cSld name="8_3. Conteudo">
    <p:bg>
      <p:bgPr>
        <a:solidFill>
          <a:srgbClr val="28566E"/>
        </a:solidFill>
        <a:effectLst/>
      </p:bgPr>
    </p:bg>
    <p:spTree>
      <p:nvGrpSpPr>
        <p:cNvPr id="1" name="Shape 114"/>
        <p:cNvGrpSpPr/>
        <p:nvPr/>
      </p:nvGrpSpPr>
      <p:grpSpPr>
        <a:xfrm>
          <a:off x="0" y="0"/>
          <a:ext cx="0" cy="0"/>
          <a:chOff x="0" y="0"/>
          <a:chExt cx="0" cy="0"/>
        </a:xfrm>
      </p:grpSpPr>
      <p:pic>
        <p:nvPicPr>
          <p:cNvPr id="6" name="Google Shape;107;p9">
            <a:extLst>
              <a:ext uri="{FF2B5EF4-FFF2-40B4-BE49-F238E27FC236}">
                <a16:creationId xmlns:a16="http://schemas.microsoft.com/office/drawing/2014/main" id="{66AA105B-75E0-9394-4708-D3AB52103368}"/>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17"/>
            <a:ext cx="4630818" cy="6857983"/>
          </a:xfrm>
          <a:prstGeom prst="rect">
            <a:avLst/>
          </a:prstGeom>
          <a:noFill/>
          <a:ln>
            <a:noFill/>
          </a:ln>
        </p:spPr>
      </p:pic>
      <p:sp>
        <p:nvSpPr>
          <p:cNvPr id="121" name="Google Shape;121;p9"/>
          <p:cNvSpPr/>
          <p:nvPr/>
        </p:nvSpPr>
        <p:spPr>
          <a:xfrm>
            <a:off x="448134" y="414865"/>
            <a:ext cx="3223941" cy="3223928"/>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cstate="hqprint">
              <a:alphaModFix/>
              <a:extLst>
                <a:ext uri="{28A0092B-C50C-407E-A947-70E740481C1C}">
                  <a14:useLocalDpi xmlns:a14="http://schemas.microsoft.com/office/drawing/2010/main"/>
                </a:ext>
              </a:extLst>
            </a:blip>
            <a:stretch>
              <a:fillRect/>
            </a:stretch>
          </a:blip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17" name="Retângulo: Cantos Arredondados 16">
            <a:extLst>
              <a:ext uri="{FF2B5EF4-FFF2-40B4-BE49-F238E27FC236}">
                <a16:creationId xmlns:a16="http://schemas.microsoft.com/office/drawing/2014/main" id="{C52FC929-1B59-EFD4-72E8-CCE2F7147284}"/>
              </a:ext>
            </a:extLst>
          </p:cNvPr>
          <p:cNvSpPr/>
          <p:nvPr userDrawn="1"/>
        </p:nvSpPr>
        <p:spPr>
          <a:xfrm>
            <a:off x="2256369" y="2700818"/>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 name="Google Shape;689;p48">
            <a:extLst>
              <a:ext uri="{FF2B5EF4-FFF2-40B4-BE49-F238E27FC236}">
                <a16:creationId xmlns:a16="http://schemas.microsoft.com/office/drawing/2014/main" id="{FAFCC758-61EC-406C-1EF8-25D2434CEA07}"/>
              </a:ext>
            </a:extLst>
          </p:cNvPr>
          <p:cNvSpPr txBox="1">
            <a:spLocks/>
          </p:cNvSpPr>
          <p:nvPr userDrawn="1"/>
        </p:nvSpPr>
        <p:spPr>
          <a:xfrm>
            <a:off x="485664" y="3463802"/>
            <a:ext cx="833169" cy="148759"/>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240"/>
              </a:spcBef>
              <a:buSzPts val="1200"/>
              <a:buFont typeface="Arial" pitchFamily="34" charset="0"/>
              <a:buNone/>
            </a:pPr>
            <a:r>
              <a:rPr lang="pt-BR" sz="800" dirty="0">
                <a:solidFill>
                  <a:schemeClr val="bg1"/>
                </a:solidFill>
                <a:latin typeface="Poppins Light" panose="00000400000000000000" pitchFamily="2" charset="0"/>
                <a:cs typeface="Poppins Light" panose="00000400000000000000" pitchFamily="2" charset="0"/>
              </a:rPr>
              <a:t>© Getty Images</a:t>
            </a:r>
          </a:p>
        </p:txBody>
      </p:sp>
      <p:sp>
        <p:nvSpPr>
          <p:cNvPr id="3" name="Google Shape;117;p9">
            <a:extLst>
              <a:ext uri="{FF2B5EF4-FFF2-40B4-BE49-F238E27FC236}">
                <a16:creationId xmlns:a16="http://schemas.microsoft.com/office/drawing/2014/main" id="{8A359EC1-2D19-85CA-D0CB-3647B3B273AD}"/>
              </a:ext>
            </a:extLst>
          </p:cNvPr>
          <p:cNvSpPr txBox="1">
            <a:spLocks noGrp="1"/>
          </p:cNvSpPr>
          <p:nvPr>
            <p:ph type="body" idx="2"/>
          </p:nvPr>
        </p:nvSpPr>
        <p:spPr>
          <a:xfrm>
            <a:off x="5128182" y="414865"/>
            <a:ext cx="5625143" cy="957680"/>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609630" marR="0" lvl="1" indent="-270947"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10" name="Google Shape;116;p9">
            <a:extLst>
              <a:ext uri="{FF2B5EF4-FFF2-40B4-BE49-F238E27FC236}">
                <a16:creationId xmlns:a16="http://schemas.microsoft.com/office/drawing/2014/main" id="{7DCBDCA8-1138-3DD9-42AD-3588B279D499}"/>
              </a:ext>
            </a:extLst>
          </p:cNvPr>
          <p:cNvSpPr txBox="1">
            <a:spLocks noGrp="1"/>
          </p:cNvSpPr>
          <p:nvPr>
            <p:ph type="body" idx="1"/>
          </p:nvPr>
        </p:nvSpPr>
        <p:spPr>
          <a:xfrm>
            <a:off x="5128182" y="1447420"/>
            <a:ext cx="6553730" cy="957681"/>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16" name="CaixaDeTexto 15">
            <a:extLst>
              <a:ext uri="{FF2B5EF4-FFF2-40B4-BE49-F238E27FC236}">
                <a16:creationId xmlns:a16="http://schemas.microsoft.com/office/drawing/2014/main" id="{DE0A6DC5-44A7-DE2E-4727-6D5BF20420B6}"/>
              </a:ext>
            </a:extLst>
          </p:cNvPr>
          <p:cNvSpPr txBox="1"/>
          <p:nvPr userDrawn="1"/>
        </p:nvSpPr>
        <p:spPr>
          <a:xfrm>
            <a:off x="12279086" y="384144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1" name="CaixaDeTexto 10">
            <a:extLst>
              <a:ext uri="{FF2B5EF4-FFF2-40B4-BE49-F238E27FC236}">
                <a16:creationId xmlns:a16="http://schemas.microsoft.com/office/drawing/2014/main" id="{CCDD899F-D156-8EC5-3528-A592A633CE85}"/>
              </a:ext>
            </a:extLst>
          </p:cNvPr>
          <p:cNvSpPr txBox="1"/>
          <p:nvPr userDrawn="1"/>
        </p:nvSpPr>
        <p:spPr>
          <a:xfrm>
            <a:off x="4744995" y="1911179"/>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2" name="Google Shape;139;p11">
            <a:extLst>
              <a:ext uri="{FF2B5EF4-FFF2-40B4-BE49-F238E27FC236}">
                <a16:creationId xmlns:a16="http://schemas.microsoft.com/office/drawing/2014/main" id="{CB0E5338-4C86-D02B-198B-11F151D31187}"/>
              </a:ext>
            </a:extLst>
          </p:cNvPr>
          <p:cNvSpPr txBox="1">
            <a:spLocks noGrp="1"/>
          </p:cNvSpPr>
          <p:nvPr>
            <p:ph type="body" idx="11"/>
          </p:nvPr>
        </p:nvSpPr>
        <p:spPr>
          <a:xfrm>
            <a:off x="5128181" y="5971893"/>
            <a:ext cx="6553200" cy="148759"/>
          </a:xfrm>
          <a:prstGeom prst="rect">
            <a:avLst/>
          </a:prstGeom>
          <a:noFill/>
          <a:ln>
            <a:noFill/>
          </a:ln>
        </p:spPr>
        <p:txBody>
          <a:bodyPr spcFirstLastPara="1" wrap="square" lIns="0" tIns="0" rIns="0" bIns="0" anchor="t" anchorCtr="0">
            <a:spAutoFit/>
          </a:bodyPr>
          <a:lstStyle>
            <a:lvl1pPr marL="0" marR="0" lvl="0" indent="0" algn="l" rtl="0">
              <a:lnSpc>
                <a:spcPct val="100000"/>
              </a:lnSpc>
              <a:spcBef>
                <a:spcPts val="240"/>
              </a:spcBef>
              <a:spcAft>
                <a:spcPts val="0"/>
              </a:spcAft>
              <a:buClr>
                <a:schemeClr val="dk1"/>
              </a:buClr>
              <a:buSzPts val="1200"/>
              <a:buFont typeface="Poppins"/>
              <a:buNone/>
              <a:defRPr sz="800" b="0" i="0" u="none" strike="noStrike" cap="none">
                <a:solidFill>
                  <a:schemeClr val="bg1"/>
                </a:solidFill>
                <a:latin typeface="Poppins" pitchFamily="2" charset="77"/>
                <a:ea typeface="Poppins" pitchFamily="2" charset="77"/>
                <a:cs typeface="Poppins" pitchFamily="2" charset="77"/>
                <a:sym typeface="Poppins Light"/>
              </a:defRPr>
            </a:lvl1pPr>
            <a:lvl2pPr marL="609630" marR="0" lvl="1" indent="-20321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914446" marR="0" lvl="2" indent="-20321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219261" marR="0" lvl="3"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1524076" marR="0" lvl="4"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1828891" marR="0" lvl="5"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2133707" marR="0" lvl="6"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2438522" marR="0" lvl="7"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2743337" marR="0" lvl="8"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7" name="Espaço Reservado para Texto 18">
            <a:extLst>
              <a:ext uri="{FF2B5EF4-FFF2-40B4-BE49-F238E27FC236}">
                <a16:creationId xmlns:a16="http://schemas.microsoft.com/office/drawing/2014/main" id="{A7DA8E8F-4E30-C1C4-9228-9B7E5ACC7C53}"/>
              </a:ext>
            </a:extLst>
          </p:cNvPr>
          <p:cNvSpPr>
            <a:spLocks noGrp="1"/>
          </p:cNvSpPr>
          <p:nvPr>
            <p:ph type="body" sz="quarter" idx="10" hasCustomPrompt="1"/>
          </p:nvPr>
        </p:nvSpPr>
        <p:spPr>
          <a:xfrm>
            <a:off x="5128181" y="2547964"/>
            <a:ext cx="6553200" cy="3317127"/>
          </a:xfrm>
          <a:prstGeom prst="rect">
            <a:avLst/>
          </a:prstGeom>
        </p:spPr>
        <p:txBody>
          <a:bodyPr/>
          <a:lstStyle>
            <a:lvl1pPr>
              <a:defRPr sz="1200" b="0" i="0">
                <a:latin typeface="Poppins" pitchFamily="2" charset="77"/>
                <a:cs typeface="Poppins" pitchFamily="2" charset="77"/>
              </a:defRPr>
            </a:lvl1pPr>
          </a:lstStyle>
          <a:p>
            <a:r>
              <a:rPr lang="pt-BR" sz="933">
                <a:solidFill>
                  <a:schemeClr val="bg1"/>
                </a:solidFill>
                <a:latin typeface="Poppins Light" pitchFamily="2" charset="77"/>
                <a:cs typeface="Poppins Light" pitchFamily="2" charset="77"/>
              </a:rPr>
              <a:t>Inserir &gt; Mídia &gt; Vídeo &gt; Vídeos online</a:t>
            </a:r>
          </a:p>
        </p:txBody>
      </p:sp>
      <p:sp>
        <p:nvSpPr>
          <p:cNvPr id="8" name="CaixaDeTexto 7">
            <a:extLst>
              <a:ext uri="{FF2B5EF4-FFF2-40B4-BE49-F238E27FC236}">
                <a16:creationId xmlns:a16="http://schemas.microsoft.com/office/drawing/2014/main" id="{47D0A328-EBD6-6CBA-6DCD-085E443D0738}"/>
              </a:ext>
            </a:extLst>
          </p:cNvPr>
          <p:cNvSpPr txBox="1"/>
          <p:nvPr userDrawn="1"/>
        </p:nvSpPr>
        <p:spPr>
          <a:xfrm>
            <a:off x="6265889" y="149901"/>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5" name="Google Shape;82;p33">
            <a:extLst>
              <a:ext uri="{FF2B5EF4-FFF2-40B4-BE49-F238E27FC236}">
                <a16:creationId xmlns:a16="http://schemas.microsoft.com/office/drawing/2014/main" id="{4B5F05E6-4BB9-5934-8FA0-1DC4ABEA8EDA}"/>
              </a:ext>
            </a:extLst>
          </p:cNvPr>
          <p:cNvSpPr txBox="1"/>
          <p:nvPr userDrawn="1"/>
        </p:nvSpPr>
        <p:spPr>
          <a:xfrm>
            <a:off x="2806376" y="3120112"/>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Prática</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504949006"/>
      </p:ext>
    </p:extLst>
  </p:cSld>
  <p:clrMapOvr>
    <a:masterClrMapping/>
  </p:clrMapOvr>
</p:sldLayout>
</file>

<file path=ppt/slideLayouts/slideLayout403.xml><?xml version="1.0" encoding="utf-8"?>
<p:sldLayout xmlns:a="http://schemas.openxmlformats.org/drawingml/2006/main" xmlns:r="http://schemas.openxmlformats.org/officeDocument/2006/relationships" xmlns:p="http://schemas.openxmlformats.org/presentationml/2006/main" matchingName="1_3. Conteudo" preserve="1" userDrawn="1">
  <p:cSld name="9_3. Conteudo">
    <p:bg>
      <p:bgPr>
        <a:solidFill>
          <a:srgbClr val="28566E"/>
        </a:solidFill>
        <a:effectLst/>
      </p:bgPr>
    </p:bg>
    <p:spTree>
      <p:nvGrpSpPr>
        <p:cNvPr id="1" name="Shape 114"/>
        <p:cNvGrpSpPr/>
        <p:nvPr/>
      </p:nvGrpSpPr>
      <p:grpSpPr>
        <a:xfrm>
          <a:off x="0" y="0"/>
          <a:ext cx="0" cy="0"/>
          <a:chOff x="0" y="0"/>
          <a:chExt cx="0" cy="0"/>
        </a:xfrm>
      </p:grpSpPr>
      <p:pic>
        <p:nvPicPr>
          <p:cNvPr id="5" name="Google Shape;107;p9">
            <a:extLst>
              <a:ext uri="{FF2B5EF4-FFF2-40B4-BE49-F238E27FC236}">
                <a16:creationId xmlns:a16="http://schemas.microsoft.com/office/drawing/2014/main" id="{05E4E729-93EE-C9EE-3563-8F04F03973E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17"/>
            <a:ext cx="4630818" cy="6857983"/>
          </a:xfrm>
          <a:prstGeom prst="rect">
            <a:avLst/>
          </a:prstGeom>
          <a:noFill/>
          <a:ln>
            <a:noFill/>
          </a:ln>
        </p:spPr>
      </p:pic>
      <p:sp>
        <p:nvSpPr>
          <p:cNvPr id="121" name="Google Shape;121;p9"/>
          <p:cNvSpPr/>
          <p:nvPr/>
        </p:nvSpPr>
        <p:spPr>
          <a:xfrm>
            <a:off x="448134" y="414865"/>
            <a:ext cx="3223941" cy="3223928"/>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cstate="hqprint">
              <a:alphaModFix/>
              <a:extLst>
                <a:ext uri="{28A0092B-C50C-407E-A947-70E740481C1C}">
                  <a14:useLocalDpi xmlns:a14="http://schemas.microsoft.com/office/drawing/2010/main"/>
                </a:ext>
              </a:extLst>
            </a:blip>
            <a:stretch>
              <a:fillRect/>
            </a:stretch>
          </a:blip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4" name="Google Shape;689;p48">
            <a:extLst>
              <a:ext uri="{FF2B5EF4-FFF2-40B4-BE49-F238E27FC236}">
                <a16:creationId xmlns:a16="http://schemas.microsoft.com/office/drawing/2014/main" id="{FAFCC758-61EC-406C-1EF8-25D2434CEA07}"/>
              </a:ext>
            </a:extLst>
          </p:cNvPr>
          <p:cNvSpPr txBox="1">
            <a:spLocks/>
          </p:cNvSpPr>
          <p:nvPr userDrawn="1"/>
        </p:nvSpPr>
        <p:spPr>
          <a:xfrm>
            <a:off x="485664" y="3463802"/>
            <a:ext cx="833169" cy="148759"/>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240"/>
              </a:spcBef>
              <a:buSzPts val="1200"/>
              <a:buFont typeface="Arial" pitchFamily="34" charset="0"/>
              <a:buNone/>
            </a:pPr>
            <a:r>
              <a:rPr lang="pt-BR" sz="800" dirty="0">
                <a:solidFill>
                  <a:schemeClr val="bg1"/>
                </a:solidFill>
                <a:latin typeface="Poppins Light" panose="00000400000000000000" pitchFamily="2" charset="0"/>
                <a:cs typeface="Poppins Light" panose="00000400000000000000" pitchFamily="2" charset="0"/>
              </a:rPr>
              <a:t>© Getty Images</a:t>
            </a:r>
          </a:p>
        </p:txBody>
      </p:sp>
      <p:sp>
        <p:nvSpPr>
          <p:cNvPr id="3" name="Google Shape;117;p9">
            <a:extLst>
              <a:ext uri="{FF2B5EF4-FFF2-40B4-BE49-F238E27FC236}">
                <a16:creationId xmlns:a16="http://schemas.microsoft.com/office/drawing/2014/main" id="{8A359EC1-2D19-85CA-D0CB-3647B3B273AD}"/>
              </a:ext>
            </a:extLst>
          </p:cNvPr>
          <p:cNvSpPr txBox="1">
            <a:spLocks noGrp="1"/>
          </p:cNvSpPr>
          <p:nvPr>
            <p:ph type="body" idx="2"/>
          </p:nvPr>
        </p:nvSpPr>
        <p:spPr>
          <a:xfrm>
            <a:off x="5128182" y="414865"/>
            <a:ext cx="5625143" cy="957680"/>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600"/>
              </a:spcBef>
              <a:spcAft>
                <a:spcPts val="0"/>
              </a:spcAft>
              <a:buClr>
                <a:schemeClr val="lt1"/>
              </a:buClr>
              <a:buSzPts val="4500"/>
              <a:buFont typeface="Poppins"/>
              <a:buNone/>
              <a:defRPr sz="3000" b="1" i="0" u="none" strike="noStrike" cap="none">
                <a:solidFill>
                  <a:schemeClr val="bg1"/>
                </a:solidFill>
                <a:latin typeface="Poppins"/>
                <a:ea typeface="Poppins"/>
                <a:cs typeface="Poppins"/>
                <a:sym typeface="Poppins"/>
              </a:defRPr>
            </a:lvl1pPr>
            <a:lvl2pPr marL="609630" marR="0" lvl="1" indent="-270947"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dirty="0"/>
          </a:p>
        </p:txBody>
      </p:sp>
      <p:sp>
        <p:nvSpPr>
          <p:cNvPr id="10" name="Google Shape;116;p9">
            <a:extLst>
              <a:ext uri="{FF2B5EF4-FFF2-40B4-BE49-F238E27FC236}">
                <a16:creationId xmlns:a16="http://schemas.microsoft.com/office/drawing/2014/main" id="{7DCBDCA8-1138-3DD9-42AD-3588B279D499}"/>
              </a:ext>
            </a:extLst>
          </p:cNvPr>
          <p:cNvSpPr txBox="1">
            <a:spLocks noGrp="1"/>
          </p:cNvSpPr>
          <p:nvPr>
            <p:ph type="body" idx="1"/>
          </p:nvPr>
        </p:nvSpPr>
        <p:spPr>
          <a:xfrm>
            <a:off x="5128182" y="1447420"/>
            <a:ext cx="6553730" cy="957681"/>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373"/>
              </a:spcBef>
              <a:spcAft>
                <a:spcPts val="0"/>
              </a:spcAft>
              <a:buClr>
                <a:schemeClr val="lt1"/>
              </a:buClr>
              <a:buSzPts val="2800"/>
              <a:buFont typeface="Poppins"/>
              <a:buNone/>
              <a:defRPr sz="1867" b="0" i="0" u="none" strike="noStrike" cap="none">
                <a:solidFill>
                  <a:schemeClr val="bg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16" name="CaixaDeTexto 15">
            <a:extLst>
              <a:ext uri="{FF2B5EF4-FFF2-40B4-BE49-F238E27FC236}">
                <a16:creationId xmlns:a16="http://schemas.microsoft.com/office/drawing/2014/main" id="{DE0A6DC5-44A7-DE2E-4727-6D5BF20420B6}"/>
              </a:ext>
            </a:extLst>
          </p:cNvPr>
          <p:cNvSpPr txBox="1"/>
          <p:nvPr userDrawn="1"/>
        </p:nvSpPr>
        <p:spPr>
          <a:xfrm>
            <a:off x="12279086" y="384144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1" name="CaixaDeTexto 10">
            <a:extLst>
              <a:ext uri="{FF2B5EF4-FFF2-40B4-BE49-F238E27FC236}">
                <a16:creationId xmlns:a16="http://schemas.microsoft.com/office/drawing/2014/main" id="{CCDD899F-D156-8EC5-3528-A592A633CE85}"/>
              </a:ext>
            </a:extLst>
          </p:cNvPr>
          <p:cNvSpPr txBox="1"/>
          <p:nvPr userDrawn="1"/>
        </p:nvSpPr>
        <p:spPr>
          <a:xfrm>
            <a:off x="4744995" y="1911179"/>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2" name="Google Shape;139;p11">
            <a:extLst>
              <a:ext uri="{FF2B5EF4-FFF2-40B4-BE49-F238E27FC236}">
                <a16:creationId xmlns:a16="http://schemas.microsoft.com/office/drawing/2014/main" id="{CB0E5338-4C86-D02B-198B-11F151D31187}"/>
              </a:ext>
            </a:extLst>
          </p:cNvPr>
          <p:cNvSpPr txBox="1">
            <a:spLocks noGrp="1"/>
          </p:cNvSpPr>
          <p:nvPr>
            <p:ph type="body" idx="11"/>
          </p:nvPr>
        </p:nvSpPr>
        <p:spPr>
          <a:xfrm>
            <a:off x="5128181" y="5971893"/>
            <a:ext cx="6553200" cy="148759"/>
          </a:xfrm>
          <a:prstGeom prst="rect">
            <a:avLst/>
          </a:prstGeom>
          <a:noFill/>
          <a:ln>
            <a:noFill/>
          </a:ln>
        </p:spPr>
        <p:txBody>
          <a:bodyPr spcFirstLastPara="1" wrap="square" lIns="0" tIns="0" rIns="0" bIns="0" anchor="t" anchorCtr="0">
            <a:spAutoFit/>
          </a:bodyPr>
          <a:lstStyle>
            <a:lvl1pPr marL="0" marR="0" lvl="0" indent="0" algn="l" rtl="0">
              <a:lnSpc>
                <a:spcPct val="100000"/>
              </a:lnSpc>
              <a:spcBef>
                <a:spcPts val="240"/>
              </a:spcBef>
              <a:spcAft>
                <a:spcPts val="0"/>
              </a:spcAft>
              <a:buClr>
                <a:schemeClr val="dk1"/>
              </a:buClr>
              <a:buSzPts val="1200"/>
              <a:buFont typeface="Poppins"/>
              <a:buNone/>
              <a:defRPr sz="800" b="0" i="0" u="none" strike="noStrike" cap="none">
                <a:solidFill>
                  <a:schemeClr val="bg1"/>
                </a:solidFill>
                <a:latin typeface="Poppins" pitchFamily="2" charset="77"/>
                <a:ea typeface="Poppins" pitchFamily="2" charset="77"/>
                <a:cs typeface="Poppins" pitchFamily="2" charset="77"/>
                <a:sym typeface="Poppins Light"/>
              </a:defRPr>
            </a:lvl1pPr>
            <a:lvl2pPr marL="609630" marR="0" lvl="1" indent="-20321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914446" marR="0" lvl="2" indent="-20321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219261" marR="0" lvl="3"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1524076" marR="0" lvl="4"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1828891" marR="0" lvl="5"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2133707" marR="0" lvl="6"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2438522" marR="0" lvl="7"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2743337" marR="0" lvl="8"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7" name="Espaço Reservado para Texto 18">
            <a:extLst>
              <a:ext uri="{FF2B5EF4-FFF2-40B4-BE49-F238E27FC236}">
                <a16:creationId xmlns:a16="http://schemas.microsoft.com/office/drawing/2014/main" id="{A7DA8E8F-4E30-C1C4-9228-9B7E5ACC7C53}"/>
              </a:ext>
            </a:extLst>
          </p:cNvPr>
          <p:cNvSpPr>
            <a:spLocks noGrp="1"/>
          </p:cNvSpPr>
          <p:nvPr>
            <p:ph type="body" sz="quarter" idx="10" hasCustomPrompt="1"/>
          </p:nvPr>
        </p:nvSpPr>
        <p:spPr>
          <a:xfrm>
            <a:off x="5128181" y="2547964"/>
            <a:ext cx="6553200" cy="3317127"/>
          </a:xfrm>
          <a:prstGeom prst="rect">
            <a:avLst/>
          </a:prstGeom>
        </p:spPr>
        <p:txBody>
          <a:bodyPr/>
          <a:lstStyle>
            <a:lvl1pPr>
              <a:defRPr sz="1200" b="0" i="0">
                <a:solidFill>
                  <a:schemeClr val="bg1"/>
                </a:solidFill>
                <a:latin typeface="Poppins" pitchFamily="2" charset="77"/>
                <a:cs typeface="Poppins" pitchFamily="2" charset="77"/>
              </a:defRPr>
            </a:lvl1pPr>
          </a:lstStyle>
          <a:p>
            <a:r>
              <a:rPr lang="pt-BR" sz="933">
                <a:solidFill>
                  <a:schemeClr val="bg1"/>
                </a:solidFill>
                <a:latin typeface="Poppins Light" pitchFamily="2" charset="77"/>
                <a:cs typeface="Poppins Light" pitchFamily="2" charset="77"/>
              </a:rPr>
              <a:t>Inserir &gt; Mídia &gt; Vídeo &gt; Vídeos online</a:t>
            </a:r>
          </a:p>
        </p:txBody>
      </p:sp>
      <p:sp>
        <p:nvSpPr>
          <p:cNvPr id="6" name="CaixaDeTexto 5">
            <a:extLst>
              <a:ext uri="{FF2B5EF4-FFF2-40B4-BE49-F238E27FC236}">
                <a16:creationId xmlns:a16="http://schemas.microsoft.com/office/drawing/2014/main" id="{02F97E15-2800-F185-4C62-58C19FDC71F7}"/>
              </a:ext>
            </a:extLst>
          </p:cNvPr>
          <p:cNvSpPr txBox="1"/>
          <p:nvPr userDrawn="1"/>
        </p:nvSpPr>
        <p:spPr>
          <a:xfrm>
            <a:off x="12638314" y="3831771"/>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8" name="CaixaDeTexto 7">
            <a:extLst>
              <a:ext uri="{FF2B5EF4-FFF2-40B4-BE49-F238E27FC236}">
                <a16:creationId xmlns:a16="http://schemas.microsoft.com/office/drawing/2014/main" id="{FF240A40-711F-ADF5-D616-3B10151E5FC5}"/>
              </a:ext>
            </a:extLst>
          </p:cNvPr>
          <p:cNvSpPr txBox="1"/>
          <p:nvPr userDrawn="1"/>
        </p:nvSpPr>
        <p:spPr>
          <a:xfrm>
            <a:off x="12442371" y="1240971"/>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8" name="Retângulo: Cantos Arredondados 8">
            <a:extLst>
              <a:ext uri="{FF2B5EF4-FFF2-40B4-BE49-F238E27FC236}">
                <a16:creationId xmlns:a16="http://schemas.microsoft.com/office/drawing/2014/main" id="{6EC3367A-3F78-00F0-FE14-C9738724F034}"/>
              </a:ext>
            </a:extLst>
          </p:cNvPr>
          <p:cNvSpPr/>
          <p:nvPr userDrawn="1"/>
        </p:nvSpPr>
        <p:spPr>
          <a:xfrm>
            <a:off x="2256369" y="2700818"/>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9" name="Google Shape;207;p37">
            <a:extLst>
              <a:ext uri="{FF2B5EF4-FFF2-40B4-BE49-F238E27FC236}">
                <a16:creationId xmlns:a16="http://schemas.microsoft.com/office/drawing/2014/main" id="{D18FC8B4-16A3-3C45-66AD-C6FD220382F4}"/>
              </a:ext>
            </a:extLst>
          </p:cNvPr>
          <p:cNvSpPr txBox="1"/>
          <p:nvPr userDrawn="1"/>
        </p:nvSpPr>
        <p:spPr>
          <a:xfrm>
            <a:off x="2578394" y="3162010"/>
            <a:ext cx="1600935" cy="65646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1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133" b="0" i="0" u="none" strike="noStrike" cap="none" dirty="0">
                <a:solidFill>
                  <a:srgbClr val="FFFFFF"/>
                </a:solidFill>
                <a:latin typeface="Poppins Light" pitchFamily="2" charset="77"/>
                <a:ea typeface="Poppins Light"/>
                <a:cs typeface="Poppins Light" pitchFamily="2" charset="77"/>
                <a:sym typeface="Poppins Light"/>
              </a:rPr>
            </a:br>
            <a:r>
              <a:rPr lang="pt-BR" sz="2133" b="0" i="0" u="none" strike="noStrike" cap="none" dirty="0">
                <a:solidFill>
                  <a:srgbClr val="FFFFFF"/>
                </a:solidFill>
                <a:latin typeface="Poppins Light" pitchFamily="2" charset="77"/>
                <a:ea typeface="Poppins Light"/>
                <a:cs typeface="Poppins Light" pitchFamily="2" charset="77"/>
                <a:sym typeface="Poppins Light"/>
              </a:rPr>
              <a:t>em </a:t>
            </a:r>
            <a:r>
              <a:rPr lang="pt-BR" sz="2133" b="1" i="0" u="none" strike="noStrike" cap="none" dirty="0">
                <a:solidFill>
                  <a:srgbClr val="FFFFFF"/>
                </a:solidFill>
                <a:latin typeface="Poppins"/>
                <a:ea typeface="Poppins"/>
                <a:cs typeface="Poppins"/>
                <a:sym typeface="Poppins"/>
              </a:rPr>
              <a:t>prática</a:t>
            </a:r>
            <a:endParaRPr sz="21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250457669"/>
      </p:ext>
    </p:extLst>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matchingName="1_3. Conteudo" userDrawn="1">
  <p:cSld name="10_3. Conteudo">
    <p:bg>
      <p:bgPr>
        <a:solidFill>
          <a:srgbClr val="28566E"/>
        </a:solidFill>
        <a:effectLst/>
      </p:bgPr>
    </p:bg>
    <p:spTree>
      <p:nvGrpSpPr>
        <p:cNvPr id="1" name="Shape 114"/>
        <p:cNvGrpSpPr/>
        <p:nvPr/>
      </p:nvGrpSpPr>
      <p:grpSpPr>
        <a:xfrm>
          <a:off x="0" y="0"/>
          <a:ext cx="0" cy="0"/>
          <a:chOff x="0" y="0"/>
          <a:chExt cx="0" cy="0"/>
        </a:xfrm>
      </p:grpSpPr>
      <p:pic>
        <p:nvPicPr>
          <p:cNvPr id="8" name="Google Shape;107;p9">
            <a:extLst>
              <a:ext uri="{FF2B5EF4-FFF2-40B4-BE49-F238E27FC236}">
                <a16:creationId xmlns:a16="http://schemas.microsoft.com/office/drawing/2014/main" id="{9539D5E1-4B89-C135-4737-09C0D8A0AEA9}"/>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17"/>
            <a:ext cx="4630818" cy="6857983"/>
          </a:xfrm>
          <a:prstGeom prst="rect">
            <a:avLst/>
          </a:prstGeom>
          <a:noFill/>
          <a:ln>
            <a:noFill/>
          </a:ln>
        </p:spPr>
      </p:pic>
      <p:pic>
        <p:nvPicPr>
          <p:cNvPr id="7" name="Imagem 6" descr="Câmera fotográfica preta&#10;&#10;Descrição gerada automaticamente">
            <a:extLst>
              <a:ext uri="{FF2B5EF4-FFF2-40B4-BE49-F238E27FC236}">
                <a16:creationId xmlns:a16="http://schemas.microsoft.com/office/drawing/2014/main" id="{BF48B4D9-DB80-F129-858C-B92D49CF1F05}"/>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t="-268"/>
          <a:stretch/>
        </p:blipFill>
        <p:spPr>
          <a:xfrm>
            <a:off x="428798" y="386760"/>
            <a:ext cx="3243277" cy="3243277"/>
          </a:xfrm>
          <a:prstGeom prst="ellipse">
            <a:avLst/>
          </a:prstGeom>
        </p:spPr>
      </p:pic>
      <p:sp>
        <p:nvSpPr>
          <p:cNvPr id="4" name="Google Shape;689;p48">
            <a:extLst>
              <a:ext uri="{FF2B5EF4-FFF2-40B4-BE49-F238E27FC236}">
                <a16:creationId xmlns:a16="http://schemas.microsoft.com/office/drawing/2014/main" id="{FAFCC758-61EC-406C-1EF8-25D2434CEA07}"/>
              </a:ext>
            </a:extLst>
          </p:cNvPr>
          <p:cNvSpPr txBox="1">
            <a:spLocks/>
          </p:cNvSpPr>
          <p:nvPr userDrawn="1"/>
        </p:nvSpPr>
        <p:spPr>
          <a:xfrm>
            <a:off x="485664" y="3463802"/>
            <a:ext cx="833169" cy="148759"/>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240"/>
              </a:spcBef>
              <a:buSzPts val="1200"/>
              <a:buFont typeface="Arial" pitchFamily="34" charset="0"/>
              <a:buNone/>
            </a:pPr>
            <a:r>
              <a:rPr lang="pt-BR" sz="800" dirty="0">
                <a:solidFill>
                  <a:schemeClr val="bg1"/>
                </a:solidFill>
                <a:latin typeface="Poppins Light" panose="00000400000000000000" pitchFamily="2" charset="0"/>
                <a:cs typeface="Poppins Light" panose="00000400000000000000" pitchFamily="2" charset="0"/>
              </a:rPr>
              <a:t>© Getty Images</a:t>
            </a:r>
          </a:p>
        </p:txBody>
      </p:sp>
      <p:sp>
        <p:nvSpPr>
          <p:cNvPr id="2" name="Google Shape;117;p9">
            <a:extLst>
              <a:ext uri="{FF2B5EF4-FFF2-40B4-BE49-F238E27FC236}">
                <a16:creationId xmlns:a16="http://schemas.microsoft.com/office/drawing/2014/main" id="{AAC95801-93B0-A8EF-1651-81C380895E40}"/>
              </a:ext>
            </a:extLst>
          </p:cNvPr>
          <p:cNvSpPr txBox="1">
            <a:spLocks noGrp="1"/>
          </p:cNvSpPr>
          <p:nvPr>
            <p:ph type="body" idx="2"/>
          </p:nvPr>
        </p:nvSpPr>
        <p:spPr>
          <a:xfrm>
            <a:off x="5128182" y="414865"/>
            <a:ext cx="5625143" cy="957680"/>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600"/>
              </a:spcBef>
              <a:spcAft>
                <a:spcPts val="0"/>
              </a:spcAft>
              <a:buClr>
                <a:schemeClr val="lt1"/>
              </a:buClr>
              <a:buSzPts val="4500"/>
              <a:buFont typeface="Poppins"/>
              <a:buNone/>
              <a:defRPr sz="3000" b="1" i="0" u="none" strike="noStrike" cap="none">
                <a:solidFill>
                  <a:schemeClr val="bg1"/>
                </a:solidFill>
                <a:latin typeface="Poppins"/>
                <a:ea typeface="Poppins"/>
                <a:cs typeface="Poppins"/>
                <a:sym typeface="Poppins"/>
              </a:defRPr>
            </a:lvl1pPr>
            <a:lvl2pPr marL="609630" marR="0" lvl="1" indent="-270947"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dirty="0"/>
          </a:p>
        </p:txBody>
      </p:sp>
      <p:sp>
        <p:nvSpPr>
          <p:cNvPr id="3" name="Google Shape;116;p9">
            <a:extLst>
              <a:ext uri="{FF2B5EF4-FFF2-40B4-BE49-F238E27FC236}">
                <a16:creationId xmlns:a16="http://schemas.microsoft.com/office/drawing/2014/main" id="{EE2838AB-5016-933A-466D-0229559B6BF7}"/>
              </a:ext>
            </a:extLst>
          </p:cNvPr>
          <p:cNvSpPr txBox="1">
            <a:spLocks noGrp="1"/>
          </p:cNvSpPr>
          <p:nvPr>
            <p:ph type="body" idx="1"/>
          </p:nvPr>
        </p:nvSpPr>
        <p:spPr>
          <a:xfrm>
            <a:off x="5128182" y="1447420"/>
            <a:ext cx="6553730" cy="957681"/>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373"/>
              </a:spcBef>
              <a:spcAft>
                <a:spcPts val="0"/>
              </a:spcAft>
              <a:buClr>
                <a:schemeClr val="lt1"/>
              </a:buClr>
              <a:buSzPts val="2800"/>
              <a:buFont typeface="Poppins"/>
              <a:buNone/>
              <a:defRPr sz="1867" b="0" i="0" u="none" strike="noStrike" cap="none">
                <a:solidFill>
                  <a:schemeClr val="bg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13" name="Google Shape;139;p11">
            <a:extLst>
              <a:ext uri="{FF2B5EF4-FFF2-40B4-BE49-F238E27FC236}">
                <a16:creationId xmlns:a16="http://schemas.microsoft.com/office/drawing/2014/main" id="{59386DD0-5AAE-08B8-E3DA-A2064E890B33}"/>
              </a:ext>
            </a:extLst>
          </p:cNvPr>
          <p:cNvSpPr txBox="1">
            <a:spLocks noGrp="1"/>
          </p:cNvSpPr>
          <p:nvPr>
            <p:ph type="body" idx="11"/>
          </p:nvPr>
        </p:nvSpPr>
        <p:spPr>
          <a:xfrm>
            <a:off x="5128181" y="5971893"/>
            <a:ext cx="6553200" cy="148759"/>
          </a:xfrm>
          <a:prstGeom prst="rect">
            <a:avLst/>
          </a:prstGeom>
          <a:noFill/>
          <a:ln>
            <a:noFill/>
          </a:ln>
        </p:spPr>
        <p:txBody>
          <a:bodyPr spcFirstLastPara="1" wrap="square" lIns="0" tIns="0" rIns="0" bIns="0" anchor="t" anchorCtr="0">
            <a:spAutoFit/>
          </a:bodyPr>
          <a:lstStyle>
            <a:lvl1pPr marL="0" marR="0" lvl="0" indent="0" algn="l" rtl="0">
              <a:lnSpc>
                <a:spcPct val="100000"/>
              </a:lnSpc>
              <a:spcBef>
                <a:spcPts val="240"/>
              </a:spcBef>
              <a:spcAft>
                <a:spcPts val="0"/>
              </a:spcAft>
              <a:buClr>
                <a:schemeClr val="dk1"/>
              </a:buClr>
              <a:buSzPts val="1200"/>
              <a:buFont typeface="Poppins"/>
              <a:buNone/>
              <a:defRPr sz="800" b="0" i="0" u="none" strike="noStrike" cap="none">
                <a:solidFill>
                  <a:schemeClr val="bg1"/>
                </a:solidFill>
                <a:latin typeface="Poppins" pitchFamily="2" charset="77"/>
                <a:ea typeface="Poppins" pitchFamily="2" charset="77"/>
                <a:cs typeface="Poppins" pitchFamily="2" charset="77"/>
                <a:sym typeface="Poppins Light"/>
              </a:defRPr>
            </a:lvl1pPr>
            <a:lvl2pPr marL="609630" marR="0" lvl="1" indent="-20321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914446" marR="0" lvl="2" indent="-20321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219261" marR="0" lvl="3"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1524076" marR="0" lvl="4"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1828891" marR="0" lvl="5"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2133707" marR="0" lvl="6"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2438522" marR="0" lvl="7"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2743337" marR="0" lvl="8"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14" name="Espaço Reservado para Texto 18">
            <a:extLst>
              <a:ext uri="{FF2B5EF4-FFF2-40B4-BE49-F238E27FC236}">
                <a16:creationId xmlns:a16="http://schemas.microsoft.com/office/drawing/2014/main" id="{DD7BF362-949F-D39B-33DB-46D9024EEC64}"/>
              </a:ext>
            </a:extLst>
          </p:cNvPr>
          <p:cNvSpPr>
            <a:spLocks noGrp="1"/>
          </p:cNvSpPr>
          <p:nvPr>
            <p:ph type="body" sz="quarter" idx="10" hasCustomPrompt="1"/>
          </p:nvPr>
        </p:nvSpPr>
        <p:spPr>
          <a:xfrm>
            <a:off x="5128181" y="2547964"/>
            <a:ext cx="6553200" cy="3317127"/>
          </a:xfrm>
          <a:prstGeom prst="rect">
            <a:avLst/>
          </a:prstGeom>
        </p:spPr>
        <p:txBody>
          <a:bodyPr/>
          <a:lstStyle>
            <a:lvl1pPr>
              <a:defRPr sz="1200" b="0" i="0">
                <a:solidFill>
                  <a:schemeClr val="bg1"/>
                </a:solidFill>
                <a:latin typeface="Poppins" pitchFamily="2" charset="77"/>
                <a:cs typeface="Poppins" pitchFamily="2" charset="77"/>
              </a:defRPr>
            </a:lvl1pPr>
          </a:lstStyle>
          <a:p>
            <a:r>
              <a:rPr lang="pt-BR" sz="933">
                <a:solidFill>
                  <a:schemeClr val="bg1"/>
                </a:solidFill>
                <a:latin typeface="Poppins Light" pitchFamily="2" charset="77"/>
                <a:cs typeface="Poppins Light" pitchFamily="2" charset="77"/>
              </a:rPr>
              <a:t>Inserir &gt; Mídia &gt; Vídeo &gt; Vídeos online</a:t>
            </a:r>
          </a:p>
        </p:txBody>
      </p:sp>
      <p:sp>
        <p:nvSpPr>
          <p:cNvPr id="6" name="CaixaDeTexto 5">
            <a:extLst>
              <a:ext uri="{FF2B5EF4-FFF2-40B4-BE49-F238E27FC236}">
                <a16:creationId xmlns:a16="http://schemas.microsoft.com/office/drawing/2014/main" id="{F16908F7-5FD9-B3F2-C0F3-AECEF2865FC9}"/>
              </a:ext>
            </a:extLst>
          </p:cNvPr>
          <p:cNvSpPr txBox="1"/>
          <p:nvPr userDrawn="1"/>
        </p:nvSpPr>
        <p:spPr>
          <a:xfrm>
            <a:off x="5767754" y="-75027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7" name="Retângulo: Cantos Arredondados 16">
            <a:extLst>
              <a:ext uri="{FF2B5EF4-FFF2-40B4-BE49-F238E27FC236}">
                <a16:creationId xmlns:a16="http://schemas.microsoft.com/office/drawing/2014/main" id="{C52FC929-1B59-EFD4-72E8-CCE2F7147284}"/>
              </a:ext>
            </a:extLst>
          </p:cNvPr>
          <p:cNvSpPr/>
          <p:nvPr userDrawn="1"/>
        </p:nvSpPr>
        <p:spPr>
          <a:xfrm>
            <a:off x="2256369" y="2700818"/>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8" name="Google Shape;101;p34">
            <a:extLst>
              <a:ext uri="{FF2B5EF4-FFF2-40B4-BE49-F238E27FC236}">
                <a16:creationId xmlns:a16="http://schemas.microsoft.com/office/drawing/2014/main" id="{3EC64C94-727D-36DD-5FBD-6BE054AA98A8}"/>
              </a:ext>
            </a:extLst>
          </p:cNvPr>
          <p:cNvSpPr txBox="1"/>
          <p:nvPr userDrawn="1"/>
        </p:nvSpPr>
        <p:spPr>
          <a:xfrm>
            <a:off x="2522615" y="3136615"/>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4285072752"/>
      </p:ext>
    </p:extLst>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matchingName="1_3. Conteudo" preserve="1" userDrawn="1">
  <p:cSld name="11_3. Conteudo">
    <p:bg>
      <p:bgPr>
        <a:solidFill>
          <a:srgbClr val="28566E"/>
        </a:solidFill>
        <a:effectLst/>
      </p:bgPr>
    </p:bg>
    <p:spTree>
      <p:nvGrpSpPr>
        <p:cNvPr id="1" name="Shape 114"/>
        <p:cNvGrpSpPr/>
        <p:nvPr/>
      </p:nvGrpSpPr>
      <p:grpSpPr>
        <a:xfrm>
          <a:off x="0" y="0"/>
          <a:ext cx="0" cy="0"/>
          <a:chOff x="0" y="0"/>
          <a:chExt cx="0" cy="0"/>
        </a:xfrm>
      </p:grpSpPr>
      <p:pic>
        <p:nvPicPr>
          <p:cNvPr id="5" name="Google Shape;107;p9">
            <a:extLst>
              <a:ext uri="{FF2B5EF4-FFF2-40B4-BE49-F238E27FC236}">
                <a16:creationId xmlns:a16="http://schemas.microsoft.com/office/drawing/2014/main" id="{4A186DBA-63ED-15F1-CFD6-DF8CF42F1759}"/>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17"/>
            <a:ext cx="4630818" cy="6857983"/>
          </a:xfrm>
          <a:prstGeom prst="rect">
            <a:avLst/>
          </a:prstGeom>
          <a:noFill/>
          <a:ln>
            <a:noFill/>
          </a:ln>
        </p:spPr>
      </p:pic>
      <p:pic>
        <p:nvPicPr>
          <p:cNvPr id="7" name="Imagem 6" descr="Câmera fotográfica preta&#10;&#10;Descrição gerada automaticamente">
            <a:extLst>
              <a:ext uri="{FF2B5EF4-FFF2-40B4-BE49-F238E27FC236}">
                <a16:creationId xmlns:a16="http://schemas.microsoft.com/office/drawing/2014/main" id="{BF48B4D9-DB80-F129-858C-B92D49CF1F05}"/>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t="-268"/>
          <a:stretch/>
        </p:blipFill>
        <p:spPr>
          <a:xfrm>
            <a:off x="428798" y="386760"/>
            <a:ext cx="3243277" cy="3243277"/>
          </a:xfrm>
          <a:prstGeom prst="ellipse">
            <a:avLst/>
          </a:prstGeom>
        </p:spPr>
      </p:pic>
      <p:sp>
        <p:nvSpPr>
          <p:cNvPr id="4" name="Google Shape;689;p48">
            <a:extLst>
              <a:ext uri="{FF2B5EF4-FFF2-40B4-BE49-F238E27FC236}">
                <a16:creationId xmlns:a16="http://schemas.microsoft.com/office/drawing/2014/main" id="{FAFCC758-61EC-406C-1EF8-25D2434CEA07}"/>
              </a:ext>
            </a:extLst>
          </p:cNvPr>
          <p:cNvSpPr txBox="1">
            <a:spLocks/>
          </p:cNvSpPr>
          <p:nvPr userDrawn="1"/>
        </p:nvSpPr>
        <p:spPr>
          <a:xfrm>
            <a:off x="485664" y="3463802"/>
            <a:ext cx="833169" cy="148759"/>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240"/>
              </a:spcBef>
              <a:buSzPts val="1200"/>
              <a:buFont typeface="Arial" pitchFamily="34" charset="0"/>
              <a:buNone/>
            </a:pPr>
            <a:r>
              <a:rPr lang="pt-BR" sz="800" dirty="0">
                <a:solidFill>
                  <a:schemeClr val="bg1"/>
                </a:solidFill>
                <a:latin typeface="Poppins Light" panose="00000400000000000000" pitchFamily="2" charset="0"/>
                <a:cs typeface="Poppins Light" panose="00000400000000000000" pitchFamily="2" charset="0"/>
              </a:rPr>
              <a:t>© Getty Images</a:t>
            </a:r>
          </a:p>
        </p:txBody>
      </p:sp>
      <p:sp>
        <p:nvSpPr>
          <p:cNvPr id="2" name="Google Shape;117;p9">
            <a:extLst>
              <a:ext uri="{FF2B5EF4-FFF2-40B4-BE49-F238E27FC236}">
                <a16:creationId xmlns:a16="http://schemas.microsoft.com/office/drawing/2014/main" id="{AAC95801-93B0-A8EF-1651-81C380895E40}"/>
              </a:ext>
            </a:extLst>
          </p:cNvPr>
          <p:cNvSpPr txBox="1">
            <a:spLocks noGrp="1"/>
          </p:cNvSpPr>
          <p:nvPr>
            <p:ph type="body" idx="2"/>
          </p:nvPr>
        </p:nvSpPr>
        <p:spPr>
          <a:xfrm>
            <a:off x="5128182" y="414865"/>
            <a:ext cx="5625143" cy="957680"/>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609630" marR="0" lvl="1" indent="-270947"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3" name="Google Shape;116;p9">
            <a:extLst>
              <a:ext uri="{FF2B5EF4-FFF2-40B4-BE49-F238E27FC236}">
                <a16:creationId xmlns:a16="http://schemas.microsoft.com/office/drawing/2014/main" id="{EE2838AB-5016-933A-466D-0229559B6BF7}"/>
              </a:ext>
            </a:extLst>
          </p:cNvPr>
          <p:cNvSpPr txBox="1">
            <a:spLocks noGrp="1"/>
          </p:cNvSpPr>
          <p:nvPr>
            <p:ph type="body" idx="1"/>
          </p:nvPr>
        </p:nvSpPr>
        <p:spPr>
          <a:xfrm>
            <a:off x="5128182" y="1447420"/>
            <a:ext cx="6553730" cy="957681"/>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13" name="Google Shape;139;p11">
            <a:extLst>
              <a:ext uri="{FF2B5EF4-FFF2-40B4-BE49-F238E27FC236}">
                <a16:creationId xmlns:a16="http://schemas.microsoft.com/office/drawing/2014/main" id="{59386DD0-5AAE-08B8-E3DA-A2064E890B33}"/>
              </a:ext>
            </a:extLst>
          </p:cNvPr>
          <p:cNvSpPr txBox="1">
            <a:spLocks noGrp="1"/>
          </p:cNvSpPr>
          <p:nvPr>
            <p:ph type="body" idx="11"/>
          </p:nvPr>
        </p:nvSpPr>
        <p:spPr>
          <a:xfrm>
            <a:off x="5128181" y="5971893"/>
            <a:ext cx="6553200" cy="148759"/>
          </a:xfrm>
          <a:prstGeom prst="rect">
            <a:avLst/>
          </a:prstGeom>
          <a:noFill/>
          <a:ln>
            <a:noFill/>
          </a:ln>
        </p:spPr>
        <p:txBody>
          <a:bodyPr spcFirstLastPara="1" wrap="square" lIns="0" tIns="0" rIns="0" bIns="0" anchor="t" anchorCtr="0">
            <a:spAutoFit/>
          </a:bodyPr>
          <a:lstStyle>
            <a:lvl1pPr marL="0" marR="0" lvl="0" indent="0" algn="l" rtl="0">
              <a:lnSpc>
                <a:spcPct val="100000"/>
              </a:lnSpc>
              <a:spcBef>
                <a:spcPts val="240"/>
              </a:spcBef>
              <a:spcAft>
                <a:spcPts val="0"/>
              </a:spcAft>
              <a:buClr>
                <a:schemeClr val="dk1"/>
              </a:buClr>
              <a:buSzPts val="1200"/>
              <a:buFont typeface="Poppins"/>
              <a:buNone/>
              <a:defRPr sz="800" b="0" i="0" u="none" strike="noStrike" cap="none">
                <a:solidFill>
                  <a:schemeClr val="bg1"/>
                </a:solidFill>
                <a:latin typeface="Poppins" pitchFamily="2" charset="77"/>
                <a:ea typeface="Poppins" pitchFamily="2" charset="77"/>
                <a:cs typeface="Poppins" pitchFamily="2" charset="77"/>
                <a:sym typeface="Poppins Light"/>
              </a:defRPr>
            </a:lvl1pPr>
            <a:lvl2pPr marL="609630" marR="0" lvl="1" indent="-20321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914446" marR="0" lvl="2" indent="-20321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219261" marR="0" lvl="3"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1524076" marR="0" lvl="4"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1828891" marR="0" lvl="5"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2133707" marR="0" lvl="6"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2438522" marR="0" lvl="7"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2743337" marR="0" lvl="8"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14" name="Espaço Reservado para Texto 18">
            <a:extLst>
              <a:ext uri="{FF2B5EF4-FFF2-40B4-BE49-F238E27FC236}">
                <a16:creationId xmlns:a16="http://schemas.microsoft.com/office/drawing/2014/main" id="{DD7BF362-949F-D39B-33DB-46D9024EEC64}"/>
              </a:ext>
            </a:extLst>
          </p:cNvPr>
          <p:cNvSpPr>
            <a:spLocks noGrp="1"/>
          </p:cNvSpPr>
          <p:nvPr>
            <p:ph type="body" sz="quarter" idx="10" hasCustomPrompt="1"/>
          </p:nvPr>
        </p:nvSpPr>
        <p:spPr>
          <a:xfrm>
            <a:off x="5128181" y="2547964"/>
            <a:ext cx="6553200" cy="3317127"/>
          </a:xfrm>
          <a:prstGeom prst="rect">
            <a:avLst/>
          </a:prstGeom>
        </p:spPr>
        <p:txBody>
          <a:bodyPr/>
          <a:lstStyle>
            <a:lvl1pPr>
              <a:defRPr sz="1200" b="0" i="0">
                <a:latin typeface="Poppins" pitchFamily="2" charset="77"/>
                <a:cs typeface="Poppins" pitchFamily="2" charset="77"/>
              </a:defRPr>
            </a:lvl1pPr>
          </a:lstStyle>
          <a:p>
            <a:r>
              <a:rPr lang="pt-BR" sz="933">
                <a:solidFill>
                  <a:schemeClr val="bg1"/>
                </a:solidFill>
                <a:latin typeface="Poppins Light" pitchFamily="2" charset="77"/>
                <a:cs typeface="Poppins Light" pitchFamily="2" charset="77"/>
              </a:rPr>
              <a:t>Inserir &gt; Mídia &gt; Vídeo &gt; Vídeos online</a:t>
            </a:r>
          </a:p>
        </p:txBody>
      </p:sp>
      <p:sp>
        <p:nvSpPr>
          <p:cNvPr id="17" name="Retângulo: Cantos Arredondados 16">
            <a:extLst>
              <a:ext uri="{FF2B5EF4-FFF2-40B4-BE49-F238E27FC236}">
                <a16:creationId xmlns:a16="http://schemas.microsoft.com/office/drawing/2014/main" id="{C52FC929-1B59-EFD4-72E8-CCE2F7147284}"/>
              </a:ext>
            </a:extLst>
          </p:cNvPr>
          <p:cNvSpPr/>
          <p:nvPr userDrawn="1"/>
        </p:nvSpPr>
        <p:spPr>
          <a:xfrm>
            <a:off x="2256369" y="2700818"/>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8" name="Google Shape;82;p33">
            <a:extLst>
              <a:ext uri="{FF2B5EF4-FFF2-40B4-BE49-F238E27FC236}">
                <a16:creationId xmlns:a16="http://schemas.microsoft.com/office/drawing/2014/main" id="{4B5F05E6-4BB9-5934-8FA0-1DC4ABEA8EDA}"/>
              </a:ext>
            </a:extLst>
          </p:cNvPr>
          <p:cNvSpPr txBox="1"/>
          <p:nvPr userDrawn="1"/>
        </p:nvSpPr>
        <p:spPr>
          <a:xfrm>
            <a:off x="2806376" y="3120112"/>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Prática</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2623850254"/>
      </p:ext>
    </p:extLst>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matchingName="1_3. Conteudo" preserve="1" userDrawn="1">
  <p:cSld name="12_3. Conteudo">
    <p:bg>
      <p:bgPr>
        <a:solidFill>
          <a:srgbClr val="28566E"/>
        </a:solidFill>
        <a:effectLst/>
      </p:bgPr>
    </p:bg>
    <p:spTree>
      <p:nvGrpSpPr>
        <p:cNvPr id="1" name="Shape 114"/>
        <p:cNvGrpSpPr/>
        <p:nvPr/>
      </p:nvGrpSpPr>
      <p:grpSpPr>
        <a:xfrm>
          <a:off x="0" y="0"/>
          <a:ext cx="0" cy="0"/>
          <a:chOff x="0" y="0"/>
          <a:chExt cx="0" cy="0"/>
        </a:xfrm>
      </p:grpSpPr>
      <p:pic>
        <p:nvPicPr>
          <p:cNvPr id="5" name="Google Shape;107;p9">
            <a:extLst>
              <a:ext uri="{FF2B5EF4-FFF2-40B4-BE49-F238E27FC236}">
                <a16:creationId xmlns:a16="http://schemas.microsoft.com/office/drawing/2014/main" id="{A5C29C3F-D952-9703-98DD-0649778DB78D}"/>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17"/>
            <a:ext cx="4630818" cy="6857983"/>
          </a:xfrm>
          <a:prstGeom prst="rect">
            <a:avLst/>
          </a:prstGeom>
          <a:noFill/>
          <a:ln>
            <a:noFill/>
          </a:ln>
        </p:spPr>
      </p:pic>
      <p:pic>
        <p:nvPicPr>
          <p:cNvPr id="7" name="Imagem 6" descr="Câmera fotográfica preta&#10;&#10;Descrição gerada automaticamente">
            <a:extLst>
              <a:ext uri="{FF2B5EF4-FFF2-40B4-BE49-F238E27FC236}">
                <a16:creationId xmlns:a16="http://schemas.microsoft.com/office/drawing/2014/main" id="{BF48B4D9-DB80-F129-858C-B92D49CF1F05}"/>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t="-268"/>
          <a:stretch/>
        </p:blipFill>
        <p:spPr>
          <a:xfrm>
            <a:off x="428798" y="386760"/>
            <a:ext cx="3243277" cy="3243277"/>
          </a:xfrm>
          <a:prstGeom prst="ellipse">
            <a:avLst/>
          </a:prstGeom>
        </p:spPr>
      </p:pic>
      <p:sp>
        <p:nvSpPr>
          <p:cNvPr id="4" name="Google Shape;689;p48">
            <a:extLst>
              <a:ext uri="{FF2B5EF4-FFF2-40B4-BE49-F238E27FC236}">
                <a16:creationId xmlns:a16="http://schemas.microsoft.com/office/drawing/2014/main" id="{FAFCC758-61EC-406C-1EF8-25D2434CEA07}"/>
              </a:ext>
            </a:extLst>
          </p:cNvPr>
          <p:cNvSpPr txBox="1">
            <a:spLocks/>
          </p:cNvSpPr>
          <p:nvPr userDrawn="1"/>
        </p:nvSpPr>
        <p:spPr>
          <a:xfrm>
            <a:off x="485664" y="3463802"/>
            <a:ext cx="833169" cy="148759"/>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240"/>
              </a:spcBef>
              <a:buSzPts val="1200"/>
              <a:buFont typeface="Arial" pitchFamily="34" charset="0"/>
              <a:buNone/>
            </a:pPr>
            <a:r>
              <a:rPr lang="pt-BR" sz="800" dirty="0">
                <a:solidFill>
                  <a:schemeClr val="bg1"/>
                </a:solidFill>
                <a:latin typeface="Poppins Light" panose="00000400000000000000" pitchFamily="2" charset="0"/>
                <a:cs typeface="Poppins Light" panose="00000400000000000000" pitchFamily="2" charset="0"/>
              </a:rPr>
              <a:t>© Getty Images</a:t>
            </a:r>
          </a:p>
        </p:txBody>
      </p:sp>
      <p:sp>
        <p:nvSpPr>
          <p:cNvPr id="2" name="Google Shape;117;p9">
            <a:extLst>
              <a:ext uri="{FF2B5EF4-FFF2-40B4-BE49-F238E27FC236}">
                <a16:creationId xmlns:a16="http://schemas.microsoft.com/office/drawing/2014/main" id="{AAC95801-93B0-A8EF-1651-81C380895E40}"/>
              </a:ext>
            </a:extLst>
          </p:cNvPr>
          <p:cNvSpPr txBox="1">
            <a:spLocks noGrp="1"/>
          </p:cNvSpPr>
          <p:nvPr>
            <p:ph type="body" idx="2"/>
          </p:nvPr>
        </p:nvSpPr>
        <p:spPr>
          <a:xfrm>
            <a:off x="5128182" y="414865"/>
            <a:ext cx="5625143" cy="957680"/>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600"/>
              </a:spcBef>
              <a:spcAft>
                <a:spcPts val="0"/>
              </a:spcAft>
              <a:buClr>
                <a:schemeClr val="lt1"/>
              </a:buClr>
              <a:buSzPts val="4500"/>
              <a:buFont typeface="Poppins"/>
              <a:buNone/>
              <a:defRPr sz="3000" b="1" i="0" u="none" strike="noStrike" cap="none">
                <a:solidFill>
                  <a:schemeClr val="bg1"/>
                </a:solidFill>
                <a:latin typeface="Poppins"/>
                <a:ea typeface="Poppins"/>
                <a:cs typeface="Poppins"/>
                <a:sym typeface="Poppins"/>
              </a:defRPr>
            </a:lvl1pPr>
            <a:lvl2pPr marL="609630" marR="0" lvl="1" indent="-270947"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dirty="0"/>
          </a:p>
        </p:txBody>
      </p:sp>
      <p:sp>
        <p:nvSpPr>
          <p:cNvPr id="3" name="Google Shape;116;p9">
            <a:extLst>
              <a:ext uri="{FF2B5EF4-FFF2-40B4-BE49-F238E27FC236}">
                <a16:creationId xmlns:a16="http://schemas.microsoft.com/office/drawing/2014/main" id="{EE2838AB-5016-933A-466D-0229559B6BF7}"/>
              </a:ext>
            </a:extLst>
          </p:cNvPr>
          <p:cNvSpPr txBox="1">
            <a:spLocks noGrp="1"/>
          </p:cNvSpPr>
          <p:nvPr>
            <p:ph type="body" idx="1"/>
          </p:nvPr>
        </p:nvSpPr>
        <p:spPr>
          <a:xfrm>
            <a:off x="5128182" y="1447420"/>
            <a:ext cx="6553730" cy="957681"/>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373"/>
              </a:spcBef>
              <a:spcAft>
                <a:spcPts val="0"/>
              </a:spcAft>
              <a:buClr>
                <a:schemeClr val="lt1"/>
              </a:buClr>
              <a:buSzPts val="2800"/>
              <a:buFont typeface="Poppins"/>
              <a:buNone/>
              <a:defRPr sz="1867" b="0" i="0" u="none" strike="noStrike" cap="none">
                <a:solidFill>
                  <a:schemeClr val="bg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13" name="Google Shape;139;p11">
            <a:extLst>
              <a:ext uri="{FF2B5EF4-FFF2-40B4-BE49-F238E27FC236}">
                <a16:creationId xmlns:a16="http://schemas.microsoft.com/office/drawing/2014/main" id="{59386DD0-5AAE-08B8-E3DA-A2064E890B33}"/>
              </a:ext>
            </a:extLst>
          </p:cNvPr>
          <p:cNvSpPr txBox="1">
            <a:spLocks noGrp="1"/>
          </p:cNvSpPr>
          <p:nvPr>
            <p:ph type="body" idx="11"/>
          </p:nvPr>
        </p:nvSpPr>
        <p:spPr>
          <a:xfrm>
            <a:off x="5128181" y="5971893"/>
            <a:ext cx="6553200" cy="148759"/>
          </a:xfrm>
          <a:prstGeom prst="rect">
            <a:avLst/>
          </a:prstGeom>
          <a:noFill/>
          <a:ln>
            <a:noFill/>
          </a:ln>
        </p:spPr>
        <p:txBody>
          <a:bodyPr spcFirstLastPara="1" wrap="square" lIns="0" tIns="0" rIns="0" bIns="0" anchor="t" anchorCtr="0">
            <a:spAutoFit/>
          </a:bodyPr>
          <a:lstStyle>
            <a:lvl1pPr marL="0" marR="0" lvl="0" indent="0" algn="l" rtl="0">
              <a:lnSpc>
                <a:spcPct val="100000"/>
              </a:lnSpc>
              <a:spcBef>
                <a:spcPts val="240"/>
              </a:spcBef>
              <a:spcAft>
                <a:spcPts val="0"/>
              </a:spcAft>
              <a:buClr>
                <a:schemeClr val="dk1"/>
              </a:buClr>
              <a:buSzPts val="1200"/>
              <a:buFont typeface="Poppins"/>
              <a:buNone/>
              <a:defRPr sz="800" b="0" i="0" u="none" strike="noStrike" cap="none">
                <a:solidFill>
                  <a:schemeClr val="bg1"/>
                </a:solidFill>
                <a:latin typeface="Poppins" pitchFamily="2" charset="77"/>
                <a:ea typeface="Poppins" pitchFamily="2" charset="77"/>
                <a:cs typeface="Poppins" pitchFamily="2" charset="77"/>
                <a:sym typeface="Poppins Light"/>
              </a:defRPr>
            </a:lvl1pPr>
            <a:lvl2pPr marL="609630" marR="0" lvl="1" indent="-20321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914446" marR="0" lvl="2" indent="-20321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219261" marR="0" lvl="3"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1524076" marR="0" lvl="4"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1828891" marR="0" lvl="5"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2133707" marR="0" lvl="6"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2438522" marR="0" lvl="7"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2743337" marR="0" lvl="8"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14" name="Espaço Reservado para Texto 18">
            <a:extLst>
              <a:ext uri="{FF2B5EF4-FFF2-40B4-BE49-F238E27FC236}">
                <a16:creationId xmlns:a16="http://schemas.microsoft.com/office/drawing/2014/main" id="{DD7BF362-949F-D39B-33DB-46D9024EEC64}"/>
              </a:ext>
            </a:extLst>
          </p:cNvPr>
          <p:cNvSpPr>
            <a:spLocks noGrp="1"/>
          </p:cNvSpPr>
          <p:nvPr>
            <p:ph type="body" sz="quarter" idx="10" hasCustomPrompt="1"/>
          </p:nvPr>
        </p:nvSpPr>
        <p:spPr>
          <a:xfrm>
            <a:off x="5128181" y="2547964"/>
            <a:ext cx="6553200" cy="3317127"/>
          </a:xfrm>
          <a:prstGeom prst="rect">
            <a:avLst/>
          </a:prstGeom>
        </p:spPr>
        <p:txBody>
          <a:bodyPr/>
          <a:lstStyle>
            <a:lvl1pPr>
              <a:defRPr sz="1200" b="0" i="0">
                <a:solidFill>
                  <a:schemeClr val="bg1"/>
                </a:solidFill>
                <a:latin typeface="Poppins" pitchFamily="2" charset="77"/>
                <a:cs typeface="Poppins" pitchFamily="2" charset="77"/>
              </a:defRPr>
            </a:lvl1pPr>
          </a:lstStyle>
          <a:p>
            <a:r>
              <a:rPr lang="pt-BR" sz="933">
                <a:solidFill>
                  <a:schemeClr val="bg1"/>
                </a:solidFill>
                <a:latin typeface="Poppins Light" pitchFamily="2" charset="77"/>
                <a:cs typeface="Poppins Light" pitchFamily="2" charset="77"/>
              </a:rPr>
              <a:t>Inserir &gt; Mídia &gt; Vídeo &gt; Vídeos online</a:t>
            </a:r>
          </a:p>
        </p:txBody>
      </p:sp>
      <p:sp>
        <p:nvSpPr>
          <p:cNvPr id="17" name="Retângulo: Cantos Arredondados 8">
            <a:extLst>
              <a:ext uri="{FF2B5EF4-FFF2-40B4-BE49-F238E27FC236}">
                <a16:creationId xmlns:a16="http://schemas.microsoft.com/office/drawing/2014/main" id="{6EC3367A-3F78-00F0-FE14-C9738724F034}"/>
              </a:ext>
            </a:extLst>
          </p:cNvPr>
          <p:cNvSpPr/>
          <p:nvPr userDrawn="1"/>
        </p:nvSpPr>
        <p:spPr>
          <a:xfrm>
            <a:off x="2256369" y="2700818"/>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8" name="Google Shape;207;p37">
            <a:extLst>
              <a:ext uri="{FF2B5EF4-FFF2-40B4-BE49-F238E27FC236}">
                <a16:creationId xmlns:a16="http://schemas.microsoft.com/office/drawing/2014/main" id="{D18FC8B4-16A3-3C45-66AD-C6FD220382F4}"/>
              </a:ext>
            </a:extLst>
          </p:cNvPr>
          <p:cNvSpPr txBox="1"/>
          <p:nvPr userDrawn="1"/>
        </p:nvSpPr>
        <p:spPr>
          <a:xfrm>
            <a:off x="2578394" y="3162010"/>
            <a:ext cx="1600935" cy="65646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1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133" b="0" i="0" u="none" strike="noStrike" cap="none" dirty="0">
                <a:solidFill>
                  <a:srgbClr val="FFFFFF"/>
                </a:solidFill>
                <a:latin typeface="Poppins Light" pitchFamily="2" charset="77"/>
                <a:ea typeface="Poppins Light"/>
                <a:cs typeface="Poppins Light" pitchFamily="2" charset="77"/>
                <a:sym typeface="Poppins Light"/>
              </a:rPr>
            </a:br>
            <a:r>
              <a:rPr lang="pt-BR" sz="2133" b="0" i="0" u="none" strike="noStrike" cap="none" dirty="0">
                <a:solidFill>
                  <a:srgbClr val="FFFFFF"/>
                </a:solidFill>
                <a:latin typeface="Poppins Light" pitchFamily="2" charset="77"/>
                <a:ea typeface="Poppins Light"/>
                <a:cs typeface="Poppins Light" pitchFamily="2" charset="77"/>
                <a:sym typeface="Poppins Light"/>
              </a:rPr>
              <a:t>em </a:t>
            </a:r>
            <a:r>
              <a:rPr lang="pt-BR" sz="2133" b="1" i="0" u="none" strike="noStrike" cap="none" dirty="0">
                <a:solidFill>
                  <a:srgbClr val="FFFFFF"/>
                </a:solidFill>
                <a:latin typeface="Poppins"/>
                <a:ea typeface="Poppins"/>
                <a:cs typeface="Poppins"/>
                <a:sym typeface="Poppins"/>
              </a:rPr>
              <a:t>prática</a:t>
            </a:r>
            <a:endParaRPr sz="21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573515270"/>
      </p:ext>
    </p:extLst>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matchingName="4. Exposição" userDrawn="1">
  <p:cSld name="4. Exposição">
    <p:spTree>
      <p:nvGrpSpPr>
        <p:cNvPr id="1" name="Shape 125"/>
        <p:cNvGrpSpPr/>
        <p:nvPr/>
      </p:nvGrpSpPr>
      <p:grpSpPr>
        <a:xfrm>
          <a:off x="0" y="0"/>
          <a:ext cx="0" cy="0"/>
          <a:chOff x="0" y="0"/>
          <a:chExt cx="0" cy="0"/>
        </a:xfrm>
      </p:grpSpPr>
      <p:pic>
        <p:nvPicPr>
          <p:cNvPr id="6" name="Google Shape;118;p10">
            <a:extLst>
              <a:ext uri="{FF2B5EF4-FFF2-40B4-BE49-F238E27FC236}">
                <a16:creationId xmlns:a16="http://schemas.microsoft.com/office/drawing/2014/main" id="{D75CE415-ED71-9B9F-FB48-B704762A78B8}"/>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3" y="0"/>
            <a:ext cx="3218118" cy="6857983"/>
          </a:xfrm>
          <a:prstGeom prst="rect">
            <a:avLst/>
          </a:prstGeom>
          <a:noFill/>
          <a:ln>
            <a:noFill/>
          </a:ln>
        </p:spPr>
      </p:pic>
      <p:sp>
        <p:nvSpPr>
          <p:cNvPr id="3" name="Google Shape;107;p8">
            <a:extLst>
              <a:ext uri="{FF2B5EF4-FFF2-40B4-BE49-F238E27FC236}">
                <a16:creationId xmlns:a16="http://schemas.microsoft.com/office/drawing/2014/main" id="{CC2696E7-8DF9-0EDB-8298-C1C8ED91B769}"/>
              </a:ext>
            </a:extLst>
          </p:cNvPr>
          <p:cNvSpPr txBox="1">
            <a:spLocks noGrp="1"/>
          </p:cNvSpPr>
          <p:nvPr>
            <p:ph type="body" idx="10"/>
          </p:nvPr>
        </p:nvSpPr>
        <p:spPr>
          <a:xfrm>
            <a:off x="3969778" y="768737"/>
            <a:ext cx="6553730" cy="957680"/>
          </a:xfrm>
          <a:prstGeom prst="rect">
            <a:avLst/>
          </a:prstGeom>
          <a:noFill/>
          <a:ln>
            <a:noFill/>
          </a:ln>
        </p:spPr>
        <p:txBody>
          <a:bodyPr spcFirstLastPara="1" wrap="square" lIns="91425" tIns="45700" rIns="91425" bIns="45700" anchor="t" anchorCtr="0">
            <a:normAutofit/>
          </a:bodyPr>
          <a:lstStyle>
            <a:lvl1pPr marL="0" marR="0" lvl="0" indent="-152408"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7" name="CaixaDeTexto 6">
            <a:extLst>
              <a:ext uri="{FF2B5EF4-FFF2-40B4-BE49-F238E27FC236}">
                <a16:creationId xmlns:a16="http://schemas.microsoft.com/office/drawing/2014/main" id="{D7E4D5C0-2DFD-930A-8F66-D0EE5037040E}"/>
              </a:ext>
            </a:extLst>
          </p:cNvPr>
          <p:cNvSpPr txBox="1"/>
          <p:nvPr userDrawn="1"/>
        </p:nvSpPr>
        <p:spPr>
          <a:xfrm>
            <a:off x="4135395" y="-103796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9" name="Espaço Reservado para Imagem 4">
            <a:extLst>
              <a:ext uri="{FF2B5EF4-FFF2-40B4-BE49-F238E27FC236}">
                <a16:creationId xmlns:a16="http://schemas.microsoft.com/office/drawing/2014/main" id="{414CC2B9-749E-3220-6657-91325218237D}"/>
              </a:ext>
            </a:extLst>
          </p:cNvPr>
          <p:cNvSpPr>
            <a:spLocks noGrp="1"/>
          </p:cNvSpPr>
          <p:nvPr>
            <p:ph type="pic" idx="11"/>
          </p:nvPr>
        </p:nvSpPr>
        <p:spPr>
          <a:xfrm>
            <a:off x="3979525" y="1953131"/>
            <a:ext cx="7268633" cy="3781425"/>
          </a:xfrm>
          <a:prstGeom prst="rect">
            <a:avLst/>
          </a:prstGeom>
        </p:spPr>
        <p:txBody>
          <a:bodyPr/>
          <a:lstStyle/>
          <a:p>
            <a:endParaRPr lang="pt-BR" sz="1333" dirty="0">
              <a:latin typeface="Poppins" pitchFamily="2" charset="77"/>
              <a:cs typeface="Poppins" pitchFamily="2" charset="77"/>
            </a:endParaRPr>
          </a:p>
        </p:txBody>
      </p:sp>
      <p:sp>
        <p:nvSpPr>
          <p:cNvPr id="10" name="Google Shape;139;p11">
            <a:extLst>
              <a:ext uri="{FF2B5EF4-FFF2-40B4-BE49-F238E27FC236}">
                <a16:creationId xmlns:a16="http://schemas.microsoft.com/office/drawing/2014/main" id="{4F2FAF39-5A6B-5C48-362D-BF4EFC15E3EF}"/>
              </a:ext>
            </a:extLst>
          </p:cNvPr>
          <p:cNvSpPr txBox="1">
            <a:spLocks noGrp="1"/>
          </p:cNvSpPr>
          <p:nvPr>
            <p:ph type="body" idx="2"/>
          </p:nvPr>
        </p:nvSpPr>
        <p:spPr>
          <a:xfrm>
            <a:off x="3969778" y="5831202"/>
            <a:ext cx="7268600" cy="148759"/>
          </a:xfrm>
          <a:prstGeom prst="rect">
            <a:avLst/>
          </a:prstGeom>
          <a:noFill/>
          <a:ln>
            <a:noFill/>
          </a:ln>
        </p:spPr>
        <p:txBody>
          <a:bodyPr spcFirstLastPara="1" wrap="square" lIns="0" tIns="0" rIns="0" bIns="0" anchor="t" anchorCtr="0">
            <a:spAutoFit/>
          </a:bodyPr>
          <a:lstStyle>
            <a:lvl1pPr marL="0" marR="0" lvl="0" indent="0" algn="l" rtl="0">
              <a:lnSpc>
                <a:spcPct val="100000"/>
              </a:lnSpc>
              <a:spcBef>
                <a:spcPts val="240"/>
              </a:spcBef>
              <a:spcAft>
                <a:spcPts val="0"/>
              </a:spcAft>
              <a:buClr>
                <a:schemeClr val="dk1"/>
              </a:buClr>
              <a:buSzPts val="1200"/>
              <a:buFont typeface="Poppins"/>
              <a:buNone/>
              <a:defRPr sz="800"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0321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914446" marR="0" lvl="2" indent="-20321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219261" marR="0" lvl="3"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1524076" marR="0" lvl="4"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1828891" marR="0" lvl="5"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2133707" marR="0" lvl="6"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2438522" marR="0" lvl="7"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2743337" marR="0" lvl="8"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13" name="Retângulo: Cantos Arredondados 4">
            <a:extLst>
              <a:ext uri="{FF2B5EF4-FFF2-40B4-BE49-F238E27FC236}">
                <a16:creationId xmlns:a16="http://schemas.microsoft.com/office/drawing/2014/main" id="{49FEEC36-D130-E4C2-2E1C-80781F332BE1}"/>
              </a:ext>
            </a:extLst>
          </p:cNvPr>
          <p:cNvSpPr/>
          <p:nvPr userDrawn="1"/>
        </p:nvSpPr>
        <p:spPr>
          <a:xfrm>
            <a:off x="229449" y="321631"/>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Google Shape;101;p34">
            <a:extLst>
              <a:ext uri="{FF2B5EF4-FFF2-40B4-BE49-F238E27FC236}">
                <a16:creationId xmlns:a16="http://schemas.microsoft.com/office/drawing/2014/main" id="{E907BE3D-2575-02FA-FBD1-078DFEA54AF7}"/>
              </a:ext>
            </a:extLst>
          </p:cNvPr>
          <p:cNvSpPr txBox="1"/>
          <p:nvPr userDrawn="1"/>
        </p:nvSpPr>
        <p:spPr>
          <a:xfrm>
            <a:off x="495695" y="757428"/>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3925026845"/>
      </p:ext>
    </p:extLst>
  </p:cSld>
  <p:clrMapOvr>
    <a:masterClrMapping/>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matchingName="4. Exposição" preserve="1" userDrawn="1">
  <p:cSld name="2_4. Exposição">
    <p:spTree>
      <p:nvGrpSpPr>
        <p:cNvPr id="1" name="Shape 125"/>
        <p:cNvGrpSpPr/>
        <p:nvPr/>
      </p:nvGrpSpPr>
      <p:grpSpPr>
        <a:xfrm>
          <a:off x="0" y="0"/>
          <a:ext cx="0" cy="0"/>
          <a:chOff x="0" y="0"/>
          <a:chExt cx="0" cy="0"/>
        </a:xfrm>
      </p:grpSpPr>
      <p:pic>
        <p:nvPicPr>
          <p:cNvPr id="6" name="Google Shape;118;p10">
            <a:extLst>
              <a:ext uri="{FF2B5EF4-FFF2-40B4-BE49-F238E27FC236}">
                <a16:creationId xmlns:a16="http://schemas.microsoft.com/office/drawing/2014/main" id="{169E7DF3-FD6C-3F0E-0905-9013D432644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3" y="0"/>
            <a:ext cx="3218118" cy="6857983"/>
          </a:xfrm>
          <a:prstGeom prst="rect">
            <a:avLst/>
          </a:prstGeom>
          <a:noFill/>
          <a:ln>
            <a:noFill/>
          </a:ln>
        </p:spPr>
      </p:pic>
      <p:sp>
        <p:nvSpPr>
          <p:cNvPr id="3" name="Google Shape;107;p8">
            <a:extLst>
              <a:ext uri="{FF2B5EF4-FFF2-40B4-BE49-F238E27FC236}">
                <a16:creationId xmlns:a16="http://schemas.microsoft.com/office/drawing/2014/main" id="{CC2696E7-8DF9-0EDB-8298-C1C8ED91B769}"/>
              </a:ext>
            </a:extLst>
          </p:cNvPr>
          <p:cNvSpPr txBox="1">
            <a:spLocks noGrp="1"/>
          </p:cNvSpPr>
          <p:nvPr>
            <p:ph type="body" idx="10"/>
          </p:nvPr>
        </p:nvSpPr>
        <p:spPr>
          <a:xfrm>
            <a:off x="3969778" y="768737"/>
            <a:ext cx="6553730" cy="957680"/>
          </a:xfrm>
          <a:prstGeom prst="rect">
            <a:avLst/>
          </a:prstGeom>
          <a:noFill/>
          <a:ln>
            <a:noFill/>
          </a:ln>
        </p:spPr>
        <p:txBody>
          <a:bodyPr spcFirstLastPara="1" wrap="square" lIns="91425" tIns="45700" rIns="91425" bIns="45700" anchor="t" anchorCtr="0">
            <a:normAutofit/>
          </a:bodyPr>
          <a:lstStyle>
            <a:lvl1pPr marL="0" marR="0" lvl="0" indent="-152408"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7" name="CaixaDeTexto 6">
            <a:extLst>
              <a:ext uri="{FF2B5EF4-FFF2-40B4-BE49-F238E27FC236}">
                <a16:creationId xmlns:a16="http://schemas.microsoft.com/office/drawing/2014/main" id="{D7E4D5C0-2DFD-930A-8F66-D0EE5037040E}"/>
              </a:ext>
            </a:extLst>
          </p:cNvPr>
          <p:cNvSpPr txBox="1"/>
          <p:nvPr userDrawn="1"/>
        </p:nvSpPr>
        <p:spPr>
          <a:xfrm>
            <a:off x="4135395" y="-103796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9" name="Espaço Reservado para Imagem 4">
            <a:extLst>
              <a:ext uri="{FF2B5EF4-FFF2-40B4-BE49-F238E27FC236}">
                <a16:creationId xmlns:a16="http://schemas.microsoft.com/office/drawing/2014/main" id="{414CC2B9-749E-3220-6657-91325218237D}"/>
              </a:ext>
            </a:extLst>
          </p:cNvPr>
          <p:cNvSpPr>
            <a:spLocks noGrp="1"/>
          </p:cNvSpPr>
          <p:nvPr>
            <p:ph type="pic" idx="11"/>
          </p:nvPr>
        </p:nvSpPr>
        <p:spPr>
          <a:xfrm>
            <a:off x="3979525" y="1953131"/>
            <a:ext cx="7268633" cy="3781425"/>
          </a:xfrm>
          <a:prstGeom prst="rect">
            <a:avLst/>
          </a:prstGeom>
        </p:spPr>
        <p:txBody>
          <a:bodyPr/>
          <a:lstStyle/>
          <a:p>
            <a:endParaRPr lang="pt-BR" sz="1333" dirty="0">
              <a:latin typeface="Poppins" pitchFamily="2" charset="77"/>
              <a:cs typeface="Poppins" pitchFamily="2" charset="77"/>
            </a:endParaRPr>
          </a:p>
        </p:txBody>
      </p:sp>
      <p:sp>
        <p:nvSpPr>
          <p:cNvPr id="10" name="Google Shape;139;p11">
            <a:extLst>
              <a:ext uri="{FF2B5EF4-FFF2-40B4-BE49-F238E27FC236}">
                <a16:creationId xmlns:a16="http://schemas.microsoft.com/office/drawing/2014/main" id="{4F2FAF39-5A6B-5C48-362D-BF4EFC15E3EF}"/>
              </a:ext>
            </a:extLst>
          </p:cNvPr>
          <p:cNvSpPr txBox="1">
            <a:spLocks noGrp="1"/>
          </p:cNvSpPr>
          <p:nvPr>
            <p:ph type="body" idx="2"/>
          </p:nvPr>
        </p:nvSpPr>
        <p:spPr>
          <a:xfrm>
            <a:off x="3969778" y="5831202"/>
            <a:ext cx="7268600" cy="148759"/>
          </a:xfrm>
          <a:prstGeom prst="rect">
            <a:avLst/>
          </a:prstGeom>
          <a:noFill/>
          <a:ln>
            <a:noFill/>
          </a:ln>
        </p:spPr>
        <p:txBody>
          <a:bodyPr spcFirstLastPara="1" wrap="square" lIns="0" tIns="0" rIns="0" bIns="0" anchor="t" anchorCtr="0">
            <a:spAutoFit/>
          </a:bodyPr>
          <a:lstStyle>
            <a:lvl1pPr marL="0" marR="0" lvl="0" indent="0" algn="l" rtl="0">
              <a:lnSpc>
                <a:spcPct val="100000"/>
              </a:lnSpc>
              <a:spcBef>
                <a:spcPts val="240"/>
              </a:spcBef>
              <a:spcAft>
                <a:spcPts val="0"/>
              </a:spcAft>
              <a:buClr>
                <a:schemeClr val="dk1"/>
              </a:buClr>
              <a:buSzPts val="1200"/>
              <a:buFont typeface="Poppins"/>
              <a:buNone/>
              <a:defRPr sz="800"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0321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914446" marR="0" lvl="2" indent="-20321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219261" marR="0" lvl="3"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1524076" marR="0" lvl="4"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1828891" marR="0" lvl="5"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2133707" marR="0" lvl="6"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2438522" marR="0" lvl="7"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2743337" marR="0" lvl="8"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14" name="Retângulo: Cantos Arredondados 1">
            <a:extLst>
              <a:ext uri="{FF2B5EF4-FFF2-40B4-BE49-F238E27FC236}">
                <a16:creationId xmlns:a16="http://schemas.microsoft.com/office/drawing/2014/main" id="{FED6A8E2-1E7E-9890-9479-33377106E36F}"/>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5" name="Google Shape;82;p33">
            <a:extLst>
              <a:ext uri="{FF2B5EF4-FFF2-40B4-BE49-F238E27FC236}">
                <a16:creationId xmlns:a16="http://schemas.microsoft.com/office/drawing/2014/main" id="{28A9A2E2-1133-F6AB-BB54-B57920FBC711}"/>
              </a:ext>
            </a:extLst>
          </p:cNvPr>
          <p:cNvSpPr txBox="1"/>
          <p:nvPr userDrawn="1"/>
        </p:nvSpPr>
        <p:spPr>
          <a:xfrm>
            <a:off x="779302" y="669715"/>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Prática</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871920170"/>
      </p:ext>
    </p:extLst>
  </p:cSld>
  <p:clrMapOvr>
    <a:masterClrMapping/>
  </p:clrMapOvr>
</p:sldLayout>
</file>

<file path=ppt/slideLayouts/slideLayout409.xml><?xml version="1.0" encoding="utf-8"?>
<p:sldLayout xmlns:a="http://schemas.openxmlformats.org/drawingml/2006/main" xmlns:r="http://schemas.openxmlformats.org/officeDocument/2006/relationships" xmlns:p="http://schemas.openxmlformats.org/presentationml/2006/main" matchingName="4. Exposição" preserve="1" userDrawn="1">
  <p:cSld name="3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4135395" y="-103796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Tree>
    <p:extLst>
      <p:ext uri="{BB962C8B-B14F-4D97-AF65-F5344CB8AC3E}">
        <p14:creationId xmlns:p14="http://schemas.microsoft.com/office/powerpoint/2010/main" val="2066604908"/>
      </p:ext>
    </p:extLst>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matchingName="4. Exposição" preserve="1" userDrawn="1">
  <p:cSld name="4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4135395" y="-103796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cxnSp>
        <p:nvCxnSpPr>
          <p:cNvPr id="15" name="Conector recto 4">
            <a:extLst>
              <a:ext uri="{FF2B5EF4-FFF2-40B4-BE49-F238E27FC236}">
                <a16:creationId xmlns:a16="http://schemas.microsoft.com/office/drawing/2014/main" id="{B00161AD-4B62-D867-A528-21DF01B13D4D}"/>
              </a:ext>
            </a:extLst>
          </p:cNvPr>
          <p:cNvCxnSpPr>
            <a:cxnSpLocks/>
          </p:cNvCxnSpPr>
          <p:nvPr userDrawn="1"/>
        </p:nvCxnSpPr>
        <p:spPr>
          <a:xfrm>
            <a:off x="343022" y="609127"/>
            <a:ext cx="74961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Google Shape;66;g1f520272227_0_4">
            <a:extLst>
              <a:ext uri="{FF2B5EF4-FFF2-40B4-BE49-F238E27FC236}">
                <a16:creationId xmlns:a16="http://schemas.microsoft.com/office/drawing/2014/main" id="{0064257B-305A-F007-6406-534D4CA5B979}"/>
              </a:ext>
            </a:extLst>
          </p:cNvPr>
          <p:cNvSpPr txBox="1"/>
          <p:nvPr userDrawn="1"/>
        </p:nvSpPr>
        <p:spPr>
          <a:xfrm>
            <a:off x="343021" y="409155"/>
            <a:ext cx="4153598" cy="233185"/>
          </a:xfrm>
          <a:prstGeom prst="rect">
            <a:avLst/>
          </a:prstGeom>
          <a:noFill/>
          <a:ln>
            <a:noFill/>
          </a:ln>
        </p:spPr>
        <p:txBody>
          <a:bodyPr spcFirstLastPara="1" wrap="square" lIns="60950" tIns="60950" rIns="60950" bIns="60950" anchor="ctr" anchorCtr="0">
            <a:spAutoFit/>
          </a:bodyPr>
          <a:lstStyle/>
          <a:p>
            <a:pPr marL="0" marR="0" lvl="0" indent="0" algn="l" rtl="0">
              <a:lnSpc>
                <a:spcPct val="115000"/>
              </a:lnSpc>
              <a:spcBef>
                <a:spcPts val="0"/>
              </a:spcBef>
              <a:buClr>
                <a:srgbClr val="000000"/>
              </a:buClr>
              <a:buSzPts val="3400"/>
              <a:buFont typeface="Arial"/>
              <a:buNone/>
            </a:pPr>
            <a:r>
              <a:rPr lang="pt-BR" sz="622" b="1" dirty="0">
                <a:latin typeface="Arial" panose="020B0604020202020204" pitchFamily="34" charset="0"/>
                <a:ea typeface="Verdana"/>
                <a:cs typeface="Arial" panose="020B0604020202020204" pitchFamily="34" charset="0"/>
                <a:sym typeface="Verdana"/>
              </a:rPr>
              <a:t>Diversas aplicações</a:t>
            </a:r>
            <a:endParaRPr lang="pt-BR" sz="933" b="1" i="0" u="none" strike="noStrike" cap="none" dirty="0">
              <a:latin typeface="Arial" panose="020B0604020202020204" pitchFamily="34" charset="0"/>
              <a:ea typeface="Verdana"/>
              <a:cs typeface="Arial" panose="020B0604020202020204" pitchFamily="34" charset="0"/>
              <a:sym typeface="Verdana"/>
            </a:endParaRPr>
          </a:p>
        </p:txBody>
      </p:sp>
    </p:spTree>
    <p:extLst>
      <p:ext uri="{BB962C8B-B14F-4D97-AF65-F5344CB8AC3E}">
        <p14:creationId xmlns:p14="http://schemas.microsoft.com/office/powerpoint/2010/main" val="2491144654"/>
      </p:ext>
    </p:extLst>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matchingName="Title Only" type="titleOnly">
  <p:cSld name="2_Title Only">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2933"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9pPr>
          </a:lstStyle>
          <a:p>
            <a:endParaRPr/>
          </a:p>
        </p:txBody>
      </p:sp>
      <p:sp>
        <p:nvSpPr>
          <p:cNvPr id="18" name="Google Shape;18;p3"/>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dirty="0"/>
          </a:p>
        </p:txBody>
      </p:sp>
      <p:sp>
        <p:nvSpPr>
          <p:cNvPr id="19" name="Google Shape;19;p3"/>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dirty="0"/>
          </a:p>
        </p:txBody>
      </p:sp>
      <p:sp>
        <p:nvSpPr>
          <p:cNvPr id="20" name="Google Shape;20;p3"/>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200" b="0" i="0" u="none" strike="noStrike" cap="none">
                <a:solidFill>
                  <a:schemeClr val="dk1"/>
                </a:solidFill>
                <a:latin typeface="Calibri"/>
                <a:ea typeface="Calibri"/>
                <a:cs typeface="Calibri"/>
                <a:sym typeface="Calibri"/>
              </a:defRPr>
            </a:lvl9pPr>
          </a:lstStyle>
          <a:p>
            <a:fld id="{00000000-1234-1234-1234-123412341234}" type="slidenum">
              <a:rPr lang="en-US" smtClean="0"/>
              <a:pPr/>
              <a:t>‹nº›</a:t>
            </a:fld>
            <a:endParaRPr lang="en-US" dirty="0"/>
          </a:p>
        </p:txBody>
      </p:sp>
    </p:spTree>
    <p:extLst>
      <p:ext uri="{BB962C8B-B14F-4D97-AF65-F5344CB8AC3E}">
        <p14:creationId xmlns:p14="http://schemas.microsoft.com/office/powerpoint/2010/main" val="2978605959"/>
      </p:ext>
    </p:extLst>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matchingName="Title Only" userDrawn="1">
  <p:cSld name="3_Title Only">
    <p:spTree>
      <p:nvGrpSpPr>
        <p:cNvPr id="1" name="Shape 16"/>
        <p:cNvGrpSpPr/>
        <p:nvPr/>
      </p:nvGrpSpPr>
      <p:grpSpPr>
        <a:xfrm>
          <a:off x="0" y="0"/>
          <a:ext cx="0" cy="0"/>
          <a:chOff x="0" y="0"/>
          <a:chExt cx="0" cy="0"/>
        </a:xfrm>
      </p:grpSpPr>
      <p:pic>
        <p:nvPicPr>
          <p:cNvPr id="4" name="Google Shape;164;p15">
            <a:extLst>
              <a:ext uri="{FF2B5EF4-FFF2-40B4-BE49-F238E27FC236}">
                <a16:creationId xmlns:a16="http://schemas.microsoft.com/office/drawing/2014/main" id="{E4525126-126D-084F-58C7-FE72F6DD61E4}"/>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1" y="0"/>
            <a:ext cx="3426935" cy="6858000"/>
          </a:xfrm>
          <a:prstGeom prst="rect">
            <a:avLst/>
          </a:prstGeom>
          <a:noFill/>
          <a:ln>
            <a:noFill/>
          </a:ln>
        </p:spPr>
      </p:pic>
      <p:sp>
        <p:nvSpPr>
          <p:cNvPr id="7" name="Retângulo 6">
            <a:extLst>
              <a:ext uri="{FF2B5EF4-FFF2-40B4-BE49-F238E27FC236}">
                <a16:creationId xmlns:a16="http://schemas.microsoft.com/office/drawing/2014/main" id="{F2B9CEB9-3EEC-1593-ECB3-D7CD9D743F30}"/>
              </a:ext>
            </a:extLst>
          </p:cNvPr>
          <p:cNvSpPr/>
          <p:nvPr userDrawn="1"/>
        </p:nvSpPr>
        <p:spPr>
          <a:xfrm>
            <a:off x="3426936" y="0"/>
            <a:ext cx="8781698" cy="68570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dirty="0"/>
          </a:p>
        </p:txBody>
      </p:sp>
      <p:sp>
        <p:nvSpPr>
          <p:cNvPr id="49" name="Espaço Reservado para Texto 47">
            <a:extLst>
              <a:ext uri="{FF2B5EF4-FFF2-40B4-BE49-F238E27FC236}">
                <a16:creationId xmlns:a16="http://schemas.microsoft.com/office/drawing/2014/main" id="{A31DB085-8D9B-F2C6-95BD-9B213846EDF7}"/>
              </a:ext>
            </a:extLst>
          </p:cNvPr>
          <p:cNvSpPr>
            <a:spLocks noGrp="1"/>
          </p:cNvSpPr>
          <p:nvPr>
            <p:ph type="body" sz="quarter" idx="18"/>
          </p:nvPr>
        </p:nvSpPr>
        <p:spPr>
          <a:xfrm>
            <a:off x="6095993" y="2930526"/>
            <a:ext cx="5714599" cy="1385358"/>
          </a:xfrm>
          <a:prstGeom prst="rect">
            <a:avLst/>
          </a:prstGeom>
        </p:spPr>
        <p:txBody>
          <a:bodyPr/>
          <a:lstStyle>
            <a:lvl1pPr>
              <a:defRPr sz="1333" b="0" i="0">
                <a:latin typeface="Poppins" pitchFamily="2" charset="77"/>
                <a:cs typeface="Poppins" pitchFamily="2" charset="77"/>
              </a:defRPr>
            </a:lvl1pPr>
          </a:lstStyle>
          <a:p>
            <a:pPr lvl="0"/>
            <a:endParaRPr lang="pt-BR"/>
          </a:p>
        </p:txBody>
      </p:sp>
      <p:sp>
        <p:nvSpPr>
          <p:cNvPr id="44" name="Espaço Reservado para Texto 43">
            <a:extLst>
              <a:ext uri="{FF2B5EF4-FFF2-40B4-BE49-F238E27FC236}">
                <a16:creationId xmlns:a16="http://schemas.microsoft.com/office/drawing/2014/main" id="{8BA9D713-D337-34B3-EBCA-1DC8EAA320B6}"/>
              </a:ext>
            </a:extLst>
          </p:cNvPr>
          <p:cNvSpPr>
            <a:spLocks noGrp="1"/>
          </p:cNvSpPr>
          <p:nvPr>
            <p:ph type="body" sz="quarter" idx="14"/>
          </p:nvPr>
        </p:nvSpPr>
        <p:spPr>
          <a:xfrm>
            <a:off x="6095995" y="328084"/>
            <a:ext cx="5714598" cy="345436"/>
          </a:xfrm>
          <a:prstGeom prst="rect">
            <a:avLst/>
          </a:prstGeom>
        </p:spPr>
        <p:txBody>
          <a:bodyPr/>
          <a:lstStyle>
            <a:lvl1pPr>
              <a:defRPr sz="1600" b="1" i="0">
                <a:latin typeface="Poppins" pitchFamily="2" charset="77"/>
                <a:cs typeface="Poppins" pitchFamily="2" charset="77"/>
              </a:defRPr>
            </a:lvl1pPr>
          </a:lstStyle>
          <a:p>
            <a:pPr lvl="0"/>
            <a:endParaRPr lang="pt-BR"/>
          </a:p>
        </p:txBody>
      </p:sp>
      <p:sp>
        <p:nvSpPr>
          <p:cNvPr id="5" name="CaixaDeTexto 4">
            <a:extLst>
              <a:ext uri="{FF2B5EF4-FFF2-40B4-BE49-F238E27FC236}">
                <a16:creationId xmlns:a16="http://schemas.microsoft.com/office/drawing/2014/main" id="{94EF9377-0BC9-8D48-6EB4-411B8F209D6B}"/>
              </a:ext>
            </a:extLst>
          </p:cNvPr>
          <p:cNvSpPr txBox="1"/>
          <p:nvPr userDrawn="1"/>
        </p:nvSpPr>
        <p:spPr>
          <a:xfrm>
            <a:off x="-1469036" y="1009338"/>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cxnSp>
        <p:nvCxnSpPr>
          <p:cNvPr id="29" name="Google Shape;88;p34">
            <a:extLst>
              <a:ext uri="{FF2B5EF4-FFF2-40B4-BE49-F238E27FC236}">
                <a16:creationId xmlns:a16="http://schemas.microsoft.com/office/drawing/2014/main" id="{A2EE80FD-890E-4D7D-AE29-D84D61A7F32E}"/>
              </a:ext>
            </a:extLst>
          </p:cNvPr>
          <p:cNvCxnSpPr/>
          <p:nvPr userDrawn="1"/>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13" name="CaixaDeTexto 12">
            <a:extLst>
              <a:ext uri="{FF2B5EF4-FFF2-40B4-BE49-F238E27FC236}">
                <a16:creationId xmlns:a16="http://schemas.microsoft.com/office/drawing/2014/main" id="{C0EBB042-9ECC-5B2A-6557-CB023EBC774E}"/>
              </a:ext>
            </a:extLst>
          </p:cNvPr>
          <p:cNvSpPr txBox="1"/>
          <p:nvPr userDrawn="1"/>
        </p:nvSpPr>
        <p:spPr>
          <a:xfrm>
            <a:off x="2830286" y="-402771"/>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4" name="CaixaDeTexto 13">
            <a:extLst>
              <a:ext uri="{FF2B5EF4-FFF2-40B4-BE49-F238E27FC236}">
                <a16:creationId xmlns:a16="http://schemas.microsoft.com/office/drawing/2014/main" id="{90AF2159-2A35-8E04-4B33-E6A49E2453BC}"/>
              </a:ext>
            </a:extLst>
          </p:cNvPr>
          <p:cNvSpPr txBox="1"/>
          <p:nvPr userDrawn="1"/>
        </p:nvSpPr>
        <p:spPr>
          <a:xfrm>
            <a:off x="5116286" y="-696686"/>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6" name="CaixaDeTexto 15">
            <a:extLst>
              <a:ext uri="{FF2B5EF4-FFF2-40B4-BE49-F238E27FC236}">
                <a16:creationId xmlns:a16="http://schemas.microsoft.com/office/drawing/2014/main" id="{DB727F1E-B53A-B969-AC4C-955A2A2DC5F4}"/>
              </a:ext>
            </a:extLst>
          </p:cNvPr>
          <p:cNvSpPr txBox="1"/>
          <p:nvPr userDrawn="1"/>
        </p:nvSpPr>
        <p:spPr>
          <a:xfrm>
            <a:off x="4996543" y="-707571"/>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23" name="Espaço Reservado para Imagem 19">
            <a:extLst>
              <a:ext uri="{FF2B5EF4-FFF2-40B4-BE49-F238E27FC236}">
                <a16:creationId xmlns:a16="http://schemas.microsoft.com/office/drawing/2014/main" id="{326D8ADC-45BB-DE7F-E1E1-6DB8920DE44A}"/>
              </a:ext>
            </a:extLst>
          </p:cNvPr>
          <p:cNvSpPr>
            <a:spLocks noGrp="1"/>
          </p:cNvSpPr>
          <p:nvPr>
            <p:ph type="pic" sz="quarter" idx="4294967295"/>
          </p:nvPr>
        </p:nvSpPr>
        <p:spPr>
          <a:xfrm>
            <a:off x="2916086" y="2386130"/>
            <a:ext cx="2615142" cy="1630053"/>
          </a:xfrm>
          <a:prstGeom prst="rect">
            <a:avLst/>
          </a:prstGeom>
          <a:solidFill>
            <a:schemeClr val="bg1">
              <a:lumMod val="85000"/>
            </a:schemeClr>
          </a:solidFill>
        </p:spPr>
        <p:txBody>
          <a:bodyPr/>
          <a:lstStyle>
            <a:lvl1pPr>
              <a:defRPr b="0" i="0">
                <a:latin typeface="Poppins" pitchFamily="2" charset="77"/>
                <a:cs typeface="Poppins" pitchFamily="2" charset="77"/>
              </a:defRPr>
            </a:lvl1pPr>
          </a:lstStyle>
          <a:p>
            <a:endParaRPr lang="pt-BR" sz="800" dirty="0">
              <a:latin typeface="Poppins Light" pitchFamily="2" charset="77"/>
              <a:cs typeface="Poppins Light" pitchFamily="2" charset="77"/>
            </a:endParaRPr>
          </a:p>
        </p:txBody>
      </p:sp>
      <p:sp>
        <p:nvSpPr>
          <p:cNvPr id="24" name="Espaço Reservado para Imagem 19">
            <a:extLst>
              <a:ext uri="{FF2B5EF4-FFF2-40B4-BE49-F238E27FC236}">
                <a16:creationId xmlns:a16="http://schemas.microsoft.com/office/drawing/2014/main" id="{98CA75B4-8A31-4C0B-4BCB-2F12BD66A65C}"/>
              </a:ext>
            </a:extLst>
          </p:cNvPr>
          <p:cNvSpPr>
            <a:spLocks noGrp="1"/>
          </p:cNvSpPr>
          <p:nvPr>
            <p:ph type="pic" sz="quarter" idx="4294967295"/>
          </p:nvPr>
        </p:nvSpPr>
        <p:spPr>
          <a:xfrm>
            <a:off x="2916086" y="4507889"/>
            <a:ext cx="2615142" cy="1674500"/>
          </a:xfrm>
          <a:prstGeom prst="rect">
            <a:avLst/>
          </a:prstGeom>
          <a:solidFill>
            <a:schemeClr val="bg1">
              <a:lumMod val="85000"/>
            </a:schemeClr>
          </a:solidFill>
        </p:spPr>
        <p:txBody>
          <a:bodyPr/>
          <a:lstStyle>
            <a:lvl1pPr>
              <a:defRPr b="0" i="0">
                <a:latin typeface="Poppins" pitchFamily="2" charset="77"/>
                <a:cs typeface="Poppins" pitchFamily="2" charset="77"/>
              </a:defRPr>
            </a:lvl1pPr>
          </a:lstStyle>
          <a:p>
            <a:endParaRPr lang="pt-BR" sz="800" dirty="0">
              <a:latin typeface="Poppins Light" pitchFamily="2" charset="77"/>
              <a:cs typeface="Poppins Light" pitchFamily="2" charset="77"/>
            </a:endParaRPr>
          </a:p>
        </p:txBody>
      </p:sp>
      <p:sp>
        <p:nvSpPr>
          <p:cNvPr id="40" name="Espaço Reservado para Texto 39">
            <a:extLst>
              <a:ext uri="{FF2B5EF4-FFF2-40B4-BE49-F238E27FC236}">
                <a16:creationId xmlns:a16="http://schemas.microsoft.com/office/drawing/2014/main" id="{7BABDDB2-A287-2957-2CA8-7960C4449054}"/>
              </a:ext>
            </a:extLst>
          </p:cNvPr>
          <p:cNvSpPr>
            <a:spLocks noGrp="1"/>
          </p:cNvSpPr>
          <p:nvPr>
            <p:ph type="body" sz="quarter" idx="11"/>
          </p:nvPr>
        </p:nvSpPr>
        <p:spPr>
          <a:xfrm>
            <a:off x="2909636" y="1999635"/>
            <a:ext cx="2628705" cy="199867"/>
          </a:xfrm>
          <a:prstGeom prst="rect">
            <a:avLst/>
          </a:prstGeom>
        </p:spPr>
        <p:txBody>
          <a:bodyPr/>
          <a:lstStyle>
            <a:lvl1pPr algn="r">
              <a:defRPr sz="800" b="0" i="0">
                <a:latin typeface="Poppins" pitchFamily="2" charset="77"/>
                <a:cs typeface="Poppins" pitchFamily="2" charset="77"/>
              </a:defRPr>
            </a:lvl1pPr>
            <a:lvl2pPr>
              <a:defRPr sz="800" b="0" i="0">
                <a:latin typeface="Poppins" pitchFamily="2" charset="77"/>
                <a:cs typeface="Poppins" pitchFamily="2" charset="77"/>
              </a:defRPr>
            </a:lvl2pPr>
            <a:lvl3pPr>
              <a:defRPr sz="800" b="0" i="0">
                <a:latin typeface="Poppins" pitchFamily="2" charset="77"/>
                <a:cs typeface="Poppins" pitchFamily="2" charset="77"/>
              </a:defRPr>
            </a:lvl3pPr>
            <a:lvl4pPr>
              <a:defRPr sz="800" b="0" i="0">
                <a:latin typeface="Poppins" pitchFamily="2" charset="77"/>
                <a:cs typeface="Poppins" pitchFamily="2" charset="77"/>
              </a:defRPr>
            </a:lvl4pPr>
            <a:lvl5pPr>
              <a:defRPr sz="800" b="0" i="0">
                <a:latin typeface="Poppins" pitchFamily="2" charset="77"/>
                <a:cs typeface="Poppins" pitchFamily="2" charset="77"/>
              </a:defRPr>
            </a:lvl5pPr>
          </a:lstStyle>
          <a:p>
            <a:pPr lvl="0"/>
            <a:endParaRPr lang="pt-BR"/>
          </a:p>
        </p:txBody>
      </p:sp>
      <p:sp>
        <p:nvSpPr>
          <p:cNvPr id="41" name="Espaço Reservado para Texto 39">
            <a:extLst>
              <a:ext uri="{FF2B5EF4-FFF2-40B4-BE49-F238E27FC236}">
                <a16:creationId xmlns:a16="http://schemas.microsoft.com/office/drawing/2014/main" id="{9E43EB52-42FF-961B-FEDF-2F580F935CCA}"/>
              </a:ext>
            </a:extLst>
          </p:cNvPr>
          <p:cNvSpPr>
            <a:spLocks noGrp="1"/>
          </p:cNvSpPr>
          <p:nvPr>
            <p:ph type="body" sz="quarter" idx="12"/>
          </p:nvPr>
        </p:nvSpPr>
        <p:spPr>
          <a:xfrm>
            <a:off x="2909636" y="4093478"/>
            <a:ext cx="2628705" cy="199867"/>
          </a:xfrm>
          <a:prstGeom prst="rect">
            <a:avLst/>
          </a:prstGeom>
        </p:spPr>
        <p:txBody>
          <a:bodyPr/>
          <a:lstStyle>
            <a:lvl1pPr algn="r">
              <a:defRPr sz="800" b="0" i="0">
                <a:latin typeface="Poppins" pitchFamily="2" charset="77"/>
                <a:cs typeface="Poppins" pitchFamily="2" charset="77"/>
              </a:defRPr>
            </a:lvl1pPr>
            <a:lvl2pPr>
              <a:defRPr sz="800" b="0" i="0">
                <a:latin typeface="Poppins" pitchFamily="2" charset="77"/>
                <a:cs typeface="Poppins" pitchFamily="2" charset="77"/>
              </a:defRPr>
            </a:lvl2pPr>
            <a:lvl3pPr>
              <a:defRPr sz="800" b="0" i="0">
                <a:latin typeface="Poppins" pitchFamily="2" charset="77"/>
                <a:cs typeface="Poppins" pitchFamily="2" charset="77"/>
              </a:defRPr>
            </a:lvl3pPr>
            <a:lvl4pPr>
              <a:defRPr sz="800" b="0" i="0">
                <a:latin typeface="Poppins" pitchFamily="2" charset="77"/>
                <a:cs typeface="Poppins" pitchFamily="2" charset="77"/>
              </a:defRPr>
            </a:lvl4pPr>
            <a:lvl5pPr>
              <a:defRPr sz="800" b="0" i="0">
                <a:latin typeface="Poppins" pitchFamily="2" charset="77"/>
                <a:cs typeface="Poppins" pitchFamily="2" charset="77"/>
              </a:defRPr>
            </a:lvl5pPr>
          </a:lstStyle>
          <a:p>
            <a:pPr lvl="0"/>
            <a:endParaRPr lang="pt-BR"/>
          </a:p>
        </p:txBody>
      </p:sp>
      <p:sp>
        <p:nvSpPr>
          <p:cNvPr id="42" name="Espaço Reservado para Texto 39">
            <a:extLst>
              <a:ext uri="{FF2B5EF4-FFF2-40B4-BE49-F238E27FC236}">
                <a16:creationId xmlns:a16="http://schemas.microsoft.com/office/drawing/2014/main" id="{E2B57FD3-D351-AD16-F46E-83997AFFB4F1}"/>
              </a:ext>
            </a:extLst>
          </p:cNvPr>
          <p:cNvSpPr>
            <a:spLocks noGrp="1"/>
          </p:cNvSpPr>
          <p:nvPr>
            <p:ph type="body" sz="quarter" idx="13"/>
          </p:nvPr>
        </p:nvSpPr>
        <p:spPr>
          <a:xfrm>
            <a:off x="2909636" y="6265047"/>
            <a:ext cx="2628705" cy="199867"/>
          </a:xfrm>
          <a:prstGeom prst="rect">
            <a:avLst/>
          </a:prstGeom>
        </p:spPr>
        <p:txBody>
          <a:bodyPr/>
          <a:lstStyle>
            <a:lvl1pPr algn="r">
              <a:defRPr sz="800" b="0" i="0">
                <a:latin typeface="Poppins" pitchFamily="2" charset="77"/>
                <a:cs typeface="Poppins" pitchFamily="2" charset="77"/>
              </a:defRPr>
            </a:lvl1pPr>
            <a:lvl2pPr>
              <a:defRPr sz="800" b="0" i="0">
                <a:latin typeface="Poppins" pitchFamily="2" charset="77"/>
                <a:cs typeface="Poppins" pitchFamily="2" charset="77"/>
              </a:defRPr>
            </a:lvl2pPr>
            <a:lvl3pPr>
              <a:defRPr sz="800" b="0" i="0">
                <a:latin typeface="Poppins" pitchFamily="2" charset="77"/>
                <a:cs typeface="Poppins" pitchFamily="2" charset="77"/>
              </a:defRPr>
            </a:lvl3pPr>
            <a:lvl4pPr>
              <a:defRPr sz="800" b="0" i="0">
                <a:latin typeface="Poppins" pitchFamily="2" charset="77"/>
                <a:cs typeface="Poppins" pitchFamily="2" charset="77"/>
              </a:defRPr>
            </a:lvl4pPr>
            <a:lvl5pPr>
              <a:defRPr sz="800" b="0" i="0">
                <a:latin typeface="Poppins" pitchFamily="2" charset="77"/>
                <a:cs typeface="Poppins" pitchFamily="2" charset="77"/>
              </a:defRPr>
            </a:lvl5pPr>
          </a:lstStyle>
          <a:p>
            <a:pPr lvl="0"/>
            <a:endParaRPr lang="pt-BR"/>
          </a:p>
        </p:txBody>
      </p:sp>
      <p:sp>
        <p:nvSpPr>
          <p:cNvPr id="45" name="Espaço Reservado para Texto 43">
            <a:extLst>
              <a:ext uri="{FF2B5EF4-FFF2-40B4-BE49-F238E27FC236}">
                <a16:creationId xmlns:a16="http://schemas.microsoft.com/office/drawing/2014/main" id="{7151C82B-7BC8-0D29-E1DC-6AE4D8C843B1}"/>
              </a:ext>
            </a:extLst>
          </p:cNvPr>
          <p:cNvSpPr>
            <a:spLocks noGrp="1"/>
          </p:cNvSpPr>
          <p:nvPr>
            <p:ph type="body" sz="quarter" idx="15"/>
          </p:nvPr>
        </p:nvSpPr>
        <p:spPr>
          <a:xfrm>
            <a:off x="6095995" y="2453217"/>
            <a:ext cx="5714598" cy="345436"/>
          </a:xfrm>
          <a:prstGeom prst="rect">
            <a:avLst/>
          </a:prstGeom>
        </p:spPr>
        <p:txBody>
          <a:bodyPr/>
          <a:lstStyle>
            <a:lvl1pPr>
              <a:defRPr sz="1600" b="1" i="0">
                <a:latin typeface="Poppins" pitchFamily="2" charset="77"/>
                <a:cs typeface="Poppins" pitchFamily="2" charset="77"/>
              </a:defRPr>
            </a:lvl1pPr>
          </a:lstStyle>
          <a:p>
            <a:pPr lvl="0"/>
            <a:endParaRPr lang="pt-BR"/>
          </a:p>
        </p:txBody>
      </p:sp>
      <p:sp>
        <p:nvSpPr>
          <p:cNvPr id="46" name="Espaço Reservado para Texto 43">
            <a:extLst>
              <a:ext uri="{FF2B5EF4-FFF2-40B4-BE49-F238E27FC236}">
                <a16:creationId xmlns:a16="http://schemas.microsoft.com/office/drawing/2014/main" id="{3A700FF3-69C9-77D2-F061-A3D2A5FD2F72}"/>
              </a:ext>
            </a:extLst>
          </p:cNvPr>
          <p:cNvSpPr>
            <a:spLocks noGrp="1"/>
          </p:cNvSpPr>
          <p:nvPr>
            <p:ph type="body" sz="quarter" idx="16"/>
          </p:nvPr>
        </p:nvSpPr>
        <p:spPr>
          <a:xfrm>
            <a:off x="6095995" y="4586817"/>
            <a:ext cx="5714598" cy="345436"/>
          </a:xfrm>
          <a:prstGeom prst="rect">
            <a:avLst/>
          </a:prstGeom>
        </p:spPr>
        <p:txBody>
          <a:bodyPr/>
          <a:lstStyle>
            <a:lvl1pPr>
              <a:defRPr sz="1600" b="1" i="0">
                <a:latin typeface="Poppins" pitchFamily="2" charset="77"/>
                <a:cs typeface="Poppins" pitchFamily="2" charset="77"/>
              </a:defRPr>
            </a:lvl1pPr>
          </a:lstStyle>
          <a:p>
            <a:pPr lvl="0"/>
            <a:endParaRPr lang="pt-BR"/>
          </a:p>
        </p:txBody>
      </p:sp>
      <p:sp>
        <p:nvSpPr>
          <p:cNvPr id="48" name="Espaço Reservado para Texto 47">
            <a:extLst>
              <a:ext uri="{FF2B5EF4-FFF2-40B4-BE49-F238E27FC236}">
                <a16:creationId xmlns:a16="http://schemas.microsoft.com/office/drawing/2014/main" id="{6C6BECB7-623D-66CA-B74B-1B38B47C96CA}"/>
              </a:ext>
            </a:extLst>
          </p:cNvPr>
          <p:cNvSpPr>
            <a:spLocks noGrp="1"/>
          </p:cNvSpPr>
          <p:nvPr>
            <p:ph type="body" sz="quarter" idx="17"/>
          </p:nvPr>
        </p:nvSpPr>
        <p:spPr>
          <a:xfrm>
            <a:off x="6095993" y="813859"/>
            <a:ext cx="5714599" cy="1385358"/>
          </a:xfrm>
          <a:prstGeom prst="rect">
            <a:avLst/>
          </a:prstGeom>
        </p:spPr>
        <p:txBody>
          <a:bodyPr/>
          <a:lstStyle>
            <a:lvl1pPr>
              <a:defRPr sz="1333" b="0" i="0">
                <a:latin typeface="Poppins" pitchFamily="2" charset="77"/>
                <a:cs typeface="Poppins" pitchFamily="2" charset="77"/>
              </a:defRPr>
            </a:lvl1pPr>
          </a:lstStyle>
          <a:p>
            <a:pPr lvl="0"/>
            <a:endParaRPr lang="pt-BR"/>
          </a:p>
        </p:txBody>
      </p:sp>
      <p:sp>
        <p:nvSpPr>
          <p:cNvPr id="50" name="Espaço Reservado para Texto 47">
            <a:extLst>
              <a:ext uri="{FF2B5EF4-FFF2-40B4-BE49-F238E27FC236}">
                <a16:creationId xmlns:a16="http://schemas.microsoft.com/office/drawing/2014/main" id="{92929CB6-FE3C-881D-1E7F-D79B983FBEEB}"/>
              </a:ext>
            </a:extLst>
          </p:cNvPr>
          <p:cNvSpPr>
            <a:spLocks noGrp="1"/>
          </p:cNvSpPr>
          <p:nvPr>
            <p:ph type="body" sz="quarter" idx="19"/>
          </p:nvPr>
        </p:nvSpPr>
        <p:spPr>
          <a:xfrm>
            <a:off x="6095993" y="5072592"/>
            <a:ext cx="5714599" cy="1385358"/>
          </a:xfrm>
          <a:prstGeom prst="rect">
            <a:avLst/>
          </a:prstGeom>
        </p:spPr>
        <p:txBody>
          <a:bodyPr/>
          <a:lstStyle>
            <a:lvl1pPr>
              <a:defRPr sz="1333" b="0" i="0">
                <a:latin typeface="Poppins" pitchFamily="2" charset="77"/>
                <a:cs typeface="Poppins" pitchFamily="2" charset="77"/>
              </a:defRPr>
            </a:lvl1pPr>
          </a:lstStyle>
          <a:p>
            <a:pPr lvl="0"/>
            <a:endParaRPr lang="pt-BR"/>
          </a:p>
        </p:txBody>
      </p:sp>
      <p:sp>
        <p:nvSpPr>
          <p:cNvPr id="3" name="Espaço Reservado para Imagem 19">
            <a:extLst>
              <a:ext uri="{FF2B5EF4-FFF2-40B4-BE49-F238E27FC236}">
                <a16:creationId xmlns:a16="http://schemas.microsoft.com/office/drawing/2014/main" id="{7C490EE3-73D9-55E5-381A-FF01C8D4FB39}"/>
              </a:ext>
            </a:extLst>
          </p:cNvPr>
          <p:cNvSpPr>
            <a:spLocks noGrp="1"/>
          </p:cNvSpPr>
          <p:nvPr>
            <p:ph type="pic" sz="quarter" idx="4294967295"/>
          </p:nvPr>
        </p:nvSpPr>
        <p:spPr>
          <a:xfrm>
            <a:off x="2916086" y="300154"/>
            <a:ext cx="2615142" cy="1630053"/>
          </a:xfrm>
          <a:prstGeom prst="rect">
            <a:avLst/>
          </a:prstGeom>
          <a:solidFill>
            <a:schemeClr val="bg1">
              <a:lumMod val="85000"/>
            </a:schemeClr>
          </a:solidFill>
        </p:spPr>
        <p:txBody>
          <a:bodyPr/>
          <a:lstStyle>
            <a:lvl1pPr>
              <a:defRPr b="0" i="0">
                <a:latin typeface="Poppins" pitchFamily="2" charset="77"/>
                <a:cs typeface="Poppins" pitchFamily="2" charset="77"/>
              </a:defRPr>
            </a:lvl1pPr>
          </a:lstStyle>
          <a:p>
            <a:endParaRPr lang="pt-BR" sz="800" dirty="0">
              <a:latin typeface="Poppins Light" pitchFamily="2" charset="77"/>
              <a:cs typeface="Poppins Light" pitchFamily="2" charset="77"/>
            </a:endParaRPr>
          </a:p>
        </p:txBody>
      </p:sp>
      <p:sp>
        <p:nvSpPr>
          <p:cNvPr id="26" name="Retângulo: Cantos Arredondados 1">
            <a:extLst>
              <a:ext uri="{FF2B5EF4-FFF2-40B4-BE49-F238E27FC236}">
                <a16:creationId xmlns:a16="http://schemas.microsoft.com/office/drawing/2014/main" id="{5FFCC683-C76F-20F7-D5AF-2BDBED10D621}"/>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7" name="Google Shape;207;p37">
            <a:extLst>
              <a:ext uri="{FF2B5EF4-FFF2-40B4-BE49-F238E27FC236}">
                <a16:creationId xmlns:a16="http://schemas.microsoft.com/office/drawing/2014/main" id="{586C7D79-293E-0667-61AD-CA9116AB349B}"/>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727812635"/>
      </p:ext>
    </p:extLst>
  </p:cSld>
  <p:clrMapOvr>
    <a:masterClrMapping/>
  </p:clrMapOvr>
</p:sldLayout>
</file>

<file path=ppt/slideLayouts/slideLayout413.xml><?xml version="1.0" encoding="utf-8"?>
<p:sldLayout xmlns:a="http://schemas.openxmlformats.org/drawingml/2006/main" xmlns:r="http://schemas.openxmlformats.org/officeDocument/2006/relationships" xmlns:p="http://schemas.openxmlformats.org/presentationml/2006/main" matchingName="Título e Conteúdo" userDrawn="1">
  <p:cSld name="6_Título e Conteúdo">
    <p:spTree>
      <p:nvGrpSpPr>
        <p:cNvPr id="1" name="Shape 14"/>
        <p:cNvGrpSpPr/>
        <p:nvPr/>
      </p:nvGrpSpPr>
      <p:grpSpPr>
        <a:xfrm>
          <a:off x="0" y="0"/>
          <a:ext cx="0" cy="0"/>
          <a:chOff x="0" y="0"/>
          <a:chExt cx="0" cy="0"/>
        </a:xfrm>
      </p:grpSpPr>
      <p:pic>
        <p:nvPicPr>
          <p:cNvPr id="3" name="Google Shape;142;p13">
            <a:extLst>
              <a:ext uri="{FF2B5EF4-FFF2-40B4-BE49-F238E27FC236}">
                <a16:creationId xmlns:a16="http://schemas.microsoft.com/office/drawing/2014/main" id="{E0B3A631-B015-B6F8-16B7-052EE8A67659}"/>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6" name="Google Shape;143;p13">
            <a:extLst>
              <a:ext uri="{FF2B5EF4-FFF2-40B4-BE49-F238E27FC236}">
                <a16:creationId xmlns:a16="http://schemas.microsoft.com/office/drawing/2014/main" id="{BEBA3F4C-9E65-38EF-81E0-1CB7BC2E691F}"/>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13" name="Espaço Reservado para Texto 12">
            <a:extLst>
              <a:ext uri="{FF2B5EF4-FFF2-40B4-BE49-F238E27FC236}">
                <a16:creationId xmlns:a16="http://schemas.microsoft.com/office/drawing/2014/main" id="{69344E4A-2E2B-7669-57C9-26892A8D9B5C}"/>
              </a:ext>
            </a:extLst>
          </p:cNvPr>
          <p:cNvSpPr>
            <a:spLocks noGrp="1"/>
          </p:cNvSpPr>
          <p:nvPr>
            <p:ph type="body" sz="quarter" idx="12"/>
          </p:nvPr>
        </p:nvSpPr>
        <p:spPr>
          <a:xfrm>
            <a:off x="2832100" y="1670050"/>
            <a:ext cx="8988425" cy="2288117"/>
          </a:xfrm>
          <a:prstGeom prst="rect">
            <a:avLst/>
          </a:prstGeom>
        </p:spPr>
        <p:txBody>
          <a:bodyPr/>
          <a:lstStyle>
            <a:lvl1pPr>
              <a:defRPr sz="1600">
                <a:latin typeface="Poppins" pitchFamily="2" charset="77"/>
                <a:cs typeface="Poppins" pitchFamily="2" charset="77"/>
              </a:defRPr>
            </a:lvl1pPr>
          </a:lstStyle>
          <a:p>
            <a:pPr lvl="0"/>
            <a:endParaRPr lang="pt-BR"/>
          </a:p>
        </p:txBody>
      </p:sp>
      <p:sp>
        <p:nvSpPr>
          <p:cNvPr id="14" name="Espaço Reservado para Texto 12">
            <a:extLst>
              <a:ext uri="{FF2B5EF4-FFF2-40B4-BE49-F238E27FC236}">
                <a16:creationId xmlns:a16="http://schemas.microsoft.com/office/drawing/2014/main" id="{C6F25227-7C50-2E51-96E9-A710F93C7596}"/>
              </a:ext>
            </a:extLst>
          </p:cNvPr>
          <p:cNvSpPr>
            <a:spLocks noGrp="1"/>
          </p:cNvSpPr>
          <p:nvPr>
            <p:ph type="body" sz="quarter" idx="13"/>
          </p:nvPr>
        </p:nvSpPr>
        <p:spPr>
          <a:xfrm>
            <a:off x="4282082" y="5119381"/>
            <a:ext cx="7538443" cy="906124"/>
          </a:xfrm>
          <a:prstGeom prst="rect">
            <a:avLst/>
          </a:prstGeom>
        </p:spPr>
        <p:txBody>
          <a:bodyPr/>
          <a:lstStyle>
            <a:lvl1pPr>
              <a:defRPr sz="1600">
                <a:latin typeface="Poppins" pitchFamily="2" charset="77"/>
                <a:cs typeface="Poppins" pitchFamily="2" charset="77"/>
              </a:defRPr>
            </a:lvl1pPr>
          </a:lstStyle>
          <a:p>
            <a:pPr lvl="0"/>
            <a:endParaRPr lang="pt-BR"/>
          </a:p>
        </p:txBody>
      </p:sp>
      <p:sp>
        <p:nvSpPr>
          <p:cNvPr id="11" name="Retângulo: Cantos Arredondados 1">
            <a:extLst>
              <a:ext uri="{FF2B5EF4-FFF2-40B4-BE49-F238E27FC236}">
                <a16:creationId xmlns:a16="http://schemas.microsoft.com/office/drawing/2014/main" id="{5FFCC683-C76F-20F7-D5AF-2BDBED10D621}"/>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Google Shape;207;p37">
            <a:extLst>
              <a:ext uri="{FF2B5EF4-FFF2-40B4-BE49-F238E27FC236}">
                <a16:creationId xmlns:a16="http://schemas.microsoft.com/office/drawing/2014/main" id="{586C7D79-293E-0667-61AD-CA9116AB349B}"/>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1637544787"/>
      </p:ext>
    </p:extLst>
  </p:cSld>
  <p:clrMapOvr>
    <a:masterClrMapping/>
  </p:clrMapOvr>
</p:sldLayout>
</file>

<file path=ppt/slideLayouts/slideLayout414.xml><?xml version="1.0" encoding="utf-8"?>
<p:sldLayout xmlns:a="http://schemas.openxmlformats.org/drawingml/2006/main" xmlns:r="http://schemas.openxmlformats.org/officeDocument/2006/relationships" xmlns:p="http://schemas.openxmlformats.org/presentationml/2006/main" matchingName="Título e Conteúdo" userDrawn="1">
  <p:cSld name="7_Título e Conteúdo">
    <p:spTree>
      <p:nvGrpSpPr>
        <p:cNvPr id="1" name="Shape 14"/>
        <p:cNvGrpSpPr/>
        <p:nvPr/>
      </p:nvGrpSpPr>
      <p:grpSpPr>
        <a:xfrm>
          <a:off x="0" y="0"/>
          <a:ext cx="0" cy="0"/>
          <a:chOff x="0" y="0"/>
          <a:chExt cx="0" cy="0"/>
        </a:xfrm>
      </p:grpSpPr>
      <p:pic>
        <p:nvPicPr>
          <p:cNvPr id="3" name="Google Shape;142;p13">
            <a:extLst>
              <a:ext uri="{FF2B5EF4-FFF2-40B4-BE49-F238E27FC236}">
                <a16:creationId xmlns:a16="http://schemas.microsoft.com/office/drawing/2014/main" id="{A2CDF803-B089-C610-4D49-A59438D7DC6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6" name="Google Shape;143;p13">
            <a:extLst>
              <a:ext uri="{FF2B5EF4-FFF2-40B4-BE49-F238E27FC236}">
                <a16:creationId xmlns:a16="http://schemas.microsoft.com/office/drawing/2014/main" id="{262E5C45-FA9A-6B02-071F-596DAFC858A3}"/>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7" name="Espaço Reservado para Texto 6">
            <a:extLst>
              <a:ext uri="{FF2B5EF4-FFF2-40B4-BE49-F238E27FC236}">
                <a16:creationId xmlns:a16="http://schemas.microsoft.com/office/drawing/2014/main" id="{7D29CA2A-679C-80C8-00DB-940305A74150}"/>
              </a:ext>
            </a:extLst>
          </p:cNvPr>
          <p:cNvSpPr>
            <a:spLocks noGrp="1"/>
          </p:cNvSpPr>
          <p:nvPr>
            <p:ph type="body" sz="quarter" idx="10"/>
          </p:nvPr>
        </p:nvSpPr>
        <p:spPr>
          <a:xfrm>
            <a:off x="2887133" y="788878"/>
            <a:ext cx="4323323" cy="5283200"/>
          </a:xfrm>
          <a:prstGeom prst="rect">
            <a:avLst/>
          </a:prstGeom>
        </p:spPr>
        <p:txBody>
          <a:bodyPr/>
          <a:lstStyle>
            <a:lvl1pPr>
              <a:defRPr sz="1600" b="0" i="0">
                <a:latin typeface="Poppins" pitchFamily="2" charset="77"/>
                <a:cs typeface="Poppins" pitchFamily="2" charset="77"/>
              </a:defRPr>
            </a:lvl1pPr>
          </a:lstStyle>
          <a:p>
            <a:pPr lvl="0"/>
            <a:endParaRPr lang="pt-BR"/>
          </a:p>
        </p:txBody>
      </p:sp>
      <p:sp>
        <p:nvSpPr>
          <p:cNvPr id="8" name="Espaço Reservado para Texto 6">
            <a:extLst>
              <a:ext uri="{FF2B5EF4-FFF2-40B4-BE49-F238E27FC236}">
                <a16:creationId xmlns:a16="http://schemas.microsoft.com/office/drawing/2014/main" id="{0D7B083D-54FB-4A9F-61D0-B43BCD506695}"/>
              </a:ext>
            </a:extLst>
          </p:cNvPr>
          <p:cNvSpPr>
            <a:spLocks noGrp="1"/>
          </p:cNvSpPr>
          <p:nvPr>
            <p:ph type="body" sz="quarter" idx="11"/>
          </p:nvPr>
        </p:nvSpPr>
        <p:spPr>
          <a:xfrm>
            <a:off x="7459133" y="788878"/>
            <a:ext cx="4323323" cy="5283200"/>
          </a:xfrm>
          <a:prstGeom prst="rect">
            <a:avLst/>
          </a:prstGeom>
        </p:spPr>
        <p:txBody>
          <a:bodyPr/>
          <a:lstStyle>
            <a:lvl1pPr>
              <a:defRPr sz="1600" b="0" i="0">
                <a:latin typeface="Poppins" pitchFamily="2" charset="77"/>
                <a:cs typeface="Poppins" pitchFamily="2" charset="77"/>
              </a:defRPr>
            </a:lvl1pPr>
          </a:lstStyle>
          <a:p>
            <a:pPr lvl="0"/>
            <a:endParaRPr lang="pt-BR"/>
          </a:p>
        </p:txBody>
      </p:sp>
      <p:sp>
        <p:nvSpPr>
          <p:cNvPr id="11" name="Retângulo: Cantos Arredondados 1">
            <a:extLst>
              <a:ext uri="{FF2B5EF4-FFF2-40B4-BE49-F238E27FC236}">
                <a16:creationId xmlns:a16="http://schemas.microsoft.com/office/drawing/2014/main" id="{5FFCC683-C76F-20F7-D5AF-2BDBED10D621}"/>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Google Shape;207;p37">
            <a:extLst>
              <a:ext uri="{FF2B5EF4-FFF2-40B4-BE49-F238E27FC236}">
                <a16:creationId xmlns:a16="http://schemas.microsoft.com/office/drawing/2014/main" id="{586C7D79-293E-0667-61AD-CA9116AB349B}"/>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802605516"/>
      </p:ext>
    </p:extLst>
  </p:cSld>
  <p:clrMapOvr>
    <a:masterClrMapping/>
  </p:clrMapOvr>
</p:sldLayout>
</file>

<file path=ppt/slideLayouts/slideLayout415.xml><?xml version="1.0" encoding="utf-8"?>
<p:sldLayout xmlns:a="http://schemas.openxmlformats.org/drawingml/2006/main" xmlns:r="http://schemas.openxmlformats.org/officeDocument/2006/relationships" xmlns:p="http://schemas.openxmlformats.org/presentationml/2006/main" matchingName="Título e Conteúdo" userDrawn="1">
  <p:cSld name="8_Título e Conteúdo">
    <p:spTree>
      <p:nvGrpSpPr>
        <p:cNvPr id="1" name="Shape 14"/>
        <p:cNvGrpSpPr/>
        <p:nvPr/>
      </p:nvGrpSpPr>
      <p:grpSpPr>
        <a:xfrm>
          <a:off x="0" y="0"/>
          <a:ext cx="0" cy="0"/>
          <a:chOff x="0" y="0"/>
          <a:chExt cx="0" cy="0"/>
        </a:xfrm>
      </p:grpSpPr>
      <p:pic>
        <p:nvPicPr>
          <p:cNvPr id="3" name="Google Shape;142;p13">
            <a:extLst>
              <a:ext uri="{FF2B5EF4-FFF2-40B4-BE49-F238E27FC236}">
                <a16:creationId xmlns:a16="http://schemas.microsoft.com/office/drawing/2014/main" id="{18B5B3F3-B9B5-E43A-E9AB-6E2502C008BC}"/>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6" name="Google Shape;143;p13">
            <a:extLst>
              <a:ext uri="{FF2B5EF4-FFF2-40B4-BE49-F238E27FC236}">
                <a16:creationId xmlns:a16="http://schemas.microsoft.com/office/drawing/2014/main" id="{C570FC5E-EB8A-8BAA-62BE-D22277711AF5}"/>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5" name="Espaço Reservado para Imagem 9">
            <a:extLst>
              <a:ext uri="{FF2B5EF4-FFF2-40B4-BE49-F238E27FC236}">
                <a16:creationId xmlns:a16="http://schemas.microsoft.com/office/drawing/2014/main" id="{2EFED1AA-6A38-5739-7974-FD158BA2BF9E}"/>
              </a:ext>
            </a:extLst>
          </p:cNvPr>
          <p:cNvSpPr>
            <a:spLocks noGrp="1"/>
          </p:cNvSpPr>
          <p:nvPr>
            <p:ph type="pic" sz="quarter" idx="4294967295"/>
          </p:nvPr>
        </p:nvSpPr>
        <p:spPr>
          <a:xfrm>
            <a:off x="2805141" y="809469"/>
            <a:ext cx="9004568" cy="4917675"/>
          </a:xfrm>
          <a:prstGeom prst="rect">
            <a:avLst/>
          </a:prstGeom>
          <a:solidFill>
            <a:srgbClr val="D9D9D9"/>
          </a:solidFill>
        </p:spPr>
        <p:txBody>
          <a:bodyPr/>
          <a:lstStyle>
            <a:lvl1pPr>
              <a:defRPr sz="1200" b="0" i="0">
                <a:latin typeface="Poppins" pitchFamily="2" charset="77"/>
                <a:cs typeface="Poppins" pitchFamily="2" charset="77"/>
              </a:defRPr>
            </a:lvl1pPr>
          </a:lstStyle>
          <a:p>
            <a:endParaRPr lang="pt-BR" dirty="0"/>
          </a:p>
        </p:txBody>
      </p:sp>
      <p:sp>
        <p:nvSpPr>
          <p:cNvPr id="8" name="Espaço Reservado para Texto 8">
            <a:extLst>
              <a:ext uri="{FF2B5EF4-FFF2-40B4-BE49-F238E27FC236}">
                <a16:creationId xmlns:a16="http://schemas.microsoft.com/office/drawing/2014/main" id="{51BF75D3-6419-56E1-CD5F-BA4999AA9F8B}"/>
              </a:ext>
            </a:extLst>
          </p:cNvPr>
          <p:cNvSpPr>
            <a:spLocks noGrp="1"/>
          </p:cNvSpPr>
          <p:nvPr>
            <p:ph type="body" sz="quarter" idx="10"/>
          </p:nvPr>
        </p:nvSpPr>
        <p:spPr>
          <a:xfrm>
            <a:off x="2805142" y="5849999"/>
            <a:ext cx="9004801" cy="279551"/>
          </a:xfrm>
          <a:prstGeom prst="rect">
            <a:avLst/>
          </a:prstGeom>
        </p:spPr>
        <p:txBody>
          <a:bodyPr/>
          <a:lstStyle>
            <a:lvl1pPr>
              <a:defRPr sz="1200" b="0" i="0">
                <a:latin typeface="Poppins" pitchFamily="2" charset="77"/>
                <a:cs typeface="Poppins" pitchFamily="2" charset="77"/>
              </a:defRPr>
            </a:lvl1pPr>
            <a:lvl2pPr>
              <a:defRPr sz="1200" b="0" i="0">
                <a:latin typeface="Poppins" pitchFamily="2" charset="77"/>
                <a:cs typeface="Poppins" pitchFamily="2" charset="77"/>
              </a:defRPr>
            </a:lvl2pPr>
            <a:lvl3pPr>
              <a:defRPr sz="1200" b="0" i="0">
                <a:latin typeface="Poppins" pitchFamily="2" charset="77"/>
                <a:cs typeface="Poppins" pitchFamily="2" charset="77"/>
              </a:defRPr>
            </a:lvl3pPr>
            <a:lvl4pPr>
              <a:defRPr sz="1200" b="0" i="0">
                <a:latin typeface="Poppins" pitchFamily="2" charset="77"/>
                <a:cs typeface="Poppins" pitchFamily="2" charset="77"/>
              </a:defRPr>
            </a:lvl4pPr>
            <a:lvl5pPr>
              <a:defRPr sz="1200" b="0" i="0">
                <a:latin typeface="Poppins" pitchFamily="2" charset="77"/>
                <a:cs typeface="Poppins" pitchFamily="2" charset="77"/>
              </a:defRPr>
            </a:lvl5pPr>
          </a:lstStyle>
          <a:p>
            <a:pPr lvl="0"/>
            <a:endParaRPr lang="pt-BR"/>
          </a:p>
        </p:txBody>
      </p:sp>
      <p:sp>
        <p:nvSpPr>
          <p:cNvPr id="11" name="Retângulo: Cantos Arredondados 1">
            <a:extLst>
              <a:ext uri="{FF2B5EF4-FFF2-40B4-BE49-F238E27FC236}">
                <a16:creationId xmlns:a16="http://schemas.microsoft.com/office/drawing/2014/main" id="{5FFCC683-C76F-20F7-D5AF-2BDBED10D621}"/>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Google Shape;207;p37">
            <a:extLst>
              <a:ext uri="{FF2B5EF4-FFF2-40B4-BE49-F238E27FC236}">
                <a16:creationId xmlns:a16="http://schemas.microsoft.com/office/drawing/2014/main" id="{586C7D79-293E-0667-61AD-CA9116AB349B}"/>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4195247784"/>
      </p:ext>
    </p:extLst>
  </p:cSld>
  <p:clrMapOvr>
    <a:masterClrMapping/>
  </p:clrMapOvr>
</p:sldLayout>
</file>

<file path=ppt/slideLayouts/slideLayout416.xml><?xml version="1.0" encoding="utf-8"?>
<p:sldLayout xmlns:a="http://schemas.openxmlformats.org/drawingml/2006/main" xmlns:r="http://schemas.openxmlformats.org/officeDocument/2006/relationships" xmlns:p="http://schemas.openxmlformats.org/presentationml/2006/main" matchingName="4_Atividade_Resposta" userDrawn="1">
  <p:cSld name="6_Atividade_Resposta">
    <p:spTree>
      <p:nvGrpSpPr>
        <p:cNvPr id="1" name="Shape 278"/>
        <p:cNvGrpSpPr/>
        <p:nvPr/>
      </p:nvGrpSpPr>
      <p:grpSpPr>
        <a:xfrm>
          <a:off x="0" y="0"/>
          <a:ext cx="0" cy="0"/>
          <a:chOff x="0" y="0"/>
          <a:chExt cx="0" cy="0"/>
        </a:xfrm>
      </p:grpSpPr>
      <p:pic>
        <p:nvPicPr>
          <p:cNvPr id="3" name="Google Shape;142;p13">
            <a:extLst>
              <a:ext uri="{FF2B5EF4-FFF2-40B4-BE49-F238E27FC236}">
                <a16:creationId xmlns:a16="http://schemas.microsoft.com/office/drawing/2014/main" id="{F65F5F7B-C6BC-6C7D-7FCC-D7336F49EA59}"/>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7" name="Google Shape;143;p13">
            <a:extLst>
              <a:ext uri="{FF2B5EF4-FFF2-40B4-BE49-F238E27FC236}">
                <a16:creationId xmlns:a16="http://schemas.microsoft.com/office/drawing/2014/main" id="{FFFCA345-52D3-1C34-54D2-CF2BF7D27CC6}"/>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45" name="Espaço Reservado para Texto 44">
            <a:extLst>
              <a:ext uri="{FF2B5EF4-FFF2-40B4-BE49-F238E27FC236}">
                <a16:creationId xmlns:a16="http://schemas.microsoft.com/office/drawing/2014/main" id="{8217C7CE-354C-234A-C2EA-02A42EF56903}"/>
              </a:ext>
            </a:extLst>
          </p:cNvPr>
          <p:cNvSpPr>
            <a:spLocks noGrp="1"/>
          </p:cNvSpPr>
          <p:nvPr>
            <p:ph type="body" sz="quarter" idx="22"/>
          </p:nvPr>
        </p:nvSpPr>
        <p:spPr>
          <a:xfrm>
            <a:off x="3799868" y="2430421"/>
            <a:ext cx="3071283" cy="520700"/>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46" name="Espaço Reservado para Texto 44">
            <a:extLst>
              <a:ext uri="{FF2B5EF4-FFF2-40B4-BE49-F238E27FC236}">
                <a16:creationId xmlns:a16="http://schemas.microsoft.com/office/drawing/2014/main" id="{D27819D6-B14A-3356-DD3C-EC27E2C390FF}"/>
              </a:ext>
            </a:extLst>
          </p:cNvPr>
          <p:cNvSpPr>
            <a:spLocks noGrp="1"/>
          </p:cNvSpPr>
          <p:nvPr>
            <p:ph type="body" sz="quarter" idx="23"/>
          </p:nvPr>
        </p:nvSpPr>
        <p:spPr>
          <a:xfrm>
            <a:off x="3799868" y="3481761"/>
            <a:ext cx="3071283" cy="520700"/>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47" name="Espaço Reservado para Texto 44">
            <a:extLst>
              <a:ext uri="{FF2B5EF4-FFF2-40B4-BE49-F238E27FC236}">
                <a16:creationId xmlns:a16="http://schemas.microsoft.com/office/drawing/2014/main" id="{7F6E257F-7B25-8A3C-89A0-167226EDC845}"/>
              </a:ext>
            </a:extLst>
          </p:cNvPr>
          <p:cNvSpPr>
            <a:spLocks noGrp="1"/>
          </p:cNvSpPr>
          <p:nvPr>
            <p:ph type="body" sz="quarter" idx="24"/>
          </p:nvPr>
        </p:nvSpPr>
        <p:spPr>
          <a:xfrm>
            <a:off x="3799868" y="4586109"/>
            <a:ext cx="3071283" cy="520700"/>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48" name="Espaço Reservado para Texto 44">
            <a:extLst>
              <a:ext uri="{FF2B5EF4-FFF2-40B4-BE49-F238E27FC236}">
                <a16:creationId xmlns:a16="http://schemas.microsoft.com/office/drawing/2014/main" id="{ECAFD1A2-9F60-12A5-1268-0CC9F819C793}"/>
              </a:ext>
            </a:extLst>
          </p:cNvPr>
          <p:cNvSpPr>
            <a:spLocks noGrp="1"/>
          </p:cNvSpPr>
          <p:nvPr>
            <p:ph type="body" sz="quarter" idx="25"/>
          </p:nvPr>
        </p:nvSpPr>
        <p:spPr>
          <a:xfrm>
            <a:off x="7828529" y="2430421"/>
            <a:ext cx="3071283" cy="520700"/>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49" name="Espaço Reservado para Texto 44">
            <a:extLst>
              <a:ext uri="{FF2B5EF4-FFF2-40B4-BE49-F238E27FC236}">
                <a16:creationId xmlns:a16="http://schemas.microsoft.com/office/drawing/2014/main" id="{B10D1E43-BFF4-F582-5C8F-BBF26BFDBA7E}"/>
              </a:ext>
            </a:extLst>
          </p:cNvPr>
          <p:cNvSpPr>
            <a:spLocks noGrp="1"/>
          </p:cNvSpPr>
          <p:nvPr>
            <p:ph type="body" sz="quarter" idx="26"/>
          </p:nvPr>
        </p:nvSpPr>
        <p:spPr>
          <a:xfrm>
            <a:off x="7828529" y="3481761"/>
            <a:ext cx="3071283" cy="520700"/>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50" name="Espaço Reservado para Texto 44">
            <a:extLst>
              <a:ext uri="{FF2B5EF4-FFF2-40B4-BE49-F238E27FC236}">
                <a16:creationId xmlns:a16="http://schemas.microsoft.com/office/drawing/2014/main" id="{19EB26B5-AEDF-F98E-30ED-C5F615F7E173}"/>
              </a:ext>
            </a:extLst>
          </p:cNvPr>
          <p:cNvSpPr>
            <a:spLocks noGrp="1"/>
          </p:cNvSpPr>
          <p:nvPr>
            <p:ph type="body" sz="quarter" idx="27"/>
          </p:nvPr>
        </p:nvSpPr>
        <p:spPr>
          <a:xfrm>
            <a:off x="7828529" y="4586109"/>
            <a:ext cx="3071283" cy="520700"/>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15" name="Retângulo: Cantos Arredondados 1">
            <a:extLst>
              <a:ext uri="{FF2B5EF4-FFF2-40B4-BE49-F238E27FC236}">
                <a16:creationId xmlns:a16="http://schemas.microsoft.com/office/drawing/2014/main" id="{5FFCC683-C76F-20F7-D5AF-2BDBED10D621}"/>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6" name="Google Shape;207;p37">
            <a:extLst>
              <a:ext uri="{FF2B5EF4-FFF2-40B4-BE49-F238E27FC236}">
                <a16:creationId xmlns:a16="http://schemas.microsoft.com/office/drawing/2014/main" id="{586C7D79-293E-0667-61AD-CA9116AB349B}"/>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3045091011"/>
      </p:ext>
    </p:extLst>
  </p:cSld>
  <p:clrMapOvr>
    <a:masterClrMapping/>
  </p:clrMapOvr>
</p:sldLayout>
</file>

<file path=ppt/slideLayouts/slideLayout417.xml><?xml version="1.0" encoding="utf-8"?>
<p:sldLayout xmlns:a="http://schemas.openxmlformats.org/drawingml/2006/main" xmlns:r="http://schemas.openxmlformats.org/officeDocument/2006/relationships" xmlns:p="http://schemas.openxmlformats.org/presentationml/2006/main" matchingName="Linha do Tempo2" userDrawn="1">
  <p:cSld name="2_Linha do Tempo2">
    <p:bg>
      <p:bgRef idx="1001">
        <a:schemeClr val="bg1"/>
      </p:bgRef>
    </p:bg>
    <p:spTree>
      <p:nvGrpSpPr>
        <p:cNvPr id="1" name="Shape 147"/>
        <p:cNvGrpSpPr/>
        <p:nvPr/>
      </p:nvGrpSpPr>
      <p:grpSpPr>
        <a:xfrm>
          <a:off x="0" y="0"/>
          <a:ext cx="0" cy="0"/>
          <a:chOff x="0" y="0"/>
          <a:chExt cx="0" cy="0"/>
        </a:xfrm>
      </p:grpSpPr>
      <p:pic>
        <p:nvPicPr>
          <p:cNvPr id="3" name="Google Shape;142;p13">
            <a:extLst>
              <a:ext uri="{FF2B5EF4-FFF2-40B4-BE49-F238E27FC236}">
                <a16:creationId xmlns:a16="http://schemas.microsoft.com/office/drawing/2014/main" id="{CE369382-8CF1-5ACC-58D6-8FB7DF620F6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4" name="Google Shape;143;p13">
            <a:extLst>
              <a:ext uri="{FF2B5EF4-FFF2-40B4-BE49-F238E27FC236}">
                <a16:creationId xmlns:a16="http://schemas.microsoft.com/office/drawing/2014/main" id="{D5776344-A59E-289F-0DAB-902B41C50998}"/>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12" name="Espaço Reservado para Texto 11">
            <a:extLst>
              <a:ext uri="{FF2B5EF4-FFF2-40B4-BE49-F238E27FC236}">
                <a16:creationId xmlns:a16="http://schemas.microsoft.com/office/drawing/2014/main" id="{9347C33D-87FE-AE9E-1EC7-7821CD87C179}"/>
              </a:ext>
            </a:extLst>
          </p:cNvPr>
          <p:cNvSpPr>
            <a:spLocks noGrp="1"/>
          </p:cNvSpPr>
          <p:nvPr>
            <p:ph type="body" sz="quarter" idx="11"/>
          </p:nvPr>
        </p:nvSpPr>
        <p:spPr>
          <a:xfrm>
            <a:off x="3104707" y="1664759"/>
            <a:ext cx="8240200" cy="246591"/>
          </a:xfrm>
          <a:prstGeom prst="rect">
            <a:avLst/>
          </a:prstGeom>
        </p:spPr>
        <p:txBody>
          <a:bodyPr/>
          <a:lstStyle>
            <a:lvl1pPr>
              <a:defRPr sz="1600" b="0" i="0">
                <a:latin typeface="Poppins" pitchFamily="2" charset="77"/>
                <a:cs typeface="Poppins" pitchFamily="2" charset="77"/>
              </a:defRPr>
            </a:lvl1pPr>
            <a:lvl2pPr>
              <a:defRPr sz="1600" b="0" i="0">
                <a:latin typeface="Poppins" pitchFamily="2" charset="77"/>
                <a:cs typeface="Poppins" pitchFamily="2" charset="77"/>
              </a:defRPr>
            </a:lvl2pPr>
            <a:lvl3pPr>
              <a:defRPr sz="1600" b="0" i="0">
                <a:latin typeface="Poppins" pitchFamily="2" charset="77"/>
                <a:cs typeface="Poppins" pitchFamily="2" charset="77"/>
              </a:defRPr>
            </a:lvl3pPr>
            <a:lvl4pPr>
              <a:defRPr sz="1600" b="0" i="0">
                <a:latin typeface="Poppins" pitchFamily="2" charset="77"/>
                <a:cs typeface="Poppins" pitchFamily="2" charset="77"/>
              </a:defRPr>
            </a:lvl4pPr>
            <a:lvl5pPr>
              <a:defRPr sz="1600" b="0" i="0">
                <a:latin typeface="Poppins" pitchFamily="2" charset="77"/>
                <a:cs typeface="Poppins" pitchFamily="2" charset="77"/>
              </a:defRPr>
            </a:lvl5pPr>
          </a:lstStyle>
          <a:p>
            <a:pPr lvl="0"/>
            <a:endParaRPr lang="pt-BR"/>
          </a:p>
        </p:txBody>
      </p:sp>
      <p:cxnSp>
        <p:nvCxnSpPr>
          <p:cNvPr id="150" name="Google Shape;150;p13"/>
          <p:cNvCxnSpPr>
            <a:cxnSpLocks/>
          </p:cNvCxnSpPr>
          <p:nvPr/>
        </p:nvCxnSpPr>
        <p:spPr>
          <a:xfrm>
            <a:off x="460698" y="3353252"/>
            <a:ext cx="11844716" cy="0"/>
          </a:xfrm>
          <a:prstGeom prst="straightConnector1">
            <a:avLst/>
          </a:prstGeom>
          <a:noFill/>
          <a:ln w="28575" cap="flat" cmpd="sng">
            <a:solidFill>
              <a:schemeClr val="dk1"/>
            </a:solidFill>
            <a:prstDash val="dot"/>
            <a:round/>
            <a:headEnd type="none" w="sm" len="sm"/>
            <a:tailEnd type="none" w="sm" len="sm"/>
          </a:ln>
        </p:spPr>
      </p:cxnSp>
      <p:sp>
        <p:nvSpPr>
          <p:cNvPr id="152" name="Google Shape;152;p13"/>
          <p:cNvSpPr txBox="1">
            <a:spLocks noGrp="1"/>
          </p:cNvSpPr>
          <p:nvPr>
            <p:ph type="body" idx="2"/>
          </p:nvPr>
        </p:nvSpPr>
        <p:spPr>
          <a:xfrm>
            <a:off x="3104707" y="1090293"/>
            <a:ext cx="7173432" cy="417775"/>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0"/>
              </a:spcBef>
              <a:spcAft>
                <a:spcPts val="0"/>
              </a:spcAft>
              <a:buClr>
                <a:srgbClr val="000000"/>
              </a:buClr>
              <a:buSzPts val="3000"/>
              <a:buFont typeface="Poppins"/>
              <a:buNone/>
              <a:defRPr sz="2000" b="1" i="0" u="none" strike="noStrike" cap="none">
                <a:solidFill>
                  <a:srgbClr val="FF161F"/>
                </a:solidFill>
                <a:latin typeface="Poppins"/>
                <a:ea typeface="Poppins"/>
                <a:cs typeface="Poppins"/>
                <a:sym typeface="Poppins"/>
              </a:defRPr>
            </a:lvl1pPr>
            <a:lvl2pPr marL="609630" marR="0" lvl="1"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2pPr>
            <a:lvl3pPr marL="914446" marR="0" lvl="2"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3pPr>
            <a:lvl4pPr marL="1219261" marR="0" lvl="3"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4pPr>
            <a:lvl5pPr marL="1524076" marR="0" lvl="4"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5pPr>
            <a:lvl6pPr marL="1828891" marR="0" lvl="5"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6pPr>
            <a:lvl7pPr marL="2133707" marR="0" lvl="6"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7pPr>
            <a:lvl8pPr marL="2438522" marR="0" lvl="7"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8pPr>
            <a:lvl9pPr marL="2743337" marR="0" lvl="8"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9pPr>
          </a:lstStyle>
          <a:p>
            <a:endParaRPr/>
          </a:p>
        </p:txBody>
      </p:sp>
      <p:sp>
        <p:nvSpPr>
          <p:cNvPr id="11" name="CaixaDeTexto 10">
            <a:extLst>
              <a:ext uri="{FF2B5EF4-FFF2-40B4-BE49-F238E27FC236}">
                <a16:creationId xmlns:a16="http://schemas.microsoft.com/office/drawing/2014/main" id="{05ABDF42-EF7F-F462-B70F-D72A8B6C45FA}"/>
              </a:ext>
            </a:extLst>
          </p:cNvPr>
          <p:cNvSpPr txBox="1"/>
          <p:nvPr userDrawn="1"/>
        </p:nvSpPr>
        <p:spPr>
          <a:xfrm>
            <a:off x="1635512" y="4980878"/>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3" name="Retângulo: Cantos Arredondados 1">
            <a:extLst>
              <a:ext uri="{FF2B5EF4-FFF2-40B4-BE49-F238E27FC236}">
                <a16:creationId xmlns:a16="http://schemas.microsoft.com/office/drawing/2014/main" id="{5FFCC683-C76F-20F7-D5AF-2BDBED10D621}"/>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Google Shape;207;p37">
            <a:extLst>
              <a:ext uri="{FF2B5EF4-FFF2-40B4-BE49-F238E27FC236}">
                <a16:creationId xmlns:a16="http://schemas.microsoft.com/office/drawing/2014/main" id="{586C7D79-293E-0667-61AD-CA9116AB349B}"/>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2628033953"/>
      </p:ext>
    </p:extLst>
  </p:cSld>
  <p:clrMapOvr>
    <a:overrideClrMapping bg1="lt1" tx1="dk1" bg2="lt2" tx2="dk2" accent1="accent1" accent2="accent2" accent3="accent3" accent4="accent4" accent5="accent5" accent6="accent6" hlink="hlink" folHlink="folHlink"/>
  </p:clrMapOvr>
</p:sldLayout>
</file>

<file path=ppt/slideLayouts/slideLayout418.xml><?xml version="1.0" encoding="utf-8"?>
<p:sldLayout xmlns:a="http://schemas.openxmlformats.org/drawingml/2006/main" xmlns:r="http://schemas.openxmlformats.org/officeDocument/2006/relationships" xmlns:p="http://schemas.openxmlformats.org/presentationml/2006/main" matchingName="3_1. Desenvolvimento" userDrawn="1">
  <p:cSld name="6_1. Desenvolvimento">
    <p:spTree>
      <p:nvGrpSpPr>
        <p:cNvPr id="1" name="Shape 195"/>
        <p:cNvGrpSpPr/>
        <p:nvPr/>
      </p:nvGrpSpPr>
      <p:grpSpPr>
        <a:xfrm>
          <a:off x="0" y="0"/>
          <a:ext cx="0" cy="0"/>
          <a:chOff x="0" y="0"/>
          <a:chExt cx="0" cy="0"/>
        </a:xfrm>
      </p:grpSpPr>
      <p:pic>
        <p:nvPicPr>
          <p:cNvPr id="3" name="Google Shape;142;p13">
            <a:extLst>
              <a:ext uri="{FF2B5EF4-FFF2-40B4-BE49-F238E27FC236}">
                <a16:creationId xmlns:a16="http://schemas.microsoft.com/office/drawing/2014/main" id="{2AE857B1-5A41-4AD5-D812-82828BF38EB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5" name="Google Shape;143;p13">
            <a:extLst>
              <a:ext uri="{FF2B5EF4-FFF2-40B4-BE49-F238E27FC236}">
                <a16:creationId xmlns:a16="http://schemas.microsoft.com/office/drawing/2014/main" id="{C12F5675-CC52-5C67-DD3E-CA00B8874CFB}"/>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25" name="CaixaDeTexto 24">
            <a:extLst>
              <a:ext uri="{FF2B5EF4-FFF2-40B4-BE49-F238E27FC236}">
                <a16:creationId xmlns:a16="http://schemas.microsoft.com/office/drawing/2014/main" id="{35147A39-4A06-944D-FF7F-A1004ED45E4E}"/>
              </a:ext>
            </a:extLst>
          </p:cNvPr>
          <p:cNvSpPr txBox="1"/>
          <p:nvPr userDrawn="1"/>
        </p:nvSpPr>
        <p:spPr>
          <a:xfrm>
            <a:off x="5562600" y="2362200"/>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8" name="Espaço Reservado para Texto 28">
            <a:extLst>
              <a:ext uri="{FF2B5EF4-FFF2-40B4-BE49-F238E27FC236}">
                <a16:creationId xmlns:a16="http://schemas.microsoft.com/office/drawing/2014/main" id="{208B62C1-CA19-8393-648D-67774F2ED7D1}"/>
              </a:ext>
            </a:extLst>
          </p:cNvPr>
          <p:cNvSpPr>
            <a:spLocks noGrp="1"/>
          </p:cNvSpPr>
          <p:nvPr>
            <p:ph type="body" sz="quarter" idx="4294967295"/>
          </p:nvPr>
        </p:nvSpPr>
        <p:spPr>
          <a:xfrm>
            <a:off x="3243943" y="3429000"/>
            <a:ext cx="7710814" cy="2401989"/>
          </a:xfrm>
          <a:prstGeom prst="rect">
            <a:avLst/>
          </a:prstGeom>
        </p:spPr>
        <p:txBody>
          <a:bodyPr/>
          <a:lstStyle>
            <a:lvl1pPr>
              <a:defRPr sz="1600">
                <a:latin typeface="Poppins" pitchFamily="2" charset="77"/>
                <a:cs typeface="Poppins" pitchFamily="2" charset="77"/>
              </a:defRPr>
            </a:lvl1pPr>
          </a:lstStyle>
          <a:p>
            <a:pPr lvl="0"/>
            <a:endParaRPr lang="pt-BR"/>
          </a:p>
        </p:txBody>
      </p:sp>
      <p:sp>
        <p:nvSpPr>
          <p:cNvPr id="19" name="Espaço Reservado para Texto 28">
            <a:extLst>
              <a:ext uri="{FF2B5EF4-FFF2-40B4-BE49-F238E27FC236}">
                <a16:creationId xmlns:a16="http://schemas.microsoft.com/office/drawing/2014/main" id="{994F86D8-C08B-B955-8078-9E5C7B9EF012}"/>
              </a:ext>
            </a:extLst>
          </p:cNvPr>
          <p:cNvSpPr>
            <a:spLocks noGrp="1"/>
          </p:cNvSpPr>
          <p:nvPr>
            <p:ph type="body" sz="quarter" idx="4294967295"/>
          </p:nvPr>
        </p:nvSpPr>
        <p:spPr>
          <a:xfrm>
            <a:off x="3243943" y="1027011"/>
            <a:ext cx="7710814" cy="522820"/>
          </a:xfrm>
          <a:prstGeom prst="rect">
            <a:avLst/>
          </a:prstGeom>
        </p:spPr>
        <p:txBody>
          <a:bodyPr/>
          <a:lstStyle>
            <a:lvl1pPr>
              <a:defRPr sz="1600">
                <a:latin typeface="Poppins" pitchFamily="2" charset="77"/>
                <a:cs typeface="Poppins" pitchFamily="2" charset="77"/>
              </a:defRPr>
            </a:lvl1pPr>
          </a:lstStyle>
          <a:p>
            <a:pPr lvl="0"/>
            <a:endParaRPr lang="pt-BR" sz="3000" b="1">
              <a:solidFill>
                <a:srgbClr val="FF161F"/>
              </a:solidFill>
            </a:endParaRPr>
          </a:p>
        </p:txBody>
      </p:sp>
      <p:sp>
        <p:nvSpPr>
          <p:cNvPr id="20" name="Espaço Reservado para Texto 28">
            <a:extLst>
              <a:ext uri="{FF2B5EF4-FFF2-40B4-BE49-F238E27FC236}">
                <a16:creationId xmlns:a16="http://schemas.microsoft.com/office/drawing/2014/main" id="{BDC29F92-1216-30FA-9122-DC95FAAD395D}"/>
              </a:ext>
            </a:extLst>
          </p:cNvPr>
          <p:cNvSpPr>
            <a:spLocks noGrp="1"/>
          </p:cNvSpPr>
          <p:nvPr>
            <p:ph type="body" sz="quarter" idx="4294967295" hasCustomPrompt="1"/>
          </p:nvPr>
        </p:nvSpPr>
        <p:spPr>
          <a:xfrm>
            <a:off x="4226076" y="1962047"/>
            <a:ext cx="6487886" cy="704647"/>
          </a:xfrm>
          <a:prstGeom prst="rect">
            <a:avLst/>
          </a:prstGeom>
        </p:spPr>
        <p:txBody>
          <a:bodyPr/>
          <a:lstStyle>
            <a:lvl1pPr>
              <a:defRPr sz="1467">
                <a:latin typeface="Poppins" pitchFamily="2" charset="77"/>
                <a:cs typeface="Poppins" pitchFamily="2" charset="77"/>
              </a:defRPr>
            </a:lvl1pPr>
          </a:lstStyle>
          <a:p>
            <a:pPr lvl="0"/>
            <a:r>
              <a:rPr lang="pt-BR" noProof="1"/>
              <a:t>Clique para escrever a citação nesta área do layout. Lorem ipsum dolor sit amet, consectetuer adipiscing elit, sed diam nonummy nibh euismod tincidunt ut laoreet dolore magna aliquam erat volutpat.</a:t>
            </a:r>
          </a:p>
        </p:txBody>
      </p:sp>
      <p:sp>
        <p:nvSpPr>
          <p:cNvPr id="21" name="Espaço Reservado para Texto 28">
            <a:extLst>
              <a:ext uri="{FF2B5EF4-FFF2-40B4-BE49-F238E27FC236}">
                <a16:creationId xmlns:a16="http://schemas.microsoft.com/office/drawing/2014/main" id="{20EFB73E-F73B-DE84-444A-0E3F8776157E}"/>
              </a:ext>
            </a:extLst>
          </p:cNvPr>
          <p:cNvSpPr>
            <a:spLocks noGrp="1"/>
          </p:cNvSpPr>
          <p:nvPr>
            <p:ph type="body" sz="quarter" idx="4294967295" hasCustomPrompt="1"/>
          </p:nvPr>
        </p:nvSpPr>
        <p:spPr>
          <a:xfrm>
            <a:off x="4247847" y="2910228"/>
            <a:ext cx="4744548" cy="327463"/>
          </a:xfrm>
          <a:prstGeom prst="rect">
            <a:avLst/>
          </a:prstGeom>
        </p:spPr>
        <p:txBody>
          <a:bodyPr/>
          <a:lstStyle>
            <a:lvl1pPr>
              <a:defRPr sz="1200">
                <a:latin typeface="Poppins" pitchFamily="2" charset="77"/>
                <a:cs typeface="Poppins" pitchFamily="2" charset="77"/>
              </a:defRPr>
            </a:lvl1pPr>
          </a:lstStyle>
          <a:p>
            <a:pPr lvl="0"/>
            <a:r>
              <a:rPr lang="pt-BR"/>
              <a:t>Clique para inserir referência completa da citação/autoria</a:t>
            </a:r>
          </a:p>
        </p:txBody>
      </p:sp>
      <p:sp>
        <p:nvSpPr>
          <p:cNvPr id="14" name="Retângulo: Cantos Arredondados 1">
            <a:extLst>
              <a:ext uri="{FF2B5EF4-FFF2-40B4-BE49-F238E27FC236}">
                <a16:creationId xmlns:a16="http://schemas.microsoft.com/office/drawing/2014/main" id="{5FFCC683-C76F-20F7-D5AF-2BDBED10D621}"/>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5" name="Google Shape;207;p37">
            <a:extLst>
              <a:ext uri="{FF2B5EF4-FFF2-40B4-BE49-F238E27FC236}">
                <a16:creationId xmlns:a16="http://schemas.microsoft.com/office/drawing/2014/main" id="{586C7D79-293E-0667-61AD-CA9116AB349B}"/>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134677502"/>
      </p:ext>
    </p:extLst>
  </p:cSld>
  <p:clrMapOvr>
    <a:masterClrMapping/>
  </p:clrMapOvr>
</p:sldLayout>
</file>

<file path=ppt/slideLayouts/slideLayout419.xml><?xml version="1.0" encoding="utf-8"?>
<p:sldLayout xmlns:a="http://schemas.openxmlformats.org/drawingml/2006/main" xmlns:r="http://schemas.openxmlformats.org/officeDocument/2006/relationships" xmlns:p="http://schemas.openxmlformats.org/presentationml/2006/main" matchingName="4. Exposição" userDrawn="1">
  <p:cSld name="6_4. Exposição">
    <p:spTree>
      <p:nvGrpSpPr>
        <p:cNvPr id="1" name="Shape 125"/>
        <p:cNvGrpSpPr/>
        <p:nvPr/>
      </p:nvGrpSpPr>
      <p:grpSpPr>
        <a:xfrm>
          <a:off x="0" y="0"/>
          <a:ext cx="0" cy="0"/>
          <a:chOff x="0" y="0"/>
          <a:chExt cx="0" cy="0"/>
        </a:xfrm>
      </p:grpSpPr>
      <p:pic>
        <p:nvPicPr>
          <p:cNvPr id="8" name="Google Shape;118;p10">
            <a:extLst>
              <a:ext uri="{FF2B5EF4-FFF2-40B4-BE49-F238E27FC236}">
                <a16:creationId xmlns:a16="http://schemas.microsoft.com/office/drawing/2014/main" id="{DF6F5BDE-A08C-919D-45F9-8055C12AF9D2}"/>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8207" y="4956"/>
            <a:ext cx="2682237" cy="6857983"/>
          </a:xfrm>
          <a:prstGeom prst="rect">
            <a:avLst/>
          </a:prstGeom>
          <a:noFill/>
          <a:ln>
            <a:noFill/>
          </a:ln>
        </p:spPr>
      </p:pic>
      <p:sp>
        <p:nvSpPr>
          <p:cNvPr id="14" name="Espaço Reservado para Imagem 4">
            <a:extLst>
              <a:ext uri="{FF2B5EF4-FFF2-40B4-BE49-F238E27FC236}">
                <a16:creationId xmlns:a16="http://schemas.microsoft.com/office/drawing/2014/main" id="{F003EC7B-3C3F-C164-4A2B-2BA03C54BA47}"/>
              </a:ext>
            </a:extLst>
          </p:cNvPr>
          <p:cNvSpPr>
            <a:spLocks noGrp="1"/>
          </p:cNvSpPr>
          <p:nvPr>
            <p:ph type="pic" idx="13"/>
          </p:nvPr>
        </p:nvSpPr>
        <p:spPr>
          <a:xfrm>
            <a:off x="3028950" y="1507375"/>
            <a:ext cx="8791248" cy="4688378"/>
          </a:xfrm>
          <a:prstGeom prst="rect">
            <a:avLst/>
          </a:prstGeom>
        </p:spPr>
        <p:txBody>
          <a:bodyPr/>
          <a:lstStyle>
            <a:lvl1pPr>
              <a:defRPr sz="1200" b="0" i="0">
                <a:latin typeface="Poppins" pitchFamily="2" charset="77"/>
                <a:cs typeface="Poppins" pitchFamily="2" charset="77"/>
              </a:defRPr>
            </a:lvl1pPr>
          </a:lstStyle>
          <a:p>
            <a:endParaRPr lang="pt-BR" dirty="0"/>
          </a:p>
        </p:txBody>
      </p:sp>
      <p:sp>
        <p:nvSpPr>
          <p:cNvPr id="3" name="Google Shape;107;p8">
            <a:extLst>
              <a:ext uri="{FF2B5EF4-FFF2-40B4-BE49-F238E27FC236}">
                <a16:creationId xmlns:a16="http://schemas.microsoft.com/office/drawing/2014/main" id="{CC2696E7-8DF9-0EDB-8298-C1C8ED91B769}"/>
              </a:ext>
            </a:extLst>
          </p:cNvPr>
          <p:cNvSpPr txBox="1">
            <a:spLocks noGrp="1"/>
          </p:cNvSpPr>
          <p:nvPr>
            <p:ph type="body" idx="10"/>
          </p:nvPr>
        </p:nvSpPr>
        <p:spPr>
          <a:xfrm>
            <a:off x="3028950" y="342452"/>
            <a:ext cx="8791248" cy="957680"/>
          </a:xfrm>
          <a:prstGeom prst="rect">
            <a:avLst/>
          </a:prstGeom>
          <a:noFill/>
          <a:ln>
            <a:noFill/>
          </a:ln>
        </p:spPr>
        <p:txBody>
          <a:bodyPr spcFirstLastPara="1" wrap="square" lIns="91425" tIns="45700" rIns="91425" bIns="45700" anchor="t" anchorCtr="0">
            <a:normAutofit/>
          </a:bodyPr>
          <a:lstStyle>
            <a:lvl1pPr marL="0" marR="0" lvl="0" indent="-152408"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7" name="CaixaDeTexto 6">
            <a:extLst>
              <a:ext uri="{FF2B5EF4-FFF2-40B4-BE49-F238E27FC236}">
                <a16:creationId xmlns:a16="http://schemas.microsoft.com/office/drawing/2014/main" id="{D7E4D5C0-2DFD-930A-8F66-D0EE5037040E}"/>
              </a:ext>
            </a:extLst>
          </p:cNvPr>
          <p:cNvSpPr txBox="1"/>
          <p:nvPr userDrawn="1"/>
        </p:nvSpPr>
        <p:spPr>
          <a:xfrm>
            <a:off x="4135395" y="-103796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8" name="Google Shape;139;p11">
            <a:extLst>
              <a:ext uri="{FF2B5EF4-FFF2-40B4-BE49-F238E27FC236}">
                <a16:creationId xmlns:a16="http://schemas.microsoft.com/office/drawing/2014/main" id="{F3A67C30-178B-E0CB-B2E3-7624C01C3276}"/>
              </a:ext>
            </a:extLst>
          </p:cNvPr>
          <p:cNvSpPr txBox="1">
            <a:spLocks noGrp="1"/>
          </p:cNvSpPr>
          <p:nvPr>
            <p:ph type="body" idx="14"/>
          </p:nvPr>
        </p:nvSpPr>
        <p:spPr>
          <a:xfrm>
            <a:off x="3028951" y="6285262"/>
            <a:ext cx="8791248" cy="148759"/>
          </a:xfrm>
          <a:prstGeom prst="rect">
            <a:avLst/>
          </a:prstGeom>
          <a:noFill/>
          <a:ln>
            <a:noFill/>
          </a:ln>
        </p:spPr>
        <p:txBody>
          <a:bodyPr spcFirstLastPara="1" wrap="square" lIns="0" tIns="0" rIns="0" bIns="0" anchor="t" anchorCtr="0">
            <a:spAutoFit/>
          </a:bodyPr>
          <a:lstStyle>
            <a:lvl1pPr marL="0" marR="0" lvl="0" indent="0" algn="l" rtl="0">
              <a:lnSpc>
                <a:spcPct val="100000"/>
              </a:lnSpc>
              <a:spcBef>
                <a:spcPts val="240"/>
              </a:spcBef>
              <a:spcAft>
                <a:spcPts val="0"/>
              </a:spcAft>
              <a:buClr>
                <a:schemeClr val="dk1"/>
              </a:buClr>
              <a:buSzPts val="1200"/>
              <a:buFont typeface="Poppins"/>
              <a:buNone/>
              <a:defRPr sz="933" b="0" i="0" u="none" strike="noStrike" cap="none">
                <a:solidFill>
                  <a:schemeClr val="dk1"/>
                </a:solidFill>
                <a:latin typeface="Poppins Light" pitchFamily="2" charset="77"/>
                <a:ea typeface="Poppins Light" pitchFamily="2" charset="77"/>
                <a:cs typeface="Poppins Light" pitchFamily="2" charset="77"/>
                <a:sym typeface="Poppins Light"/>
              </a:defRPr>
            </a:lvl1pPr>
            <a:lvl2pPr marL="609630" marR="0" lvl="1" indent="-20321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914446" marR="0" lvl="2" indent="-20321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219261" marR="0" lvl="3"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1524076" marR="0" lvl="4"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1828891" marR="0" lvl="5"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2133707" marR="0" lvl="6"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2438522" marR="0" lvl="7"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2743337" marR="0" lvl="8" indent="-20321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sz="800">
              <a:latin typeface="Poppins" pitchFamily="2" charset="77"/>
              <a:cs typeface="Poppins" pitchFamily="2" charset="77"/>
            </a:endParaRPr>
          </a:p>
        </p:txBody>
      </p:sp>
      <p:sp>
        <p:nvSpPr>
          <p:cNvPr id="6" name="CaixaDeTexto 5">
            <a:extLst>
              <a:ext uri="{FF2B5EF4-FFF2-40B4-BE49-F238E27FC236}">
                <a16:creationId xmlns:a16="http://schemas.microsoft.com/office/drawing/2014/main" id="{158E7820-BDBF-AB77-6C14-AA55A65FEB36}"/>
              </a:ext>
            </a:extLst>
          </p:cNvPr>
          <p:cNvSpPr txBox="1"/>
          <p:nvPr userDrawn="1"/>
        </p:nvSpPr>
        <p:spPr>
          <a:xfrm>
            <a:off x="2553629" y="-323385"/>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16" name="Retângulo: Cantos Arredondados 1">
            <a:extLst>
              <a:ext uri="{FF2B5EF4-FFF2-40B4-BE49-F238E27FC236}">
                <a16:creationId xmlns:a16="http://schemas.microsoft.com/office/drawing/2014/main" id="{5FFCC683-C76F-20F7-D5AF-2BDBED10D621}"/>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9" name="Google Shape;207;p37">
            <a:extLst>
              <a:ext uri="{FF2B5EF4-FFF2-40B4-BE49-F238E27FC236}">
                <a16:creationId xmlns:a16="http://schemas.microsoft.com/office/drawing/2014/main" id="{586C7D79-293E-0667-61AD-CA9116AB349B}"/>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3926627294"/>
      </p:ext>
    </p:extLst>
  </p:cSld>
  <p:clrMapOvr>
    <a:masterClrMapping/>
  </p:clrMapOvr>
</p:sldLayout>
</file>

<file path=ppt/slideLayouts/slideLayout420.xml><?xml version="1.0" encoding="utf-8"?>
<p:sldLayout xmlns:a="http://schemas.openxmlformats.org/drawingml/2006/main" xmlns:r="http://schemas.openxmlformats.org/officeDocument/2006/relationships" xmlns:p="http://schemas.openxmlformats.org/presentationml/2006/main" matchingName="4_Atividade_Resposta" userDrawn="1">
  <p:cSld name="7_Atividade_Resposta">
    <p:spTree>
      <p:nvGrpSpPr>
        <p:cNvPr id="1" name="Shape 278"/>
        <p:cNvGrpSpPr/>
        <p:nvPr/>
      </p:nvGrpSpPr>
      <p:grpSpPr>
        <a:xfrm>
          <a:off x="0" y="0"/>
          <a:ext cx="0" cy="0"/>
          <a:chOff x="0" y="0"/>
          <a:chExt cx="0" cy="0"/>
        </a:xfrm>
      </p:grpSpPr>
      <p:pic>
        <p:nvPicPr>
          <p:cNvPr id="5" name="Google Shape;142;p13">
            <a:extLst>
              <a:ext uri="{FF2B5EF4-FFF2-40B4-BE49-F238E27FC236}">
                <a16:creationId xmlns:a16="http://schemas.microsoft.com/office/drawing/2014/main" id="{4FE1923B-00FF-C7F0-981D-16B62AD5C97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9" name="Google Shape;143;p13">
            <a:extLst>
              <a:ext uri="{FF2B5EF4-FFF2-40B4-BE49-F238E27FC236}">
                <a16:creationId xmlns:a16="http://schemas.microsoft.com/office/drawing/2014/main" id="{909F1FF3-F9FE-2F13-256E-40CF490A7A1D}"/>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10" name="Espaço Reservado para Texto 22">
            <a:extLst>
              <a:ext uri="{FF2B5EF4-FFF2-40B4-BE49-F238E27FC236}">
                <a16:creationId xmlns:a16="http://schemas.microsoft.com/office/drawing/2014/main" id="{0E689E0A-A277-4F87-9FF6-D4BC1CA7BA91}"/>
              </a:ext>
            </a:extLst>
          </p:cNvPr>
          <p:cNvSpPr>
            <a:spLocks noGrp="1"/>
          </p:cNvSpPr>
          <p:nvPr>
            <p:ph type="body" sz="quarter" idx="4294967295"/>
          </p:nvPr>
        </p:nvSpPr>
        <p:spPr>
          <a:xfrm>
            <a:off x="3806396" y="2036189"/>
            <a:ext cx="3291479" cy="231771"/>
          </a:xfrm>
          <a:prstGeom prst="rect">
            <a:avLst/>
          </a:prstGeom>
        </p:spPr>
        <p:txBody>
          <a:bodyPr/>
          <a:lstStyle>
            <a:lvl1pPr>
              <a:defRPr sz="2000"/>
            </a:lvl1pPr>
          </a:lstStyle>
          <a:p>
            <a:pPr lvl="0"/>
            <a:endParaRPr lang="pt-BR" sz="1700" b="1">
              <a:latin typeface="Poppins" pitchFamily="2" charset="77"/>
              <a:cs typeface="Poppins" pitchFamily="2" charset="77"/>
            </a:endParaRPr>
          </a:p>
        </p:txBody>
      </p:sp>
      <p:sp>
        <p:nvSpPr>
          <p:cNvPr id="11" name="Espaço Reservado para Texto 22">
            <a:extLst>
              <a:ext uri="{FF2B5EF4-FFF2-40B4-BE49-F238E27FC236}">
                <a16:creationId xmlns:a16="http://schemas.microsoft.com/office/drawing/2014/main" id="{7079DA0D-7E01-64F6-E4A9-AE747B9EA4E3}"/>
              </a:ext>
            </a:extLst>
          </p:cNvPr>
          <p:cNvSpPr>
            <a:spLocks noGrp="1"/>
          </p:cNvSpPr>
          <p:nvPr>
            <p:ph type="body" sz="quarter" idx="4294967295"/>
          </p:nvPr>
        </p:nvSpPr>
        <p:spPr>
          <a:xfrm>
            <a:off x="3806396" y="3363540"/>
            <a:ext cx="3291479" cy="231772"/>
          </a:xfrm>
          <a:prstGeom prst="rect">
            <a:avLst/>
          </a:prstGeom>
        </p:spPr>
        <p:txBody>
          <a:bodyPr/>
          <a:lstStyle>
            <a:lvl1pPr>
              <a:defRPr sz="2000"/>
            </a:lvl1pPr>
          </a:lstStyle>
          <a:p>
            <a:pPr lvl="0"/>
            <a:endParaRPr lang="pt-BR" sz="1700" b="1">
              <a:latin typeface="Poppins" pitchFamily="2" charset="77"/>
              <a:cs typeface="Poppins" pitchFamily="2" charset="77"/>
            </a:endParaRPr>
          </a:p>
        </p:txBody>
      </p:sp>
      <p:sp>
        <p:nvSpPr>
          <p:cNvPr id="12" name="Espaço Reservado para Texto 22">
            <a:extLst>
              <a:ext uri="{FF2B5EF4-FFF2-40B4-BE49-F238E27FC236}">
                <a16:creationId xmlns:a16="http://schemas.microsoft.com/office/drawing/2014/main" id="{DF9D039A-9E46-FF18-52C5-043EC8A5423E}"/>
              </a:ext>
            </a:extLst>
          </p:cNvPr>
          <p:cNvSpPr>
            <a:spLocks noGrp="1"/>
          </p:cNvSpPr>
          <p:nvPr>
            <p:ph type="body" sz="quarter" idx="4294967295"/>
          </p:nvPr>
        </p:nvSpPr>
        <p:spPr>
          <a:xfrm>
            <a:off x="8183525" y="4696970"/>
            <a:ext cx="3291479" cy="211033"/>
          </a:xfrm>
          <a:prstGeom prst="rect">
            <a:avLst/>
          </a:prstGeom>
        </p:spPr>
        <p:txBody>
          <a:bodyPr/>
          <a:lstStyle>
            <a:lvl1pPr>
              <a:defRPr sz="2000"/>
            </a:lvl1pPr>
          </a:lstStyle>
          <a:p>
            <a:pPr lvl="0"/>
            <a:endParaRPr lang="pt-BR" sz="1700" b="1">
              <a:latin typeface="Poppins" pitchFamily="2" charset="77"/>
              <a:cs typeface="Poppins" pitchFamily="2" charset="77"/>
            </a:endParaRPr>
          </a:p>
        </p:txBody>
      </p:sp>
      <p:sp>
        <p:nvSpPr>
          <p:cNvPr id="13" name="Espaço Reservado para Texto 22">
            <a:extLst>
              <a:ext uri="{FF2B5EF4-FFF2-40B4-BE49-F238E27FC236}">
                <a16:creationId xmlns:a16="http://schemas.microsoft.com/office/drawing/2014/main" id="{9652B4D3-E097-A4E3-5321-BB5371237779}"/>
              </a:ext>
            </a:extLst>
          </p:cNvPr>
          <p:cNvSpPr>
            <a:spLocks noGrp="1"/>
          </p:cNvSpPr>
          <p:nvPr>
            <p:ph type="body" sz="quarter" idx="4294967295"/>
          </p:nvPr>
        </p:nvSpPr>
        <p:spPr>
          <a:xfrm>
            <a:off x="3806396" y="4676237"/>
            <a:ext cx="3276551" cy="231767"/>
          </a:xfrm>
          <a:prstGeom prst="rect">
            <a:avLst/>
          </a:prstGeom>
        </p:spPr>
        <p:txBody>
          <a:bodyPr/>
          <a:lstStyle>
            <a:lvl1pPr>
              <a:defRPr sz="2000"/>
            </a:lvl1pPr>
          </a:lstStyle>
          <a:p>
            <a:pPr lvl="0"/>
            <a:endParaRPr lang="pt-BR" sz="1700" b="1">
              <a:latin typeface="Poppins" pitchFamily="2" charset="77"/>
              <a:cs typeface="Poppins" pitchFamily="2" charset="77"/>
            </a:endParaRPr>
          </a:p>
        </p:txBody>
      </p:sp>
      <p:sp>
        <p:nvSpPr>
          <p:cNvPr id="16" name="Espaço Reservado para Texto 22">
            <a:extLst>
              <a:ext uri="{FF2B5EF4-FFF2-40B4-BE49-F238E27FC236}">
                <a16:creationId xmlns:a16="http://schemas.microsoft.com/office/drawing/2014/main" id="{09E31BDF-220D-CBB4-0214-78DCAE85AB51}"/>
              </a:ext>
            </a:extLst>
          </p:cNvPr>
          <p:cNvSpPr>
            <a:spLocks noGrp="1"/>
          </p:cNvSpPr>
          <p:nvPr>
            <p:ph type="body" sz="quarter" idx="4294967295"/>
          </p:nvPr>
        </p:nvSpPr>
        <p:spPr>
          <a:xfrm>
            <a:off x="8183525" y="2036512"/>
            <a:ext cx="3291479" cy="231448"/>
          </a:xfrm>
          <a:prstGeom prst="rect">
            <a:avLst/>
          </a:prstGeom>
        </p:spPr>
        <p:txBody>
          <a:bodyPr/>
          <a:lstStyle>
            <a:lvl1pPr>
              <a:defRPr sz="2000"/>
            </a:lvl1pPr>
          </a:lstStyle>
          <a:p>
            <a:pPr lvl="0"/>
            <a:endParaRPr lang="pt-BR" sz="1700" b="1">
              <a:latin typeface="Poppins" pitchFamily="2" charset="77"/>
              <a:cs typeface="Poppins" pitchFamily="2" charset="77"/>
            </a:endParaRPr>
          </a:p>
        </p:txBody>
      </p:sp>
      <p:sp>
        <p:nvSpPr>
          <p:cNvPr id="17" name="Espaço Reservado para Texto 22">
            <a:extLst>
              <a:ext uri="{FF2B5EF4-FFF2-40B4-BE49-F238E27FC236}">
                <a16:creationId xmlns:a16="http://schemas.microsoft.com/office/drawing/2014/main" id="{8F7CD471-D4E1-445B-C707-A609CB219036}"/>
              </a:ext>
            </a:extLst>
          </p:cNvPr>
          <p:cNvSpPr>
            <a:spLocks noGrp="1"/>
          </p:cNvSpPr>
          <p:nvPr>
            <p:ph type="body" sz="quarter" idx="4294967295"/>
          </p:nvPr>
        </p:nvSpPr>
        <p:spPr>
          <a:xfrm>
            <a:off x="8183525" y="3363864"/>
            <a:ext cx="3291479" cy="231448"/>
          </a:xfrm>
          <a:prstGeom prst="rect">
            <a:avLst/>
          </a:prstGeom>
        </p:spPr>
        <p:txBody>
          <a:bodyPr/>
          <a:lstStyle>
            <a:lvl1pPr>
              <a:defRPr sz="2000"/>
            </a:lvl1pPr>
          </a:lstStyle>
          <a:p>
            <a:pPr lvl="0"/>
            <a:endParaRPr lang="pt-BR" sz="1700" b="1">
              <a:latin typeface="Poppins" pitchFamily="2" charset="77"/>
              <a:cs typeface="Poppins" pitchFamily="2" charset="77"/>
            </a:endParaRPr>
          </a:p>
        </p:txBody>
      </p:sp>
      <p:sp>
        <p:nvSpPr>
          <p:cNvPr id="18" name="Espaço Reservado para Texto 22">
            <a:extLst>
              <a:ext uri="{FF2B5EF4-FFF2-40B4-BE49-F238E27FC236}">
                <a16:creationId xmlns:a16="http://schemas.microsoft.com/office/drawing/2014/main" id="{8958E8AD-99FD-66C3-EA26-16278425CCCD}"/>
              </a:ext>
            </a:extLst>
          </p:cNvPr>
          <p:cNvSpPr>
            <a:spLocks noGrp="1"/>
          </p:cNvSpPr>
          <p:nvPr>
            <p:ph type="body" sz="quarter" idx="4294967295"/>
          </p:nvPr>
        </p:nvSpPr>
        <p:spPr>
          <a:xfrm>
            <a:off x="2825335" y="912661"/>
            <a:ext cx="6246948" cy="387749"/>
          </a:xfrm>
          <a:prstGeom prst="rect">
            <a:avLst/>
          </a:prstGeom>
        </p:spPr>
        <p:txBody>
          <a:bodyPr/>
          <a:lstStyle>
            <a:lvl1pPr>
              <a:defRPr sz="2000"/>
            </a:lvl1pPr>
          </a:lstStyle>
          <a:p>
            <a:pPr lvl="0"/>
            <a:endParaRPr lang="pt-BR" sz="3200" b="1" dirty="0">
              <a:solidFill>
                <a:srgbClr val="FF161F"/>
              </a:solidFill>
              <a:latin typeface="Poppins" pitchFamily="2" charset="77"/>
              <a:cs typeface="Poppins" pitchFamily="2" charset="77"/>
            </a:endParaRPr>
          </a:p>
        </p:txBody>
      </p:sp>
      <p:sp>
        <p:nvSpPr>
          <p:cNvPr id="23" name="Espaço Reservado para Texto 2">
            <a:extLst>
              <a:ext uri="{FF2B5EF4-FFF2-40B4-BE49-F238E27FC236}">
                <a16:creationId xmlns:a16="http://schemas.microsoft.com/office/drawing/2014/main" id="{B827104F-8A7C-9FB7-BBED-E74307DED760}"/>
              </a:ext>
            </a:extLst>
          </p:cNvPr>
          <p:cNvSpPr>
            <a:spLocks noGrp="1"/>
          </p:cNvSpPr>
          <p:nvPr>
            <p:ph type="body" sz="quarter" idx="10"/>
          </p:nvPr>
        </p:nvSpPr>
        <p:spPr>
          <a:xfrm>
            <a:off x="3806397" y="2390987"/>
            <a:ext cx="3291478" cy="520700"/>
          </a:xfrm>
          <a:prstGeom prst="rect">
            <a:avLst/>
          </a:prstGeom>
        </p:spPr>
        <p:txBody>
          <a:bodyPr/>
          <a:lstStyle>
            <a:lvl1pPr>
              <a:defRPr sz="1800">
                <a:latin typeface="Poppins" pitchFamily="2" charset="77"/>
                <a:cs typeface="Poppins" pitchFamily="2" charset="77"/>
              </a:defRPr>
            </a:lvl1pPr>
          </a:lstStyle>
          <a:p>
            <a:pPr lvl="0"/>
            <a:endParaRPr lang="pt-BR" sz="1400" dirty="0"/>
          </a:p>
        </p:txBody>
      </p:sp>
      <p:sp>
        <p:nvSpPr>
          <p:cNvPr id="24" name="Espaço Reservado para Texto 2">
            <a:extLst>
              <a:ext uri="{FF2B5EF4-FFF2-40B4-BE49-F238E27FC236}">
                <a16:creationId xmlns:a16="http://schemas.microsoft.com/office/drawing/2014/main" id="{E3E84CB9-3C74-4CC5-885E-173460977B01}"/>
              </a:ext>
            </a:extLst>
          </p:cNvPr>
          <p:cNvSpPr>
            <a:spLocks noGrp="1"/>
          </p:cNvSpPr>
          <p:nvPr>
            <p:ph type="body" sz="quarter" idx="11"/>
          </p:nvPr>
        </p:nvSpPr>
        <p:spPr>
          <a:xfrm>
            <a:off x="3806397" y="3725169"/>
            <a:ext cx="3291478" cy="520700"/>
          </a:xfrm>
          <a:prstGeom prst="rect">
            <a:avLst/>
          </a:prstGeom>
        </p:spPr>
        <p:txBody>
          <a:bodyPr/>
          <a:lstStyle>
            <a:lvl1pPr>
              <a:defRPr sz="1800">
                <a:latin typeface="Poppins" pitchFamily="2" charset="77"/>
                <a:cs typeface="Poppins" pitchFamily="2" charset="77"/>
              </a:defRPr>
            </a:lvl1pPr>
          </a:lstStyle>
          <a:p>
            <a:pPr lvl="0"/>
            <a:endParaRPr lang="pt-BR" sz="1400"/>
          </a:p>
        </p:txBody>
      </p:sp>
      <p:sp>
        <p:nvSpPr>
          <p:cNvPr id="25" name="Espaço Reservado para Texto 2">
            <a:extLst>
              <a:ext uri="{FF2B5EF4-FFF2-40B4-BE49-F238E27FC236}">
                <a16:creationId xmlns:a16="http://schemas.microsoft.com/office/drawing/2014/main" id="{9EBD0A1C-3165-F3AD-4A66-F6DF26C8018A}"/>
              </a:ext>
            </a:extLst>
          </p:cNvPr>
          <p:cNvSpPr>
            <a:spLocks noGrp="1"/>
          </p:cNvSpPr>
          <p:nvPr>
            <p:ph type="body" sz="quarter" idx="12"/>
          </p:nvPr>
        </p:nvSpPr>
        <p:spPr>
          <a:xfrm>
            <a:off x="3806397" y="5024223"/>
            <a:ext cx="3291478" cy="520700"/>
          </a:xfrm>
          <a:prstGeom prst="rect">
            <a:avLst/>
          </a:prstGeom>
        </p:spPr>
        <p:txBody>
          <a:bodyPr/>
          <a:lstStyle>
            <a:lvl1pPr>
              <a:defRPr sz="1800">
                <a:latin typeface="Poppins" pitchFamily="2" charset="77"/>
                <a:cs typeface="Poppins" pitchFamily="2" charset="77"/>
              </a:defRPr>
            </a:lvl1pPr>
          </a:lstStyle>
          <a:p>
            <a:pPr lvl="0"/>
            <a:endParaRPr lang="pt-BR" sz="1400"/>
          </a:p>
        </p:txBody>
      </p:sp>
      <p:sp>
        <p:nvSpPr>
          <p:cNvPr id="26" name="Espaço Reservado para Texto 2">
            <a:extLst>
              <a:ext uri="{FF2B5EF4-FFF2-40B4-BE49-F238E27FC236}">
                <a16:creationId xmlns:a16="http://schemas.microsoft.com/office/drawing/2014/main" id="{0B8A5FC0-A056-52EE-71E9-C76FF2FA0E16}"/>
              </a:ext>
            </a:extLst>
          </p:cNvPr>
          <p:cNvSpPr>
            <a:spLocks noGrp="1"/>
          </p:cNvSpPr>
          <p:nvPr>
            <p:ph type="body" sz="quarter" idx="13"/>
          </p:nvPr>
        </p:nvSpPr>
        <p:spPr>
          <a:xfrm>
            <a:off x="8183525" y="2390987"/>
            <a:ext cx="3291478" cy="520700"/>
          </a:xfrm>
          <a:prstGeom prst="rect">
            <a:avLst/>
          </a:prstGeom>
        </p:spPr>
        <p:txBody>
          <a:bodyPr/>
          <a:lstStyle>
            <a:lvl1pPr>
              <a:defRPr sz="1800">
                <a:latin typeface="Poppins" pitchFamily="2" charset="77"/>
                <a:cs typeface="Poppins" pitchFamily="2" charset="77"/>
              </a:defRPr>
            </a:lvl1pPr>
          </a:lstStyle>
          <a:p>
            <a:pPr lvl="0"/>
            <a:endParaRPr lang="pt-BR" sz="1400"/>
          </a:p>
        </p:txBody>
      </p:sp>
      <p:sp>
        <p:nvSpPr>
          <p:cNvPr id="27" name="Espaço Reservado para Texto 2">
            <a:extLst>
              <a:ext uri="{FF2B5EF4-FFF2-40B4-BE49-F238E27FC236}">
                <a16:creationId xmlns:a16="http://schemas.microsoft.com/office/drawing/2014/main" id="{F0819ACD-D5C7-CD6F-359C-B05654C217E1}"/>
              </a:ext>
            </a:extLst>
          </p:cNvPr>
          <p:cNvSpPr>
            <a:spLocks noGrp="1"/>
          </p:cNvSpPr>
          <p:nvPr>
            <p:ph type="body" sz="quarter" idx="14"/>
          </p:nvPr>
        </p:nvSpPr>
        <p:spPr>
          <a:xfrm>
            <a:off x="8183525" y="3680360"/>
            <a:ext cx="3291478" cy="520700"/>
          </a:xfrm>
          <a:prstGeom prst="rect">
            <a:avLst/>
          </a:prstGeom>
        </p:spPr>
        <p:txBody>
          <a:bodyPr/>
          <a:lstStyle>
            <a:lvl1pPr>
              <a:defRPr sz="1800">
                <a:latin typeface="Poppins" pitchFamily="2" charset="77"/>
                <a:cs typeface="Poppins" pitchFamily="2" charset="77"/>
              </a:defRPr>
            </a:lvl1pPr>
          </a:lstStyle>
          <a:p>
            <a:pPr lvl="0"/>
            <a:endParaRPr lang="pt-BR" sz="1400"/>
          </a:p>
        </p:txBody>
      </p:sp>
      <p:sp>
        <p:nvSpPr>
          <p:cNvPr id="28" name="Espaço Reservado para Texto 2">
            <a:extLst>
              <a:ext uri="{FF2B5EF4-FFF2-40B4-BE49-F238E27FC236}">
                <a16:creationId xmlns:a16="http://schemas.microsoft.com/office/drawing/2014/main" id="{2582FFA0-28A6-4098-F8CA-26694CA29C49}"/>
              </a:ext>
            </a:extLst>
          </p:cNvPr>
          <p:cNvSpPr>
            <a:spLocks noGrp="1"/>
          </p:cNvSpPr>
          <p:nvPr>
            <p:ph type="body" sz="quarter" idx="15"/>
          </p:nvPr>
        </p:nvSpPr>
        <p:spPr>
          <a:xfrm>
            <a:off x="8183525" y="5024223"/>
            <a:ext cx="3291478" cy="520700"/>
          </a:xfrm>
          <a:prstGeom prst="rect">
            <a:avLst/>
          </a:prstGeom>
        </p:spPr>
        <p:txBody>
          <a:bodyPr/>
          <a:lstStyle>
            <a:lvl1pPr>
              <a:defRPr sz="1800">
                <a:latin typeface="Poppins" pitchFamily="2" charset="77"/>
                <a:cs typeface="Poppins" pitchFamily="2" charset="77"/>
              </a:defRPr>
            </a:lvl1pPr>
          </a:lstStyle>
          <a:p>
            <a:pPr lvl="0"/>
            <a:endParaRPr lang="pt-BR" sz="1400"/>
          </a:p>
        </p:txBody>
      </p:sp>
      <p:sp>
        <p:nvSpPr>
          <p:cNvPr id="3" name="Espaço Reservado para Texto 2">
            <a:extLst>
              <a:ext uri="{FF2B5EF4-FFF2-40B4-BE49-F238E27FC236}">
                <a16:creationId xmlns:a16="http://schemas.microsoft.com/office/drawing/2014/main" id="{9DFE0625-AA70-F1DE-B673-60677C6CB96F}"/>
              </a:ext>
            </a:extLst>
          </p:cNvPr>
          <p:cNvSpPr>
            <a:spLocks noGrp="1"/>
          </p:cNvSpPr>
          <p:nvPr>
            <p:ph type="body" sz="quarter" idx="16"/>
          </p:nvPr>
        </p:nvSpPr>
        <p:spPr>
          <a:xfrm>
            <a:off x="2023316" y="2365587"/>
            <a:ext cx="4123483" cy="520700"/>
          </a:xfrm>
          <a:prstGeom prst="rect">
            <a:avLst/>
          </a:prstGeom>
        </p:spPr>
        <p:txBody>
          <a:bodyPr/>
          <a:lstStyle>
            <a:lvl1pPr>
              <a:defRPr sz="1800">
                <a:latin typeface="Poppins" pitchFamily="2" charset="77"/>
                <a:cs typeface="Poppins" pitchFamily="2" charset="77"/>
              </a:defRPr>
            </a:lvl1pPr>
          </a:lstStyle>
          <a:p>
            <a:pPr lvl="0"/>
            <a:endParaRPr lang="pt-BR" sz="1500" dirty="0"/>
          </a:p>
        </p:txBody>
      </p:sp>
      <p:sp>
        <p:nvSpPr>
          <p:cNvPr id="6" name="Espaço Reservado para Texto 2">
            <a:extLst>
              <a:ext uri="{FF2B5EF4-FFF2-40B4-BE49-F238E27FC236}">
                <a16:creationId xmlns:a16="http://schemas.microsoft.com/office/drawing/2014/main" id="{5DD16BD6-7091-BA1E-9487-920A914467C8}"/>
              </a:ext>
            </a:extLst>
          </p:cNvPr>
          <p:cNvSpPr>
            <a:spLocks noGrp="1"/>
          </p:cNvSpPr>
          <p:nvPr>
            <p:ph type="body" sz="quarter" idx="17"/>
          </p:nvPr>
        </p:nvSpPr>
        <p:spPr>
          <a:xfrm>
            <a:off x="2023316" y="3699769"/>
            <a:ext cx="4123483" cy="520700"/>
          </a:xfrm>
          <a:prstGeom prst="rect">
            <a:avLst/>
          </a:prstGeom>
        </p:spPr>
        <p:txBody>
          <a:bodyPr/>
          <a:lstStyle>
            <a:lvl1pPr>
              <a:defRPr sz="1800">
                <a:latin typeface="Poppins" pitchFamily="2" charset="77"/>
                <a:cs typeface="Poppins" pitchFamily="2" charset="77"/>
              </a:defRPr>
            </a:lvl1pPr>
          </a:lstStyle>
          <a:p>
            <a:pPr lvl="0"/>
            <a:endParaRPr lang="pt-BR" sz="1500"/>
          </a:p>
        </p:txBody>
      </p:sp>
      <p:sp>
        <p:nvSpPr>
          <p:cNvPr id="14" name="Espaço Reservado para Texto 2">
            <a:extLst>
              <a:ext uri="{FF2B5EF4-FFF2-40B4-BE49-F238E27FC236}">
                <a16:creationId xmlns:a16="http://schemas.microsoft.com/office/drawing/2014/main" id="{9BFE4A9E-092C-09FD-8911-BC88F5797CE5}"/>
              </a:ext>
            </a:extLst>
          </p:cNvPr>
          <p:cNvSpPr>
            <a:spLocks noGrp="1"/>
          </p:cNvSpPr>
          <p:nvPr>
            <p:ph type="body" sz="quarter" idx="18"/>
          </p:nvPr>
        </p:nvSpPr>
        <p:spPr>
          <a:xfrm>
            <a:off x="2023316" y="4998823"/>
            <a:ext cx="4123483" cy="520700"/>
          </a:xfrm>
          <a:prstGeom prst="rect">
            <a:avLst/>
          </a:prstGeom>
        </p:spPr>
        <p:txBody>
          <a:bodyPr/>
          <a:lstStyle>
            <a:lvl1pPr>
              <a:defRPr sz="1800">
                <a:latin typeface="Poppins" pitchFamily="2" charset="77"/>
                <a:cs typeface="Poppins" pitchFamily="2" charset="77"/>
              </a:defRPr>
            </a:lvl1pPr>
          </a:lstStyle>
          <a:p>
            <a:pPr lvl="0"/>
            <a:endParaRPr lang="pt-BR" sz="1500"/>
          </a:p>
        </p:txBody>
      </p:sp>
      <p:sp>
        <p:nvSpPr>
          <p:cNvPr id="15" name="Espaço Reservado para Texto 2">
            <a:extLst>
              <a:ext uri="{FF2B5EF4-FFF2-40B4-BE49-F238E27FC236}">
                <a16:creationId xmlns:a16="http://schemas.microsoft.com/office/drawing/2014/main" id="{51CD4110-93BD-BD8C-4891-9A8786CDE43E}"/>
              </a:ext>
            </a:extLst>
          </p:cNvPr>
          <p:cNvSpPr>
            <a:spLocks noGrp="1"/>
          </p:cNvSpPr>
          <p:nvPr>
            <p:ph type="body" sz="quarter" idx="19"/>
          </p:nvPr>
        </p:nvSpPr>
        <p:spPr>
          <a:xfrm>
            <a:off x="7660284" y="2370667"/>
            <a:ext cx="4018635" cy="520700"/>
          </a:xfrm>
          <a:prstGeom prst="rect">
            <a:avLst/>
          </a:prstGeom>
        </p:spPr>
        <p:txBody>
          <a:bodyPr/>
          <a:lstStyle>
            <a:lvl1pPr>
              <a:defRPr sz="1800">
                <a:latin typeface="Poppins" pitchFamily="2" charset="77"/>
                <a:cs typeface="Poppins" pitchFamily="2" charset="77"/>
              </a:defRPr>
            </a:lvl1pPr>
          </a:lstStyle>
          <a:p>
            <a:pPr lvl="0"/>
            <a:endParaRPr lang="pt-BR" sz="1500"/>
          </a:p>
        </p:txBody>
      </p:sp>
      <p:sp>
        <p:nvSpPr>
          <p:cNvPr id="20" name="Espaço Reservado para Texto 2">
            <a:extLst>
              <a:ext uri="{FF2B5EF4-FFF2-40B4-BE49-F238E27FC236}">
                <a16:creationId xmlns:a16="http://schemas.microsoft.com/office/drawing/2014/main" id="{34A1BC30-187A-F888-95F4-69E1B736A3D8}"/>
              </a:ext>
            </a:extLst>
          </p:cNvPr>
          <p:cNvSpPr>
            <a:spLocks noGrp="1"/>
          </p:cNvSpPr>
          <p:nvPr>
            <p:ph type="body" sz="quarter" idx="20"/>
          </p:nvPr>
        </p:nvSpPr>
        <p:spPr>
          <a:xfrm>
            <a:off x="7660284" y="3660040"/>
            <a:ext cx="4018635" cy="520700"/>
          </a:xfrm>
          <a:prstGeom prst="rect">
            <a:avLst/>
          </a:prstGeom>
        </p:spPr>
        <p:txBody>
          <a:bodyPr/>
          <a:lstStyle>
            <a:lvl1pPr>
              <a:defRPr sz="1800">
                <a:latin typeface="Poppins" pitchFamily="2" charset="77"/>
                <a:cs typeface="Poppins" pitchFamily="2" charset="77"/>
              </a:defRPr>
            </a:lvl1pPr>
          </a:lstStyle>
          <a:p>
            <a:pPr lvl="0"/>
            <a:endParaRPr lang="pt-BR" sz="1500"/>
          </a:p>
        </p:txBody>
      </p:sp>
      <p:sp>
        <p:nvSpPr>
          <p:cNvPr id="21" name="Espaço Reservado para Texto 2">
            <a:extLst>
              <a:ext uri="{FF2B5EF4-FFF2-40B4-BE49-F238E27FC236}">
                <a16:creationId xmlns:a16="http://schemas.microsoft.com/office/drawing/2014/main" id="{465A44E8-8516-887B-BCD1-26FF7882AA96}"/>
              </a:ext>
            </a:extLst>
          </p:cNvPr>
          <p:cNvSpPr>
            <a:spLocks noGrp="1"/>
          </p:cNvSpPr>
          <p:nvPr>
            <p:ph type="body" sz="quarter" idx="21"/>
          </p:nvPr>
        </p:nvSpPr>
        <p:spPr>
          <a:xfrm>
            <a:off x="7660284" y="5003903"/>
            <a:ext cx="4018635" cy="520700"/>
          </a:xfrm>
          <a:prstGeom prst="rect">
            <a:avLst/>
          </a:prstGeom>
        </p:spPr>
        <p:txBody>
          <a:bodyPr/>
          <a:lstStyle>
            <a:lvl1pPr>
              <a:defRPr sz="1800">
                <a:latin typeface="Poppins" pitchFamily="2" charset="77"/>
                <a:cs typeface="Poppins" pitchFamily="2" charset="77"/>
              </a:defRPr>
            </a:lvl1pPr>
          </a:lstStyle>
          <a:p>
            <a:pPr lvl="0"/>
            <a:endParaRPr lang="pt-BR" sz="1500"/>
          </a:p>
        </p:txBody>
      </p:sp>
      <p:sp>
        <p:nvSpPr>
          <p:cNvPr id="29" name="Retângulo: Cantos Arredondados 1">
            <a:extLst>
              <a:ext uri="{FF2B5EF4-FFF2-40B4-BE49-F238E27FC236}">
                <a16:creationId xmlns:a16="http://schemas.microsoft.com/office/drawing/2014/main" id="{FED6A8E2-1E7E-9890-9479-33377106E36F}"/>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0" name="Google Shape;82;p33">
            <a:extLst>
              <a:ext uri="{FF2B5EF4-FFF2-40B4-BE49-F238E27FC236}">
                <a16:creationId xmlns:a16="http://schemas.microsoft.com/office/drawing/2014/main" id="{28A9A2E2-1133-F6AB-BB54-B57920FBC711}"/>
              </a:ext>
            </a:extLst>
          </p:cNvPr>
          <p:cNvSpPr txBox="1"/>
          <p:nvPr userDrawn="1"/>
        </p:nvSpPr>
        <p:spPr>
          <a:xfrm>
            <a:off x="779302" y="669715"/>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Prática</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1904220120"/>
      </p:ext>
    </p:extLst>
  </p:cSld>
  <p:clrMapOvr>
    <a:masterClrMapping/>
  </p:clrMapOvr>
</p:sldLayout>
</file>

<file path=ppt/slideLayouts/slideLayout421.xml><?xml version="1.0" encoding="utf-8"?>
<p:sldLayout xmlns:a="http://schemas.openxmlformats.org/drawingml/2006/main" xmlns:r="http://schemas.openxmlformats.org/officeDocument/2006/relationships" xmlns:p="http://schemas.openxmlformats.org/presentationml/2006/main" matchingName="2_Linha do Tempo1" userDrawn="1">
  <p:cSld name="13_Linha do Tempo1">
    <p:spTree>
      <p:nvGrpSpPr>
        <p:cNvPr id="1" name="Shape 178"/>
        <p:cNvGrpSpPr/>
        <p:nvPr/>
      </p:nvGrpSpPr>
      <p:grpSpPr>
        <a:xfrm>
          <a:off x="0" y="0"/>
          <a:ext cx="0" cy="0"/>
          <a:chOff x="0" y="0"/>
          <a:chExt cx="0" cy="0"/>
        </a:xfrm>
      </p:grpSpPr>
      <p:pic>
        <p:nvPicPr>
          <p:cNvPr id="3" name="Google Shape;142;p13">
            <a:extLst>
              <a:ext uri="{FF2B5EF4-FFF2-40B4-BE49-F238E27FC236}">
                <a16:creationId xmlns:a16="http://schemas.microsoft.com/office/drawing/2014/main" id="{2D7A8368-60B2-6751-B15B-34C55D04373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6281734"/>
            <a:ext cx="12192000" cy="595317"/>
          </a:xfrm>
          <a:prstGeom prst="rect">
            <a:avLst/>
          </a:prstGeom>
          <a:noFill/>
          <a:ln>
            <a:noFill/>
          </a:ln>
        </p:spPr>
      </p:pic>
      <p:pic>
        <p:nvPicPr>
          <p:cNvPr id="16" name="Google Shape;143;p13">
            <a:extLst>
              <a:ext uri="{FF2B5EF4-FFF2-40B4-BE49-F238E27FC236}">
                <a16:creationId xmlns:a16="http://schemas.microsoft.com/office/drawing/2014/main" id="{0807CC97-AB6C-4EDA-BCE8-D64B2FA7A00E}"/>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9526"/>
            <a:ext cx="12192000" cy="568301"/>
          </a:xfrm>
          <a:prstGeom prst="rect">
            <a:avLst/>
          </a:prstGeom>
          <a:noFill/>
          <a:ln>
            <a:noFill/>
          </a:ln>
        </p:spPr>
      </p:pic>
      <p:sp>
        <p:nvSpPr>
          <p:cNvPr id="24" name="Espaço Reservado para Texto 39">
            <a:extLst>
              <a:ext uri="{FF2B5EF4-FFF2-40B4-BE49-F238E27FC236}">
                <a16:creationId xmlns:a16="http://schemas.microsoft.com/office/drawing/2014/main" id="{AB0AA639-9A67-9FDE-ED9E-8B05554178B0}"/>
              </a:ext>
            </a:extLst>
          </p:cNvPr>
          <p:cNvSpPr>
            <a:spLocks noGrp="1"/>
          </p:cNvSpPr>
          <p:nvPr>
            <p:ph type="body" sz="quarter" idx="4294967295"/>
          </p:nvPr>
        </p:nvSpPr>
        <p:spPr>
          <a:xfrm>
            <a:off x="2789174" y="919259"/>
            <a:ext cx="6425888" cy="503141"/>
          </a:xfrm>
          <a:prstGeom prst="rect">
            <a:avLst/>
          </a:prstGeom>
        </p:spPr>
        <p:txBody>
          <a:bodyPr/>
          <a:lstStyle>
            <a:lvl1pPr>
              <a:defRPr sz="2400">
                <a:latin typeface="Poppins" pitchFamily="2" charset="77"/>
                <a:cs typeface="Poppins" pitchFamily="2" charset="77"/>
              </a:defRPr>
            </a:lvl1pPr>
          </a:lstStyle>
          <a:p>
            <a:pPr lvl="0"/>
            <a:endParaRPr lang="pt-BR" sz="3200" b="1" dirty="0">
              <a:solidFill>
                <a:srgbClr val="FF161F"/>
              </a:solidFill>
            </a:endParaRPr>
          </a:p>
        </p:txBody>
      </p:sp>
      <p:sp>
        <p:nvSpPr>
          <p:cNvPr id="25" name="Espaço Reservado para Texto 39">
            <a:extLst>
              <a:ext uri="{FF2B5EF4-FFF2-40B4-BE49-F238E27FC236}">
                <a16:creationId xmlns:a16="http://schemas.microsoft.com/office/drawing/2014/main" id="{CE041573-D5E2-12A3-3F6B-7E86F8F89FC0}"/>
              </a:ext>
            </a:extLst>
          </p:cNvPr>
          <p:cNvSpPr>
            <a:spLocks noGrp="1"/>
          </p:cNvSpPr>
          <p:nvPr>
            <p:ph type="body" sz="quarter" idx="4294967295"/>
          </p:nvPr>
        </p:nvSpPr>
        <p:spPr>
          <a:xfrm>
            <a:off x="3562371" y="1936680"/>
            <a:ext cx="3279561" cy="318729"/>
          </a:xfrm>
          <a:prstGeom prst="rect">
            <a:avLst/>
          </a:prstGeom>
        </p:spPr>
        <p:txBody>
          <a:bodyPr/>
          <a:lstStyle>
            <a:lvl1pPr>
              <a:defRPr sz="2400">
                <a:latin typeface="Poppins" pitchFamily="2" charset="77"/>
                <a:cs typeface="Poppins" pitchFamily="2" charset="77"/>
              </a:defRPr>
            </a:lvl1pPr>
          </a:lstStyle>
          <a:p>
            <a:pPr lvl="0"/>
            <a:endParaRPr lang="pt-BR" sz="1700" b="1" dirty="0"/>
          </a:p>
        </p:txBody>
      </p:sp>
      <p:sp>
        <p:nvSpPr>
          <p:cNvPr id="26" name="Espaço Reservado para Texto 39">
            <a:extLst>
              <a:ext uri="{FF2B5EF4-FFF2-40B4-BE49-F238E27FC236}">
                <a16:creationId xmlns:a16="http://schemas.microsoft.com/office/drawing/2014/main" id="{F50B63B8-22F0-F5E8-DDE6-EFDE17BCB2C0}"/>
              </a:ext>
            </a:extLst>
          </p:cNvPr>
          <p:cNvSpPr>
            <a:spLocks noGrp="1"/>
          </p:cNvSpPr>
          <p:nvPr>
            <p:ph type="body" sz="quarter" idx="4294967295"/>
          </p:nvPr>
        </p:nvSpPr>
        <p:spPr>
          <a:xfrm>
            <a:off x="3562371" y="2454431"/>
            <a:ext cx="3261315" cy="573141"/>
          </a:xfrm>
          <a:prstGeom prst="rect">
            <a:avLst/>
          </a:prstGeom>
        </p:spPr>
        <p:txBody>
          <a:bodyPr/>
          <a:lstStyle>
            <a:lvl1pPr>
              <a:defRPr sz="2400">
                <a:latin typeface="Poppins" pitchFamily="2" charset="77"/>
                <a:cs typeface="Poppins" pitchFamily="2" charset="77"/>
              </a:defRPr>
            </a:lvl1pPr>
          </a:lstStyle>
          <a:p>
            <a:pPr lvl="0"/>
            <a:endParaRPr lang="pt-BR" sz="1400"/>
          </a:p>
        </p:txBody>
      </p:sp>
      <p:sp>
        <p:nvSpPr>
          <p:cNvPr id="27" name="Espaço Reservado para Texto 39">
            <a:extLst>
              <a:ext uri="{FF2B5EF4-FFF2-40B4-BE49-F238E27FC236}">
                <a16:creationId xmlns:a16="http://schemas.microsoft.com/office/drawing/2014/main" id="{32170C35-9E6D-B380-D2F6-E86880FF911A}"/>
              </a:ext>
            </a:extLst>
          </p:cNvPr>
          <p:cNvSpPr>
            <a:spLocks noGrp="1"/>
          </p:cNvSpPr>
          <p:nvPr>
            <p:ph type="body" sz="quarter" idx="4294967295"/>
          </p:nvPr>
        </p:nvSpPr>
        <p:spPr>
          <a:xfrm>
            <a:off x="3562371" y="3351392"/>
            <a:ext cx="3279561" cy="314574"/>
          </a:xfrm>
          <a:prstGeom prst="rect">
            <a:avLst/>
          </a:prstGeom>
        </p:spPr>
        <p:txBody>
          <a:bodyPr/>
          <a:lstStyle>
            <a:lvl1pPr>
              <a:defRPr sz="2400">
                <a:latin typeface="Poppins" pitchFamily="2" charset="77"/>
                <a:cs typeface="Poppins" pitchFamily="2" charset="77"/>
              </a:defRPr>
            </a:lvl1pPr>
          </a:lstStyle>
          <a:p>
            <a:pPr lvl="0"/>
            <a:endParaRPr lang="pt-BR" sz="1700" b="1"/>
          </a:p>
        </p:txBody>
      </p:sp>
      <p:sp>
        <p:nvSpPr>
          <p:cNvPr id="28" name="Espaço Reservado para Texto 39">
            <a:extLst>
              <a:ext uri="{FF2B5EF4-FFF2-40B4-BE49-F238E27FC236}">
                <a16:creationId xmlns:a16="http://schemas.microsoft.com/office/drawing/2014/main" id="{D8403790-B243-504B-4B3B-E678FD4E2C6C}"/>
              </a:ext>
            </a:extLst>
          </p:cNvPr>
          <p:cNvSpPr>
            <a:spLocks noGrp="1"/>
          </p:cNvSpPr>
          <p:nvPr>
            <p:ph type="body" sz="quarter" idx="4294967295"/>
          </p:nvPr>
        </p:nvSpPr>
        <p:spPr>
          <a:xfrm>
            <a:off x="3580631" y="3950371"/>
            <a:ext cx="3241950" cy="638715"/>
          </a:xfrm>
          <a:prstGeom prst="rect">
            <a:avLst/>
          </a:prstGeom>
        </p:spPr>
        <p:txBody>
          <a:bodyPr/>
          <a:lstStyle>
            <a:lvl1pPr>
              <a:defRPr sz="2400">
                <a:latin typeface="Poppins" pitchFamily="2" charset="77"/>
                <a:cs typeface="Poppins" pitchFamily="2" charset="77"/>
              </a:defRPr>
            </a:lvl1pPr>
          </a:lstStyle>
          <a:p>
            <a:pPr lvl="0"/>
            <a:endParaRPr lang="pt-BR" sz="1400"/>
          </a:p>
        </p:txBody>
      </p:sp>
      <p:sp>
        <p:nvSpPr>
          <p:cNvPr id="29" name="Espaço Reservado para Texto 39">
            <a:extLst>
              <a:ext uri="{FF2B5EF4-FFF2-40B4-BE49-F238E27FC236}">
                <a16:creationId xmlns:a16="http://schemas.microsoft.com/office/drawing/2014/main" id="{D9F8F0BD-D030-F35F-4AC4-370A172E5269}"/>
              </a:ext>
            </a:extLst>
          </p:cNvPr>
          <p:cNvSpPr>
            <a:spLocks noGrp="1"/>
          </p:cNvSpPr>
          <p:nvPr>
            <p:ph type="body" sz="quarter" idx="4294967295"/>
          </p:nvPr>
        </p:nvSpPr>
        <p:spPr>
          <a:xfrm>
            <a:off x="3580630" y="4736672"/>
            <a:ext cx="3261302" cy="310597"/>
          </a:xfrm>
          <a:prstGeom prst="rect">
            <a:avLst/>
          </a:prstGeom>
        </p:spPr>
        <p:txBody>
          <a:bodyPr/>
          <a:lstStyle>
            <a:lvl1pPr>
              <a:defRPr sz="2400">
                <a:latin typeface="Poppins" pitchFamily="2" charset="77"/>
                <a:cs typeface="Poppins" pitchFamily="2" charset="77"/>
              </a:defRPr>
            </a:lvl1pPr>
          </a:lstStyle>
          <a:p>
            <a:pPr lvl="0"/>
            <a:endParaRPr lang="pt-BR" sz="1700" b="1"/>
          </a:p>
        </p:txBody>
      </p:sp>
      <p:sp>
        <p:nvSpPr>
          <p:cNvPr id="30" name="Espaço Reservado para Texto 39">
            <a:extLst>
              <a:ext uri="{FF2B5EF4-FFF2-40B4-BE49-F238E27FC236}">
                <a16:creationId xmlns:a16="http://schemas.microsoft.com/office/drawing/2014/main" id="{CACAE196-8F4F-D26A-840B-DC5B7599A6DF}"/>
              </a:ext>
            </a:extLst>
          </p:cNvPr>
          <p:cNvSpPr>
            <a:spLocks noGrp="1"/>
          </p:cNvSpPr>
          <p:nvPr>
            <p:ph type="body" sz="quarter" idx="4294967295"/>
          </p:nvPr>
        </p:nvSpPr>
        <p:spPr>
          <a:xfrm>
            <a:off x="3580630" y="5221571"/>
            <a:ext cx="3261302" cy="573140"/>
          </a:xfrm>
          <a:prstGeom prst="rect">
            <a:avLst/>
          </a:prstGeom>
        </p:spPr>
        <p:txBody>
          <a:bodyPr/>
          <a:lstStyle>
            <a:lvl1pPr>
              <a:defRPr sz="2400">
                <a:latin typeface="Poppins" pitchFamily="2" charset="77"/>
                <a:cs typeface="Poppins" pitchFamily="2" charset="77"/>
              </a:defRPr>
            </a:lvl1pPr>
          </a:lstStyle>
          <a:p>
            <a:pPr lvl="0"/>
            <a:endParaRPr lang="pt-BR" sz="1400"/>
          </a:p>
        </p:txBody>
      </p:sp>
      <p:sp>
        <p:nvSpPr>
          <p:cNvPr id="31" name="Espaço Reservado para Texto 3">
            <a:extLst>
              <a:ext uri="{FF2B5EF4-FFF2-40B4-BE49-F238E27FC236}">
                <a16:creationId xmlns:a16="http://schemas.microsoft.com/office/drawing/2014/main" id="{44AD59FD-AEA8-0529-483B-37552E800880}"/>
              </a:ext>
            </a:extLst>
          </p:cNvPr>
          <p:cNvSpPr>
            <a:spLocks noGrp="1"/>
          </p:cNvSpPr>
          <p:nvPr>
            <p:ph type="body" sz="quarter" idx="10"/>
          </p:nvPr>
        </p:nvSpPr>
        <p:spPr>
          <a:xfrm>
            <a:off x="8011121" y="1942710"/>
            <a:ext cx="3241951" cy="320229"/>
          </a:xfrm>
          <a:prstGeom prst="rect">
            <a:avLst/>
          </a:prstGeom>
        </p:spPr>
        <p:txBody>
          <a:bodyPr/>
          <a:lstStyle>
            <a:lvl1pPr>
              <a:defRPr sz="1800">
                <a:latin typeface="Poppins" pitchFamily="2" charset="77"/>
                <a:cs typeface="Poppins" pitchFamily="2" charset="77"/>
              </a:defRPr>
            </a:lvl1pPr>
          </a:lstStyle>
          <a:p>
            <a:pPr lvl="0"/>
            <a:endParaRPr lang="pt-BR" sz="1700" b="1"/>
          </a:p>
        </p:txBody>
      </p:sp>
      <p:sp>
        <p:nvSpPr>
          <p:cNvPr id="32" name="Espaço Reservado para Texto 3">
            <a:extLst>
              <a:ext uri="{FF2B5EF4-FFF2-40B4-BE49-F238E27FC236}">
                <a16:creationId xmlns:a16="http://schemas.microsoft.com/office/drawing/2014/main" id="{5C9B4493-48B0-6D0E-5275-5A2917B1638F}"/>
              </a:ext>
            </a:extLst>
          </p:cNvPr>
          <p:cNvSpPr>
            <a:spLocks noGrp="1"/>
          </p:cNvSpPr>
          <p:nvPr>
            <p:ph type="body" sz="quarter" idx="11"/>
          </p:nvPr>
        </p:nvSpPr>
        <p:spPr>
          <a:xfrm>
            <a:off x="8011122" y="2454431"/>
            <a:ext cx="3241950" cy="573137"/>
          </a:xfrm>
          <a:prstGeom prst="rect">
            <a:avLst/>
          </a:prstGeom>
        </p:spPr>
        <p:txBody>
          <a:bodyPr/>
          <a:lstStyle>
            <a:lvl1pPr>
              <a:defRPr sz="1800">
                <a:latin typeface="Poppins" pitchFamily="2" charset="77"/>
                <a:cs typeface="Poppins" pitchFamily="2" charset="77"/>
              </a:defRPr>
            </a:lvl1pPr>
          </a:lstStyle>
          <a:p>
            <a:pPr lvl="0"/>
            <a:endParaRPr lang="pt-BR" sz="1400"/>
          </a:p>
        </p:txBody>
      </p:sp>
      <p:sp>
        <p:nvSpPr>
          <p:cNvPr id="33" name="Espaço Reservado para Texto 3">
            <a:extLst>
              <a:ext uri="{FF2B5EF4-FFF2-40B4-BE49-F238E27FC236}">
                <a16:creationId xmlns:a16="http://schemas.microsoft.com/office/drawing/2014/main" id="{877E37FD-819D-38DA-B077-4311BB0AF373}"/>
              </a:ext>
            </a:extLst>
          </p:cNvPr>
          <p:cNvSpPr>
            <a:spLocks noGrp="1"/>
          </p:cNvSpPr>
          <p:nvPr>
            <p:ph type="body" sz="quarter" idx="12"/>
          </p:nvPr>
        </p:nvSpPr>
        <p:spPr>
          <a:xfrm>
            <a:off x="8011121" y="3345736"/>
            <a:ext cx="3241951" cy="320229"/>
          </a:xfrm>
          <a:prstGeom prst="rect">
            <a:avLst/>
          </a:prstGeom>
        </p:spPr>
        <p:txBody>
          <a:bodyPr/>
          <a:lstStyle>
            <a:lvl1pPr>
              <a:defRPr sz="1800">
                <a:latin typeface="Poppins" pitchFamily="2" charset="77"/>
                <a:cs typeface="Poppins" pitchFamily="2" charset="77"/>
              </a:defRPr>
            </a:lvl1pPr>
          </a:lstStyle>
          <a:p>
            <a:pPr lvl="0"/>
            <a:endParaRPr lang="pt-BR" sz="1700" b="1"/>
          </a:p>
        </p:txBody>
      </p:sp>
      <p:sp>
        <p:nvSpPr>
          <p:cNvPr id="34" name="Espaço Reservado para Texto 3">
            <a:extLst>
              <a:ext uri="{FF2B5EF4-FFF2-40B4-BE49-F238E27FC236}">
                <a16:creationId xmlns:a16="http://schemas.microsoft.com/office/drawing/2014/main" id="{591A178B-43F0-D10C-30B2-C86AF2C113DC}"/>
              </a:ext>
            </a:extLst>
          </p:cNvPr>
          <p:cNvSpPr>
            <a:spLocks noGrp="1"/>
          </p:cNvSpPr>
          <p:nvPr>
            <p:ph type="body" sz="quarter" idx="13"/>
          </p:nvPr>
        </p:nvSpPr>
        <p:spPr>
          <a:xfrm>
            <a:off x="8011122" y="3950370"/>
            <a:ext cx="3241950" cy="638714"/>
          </a:xfrm>
          <a:prstGeom prst="rect">
            <a:avLst/>
          </a:prstGeom>
        </p:spPr>
        <p:txBody>
          <a:bodyPr/>
          <a:lstStyle>
            <a:lvl1pPr>
              <a:defRPr sz="1800">
                <a:latin typeface="Poppins" pitchFamily="2" charset="77"/>
                <a:cs typeface="Poppins" pitchFamily="2" charset="77"/>
              </a:defRPr>
            </a:lvl1pPr>
          </a:lstStyle>
          <a:p>
            <a:pPr lvl="0"/>
            <a:endParaRPr lang="pt-BR" sz="1400"/>
          </a:p>
        </p:txBody>
      </p:sp>
      <p:sp>
        <p:nvSpPr>
          <p:cNvPr id="35" name="Espaço Reservado para Texto 3">
            <a:extLst>
              <a:ext uri="{FF2B5EF4-FFF2-40B4-BE49-F238E27FC236}">
                <a16:creationId xmlns:a16="http://schemas.microsoft.com/office/drawing/2014/main" id="{FFB7343C-10CE-9B52-04C8-9FFEF5076B40}"/>
              </a:ext>
            </a:extLst>
          </p:cNvPr>
          <p:cNvSpPr>
            <a:spLocks noGrp="1"/>
          </p:cNvSpPr>
          <p:nvPr>
            <p:ph type="body" sz="quarter" idx="14"/>
          </p:nvPr>
        </p:nvSpPr>
        <p:spPr>
          <a:xfrm>
            <a:off x="8011121" y="4728892"/>
            <a:ext cx="3241951" cy="320229"/>
          </a:xfrm>
          <a:prstGeom prst="rect">
            <a:avLst/>
          </a:prstGeom>
        </p:spPr>
        <p:txBody>
          <a:bodyPr/>
          <a:lstStyle>
            <a:lvl1pPr>
              <a:defRPr sz="1800">
                <a:latin typeface="Poppins" pitchFamily="2" charset="77"/>
                <a:cs typeface="Poppins" pitchFamily="2" charset="77"/>
              </a:defRPr>
            </a:lvl1pPr>
          </a:lstStyle>
          <a:p>
            <a:pPr lvl="0"/>
            <a:endParaRPr lang="pt-BR" sz="1700" b="1"/>
          </a:p>
        </p:txBody>
      </p:sp>
      <p:sp>
        <p:nvSpPr>
          <p:cNvPr id="36" name="Espaço Reservado para Texto 3">
            <a:extLst>
              <a:ext uri="{FF2B5EF4-FFF2-40B4-BE49-F238E27FC236}">
                <a16:creationId xmlns:a16="http://schemas.microsoft.com/office/drawing/2014/main" id="{0B213C65-4195-F3E3-56F5-632EE496F7CA}"/>
              </a:ext>
            </a:extLst>
          </p:cNvPr>
          <p:cNvSpPr>
            <a:spLocks noGrp="1"/>
          </p:cNvSpPr>
          <p:nvPr>
            <p:ph type="body" sz="quarter" idx="15"/>
          </p:nvPr>
        </p:nvSpPr>
        <p:spPr>
          <a:xfrm>
            <a:off x="8011122" y="5222647"/>
            <a:ext cx="3241950" cy="572065"/>
          </a:xfrm>
          <a:prstGeom prst="rect">
            <a:avLst/>
          </a:prstGeom>
        </p:spPr>
        <p:txBody>
          <a:bodyPr/>
          <a:lstStyle>
            <a:lvl1pPr>
              <a:defRPr sz="1800">
                <a:latin typeface="Poppins" pitchFamily="2" charset="77"/>
                <a:cs typeface="Poppins" pitchFamily="2" charset="77"/>
              </a:defRPr>
            </a:lvl1pPr>
          </a:lstStyle>
          <a:p>
            <a:pPr lvl="0"/>
            <a:endParaRPr lang="pt-BR" sz="1400"/>
          </a:p>
        </p:txBody>
      </p:sp>
      <p:sp>
        <p:nvSpPr>
          <p:cNvPr id="22" name="Retângulo: Cantos Arredondados 1">
            <a:extLst>
              <a:ext uri="{FF2B5EF4-FFF2-40B4-BE49-F238E27FC236}">
                <a16:creationId xmlns:a16="http://schemas.microsoft.com/office/drawing/2014/main" id="{FED6A8E2-1E7E-9890-9479-33377106E36F}"/>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3" name="Google Shape;82;p33">
            <a:extLst>
              <a:ext uri="{FF2B5EF4-FFF2-40B4-BE49-F238E27FC236}">
                <a16:creationId xmlns:a16="http://schemas.microsoft.com/office/drawing/2014/main" id="{28A9A2E2-1133-F6AB-BB54-B57920FBC711}"/>
              </a:ext>
            </a:extLst>
          </p:cNvPr>
          <p:cNvSpPr txBox="1"/>
          <p:nvPr userDrawn="1"/>
        </p:nvSpPr>
        <p:spPr>
          <a:xfrm>
            <a:off x="779302" y="669715"/>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Prática</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200123491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84.xml"/><Relationship Id="rId21" Type="http://schemas.openxmlformats.org/officeDocument/2006/relationships/slideLayout" Target="../slideLayouts/slideLayout79.xml"/><Relationship Id="rId42" Type="http://schemas.openxmlformats.org/officeDocument/2006/relationships/slideLayout" Target="../slideLayouts/slideLayout100.xml"/><Relationship Id="rId47" Type="http://schemas.openxmlformats.org/officeDocument/2006/relationships/slideLayout" Target="../slideLayouts/slideLayout105.xml"/><Relationship Id="rId63" Type="http://schemas.openxmlformats.org/officeDocument/2006/relationships/slideLayout" Target="../slideLayouts/slideLayout121.xml"/><Relationship Id="rId68" Type="http://schemas.openxmlformats.org/officeDocument/2006/relationships/slideLayout" Target="../slideLayouts/slideLayout126.xml"/><Relationship Id="rId84" Type="http://schemas.openxmlformats.org/officeDocument/2006/relationships/theme" Target="../theme/theme2.xml"/><Relationship Id="rId16" Type="http://schemas.openxmlformats.org/officeDocument/2006/relationships/slideLayout" Target="../slideLayouts/slideLayout74.xml"/><Relationship Id="rId11" Type="http://schemas.openxmlformats.org/officeDocument/2006/relationships/slideLayout" Target="../slideLayouts/slideLayout69.xml"/><Relationship Id="rId32" Type="http://schemas.openxmlformats.org/officeDocument/2006/relationships/slideLayout" Target="../slideLayouts/slideLayout90.xml"/><Relationship Id="rId37" Type="http://schemas.openxmlformats.org/officeDocument/2006/relationships/slideLayout" Target="../slideLayouts/slideLayout95.xml"/><Relationship Id="rId53" Type="http://schemas.openxmlformats.org/officeDocument/2006/relationships/slideLayout" Target="../slideLayouts/slideLayout111.xml"/><Relationship Id="rId58" Type="http://schemas.openxmlformats.org/officeDocument/2006/relationships/slideLayout" Target="../slideLayouts/slideLayout116.xml"/><Relationship Id="rId74" Type="http://schemas.openxmlformats.org/officeDocument/2006/relationships/slideLayout" Target="../slideLayouts/slideLayout132.xml"/><Relationship Id="rId79" Type="http://schemas.openxmlformats.org/officeDocument/2006/relationships/slideLayout" Target="../slideLayouts/slideLayout137.xml"/><Relationship Id="rId5" Type="http://schemas.openxmlformats.org/officeDocument/2006/relationships/slideLayout" Target="../slideLayouts/slideLayout63.xml"/><Relationship Id="rId61" Type="http://schemas.openxmlformats.org/officeDocument/2006/relationships/slideLayout" Target="../slideLayouts/slideLayout119.xml"/><Relationship Id="rId82" Type="http://schemas.openxmlformats.org/officeDocument/2006/relationships/slideLayout" Target="../slideLayouts/slideLayout140.xml"/><Relationship Id="rId19" Type="http://schemas.openxmlformats.org/officeDocument/2006/relationships/slideLayout" Target="../slideLayouts/slideLayout77.xml"/><Relationship Id="rId14" Type="http://schemas.openxmlformats.org/officeDocument/2006/relationships/slideLayout" Target="../slideLayouts/slideLayout72.xml"/><Relationship Id="rId22" Type="http://schemas.openxmlformats.org/officeDocument/2006/relationships/slideLayout" Target="../slideLayouts/slideLayout80.xml"/><Relationship Id="rId27" Type="http://schemas.openxmlformats.org/officeDocument/2006/relationships/slideLayout" Target="../slideLayouts/slideLayout85.xml"/><Relationship Id="rId30" Type="http://schemas.openxmlformats.org/officeDocument/2006/relationships/slideLayout" Target="../slideLayouts/slideLayout88.xml"/><Relationship Id="rId35" Type="http://schemas.openxmlformats.org/officeDocument/2006/relationships/slideLayout" Target="../slideLayouts/slideLayout93.xml"/><Relationship Id="rId43" Type="http://schemas.openxmlformats.org/officeDocument/2006/relationships/slideLayout" Target="../slideLayouts/slideLayout101.xml"/><Relationship Id="rId48" Type="http://schemas.openxmlformats.org/officeDocument/2006/relationships/slideLayout" Target="../slideLayouts/slideLayout106.xml"/><Relationship Id="rId56" Type="http://schemas.openxmlformats.org/officeDocument/2006/relationships/slideLayout" Target="../slideLayouts/slideLayout114.xml"/><Relationship Id="rId64" Type="http://schemas.openxmlformats.org/officeDocument/2006/relationships/slideLayout" Target="../slideLayouts/slideLayout122.xml"/><Relationship Id="rId69" Type="http://schemas.openxmlformats.org/officeDocument/2006/relationships/slideLayout" Target="../slideLayouts/slideLayout127.xml"/><Relationship Id="rId77" Type="http://schemas.openxmlformats.org/officeDocument/2006/relationships/slideLayout" Target="../slideLayouts/slideLayout135.xml"/><Relationship Id="rId8" Type="http://schemas.openxmlformats.org/officeDocument/2006/relationships/slideLayout" Target="../slideLayouts/slideLayout66.xml"/><Relationship Id="rId51" Type="http://schemas.openxmlformats.org/officeDocument/2006/relationships/slideLayout" Target="../slideLayouts/slideLayout109.xml"/><Relationship Id="rId72" Type="http://schemas.openxmlformats.org/officeDocument/2006/relationships/slideLayout" Target="../slideLayouts/slideLayout130.xml"/><Relationship Id="rId80" Type="http://schemas.openxmlformats.org/officeDocument/2006/relationships/slideLayout" Target="../slideLayouts/slideLayout138.xml"/><Relationship Id="rId3" Type="http://schemas.openxmlformats.org/officeDocument/2006/relationships/slideLayout" Target="../slideLayouts/slideLayout61.xml"/><Relationship Id="rId12" Type="http://schemas.openxmlformats.org/officeDocument/2006/relationships/slideLayout" Target="../slideLayouts/slideLayout70.xml"/><Relationship Id="rId17" Type="http://schemas.openxmlformats.org/officeDocument/2006/relationships/slideLayout" Target="../slideLayouts/slideLayout75.xml"/><Relationship Id="rId25" Type="http://schemas.openxmlformats.org/officeDocument/2006/relationships/slideLayout" Target="../slideLayouts/slideLayout83.xml"/><Relationship Id="rId33" Type="http://schemas.openxmlformats.org/officeDocument/2006/relationships/slideLayout" Target="../slideLayouts/slideLayout91.xml"/><Relationship Id="rId38" Type="http://schemas.openxmlformats.org/officeDocument/2006/relationships/slideLayout" Target="../slideLayouts/slideLayout96.xml"/><Relationship Id="rId46" Type="http://schemas.openxmlformats.org/officeDocument/2006/relationships/slideLayout" Target="../slideLayouts/slideLayout104.xml"/><Relationship Id="rId59" Type="http://schemas.openxmlformats.org/officeDocument/2006/relationships/slideLayout" Target="../slideLayouts/slideLayout117.xml"/><Relationship Id="rId67" Type="http://schemas.openxmlformats.org/officeDocument/2006/relationships/slideLayout" Target="../slideLayouts/slideLayout125.xml"/><Relationship Id="rId20" Type="http://schemas.openxmlformats.org/officeDocument/2006/relationships/slideLayout" Target="../slideLayouts/slideLayout78.xml"/><Relationship Id="rId41" Type="http://schemas.openxmlformats.org/officeDocument/2006/relationships/slideLayout" Target="../slideLayouts/slideLayout99.xml"/><Relationship Id="rId54" Type="http://schemas.openxmlformats.org/officeDocument/2006/relationships/slideLayout" Target="../slideLayouts/slideLayout112.xml"/><Relationship Id="rId62" Type="http://schemas.openxmlformats.org/officeDocument/2006/relationships/slideLayout" Target="../slideLayouts/slideLayout120.xml"/><Relationship Id="rId70" Type="http://schemas.openxmlformats.org/officeDocument/2006/relationships/slideLayout" Target="../slideLayouts/slideLayout128.xml"/><Relationship Id="rId75" Type="http://schemas.openxmlformats.org/officeDocument/2006/relationships/slideLayout" Target="../slideLayouts/slideLayout133.xml"/><Relationship Id="rId83" Type="http://schemas.openxmlformats.org/officeDocument/2006/relationships/slideLayout" Target="../slideLayouts/slideLayout141.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5" Type="http://schemas.openxmlformats.org/officeDocument/2006/relationships/slideLayout" Target="../slideLayouts/slideLayout73.xml"/><Relationship Id="rId23" Type="http://schemas.openxmlformats.org/officeDocument/2006/relationships/slideLayout" Target="../slideLayouts/slideLayout81.xml"/><Relationship Id="rId28" Type="http://schemas.openxmlformats.org/officeDocument/2006/relationships/slideLayout" Target="../slideLayouts/slideLayout86.xml"/><Relationship Id="rId36" Type="http://schemas.openxmlformats.org/officeDocument/2006/relationships/slideLayout" Target="../slideLayouts/slideLayout94.xml"/><Relationship Id="rId49" Type="http://schemas.openxmlformats.org/officeDocument/2006/relationships/slideLayout" Target="../slideLayouts/slideLayout107.xml"/><Relationship Id="rId57" Type="http://schemas.openxmlformats.org/officeDocument/2006/relationships/slideLayout" Target="../slideLayouts/slideLayout115.xml"/><Relationship Id="rId10" Type="http://schemas.openxmlformats.org/officeDocument/2006/relationships/slideLayout" Target="../slideLayouts/slideLayout68.xml"/><Relationship Id="rId31" Type="http://schemas.openxmlformats.org/officeDocument/2006/relationships/slideLayout" Target="../slideLayouts/slideLayout89.xml"/><Relationship Id="rId44" Type="http://schemas.openxmlformats.org/officeDocument/2006/relationships/slideLayout" Target="../slideLayouts/slideLayout102.xml"/><Relationship Id="rId52" Type="http://schemas.openxmlformats.org/officeDocument/2006/relationships/slideLayout" Target="../slideLayouts/slideLayout110.xml"/><Relationship Id="rId60" Type="http://schemas.openxmlformats.org/officeDocument/2006/relationships/slideLayout" Target="../slideLayouts/slideLayout118.xml"/><Relationship Id="rId65" Type="http://schemas.openxmlformats.org/officeDocument/2006/relationships/slideLayout" Target="../slideLayouts/slideLayout123.xml"/><Relationship Id="rId73" Type="http://schemas.openxmlformats.org/officeDocument/2006/relationships/slideLayout" Target="../slideLayouts/slideLayout131.xml"/><Relationship Id="rId78" Type="http://schemas.openxmlformats.org/officeDocument/2006/relationships/slideLayout" Target="../slideLayouts/slideLayout136.xml"/><Relationship Id="rId81" Type="http://schemas.openxmlformats.org/officeDocument/2006/relationships/slideLayout" Target="../slideLayouts/slideLayout139.xml"/><Relationship Id="rId4" Type="http://schemas.openxmlformats.org/officeDocument/2006/relationships/slideLayout" Target="../slideLayouts/slideLayout62.xml"/><Relationship Id="rId9" Type="http://schemas.openxmlformats.org/officeDocument/2006/relationships/slideLayout" Target="../slideLayouts/slideLayout67.xml"/><Relationship Id="rId13" Type="http://schemas.openxmlformats.org/officeDocument/2006/relationships/slideLayout" Target="../slideLayouts/slideLayout71.xml"/><Relationship Id="rId18" Type="http://schemas.openxmlformats.org/officeDocument/2006/relationships/slideLayout" Target="../slideLayouts/slideLayout76.xml"/><Relationship Id="rId39" Type="http://schemas.openxmlformats.org/officeDocument/2006/relationships/slideLayout" Target="../slideLayouts/slideLayout97.xml"/><Relationship Id="rId34" Type="http://schemas.openxmlformats.org/officeDocument/2006/relationships/slideLayout" Target="../slideLayouts/slideLayout92.xml"/><Relationship Id="rId50" Type="http://schemas.openxmlformats.org/officeDocument/2006/relationships/slideLayout" Target="../slideLayouts/slideLayout108.xml"/><Relationship Id="rId55" Type="http://schemas.openxmlformats.org/officeDocument/2006/relationships/slideLayout" Target="../slideLayouts/slideLayout113.xml"/><Relationship Id="rId76" Type="http://schemas.openxmlformats.org/officeDocument/2006/relationships/slideLayout" Target="../slideLayouts/slideLayout134.xml"/><Relationship Id="rId7" Type="http://schemas.openxmlformats.org/officeDocument/2006/relationships/slideLayout" Target="../slideLayouts/slideLayout65.xml"/><Relationship Id="rId71" Type="http://schemas.openxmlformats.org/officeDocument/2006/relationships/slideLayout" Target="../slideLayouts/slideLayout129.xml"/><Relationship Id="rId2" Type="http://schemas.openxmlformats.org/officeDocument/2006/relationships/slideLayout" Target="../slideLayouts/slideLayout60.xml"/><Relationship Id="rId29" Type="http://schemas.openxmlformats.org/officeDocument/2006/relationships/slideLayout" Target="../slideLayouts/slideLayout87.xml"/><Relationship Id="rId24" Type="http://schemas.openxmlformats.org/officeDocument/2006/relationships/slideLayout" Target="../slideLayouts/slideLayout82.xml"/><Relationship Id="rId40" Type="http://schemas.openxmlformats.org/officeDocument/2006/relationships/slideLayout" Target="../slideLayouts/slideLayout98.xml"/><Relationship Id="rId45" Type="http://schemas.openxmlformats.org/officeDocument/2006/relationships/slideLayout" Target="../slideLayouts/slideLayout103.xml"/><Relationship Id="rId66" Type="http://schemas.openxmlformats.org/officeDocument/2006/relationships/slideLayout" Target="../slideLayouts/slideLayout124.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54.xml"/><Relationship Id="rId18" Type="http://schemas.openxmlformats.org/officeDocument/2006/relationships/slideLayout" Target="../slideLayouts/slideLayout159.xml"/><Relationship Id="rId26" Type="http://schemas.openxmlformats.org/officeDocument/2006/relationships/slideLayout" Target="../slideLayouts/slideLayout167.xml"/><Relationship Id="rId39" Type="http://schemas.openxmlformats.org/officeDocument/2006/relationships/slideLayout" Target="../slideLayouts/slideLayout180.xml"/><Relationship Id="rId21" Type="http://schemas.openxmlformats.org/officeDocument/2006/relationships/slideLayout" Target="../slideLayouts/slideLayout162.xml"/><Relationship Id="rId34" Type="http://schemas.openxmlformats.org/officeDocument/2006/relationships/slideLayout" Target="../slideLayouts/slideLayout175.xml"/><Relationship Id="rId42" Type="http://schemas.openxmlformats.org/officeDocument/2006/relationships/slideLayout" Target="../slideLayouts/slideLayout183.xml"/><Relationship Id="rId47" Type="http://schemas.openxmlformats.org/officeDocument/2006/relationships/slideLayout" Target="../slideLayouts/slideLayout188.xml"/><Relationship Id="rId50" Type="http://schemas.openxmlformats.org/officeDocument/2006/relationships/slideLayout" Target="../slideLayouts/slideLayout191.xml"/><Relationship Id="rId55" Type="http://schemas.openxmlformats.org/officeDocument/2006/relationships/slideLayout" Target="../slideLayouts/slideLayout196.xml"/><Relationship Id="rId7" Type="http://schemas.openxmlformats.org/officeDocument/2006/relationships/slideLayout" Target="../slideLayouts/slideLayout148.xml"/><Relationship Id="rId2" Type="http://schemas.openxmlformats.org/officeDocument/2006/relationships/slideLayout" Target="../slideLayouts/slideLayout143.xml"/><Relationship Id="rId16" Type="http://schemas.openxmlformats.org/officeDocument/2006/relationships/slideLayout" Target="../slideLayouts/slideLayout157.xml"/><Relationship Id="rId29" Type="http://schemas.openxmlformats.org/officeDocument/2006/relationships/slideLayout" Target="../slideLayouts/slideLayout170.xml"/><Relationship Id="rId11" Type="http://schemas.openxmlformats.org/officeDocument/2006/relationships/slideLayout" Target="../slideLayouts/slideLayout152.xml"/><Relationship Id="rId24" Type="http://schemas.openxmlformats.org/officeDocument/2006/relationships/slideLayout" Target="../slideLayouts/slideLayout165.xml"/><Relationship Id="rId32" Type="http://schemas.openxmlformats.org/officeDocument/2006/relationships/slideLayout" Target="../slideLayouts/slideLayout173.xml"/><Relationship Id="rId37" Type="http://schemas.openxmlformats.org/officeDocument/2006/relationships/slideLayout" Target="../slideLayouts/slideLayout178.xml"/><Relationship Id="rId40" Type="http://schemas.openxmlformats.org/officeDocument/2006/relationships/slideLayout" Target="../slideLayouts/slideLayout181.xml"/><Relationship Id="rId45" Type="http://schemas.openxmlformats.org/officeDocument/2006/relationships/slideLayout" Target="../slideLayouts/slideLayout186.xml"/><Relationship Id="rId53" Type="http://schemas.openxmlformats.org/officeDocument/2006/relationships/slideLayout" Target="../slideLayouts/slideLayout194.xml"/><Relationship Id="rId58" Type="http://schemas.openxmlformats.org/officeDocument/2006/relationships/theme" Target="../theme/theme3.xml"/><Relationship Id="rId5" Type="http://schemas.openxmlformats.org/officeDocument/2006/relationships/slideLayout" Target="../slideLayouts/slideLayout146.xml"/><Relationship Id="rId19" Type="http://schemas.openxmlformats.org/officeDocument/2006/relationships/slideLayout" Target="../slideLayouts/slideLayout160.xml"/><Relationship Id="rId4" Type="http://schemas.openxmlformats.org/officeDocument/2006/relationships/slideLayout" Target="../slideLayouts/slideLayout145.xml"/><Relationship Id="rId9" Type="http://schemas.openxmlformats.org/officeDocument/2006/relationships/slideLayout" Target="../slideLayouts/slideLayout150.xml"/><Relationship Id="rId14" Type="http://schemas.openxmlformats.org/officeDocument/2006/relationships/slideLayout" Target="../slideLayouts/slideLayout155.xml"/><Relationship Id="rId22" Type="http://schemas.openxmlformats.org/officeDocument/2006/relationships/slideLayout" Target="../slideLayouts/slideLayout163.xml"/><Relationship Id="rId27" Type="http://schemas.openxmlformats.org/officeDocument/2006/relationships/slideLayout" Target="../slideLayouts/slideLayout168.xml"/><Relationship Id="rId30" Type="http://schemas.openxmlformats.org/officeDocument/2006/relationships/slideLayout" Target="../slideLayouts/slideLayout171.xml"/><Relationship Id="rId35" Type="http://schemas.openxmlformats.org/officeDocument/2006/relationships/slideLayout" Target="../slideLayouts/slideLayout176.xml"/><Relationship Id="rId43" Type="http://schemas.openxmlformats.org/officeDocument/2006/relationships/slideLayout" Target="../slideLayouts/slideLayout184.xml"/><Relationship Id="rId48" Type="http://schemas.openxmlformats.org/officeDocument/2006/relationships/slideLayout" Target="../slideLayouts/slideLayout189.xml"/><Relationship Id="rId56" Type="http://schemas.openxmlformats.org/officeDocument/2006/relationships/slideLayout" Target="../slideLayouts/slideLayout197.xml"/><Relationship Id="rId8" Type="http://schemas.openxmlformats.org/officeDocument/2006/relationships/slideLayout" Target="../slideLayouts/slideLayout149.xml"/><Relationship Id="rId51" Type="http://schemas.openxmlformats.org/officeDocument/2006/relationships/slideLayout" Target="../slideLayouts/slideLayout192.xml"/><Relationship Id="rId3" Type="http://schemas.openxmlformats.org/officeDocument/2006/relationships/slideLayout" Target="../slideLayouts/slideLayout144.xml"/><Relationship Id="rId12" Type="http://schemas.openxmlformats.org/officeDocument/2006/relationships/slideLayout" Target="../slideLayouts/slideLayout153.xml"/><Relationship Id="rId17" Type="http://schemas.openxmlformats.org/officeDocument/2006/relationships/slideLayout" Target="../slideLayouts/slideLayout158.xml"/><Relationship Id="rId25" Type="http://schemas.openxmlformats.org/officeDocument/2006/relationships/slideLayout" Target="../slideLayouts/slideLayout166.xml"/><Relationship Id="rId33" Type="http://schemas.openxmlformats.org/officeDocument/2006/relationships/slideLayout" Target="../slideLayouts/slideLayout174.xml"/><Relationship Id="rId38" Type="http://schemas.openxmlformats.org/officeDocument/2006/relationships/slideLayout" Target="../slideLayouts/slideLayout179.xml"/><Relationship Id="rId46" Type="http://schemas.openxmlformats.org/officeDocument/2006/relationships/slideLayout" Target="../slideLayouts/slideLayout187.xml"/><Relationship Id="rId20" Type="http://schemas.openxmlformats.org/officeDocument/2006/relationships/slideLayout" Target="../slideLayouts/slideLayout161.xml"/><Relationship Id="rId41" Type="http://schemas.openxmlformats.org/officeDocument/2006/relationships/slideLayout" Target="../slideLayouts/slideLayout182.xml"/><Relationship Id="rId54" Type="http://schemas.openxmlformats.org/officeDocument/2006/relationships/slideLayout" Target="../slideLayouts/slideLayout195.xml"/><Relationship Id="rId1" Type="http://schemas.openxmlformats.org/officeDocument/2006/relationships/slideLayout" Target="../slideLayouts/slideLayout142.xml"/><Relationship Id="rId6" Type="http://schemas.openxmlformats.org/officeDocument/2006/relationships/slideLayout" Target="../slideLayouts/slideLayout147.xml"/><Relationship Id="rId15" Type="http://schemas.openxmlformats.org/officeDocument/2006/relationships/slideLayout" Target="../slideLayouts/slideLayout156.xml"/><Relationship Id="rId23" Type="http://schemas.openxmlformats.org/officeDocument/2006/relationships/slideLayout" Target="../slideLayouts/slideLayout164.xml"/><Relationship Id="rId28" Type="http://schemas.openxmlformats.org/officeDocument/2006/relationships/slideLayout" Target="../slideLayouts/slideLayout169.xml"/><Relationship Id="rId36" Type="http://schemas.openxmlformats.org/officeDocument/2006/relationships/slideLayout" Target="../slideLayouts/slideLayout177.xml"/><Relationship Id="rId49" Type="http://schemas.openxmlformats.org/officeDocument/2006/relationships/slideLayout" Target="../slideLayouts/slideLayout190.xml"/><Relationship Id="rId57" Type="http://schemas.openxmlformats.org/officeDocument/2006/relationships/slideLayout" Target="../slideLayouts/slideLayout198.xml"/><Relationship Id="rId10" Type="http://schemas.openxmlformats.org/officeDocument/2006/relationships/slideLayout" Target="../slideLayouts/slideLayout151.xml"/><Relationship Id="rId31" Type="http://schemas.openxmlformats.org/officeDocument/2006/relationships/slideLayout" Target="../slideLayouts/slideLayout172.xml"/><Relationship Id="rId44" Type="http://schemas.openxmlformats.org/officeDocument/2006/relationships/slideLayout" Target="../slideLayouts/slideLayout185.xml"/><Relationship Id="rId52" Type="http://schemas.openxmlformats.org/officeDocument/2006/relationships/slideLayout" Target="../slideLayouts/slideLayout193.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211.xml"/><Relationship Id="rId18" Type="http://schemas.openxmlformats.org/officeDocument/2006/relationships/slideLayout" Target="../slideLayouts/slideLayout216.xml"/><Relationship Id="rId26" Type="http://schemas.openxmlformats.org/officeDocument/2006/relationships/slideLayout" Target="../slideLayouts/slideLayout224.xml"/><Relationship Id="rId39" Type="http://schemas.openxmlformats.org/officeDocument/2006/relationships/slideLayout" Target="../slideLayouts/slideLayout237.xml"/><Relationship Id="rId21" Type="http://schemas.openxmlformats.org/officeDocument/2006/relationships/slideLayout" Target="../slideLayouts/slideLayout219.xml"/><Relationship Id="rId34" Type="http://schemas.openxmlformats.org/officeDocument/2006/relationships/slideLayout" Target="../slideLayouts/slideLayout232.xml"/><Relationship Id="rId42" Type="http://schemas.openxmlformats.org/officeDocument/2006/relationships/slideLayout" Target="../slideLayouts/slideLayout240.xml"/><Relationship Id="rId47" Type="http://schemas.openxmlformats.org/officeDocument/2006/relationships/slideLayout" Target="../slideLayouts/slideLayout245.xml"/><Relationship Id="rId50" Type="http://schemas.openxmlformats.org/officeDocument/2006/relationships/slideLayout" Target="../slideLayouts/slideLayout248.xml"/><Relationship Id="rId55" Type="http://schemas.openxmlformats.org/officeDocument/2006/relationships/slideLayout" Target="../slideLayouts/slideLayout253.xml"/><Relationship Id="rId7" Type="http://schemas.openxmlformats.org/officeDocument/2006/relationships/slideLayout" Target="../slideLayouts/slideLayout205.xml"/><Relationship Id="rId2" Type="http://schemas.openxmlformats.org/officeDocument/2006/relationships/slideLayout" Target="../slideLayouts/slideLayout200.xml"/><Relationship Id="rId16" Type="http://schemas.openxmlformats.org/officeDocument/2006/relationships/slideLayout" Target="../slideLayouts/slideLayout214.xml"/><Relationship Id="rId29" Type="http://schemas.openxmlformats.org/officeDocument/2006/relationships/slideLayout" Target="../slideLayouts/slideLayout227.xml"/><Relationship Id="rId11" Type="http://schemas.openxmlformats.org/officeDocument/2006/relationships/slideLayout" Target="../slideLayouts/slideLayout209.xml"/><Relationship Id="rId24" Type="http://schemas.openxmlformats.org/officeDocument/2006/relationships/slideLayout" Target="../slideLayouts/slideLayout222.xml"/><Relationship Id="rId32" Type="http://schemas.openxmlformats.org/officeDocument/2006/relationships/slideLayout" Target="../slideLayouts/slideLayout230.xml"/><Relationship Id="rId37" Type="http://schemas.openxmlformats.org/officeDocument/2006/relationships/slideLayout" Target="../slideLayouts/slideLayout235.xml"/><Relationship Id="rId40" Type="http://schemas.openxmlformats.org/officeDocument/2006/relationships/slideLayout" Target="../slideLayouts/slideLayout238.xml"/><Relationship Id="rId45" Type="http://schemas.openxmlformats.org/officeDocument/2006/relationships/slideLayout" Target="../slideLayouts/slideLayout243.xml"/><Relationship Id="rId53" Type="http://schemas.openxmlformats.org/officeDocument/2006/relationships/slideLayout" Target="../slideLayouts/slideLayout251.xml"/><Relationship Id="rId58" Type="http://schemas.openxmlformats.org/officeDocument/2006/relationships/slideLayout" Target="../slideLayouts/slideLayout256.xml"/><Relationship Id="rId5" Type="http://schemas.openxmlformats.org/officeDocument/2006/relationships/slideLayout" Target="../slideLayouts/slideLayout203.xml"/><Relationship Id="rId19" Type="http://schemas.openxmlformats.org/officeDocument/2006/relationships/slideLayout" Target="../slideLayouts/slideLayout217.xml"/><Relationship Id="rId4" Type="http://schemas.openxmlformats.org/officeDocument/2006/relationships/slideLayout" Target="../slideLayouts/slideLayout202.xml"/><Relationship Id="rId9" Type="http://schemas.openxmlformats.org/officeDocument/2006/relationships/slideLayout" Target="../slideLayouts/slideLayout207.xml"/><Relationship Id="rId14" Type="http://schemas.openxmlformats.org/officeDocument/2006/relationships/slideLayout" Target="../slideLayouts/slideLayout212.xml"/><Relationship Id="rId22" Type="http://schemas.openxmlformats.org/officeDocument/2006/relationships/slideLayout" Target="../slideLayouts/slideLayout220.xml"/><Relationship Id="rId27" Type="http://schemas.openxmlformats.org/officeDocument/2006/relationships/slideLayout" Target="../slideLayouts/slideLayout225.xml"/><Relationship Id="rId30" Type="http://schemas.openxmlformats.org/officeDocument/2006/relationships/slideLayout" Target="../slideLayouts/slideLayout228.xml"/><Relationship Id="rId35" Type="http://schemas.openxmlformats.org/officeDocument/2006/relationships/slideLayout" Target="../slideLayouts/slideLayout233.xml"/><Relationship Id="rId43" Type="http://schemas.openxmlformats.org/officeDocument/2006/relationships/slideLayout" Target="../slideLayouts/slideLayout241.xml"/><Relationship Id="rId48" Type="http://schemas.openxmlformats.org/officeDocument/2006/relationships/slideLayout" Target="../slideLayouts/slideLayout246.xml"/><Relationship Id="rId56" Type="http://schemas.openxmlformats.org/officeDocument/2006/relationships/slideLayout" Target="../slideLayouts/slideLayout254.xml"/><Relationship Id="rId8" Type="http://schemas.openxmlformats.org/officeDocument/2006/relationships/slideLayout" Target="../slideLayouts/slideLayout206.xml"/><Relationship Id="rId51" Type="http://schemas.openxmlformats.org/officeDocument/2006/relationships/slideLayout" Target="../slideLayouts/slideLayout249.xml"/><Relationship Id="rId3" Type="http://schemas.openxmlformats.org/officeDocument/2006/relationships/slideLayout" Target="../slideLayouts/slideLayout201.xml"/><Relationship Id="rId12" Type="http://schemas.openxmlformats.org/officeDocument/2006/relationships/slideLayout" Target="../slideLayouts/slideLayout210.xml"/><Relationship Id="rId17" Type="http://schemas.openxmlformats.org/officeDocument/2006/relationships/slideLayout" Target="../slideLayouts/slideLayout215.xml"/><Relationship Id="rId25" Type="http://schemas.openxmlformats.org/officeDocument/2006/relationships/slideLayout" Target="../slideLayouts/slideLayout223.xml"/><Relationship Id="rId33" Type="http://schemas.openxmlformats.org/officeDocument/2006/relationships/slideLayout" Target="../slideLayouts/slideLayout231.xml"/><Relationship Id="rId38" Type="http://schemas.openxmlformats.org/officeDocument/2006/relationships/slideLayout" Target="../slideLayouts/slideLayout236.xml"/><Relationship Id="rId46" Type="http://schemas.openxmlformats.org/officeDocument/2006/relationships/slideLayout" Target="../slideLayouts/slideLayout244.xml"/><Relationship Id="rId59" Type="http://schemas.openxmlformats.org/officeDocument/2006/relationships/slideLayout" Target="../slideLayouts/slideLayout257.xml"/><Relationship Id="rId20" Type="http://schemas.openxmlformats.org/officeDocument/2006/relationships/slideLayout" Target="../slideLayouts/slideLayout218.xml"/><Relationship Id="rId41" Type="http://schemas.openxmlformats.org/officeDocument/2006/relationships/slideLayout" Target="../slideLayouts/slideLayout239.xml"/><Relationship Id="rId54" Type="http://schemas.openxmlformats.org/officeDocument/2006/relationships/slideLayout" Target="../slideLayouts/slideLayout252.xml"/><Relationship Id="rId1" Type="http://schemas.openxmlformats.org/officeDocument/2006/relationships/slideLayout" Target="../slideLayouts/slideLayout199.xml"/><Relationship Id="rId6" Type="http://schemas.openxmlformats.org/officeDocument/2006/relationships/slideLayout" Target="../slideLayouts/slideLayout204.xml"/><Relationship Id="rId15" Type="http://schemas.openxmlformats.org/officeDocument/2006/relationships/slideLayout" Target="../slideLayouts/slideLayout213.xml"/><Relationship Id="rId23" Type="http://schemas.openxmlformats.org/officeDocument/2006/relationships/slideLayout" Target="../slideLayouts/slideLayout221.xml"/><Relationship Id="rId28" Type="http://schemas.openxmlformats.org/officeDocument/2006/relationships/slideLayout" Target="../slideLayouts/slideLayout226.xml"/><Relationship Id="rId36" Type="http://schemas.openxmlformats.org/officeDocument/2006/relationships/slideLayout" Target="../slideLayouts/slideLayout234.xml"/><Relationship Id="rId49" Type="http://schemas.openxmlformats.org/officeDocument/2006/relationships/slideLayout" Target="../slideLayouts/slideLayout247.xml"/><Relationship Id="rId57" Type="http://schemas.openxmlformats.org/officeDocument/2006/relationships/slideLayout" Target="../slideLayouts/slideLayout255.xml"/><Relationship Id="rId10" Type="http://schemas.openxmlformats.org/officeDocument/2006/relationships/slideLayout" Target="../slideLayouts/slideLayout208.xml"/><Relationship Id="rId31" Type="http://schemas.openxmlformats.org/officeDocument/2006/relationships/slideLayout" Target="../slideLayouts/slideLayout229.xml"/><Relationship Id="rId44" Type="http://schemas.openxmlformats.org/officeDocument/2006/relationships/slideLayout" Target="../slideLayouts/slideLayout242.xml"/><Relationship Id="rId52" Type="http://schemas.openxmlformats.org/officeDocument/2006/relationships/slideLayout" Target="../slideLayouts/slideLayout250.xml"/><Relationship Id="rId60"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26" Type="http://schemas.openxmlformats.org/officeDocument/2006/relationships/slideLayout" Target="../slideLayouts/slideLayout283.xml"/><Relationship Id="rId21" Type="http://schemas.openxmlformats.org/officeDocument/2006/relationships/slideLayout" Target="../slideLayouts/slideLayout278.xml"/><Relationship Id="rId42" Type="http://schemas.openxmlformats.org/officeDocument/2006/relationships/slideLayout" Target="../slideLayouts/slideLayout299.xml"/><Relationship Id="rId47" Type="http://schemas.openxmlformats.org/officeDocument/2006/relationships/slideLayout" Target="../slideLayouts/slideLayout304.xml"/><Relationship Id="rId63" Type="http://schemas.openxmlformats.org/officeDocument/2006/relationships/slideLayout" Target="../slideLayouts/slideLayout320.xml"/><Relationship Id="rId68" Type="http://schemas.openxmlformats.org/officeDocument/2006/relationships/slideLayout" Target="../slideLayouts/slideLayout325.xml"/><Relationship Id="rId84" Type="http://schemas.openxmlformats.org/officeDocument/2006/relationships/theme" Target="../theme/theme5.xml"/><Relationship Id="rId16" Type="http://schemas.openxmlformats.org/officeDocument/2006/relationships/slideLayout" Target="../slideLayouts/slideLayout273.xml"/><Relationship Id="rId11" Type="http://schemas.openxmlformats.org/officeDocument/2006/relationships/slideLayout" Target="../slideLayouts/slideLayout268.xml"/><Relationship Id="rId32" Type="http://schemas.openxmlformats.org/officeDocument/2006/relationships/slideLayout" Target="../slideLayouts/slideLayout289.xml"/><Relationship Id="rId37" Type="http://schemas.openxmlformats.org/officeDocument/2006/relationships/slideLayout" Target="../slideLayouts/slideLayout294.xml"/><Relationship Id="rId53" Type="http://schemas.openxmlformats.org/officeDocument/2006/relationships/slideLayout" Target="../slideLayouts/slideLayout310.xml"/><Relationship Id="rId58" Type="http://schemas.openxmlformats.org/officeDocument/2006/relationships/slideLayout" Target="../slideLayouts/slideLayout315.xml"/><Relationship Id="rId74" Type="http://schemas.openxmlformats.org/officeDocument/2006/relationships/slideLayout" Target="../slideLayouts/slideLayout331.xml"/><Relationship Id="rId79" Type="http://schemas.openxmlformats.org/officeDocument/2006/relationships/slideLayout" Target="../slideLayouts/slideLayout336.xml"/><Relationship Id="rId5" Type="http://schemas.openxmlformats.org/officeDocument/2006/relationships/slideLayout" Target="../slideLayouts/slideLayout262.xml"/><Relationship Id="rId61" Type="http://schemas.openxmlformats.org/officeDocument/2006/relationships/slideLayout" Target="../slideLayouts/slideLayout318.xml"/><Relationship Id="rId82" Type="http://schemas.openxmlformats.org/officeDocument/2006/relationships/slideLayout" Target="../slideLayouts/slideLayout339.xml"/><Relationship Id="rId19" Type="http://schemas.openxmlformats.org/officeDocument/2006/relationships/slideLayout" Target="../slideLayouts/slideLayout276.xml"/><Relationship Id="rId14" Type="http://schemas.openxmlformats.org/officeDocument/2006/relationships/slideLayout" Target="../slideLayouts/slideLayout271.xml"/><Relationship Id="rId22" Type="http://schemas.openxmlformats.org/officeDocument/2006/relationships/slideLayout" Target="../slideLayouts/slideLayout279.xml"/><Relationship Id="rId27" Type="http://schemas.openxmlformats.org/officeDocument/2006/relationships/slideLayout" Target="../slideLayouts/slideLayout284.xml"/><Relationship Id="rId30" Type="http://schemas.openxmlformats.org/officeDocument/2006/relationships/slideLayout" Target="../slideLayouts/slideLayout287.xml"/><Relationship Id="rId35" Type="http://schemas.openxmlformats.org/officeDocument/2006/relationships/slideLayout" Target="../slideLayouts/slideLayout292.xml"/><Relationship Id="rId43" Type="http://schemas.openxmlformats.org/officeDocument/2006/relationships/slideLayout" Target="../slideLayouts/slideLayout300.xml"/><Relationship Id="rId48" Type="http://schemas.openxmlformats.org/officeDocument/2006/relationships/slideLayout" Target="../slideLayouts/slideLayout305.xml"/><Relationship Id="rId56" Type="http://schemas.openxmlformats.org/officeDocument/2006/relationships/slideLayout" Target="../slideLayouts/slideLayout313.xml"/><Relationship Id="rId64" Type="http://schemas.openxmlformats.org/officeDocument/2006/relationships/slideLayout" Target="../slideLayouts/slideLayout321.xml"/><Relationship Id="rId69" Type="http://schemas.openxmlformats.org/officeDocument/2006/relationships/slideLayout" Target="../slideLayouts/slideLayout326.xml"/><Relationship Id="rId77" Type="http://schemas.openxmlformats.org/officeDocument/2006/relationships/slideLayout" Target="../slideLayouts/slideLayout334.xml"/><Relationship Id="rId8" Type="http://schemas.openxmlformats.org/officeDocument/2006/relationships/slideLayout" Target="../slideLayouts/slideLayout265.xml"/><Relationship Id="rId51" Type="http://schemas.openxmlformats.org/officeDocument/2006/relationships/slideLayout" Target="../slideLayouts/slideLayout308.xml"/><Relationship Id="rId72" Type="http://schemas.openxmlformats.org/officeDocument/2006/relationships/slideLayout" Target="../slideLayouts/slideLayout329.xml"/><Relationship Id="rId80" Type="http://schemas.openxmlformats.org/officeDocument/2006/relationships/slideLayout" Target="../slideLayouts/slideLayout337.xml"/><Relationship Id="rId3" Type="http://schemas.openxmlformats.org/officeDocument/2006/relationships/slideLayout" Target="../slideLayouts/slideLayout260.xml"/><Relationship Id="rId12" Type="http://schemas.openxmlformats.org/officeDocument/2006/relationships/slideLayout" Target="../slideLayouts/slideLayout269.xml"/><Relationship Id="rId17" Type="http://schemas.openxmlformats.org/officeDocument/2006/relationships/slideLayout" Target="../slideLayouts/slideLayout274.xml"/><Relationship Id="rId25" Type="http://schemas.openxmlformats.org/officeDocument/2006/relationships/slideLayout" Target="../slideLayouts/slideLayout282.xml"/><Relationship Id="rId33" Type="http://schemas.openxmlformats.org/officeDocument/2006/relationships/slideLayout" Target="../slideLayouts/slideLayout290.xml"/><Relationship Id="rId38" Type="http://schemas.openxmlformats.org/officeDocument/2006/relationships/slideLayout" Target="../slideLayouts/slideLayout295.xml"/><Relationship Id="rId46" Type="http://schemas.openxmlformats.org/officeDocument/2006/relationships/slideLayout" Target="../slideLayouts/slideLayout303.xml"/><Relationship Id="rId59" Type="http://schemas.openxmlformats.org/officeDocument/2006/relationships/slideLayout" Target="../slideLayouts/slideLayout316.xml"/><Relationship Id="rId67" Type="http://schemas.openxmlformats.org/officeDocument/2006/relationships/slideLayout" Target="../slideLayouts/slideLayout324.xml"/><Relationship Id="rId20" Type="http://schemas.openxmlformats.org/officeDocument/2006/relationships/slideLayout" Target="../slideLayouts/slideLayout277.xml"/><Relationship Id="rId41" Type="http://schemas.openxmlformats.org/officeDocument/2006/relationships/slideLayout" Target="../slideLayouts/slideLayout298.xml"/><Relationship Id="rId54" Type="http://schemas.openxmlformats.org/officeDocument/2006/relationships/slideLayout" Target="../slideLayouts/slideLayout311.xml"/><Relationship Id="rId62" Type="http://schemas.openxmlformats.org/officeDocument/2006/relationships/slideLayout" Target="../slideLayouts/slideLayout319.xml"/><Relationship Id="rId70" Type="http://schemas.openxmlformats.org/officeDocument/2006/relationships/slideLayout" Target="../slideLayouts/slideLayout327.xml"/><Relationship Id="rId75" Type="http://schemas.openxmlformats.org/officeDocument/2006/relationships/slideLayout" Target="../slideLayouts/slideLayout332.xml"/><Relationship Id="rId83" Type="http://schemas.openxmlformats.org/officeDocument/2006/relationships/slideLayout" Target="../slideLayouts/slideLayout340.xml"/><Relationship Id="rId1" Type="http://schemas.openxmlformats.org/officeDocument/2006/relationships/slideLayout" Target="../slideLayouts/slideLayout258.xml"/><Relationship Id="rId6" Type="http://schemas.openxmlformats.org/officeDocument/2006/relationships/slideLayout" Target="../slideLayouts/slideLayout263.xml"/><Relationship Id="rId15" Type="http://schemas.openxmlformats.org/officeDocument/2006/relationships/slideLayout" Target="../slideLayouts/slideLayout272.xml"/><Relationship Id="rId23" Type="http://schemas.openxmlformats.org/officeDocument/2006/relationships/slideLayout" Target="../slideLayouts/slideLayout280.xml"/><Relationship Id="rId28" Type="http://schemas.openxmlformats.org/officeDocument/2006/relationships/slideLayout" Target="../slideLayouts/slideLayout285.xml"/><Relationship Id="rId36" Type="http://schemas.openxmlformats.org/officeDocument/2006/relationships/slideLayout" Target="../slideLayouts/slideLayout293.xml"/><Relationship Id="rId49" Type="http://schemas.openxmlformats.org/officeDocument/2006/relationships/slideLayout" Target="../slideLayouts/slideLayout306.xml"/><Relationship Id="rId57" Type="http://schemas.openxmlformats.org/officeDocument/2006/relationships/slideLayout" Target="../slideLayouts/slideLayout314.xml"/><Relationship Id="rId10" Type="http://schemas.openxmlformats.org/officeDocument/2006/relationships/slideLayout" Target="../slideLayouts/slideLayout267.xml"/><Relationship Id="rId31" Type="http://schemas.openxmlformats.org/officeDocument/2006/relationships/slideLayout" Target="../slideLayouts/slideLayout288.xml"/><Relationship Id="rId44" Type="http://schemas.openxmlformats.org/officeDocument/2006/relationships/slideLayout" Target="../slideLayouts/slideLayout301.xml"/><Relationship Id="rId52" Type="http://schemas.openxmlformats.org/officeDocument/2006/relationships/slideLayout" Target="../slideLayouts/slideLayout309.xml"/><Relationship Id="rId60" Type="http://schemas.openxmlformats.org/officeDocument/2006/relationships/slideLayout" Target="../slideLayouts/slideLayout317.xml"/><Relationship Id="rId65" Type="http://schemas.openxmlformats.org/officeDocument/2006/relationships/slideLayout" Target="../slideLayouts/slideLayout322.xml"/><Relationship Id="rId73" Type="http://schemas.openxmlformats.org/officeDocument/2006/relationships/slideLayout" Target="../slideLayouts/slideLayout330.xml"/><Relationship Id="rId78" Type="http://schemas.openxmlformats.org/officeDocument/2006/relationships/slideLayout" Target="../slideLayouts/slideLayout335.xml"/><Relationship Id="rId81" Type="http://schemas.openxmlformats.org/officeDocument/2006/relationships/slideLayout" Target="../slideLayouts/slideLayout338.xml"/><Relationship Id="rId4" Type="http://schemas.openxmlformats.org/officeDocument/2006/relationships/slideLayout" Target="../slideLayouts/slideLayout261.xml"/><Relationship Id="rId9" Type="http://schemas.openxmlformats.org/officeDocument/2006/relationships/slideLayout" Target="../slideLayouts/slideLayout266.xml"/><Relationship Id="rId13" Type="http://schemas.openxmlformats.org/officeDocument/2006/relationships/slideLayout" Target="../slideLayouts/slideLayout270.xml"/><Relationship Id="rId18" Type="http://schemas.openxmlformats.org/officeDocument/2006/relationships/slideLayout" Target="../slideLayouts/slideLayout275.xml"/><Relationship Id="rId39" Type="http://schemas.openxmlformats.org/officeDocument/2006/relationships/slideLayout" Target="../slideLayouts/slideLayout296.xml"/><Relationship Id="rId34" Type="http://schemas.openxmlformats.org/officeDocument/2006/relationships/slideLayout" Target="../slideLayouts/slideLayout291.xml"/><Relationship Id="rId50" Type="http://schemas.openxmlformats.org/officeDocument/2006/relationships/slideLayout" Target="../slideLayouts/slideLayout307.xml"/><Relationship Id="rId55" Type="http://schemas.openxmlformats.org/officeDocument/2006/relationships/slideLayout" Target="../slideLayouts/slideLayout312.xml"/><Relationship Id="rId76" Type="http://schemas.openxmlformats.org/officeDocument/2006/relationships/slideLayout" Target="../slideLayouts/slideLayout333.xml"/><Relationship Id="rId7" Type="http://schemas.openxmlformats.org/officeDocument/2006/relationships/slideLayout" Target="../slideLayouts/slideLayout264.xml"/><Relationship Id="rId71" Type="http://schemas.openxmlformats.org/officeDocument/2006/relationships/slideLayout" Target="../slideLayouts/slideLayout328.xml"/><Relationship Id="rId2" Type="http://schemas.openxmlformats.org/officeDocument/2006/relationships/slideLayout" Target="../slideLayouts/slideLayout259.xml"/><Relationship Id="rId29" Type="http://schemas.openxmlformats.org/officeDocument/2006/relationships/slideLayout" Target="../slideLayouts/slideLayout286.xml"/><Relationship Id="rId24" Type="http://schemas.openxmlformats.org/officeDocument/2006/relationships/slideLayout" Target="../slideLayouts/slideLayout281.xml"/><Relationship Id="rId40" Type="http://schemas.openxmlformats.org/officeDocument/2006/relationships/slideLayout" Target="../slideLayouts/slideLayout297.xml"/><Relationship Id="rId45" Type="http://schemas.openxmlformats.org/officeDocument/2006/relationships/slideLayout" Target="../slideLayouts/slideLayout302.xml"/><Relationship Id="rId66" Type="http://schemas.openxmlformats.org/officeDocument/2006/relationships/slideLayout" Target="../slideLayouts/slideLayout323.xml"/></Relationships>
</file>

<file path=ppt/slideMasters/_rels/slideMaster6.xml.rels><?xml version="1.0" encoding="UTF-8" standalone="yes"?>
<Relationships xmlns="http://schemas.openxmlformats.org/package/2006/relationships"><Relationship Id="rId26" Type="http://schemas.openxmlformats.org/officeDocument/2006/relationships/slideLayout" Target="../slideLayouts/slideLayout366.xml"/><Relationship Id="rId21" Type="http://schemas.openxmlformats.org/officeDocument/2006/relationships/slideLayout" Target="../slideLayouts/slideLayout361.xml"/><Relationship Id="rId42" Type="http://schemas.openxmlformats.org/officeDocument/2006/relationships/slideLayout" Target="../slideLayouts/slideLayout382.xml"/><Relationship Id="rId47" Type="http://schemas.openxmlformats.org/officeDocument/2006/relationships/slideLayout" Target="../slideLayouts/slideLayout387.xml"/><Relationship Id="rId63" Type="http://schemas.openxmlformats.org/officeDocument/2006/relationships/slideLayout" Target="../slideLayouts/slideLayout403.xml"/><Relationship Id="rId68" Type="http://schemas.openxmlformats.org/officeDocument/2006/relationships/slideLayout" Target="../slideLayouts/slideLayout408.xml"/><Relationship Id="rId16" Type="http://schemas.openxmlformats.org/officeDocument/2006/relationships/slideLayout" Target="../slideLayouts/slideLayout356.xml"/><Relationship Id="rId11" Type="http://schemas.openxmlformats.org/officeDocument/2006/relationships/slideLayout" Target="../slideLayouts/slideLayout351.xml"/><Relationship Id="rId32" Type="http://schemas.openxmlformats.org/officeDocument/2006/relationships/slideLayout" Target="../slideLayouts/slideLayout372.xml"/><Relationship Id="rId37" Type="http://schemas.openxmlformats.org/officeDocument/2006/relationships/slideLayout" Target="../slideLayouts/slideLayout377.xml"/><Relationship Id="rId53" Type="http://schemas.openxmlformats.org/officeDocument/2006/relationships/slideLayout" Target="../slideLayouts/slideLayout393.xml"/><Relationship Id="rId58" Type="http://schemas.openxmlformats.org/officeDocument/2006/relationships/slideLayout" Target="../slideLayouts/slideLayout398.xml"/><Relationship Id="rId74" Type="http://schemas.openxmlformats.org/officeDocument/2006/relationships/slideLayout" Target="../slideLayouts/slideLayout414.xml"/><Relationship Id="rId79" Type="http://schemas.openxmlformats.org/officeDocument/2006/relationships/slideLayout" Target="../slideLayouts/slideLayout419.xml"/><Relationship Id="rId5" Type="http://schemas.openxmlformats.org/officeDocument/2006/relationships/slideLayout" Target="../slideLayouts/slideLayout345.xml"/><Relationship Id="rId61" Type="http://schemas.openxmlformats.org/officeDocument/2006/relationships/slideLayout" Target="../slideLayouts/slideLayout401.xml"/><Relationship Id="rId82" Type="http://schemas.openxmlformats.org/officeDocument/2006/relationships/theme" Target="../theme/theme6.xml"/><Relationship Id="rId19" Type="http://schemas.openxmlformats.org/officeDocument/2006/relationships/slideLayout" Target="../slideLayouts/slideLayout359.xml"/><Relationship Id="rId14" Type="http://schemas.openxmlformats.org/officeDocument/2006/relationships/slideLayout" Target="../slideLayouts/slideLayout354.xml"/><Relationship Id="rId22" Type="http://schemas.openxmlformats.org/officeDocument/2006/relationships/slideLayout" Target="../slideLayouts/slideLayout362.xml"/><Relationship Id="rId27" Type="http://schemas.openxmlformats.org/officeDocument/2006/relationships/slideLayout" Target="../slideLayouts/slideLayout367.xml"/><Relationship Id="rId30" Type="http://schemas.openxmlformats.org/officeDocument/2006/relationships/slideLayout" Target="../slideLayouts/slideLayout370.xml"/><Relationship Id="rId35" Type="http://schemas.openxmlformats.org/officeDocument/2006/relationships/slideLayout" Target="../slideLayouts/slideLayout375.xml"/><Relationship Id="rId43" Type="http://schemas.openxmlformats.org/officeDocument/2006/relationships/slideLayout" Target="../slideLayouts/slideLayout383.xml"/><Relationship Id="rId48" Type="http://schemas.openxmlformats.org/officeDocument/2006/relationships/slideLayout" Target="../slideLayouts/slideLayout388.xml"/><Relationship Id="rId56" Type="http://schemas.openxmlformats.org/officeDocument/2006/relationships/slideLayout" Target="../slideLayouts/slideLayout396.xml"/><Relationship Id="rId64" Type="http://schemas.openxmlformats.org/officeDocument/2006/relationships/slideLayout" Target="../slideLayouts/slideLayout404.xml"/><Relationship Id="rId69" Type="http://schemas.openxmlformats.org/officeDocument/2006/relationships/slideLayout" Target="../slideLayouts/slideLayout409.xml"/><Relationship Id="rId77" Type="http://schemas.openxmlformats.org/officeDocument/2006/relationships/slideLayout" Target="../slideLayouts/slideLayout417.xml"/><Relationship Id="rId8" Type="http://schemas.openxmlformats.org/officeDocument/2006/relationships/slideLayout" Target="../slideLayouts/slideLayout348.xml"/><Relationship Id="rId51" Type="http://schemas.openxmlformats.org/officeDocument/2006/relationships/slideLayout" Target="../slideLayouts/slideLayout391.xml"/><Relationship Id="rId72" Type="http://schemas.openxmlformats.org/officeDocument/2006/relationships/slideLayout" Target="../slideLayouts/slideLayout412.xml"/><Relationship Id="rId80" Type="http://schemas.openxmlformats.org/officeDocument/2006/relationships/slideLayout" Target="../slideLayouts/slideLayout420.xml"/><Relationship Id="rId3" Type="http://schemas.openxmlformats.org/officeDocument/2006/relationships/slideLayout" Target="../slideLayouts/slideLayout343.xml"/><Relationship Id="rId12" Type="http://schemas.openxmlformats.org/officeDocument/2006/relationships/slideLayout" Target="../slideLayouts/slideLayout352.xml"/><Relationship Id="rId17" Type="http://schemas.openxmlformats.org/officeDocument/2006/relationships/slideLayout" Target="../slideLayouts/slideLayout357.xml"/><Relationship Id="rId25" Type="http://schemas.openxmlformats.org/officeDocument/2006/relationships/slideLayout" Target="../slideLayouts/slideLayout365.xml"/><Relationship Id="rId33" Type="http://schemas.openxmlformats.org/officeDocument/2006/relationships/slideLayout" Target="../slideLayouts/slideLayout373.xml"/><Relationship Id="rId38" Type="http://schemas.openxmlformats.org/officeDocument/2006/relationships/slideLayout" Target="../slideLayouts/slideLayout378.xml"/><Relationship Id="rId46" Type="http://schemas.openxmlformats.org/officeDocument/2006/relationships/slideLayout" Target="../slideLayouts/slideLayout386.xml"/><Relationship Id="rId59" Type="http://schemas.openxmlformats.org/officeDocument/2006/relationships/slideLayout" Target="../slideLayouts/slideLayout399.xml"/><Relationship Id="rId67" Type="http://schemas.openxmlformats.org/officeDocument/2006/relationships/slideLayout" Target="../slideLayouts/slideLayout407.xml"/><Relationship Id="rId20" Type="http://schemas.openxmlformats.org/officeDocument/2006/relationships/slideLayout" Target="../slideLayouts/slideLayout360.xml"/><Relationship Id="rId41" Type="http://schemas.openxmlformats.org/officeDocument/2006/relationships/slideLayout" Target="../slideLayouts/slideLayout381.xml"/><Relationship Id="rId54" Type="http://schemas.openxmlformats.org/officeDocument/2006/relationships/slideLayout" Target="../slideLayouts/slideLayout394.xml"/><Relationship Id="rId62" Type="http://schemas.openxmlformats.org/officeDocument/2006/relationships/slideLayout" Target="../slideLayouts/slideLayout402.xml"/><Relationship Id="rId70" Type="http://schemas.openxmlformats.org/officeDocument/2006/relationships/slideLayout" Target="../slideLayouts/slideLayout410.xml"/><Relationship Id="rId75" Type="http://schemas.openxmlformats.org/officeDocument/2006/relationships/slideLayout" Target="../slideLayouts/slideLayout415.xml"/><Relationship Id="rId1" Type="http://schemas.openxmlformats.org/officeDocument/2006/relationships/slideLayout" Target="../slideLayouts/slideLayout341.xml"/><Relationship Id="rId6" Type="http://schemas.openxmlformats.org/officeDocument/2006/relationships/slideLayout" Target="../slideLayouts/slideLayout346.xml"/><Relationship Id="rId15" Type="http://schemas.openxmlformats.org/officeDocument/2006/relationships/slideLayout" Target="../slideLayouts/slideLayout355.xml"/><Relationship Id="rId23" Type="http://schemas.openxmlformats.org/officeDocument/2006/relationships/slideLayout" Target="../slideLayouts/slideLayout363.xml"/><Relationship Id="rId28" Type="http://schemas.openxmlformats.org/officeDocument/2006/relationships/slideLayout" Target="../slideLayouts/slideLayout368.xml"/><Relationship Id="rId36" Type="http://schemas.openxmlformats.org/officeDocument/2006/relationships/slideLayout" Target="../slideLayouts/slideLayout376.xml"/><Relationship Id="rId49" Type="http://schemas.openxmlformats.org/officeDocument/2006/relationships/slideLayout" Target="../slideLayouts/slideLayout389.xml"/><Relationship Id="rId57" Type="http://schemas.openxmlformats.org/officeDocument/2006/relationships/slideLayout" Target="../slideLayouts/slideLayout397.xml"/><Relationship Id="rId10" Type="http://schemas.openxmlformats.org/officeDocument/2006/relationships/slideLayout" Target="../slideLayouts/slideLayout350.xml"/><Relationship Id="rId31" Type="http://schemas.openxmlformats.org/officeDocument/2006/relationships/slideLayout" Target="../slideLayouts/slideLayout371.xml"/><Relationship Id="rId44" Type="http://schemas.openxmlformats.org/officeDocument/2006/relationships/slideLayout" Target="../slideLayouts/slideLayout384.xml"/><Relationship Id="rId52" Type="http://schemas.openxmlformats.org/officeDocument/2006/relationships/slideLayout" Target="../slideLayouts/slideLayout392.xml"/><Relationship Id="rId60" Type="http://schemas.openxmlformats.org/officeDocument/2006/relationships/slideLayout" Target="../slideLayouts/slideLayout400.xml"/><Relationship Id="rId65" Type="http://schemas.openxmlformats.org/officeDocument/2006/relationships/slideLayout" Target="../slideLayouts/slideLayout405.xml"/><Relationship Id="rId73" Type="http://schemas.openxmlformats.org/officeDocument/2006/relationships/slideLayout" Target="../slideLayouts/slideLayout413.xml"/><Relationship Id="rId78" Type="http://schemas.openxmlformats.org/officeDocument/2006/relationships/slideLayout" Target="../slideLayouts/slideLayout418.xml"/><Relationship Id="rId81" Type="http://schemas.openxmlformats.org/officeDocument/2006/relationships/slideLayout" Target="../slideLayouts/slideLayout421.xml"/><Relationship Id="rId4" Type="http://schemas.openxmlformats.org/officeDocument/2006/relationships/slideLayout" Target="../slideLayouts/slideLayout344.xml"/><Relationship Id="rId9" Type="http://schemas.openxmlformats.org/officeDocument/2006/relationships/slideLayout" Target="../slideLayouts/slideLayout349.xml"/><Relationship Id="rId13" Type="http://schemas.openxmlformats.org/officeDocument/2006/relationships/slideLayout" Target="../slideLayouts/slideLayout353.xml"/><Relationship Id="rId18" Type="http://schemas.openxmlformats.org/officeDocument/2006/relationships/slideLayout" Target="../slideLayouts/slideLayout358.xml"/><Relationship Id="rId39" Type="http://schemas.openxmlformats.org/officeDocument/2006/relationships/slideLayout" Target="../slideLayouts/slideLayout379.xml"/><Relationship Id="rId34" Type="http://schemas.openxmlformats.org/officeDocument/2006/relationships/slideLayout" Target="../slideLayouts/slideLayout374.xml"/><Relationship Id="rId50" Type="http://schemas.openxmlformats.org/officeDocument/2006/relationships/slideLayout" Target="../slideLayouts/slideLayout390.xml"/><Relationship Id="rId55" Type="http://schemas.openxmlformats.org/officeDocument/2006/relationships/slideLayout" Target="../slideLayouts/slideLayout395.xml"/><Relationship Id="rId76" Type="http://schemas.openxmlformats.org/officeDocument/2006/relationships/slideLayout" Target="../slideLayouts/slideLayout416.xml"/><Relationship Id="rId7" Type="http://schemas.openxmlformats.org/officeDocument/2006/relationships/slideLayout" Target="../slideLayouts/slideLayout347.xml"/><Relationship Id="rId71" Type="http://schemas.openxmlformats.org/officeDocument/2006/relationships/slideLayout" Target="../slideLayouts/slideLayout411.xml"/><Relationship Id="rId2" Type="http://schemas.openxmlformats.org/officeDocument/2006/relationships/slideLayout" Target="../slideLayouts/slideLayout342.xml"/><Relationship Id="rId29" Type="http://schemas.openxmlformats.org/officeDocument/2006/relationships/slideLayout" Target="../slideLayouts/slideLayout369.xml"/><Relationship Id="rId24" Type="http://schemas.openxmlformats.org/officeDocument/2006/relationships/slideLayout" Target="../slideLayouts/slideLayout364.xml"/><Relationship Id="rId40" Type="http://schemas.openxmlformats.org/officeDocument/2006/relationships/slideLayout" Target="../slideLayouts/slideLayout380.xml"/><Relationship Id="rId45" Type="http://schemas.openxmlformats.org/officeDocument/2006/relationships/slideLayout" Target="../slideLayouts/slideLayout385.xml"/><Relationship Id="rId66" Type="http://schemas.openxmlformats.org/officeDocument/2006/relationships/slideLayout" Target="../slideLayouts/slideLayout40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03"/>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 id="2147483725" r:id="rId20"/>
    <p:sldLayoutId id="2147483726" r:id="rId21"/>
    <p:sldLayoutId id="2147483727" r:id="rId22"/>
    <p:sldLayoutId id="2147483728" r:id="rId23"/>
    <p:sldLayoutId id="2147483729" r:id="rId24"/>
    <p:sldLayoutId id="2147483730" r:id="rId25"/>
    <p:sldLayoutId id="2147483731" r:id="rId26"/>
    <p:sldLayoutId id="2147483732" r:id="rId27"/>
    <p:sldLayoutId id="2147483733" r:id="rId28"/>
    <p:sldLayoutId id="2147483734" r:id="rId29"/>
    <p:sldLayoutId id="2147483735" r:id="rId30"/>
    <p:sldLayoutId id="2147483736" r:id="rId31"/>
    <p:sldLayoutId id="2147483737" r:id="rId32"/>
    <p:sldLayoutId id="2147483738" r:id="rId33"/>
    <p:sldLayoutId id="2147483739" r:id="rId34"/>
    <p:sldLayoutId id="2147483740" r:id="rId35"/>
    <p:sldLayoutId id="2147483741" r:id="rId36"/>
    <p:sldLayoutId id="2147483742" r:id="rId37"/>
    <p:sldLayoutId id="2147483743" r:id="rId38"/>
    <p:sldLayoutId id="2147483744" r:id="rId39"/>
    <p:sldLayoutId id="2147483745" r:id="rId40"/>
    <p:sldLayoutId id="2147483746" r:id="rId41"/>
    <p:sldLayoutId id="2147483747" r:id="rId42"/>
    <p:sldLayoutId id="2147483748" r:id="rId43"/>
    <p:sldLayoutId id="2147483749" r:id="rId44"/>
    <p:sldLayoutId id="2147483750" r:id="rId45"/>
    <p:sldLayoutId id="2147483751" r:id="rId46"/>
    <p:sldLayoutId id="2147483752" r:id="rId47"/>
    <p:sldLayoutId id="2147483753" r:id="rId48"/>
    <p:sldLayoutId id="2147483754" r:id="rId49"/>
    <p:sldLayoutId id="2147483755" r:id="rId50"/>
    <p:sldLayoutId id="2147483756" r:id="rId51"/>
    <p:sldLayoutId id="2147483757" r:id="rId52"/>
    <p:sldLayoutId id="2147483758" r:id="rId53"/>
    <p:sldLayoutId id="2147483759" r:id="rId54"/>
    <p:sldLayoutId id="2147483760" r:id="rId55"/>
    <p:sldLayoutId id="2147483761" r:id="rId56"/>
    <p:sldLayoutId id="2147483762" r:id="rId57"/>
    <p:sldLayoutId id="2147483763" r:id="rId58"/>
    <p:sldLayoutId id="2147483764" r:id="rId59"/>
    <p:sldLayoutId id="2147483765" r:id="rId60"/>
    <p:sldLayoutId id="2147483766" r:id="rId61"/>
    <p:sldLayoutId id="2147483767" r:id="rId62"/>
    <p:sldLayoutId id="2147483768" r:id="rId63"/>
    <p:sldLayoutId id="2147483769" r:id="rId64"/>
    <p:sldLayoutId id="2147483770" r:id="rId65"/>
    <p:sldLayoutId id="2147483771" r:id="rId66"/>
    <p:sldLayoutId id="2147483772" r:id="rId67"/>
    <p:sldLayoutId id="2147483773" r:id="rId68"/>
    <p:sldLayoutId id="2147483774" r:id="rId69"/>
    <p:sldLayoutId id="2147483775" r:id="rId70"/>
    <p:sldLayoutId id="2147483776" r:id="rId71"/>
    <p:sldLayoutId id="2147483777" r:id="rId72"/>
    <p:sldLayoutId id="2147483778" r:id="rId73"/>
    <p:sldLayoutId id="2147483779" r:id="rId74"/>
    <p:sldLayoutId id="2147483780" r:id="rId75"/>
    <p:sldLayoutId id="2147483781" r:id="rId76"/>
    <p:sldLayoutId id="2147483782" r:id="rId77"/>
    <p:sldLayoutId id="2147483783" r:id="rId78"/>
    <p:sldLayoutId id="2147483784" r:id="rId79"/>
    <p:sldLayoutId id="2147483785" r:id="rId80"/>
    <p:sldLayoutId id="2147483786" r:id="rId81"/>
    <p:sldLayoutId id="2147483787" r:id="rId82"/>
    <p:sldLayoutId id="2147483788" r:id="rId8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0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89" r:id="rId1"/>
    <p:sldLayoutId id="2147483790" r:id="rId2"/>
    <p:sldLayoutId id="2147483791" r:id="rId3"/>
    <p:sldLayoutId id="2147483792" r:id="rId4"/>
    <p:sldLayoutId id="2147483793" r:id="rId5"/>
    <p:sldLayoutId id="2147483794" r:id="rId6"/>
    <p:sldLayoutId id="2147483795" r:id="rId7"/>
    <p:sldLayoutId id="2147483796" r:id="rId8"/>
    <p:sldLayoutId id="2147483797" r:id="rId9"/>
    <p:sldLayoutId id="2147483799" r:id="rId10"/>
    <p:sldLayoutId id="2147483800" r:id="rId11"/>
    <p:sldLayoutId id="2147483801" r:id="rId12"/>
    <p:sldLayoutId id="2147483802" r:id="rId13"/>
    <p:sldLayoutId id="2147483803" r:id="rId14"/>
    <p:sldLayoutId id="2147483804" r:id="rId15"/>
    <p:sldLayoutId id="2147483805" r:id="rId16"/>
    <p:sldLayoutId id="2147483806" r:id="rId17"/>
    <p:sldLayoutId id="2147483807" r:id="rId18"/>
    <p:sldLayoutId id="2147483808" r:id="rId19"/>
    <p:sldLayoutId id="2147483809" r:id="rId20"/>
    <p:sldLayoutId id="2147483810" r:id="rId21"/>
    <p:sldLayoutId id="2147483811" r:id="rId22"/>
    <p:sldLayoutId id="2147483812" r:id="rId23"/>
    <p:sldLayoutId id="2147483813" r:id="rId24"/>
    <p:sldLayoutId id="2147483814" r:id="rId25"/>
    <p:sldLayoutId id="2147483815" r:id="rId26"/>
    <p:sldLayoutId id="2147483816" r:id="rId27"/>
    <p:sldLayoutId id="2147483817" r:id="rId28"/>
    <p:sldLayoutId id="2147483818" r:id="rId29"/>
    <p:sldLayoutId id="2147483819" r:id="rId30"/>
    <p:sldLayoutId id="2147483820" r:id="rId31"/>
    <p:sldLayoutId id="2147483821" r:id="rId32"/>
    <p:sldLayoutId id="2147483822" r:id="rId33"/>
    <p:sldLayoutId id="2147483823" r:id="rId34"/>
    <p:sldLayoutId id="2147483824" r:id="rId35"/>
    <p:sldLayoutId id="2147483826" r:id="rId36"/>
    <p:sldLayoutId id="2147483827" r:id="rId37"/>
    <p:sldLayoutId id="2147483828" r:id="rId38"/>
    <p:sldLayoutId id="2147483829" r:id="rId39"/>
    <p:sldLayoutId id="2147483830" r:id="rId40"/>
    <p:sldLayoutId id="2147483831" r:id="rId41"/>
    <p:sldLayoutId id="2147483832" r:id="rId42"/>
    <p:sldLayoutId id="2147483833" r:id="rId43"/>
    <p:sldLayoutId id="2147483834" r:id="rId44"/>
    <p:sldLayoutId id="2147483835" r:id="rId45"/>
    <p:sldLayoutId id="2147483836" r:id="rId46"/>
    <p:sldLayoutId id="2147483837" r:id="rId47"/>
    <p:sldLayoutId id="2147483838" r:id="rId48"/>
    <p:sldLayoutId id="2147483839" r:id="rId49"/>
    <p:sldLayoutId id="2147483840" r:id="rId50"/>
    <p:sldLayoutId id="2147483841" r:id="rId51"/>
    <p:sldLayoutId id="2147483842" r:id="rId52"/>
    <p:sldLayoutId id="2147483843" r:id="rId53"/>
    <p:sldLayoutId id="2147483844" r:id="rId54"/>
    <p:sldLayoutId id="2147483845" r:id="rId55"/>
    <p:sldLayoutId id="2147483846" r:id="rId56"/>
    <p:sldLayoutId id="2147483847" r:id="rId5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07"/>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 id="2147483853" r:id="rId6"/>
    <p:sldLayoutId id="2147483854" r:id="rId7"/>
    <p:sldLayoutId id="2147483855" r:id="rId8"/>
    <p:sldLayoutId id="2147483856" r:id="rId9"/>
    <p:sldLayoutId id="2147483857" r:id="rId10"/>
    <p:sldLayoutId id="2147483858" r:id="rId11"/>
    <p:sldLayoutId id="2147483859" r:id="rId12"/>
    <p:sldLayoutId id="2147483860" r:id="rId13"/>
    <p:sldLayoutId id="2147483861" r:id="rId14"/>
    <p:sldLayoutId id="2147483862" r:id="rId15"/>
    <p:sldLayoutId id="2147483863" r:id="rId16"/>
    <p:sldLayoutId id="2147483864" r:id="rId17"/>
    <p:sldLayoutId id="2147483865" r:id="rId18"/>
    <p:sldLayoutId id="2147483866" r:id="rId19"/>
    <p:sldLayoutId id="2147483867" r:id="rId20"/>
    <p:sldLayoutId id="2147483868" r:id="rId21"/>
    <p:sldLayoutId id="2147483869" r:id="rId22"/>
    <p:sldLayoutId id="2147483870" r:id="rId23"/>
    <p:sldLayoutId id="2147483871" r:id="rId24"/>
    <p:sldLayoutId id="2147483872" r:id="rId25"/>
    <p:sldLayoutId id="2147483873" r:id="rId26"/>
    <p:sldLayoutId id="2147483874" r:id="rId27"/>
    <p:sldLayoutId id="2147483875" r:id="rId28"/>
    <p:sldLayoutId id="2147483876" r:id="rId29"/>
    <p:sldLayoutId id="2147483877" r:id="rId30"/>
    <p:sldLayoutId id="2147483878" r:id="rId31"/>
    <p:sldLayoutId id="2147483879" r:id="rId32"/>
    <p:sldLayoutId id="2147483880" r:id="rId33"/>
    <p:sldLayoutId id="2147483881" r:id="rId34"/>
    <p:sldLayoutId id="2147483882" r:id="rId35"/>
    <p:sldLayoutId id="2147483883" r:id="rId36"/>
    <p:sldLayoutId id="2147483884" r:id="rId37"/>
    <p:sldLayoutId id="2147483885" r:id="rId38"/>
    <p:sldLayoutId id="2147483886" r:id="rId39"/>
    <p:sldLayoutId id="2147483887" r:id="rId40"/>
    <p:sldLayoutId id="2147483888" r:id="rId41"/>
    <p:sldLayoutId id="2147483889" r:id="rId42"/>
    <p:sldLayoutId id="2147483890" r:id="rId43"/>
    <p:sldLayoutId id="2147483891" r:id="rId44"/>
    <p:sldLayoutId id="2147483892" r:id="rId45"/>
    <p:sldLayoutId id="2147483893" r:id="rId46"/>
    <p:sldLayoutId id="2147483894" r:id="rId47"/>
    <p:sldLayoutId id="2147483895" r:id="rId48"/>
    <p:sldLayoutId id="2147483896" r:id="rId49"/>
    <p:sldLayoutId id="2147483897" r:id="rId50"/>
    <p:sldLayoutId id="2147483898" r:id="rId51"/>
    <p:sldLayoutId id="2147483899" r:id="rId52"/>
    <p:sldLayoutId id="2147483900" r:id="rId53"/>
    <p:sldLayoutId id="2147483901" r:id="rId54"/>
    <p:sldLayoutId id="2147483902" r:id="rId55"/>
    <p:sldLayoutId id="2147483903" r:id="rId56"/>
    <p:sldLayoutId id="2147483904" r:id="rId57"/>
    <p:sldLayoutId id="2147483905" r:id="rId58"/>
    <p:sldLayoutId id="2147483906" r:id="rId5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12"/>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907" r:id="rId1"/>
    <p:sldLayoutId id="2147483908" r:id="rId2"/>
    <p:sldLayoutId id="2147483909" r:id="rId3"/>
    <p:sldLayoutId id="2147483910" r:id="rId4"/>
    <p:sldLayoutId id="2147483911" r:id="rId5"/>
    <p:sldLayoutId id="2147483912" r:id="rId6"/>
    <p:sldLayoutId id="2147483913" r:id="rId7"/>
    <p:sldLayoutId id="2147483914" r:id="rId8"/>
    <p:sldLayoutId id="2147483915" r:id="rId9"/>
    <p:sldLayoutId id="2147483916" r:id="rId10"/>
    <p:sldLayoutId id="2147483917" r:id="rId11"/>
    <p:sldLayoutId id="2147483918" r:id="rId12"/>
    <p:sldLayoutId id="2147483919" r:id="rId13"/>
    <p:sldLayoutId id="2147483920" r:id="rId14"/>
    <p:sldLayoutId id="2147483921" r:id="rId15"/>
    <p:sldLayoutId id="2147483922" r:id="rId16"/>
    <p:sldLayoutId id="2147483923" r:id="rId17"/>
    <p:sldLayoutId id="2147483924" r:id="rId18"/>
    <p:sldLayoutId id="2147483925" r:id="rId19"/>
    <p:sldLayoutId id="2147483926" r:id="rId20"/>
    <p:sldLayoutId id="2147483927" r:id="rId21"/>
    <p:sldLayoutId id="2147483928" r:id="rId22"/>
    <p:sldLayoutId id="2147483929" r:id="rId23"/>
    <p:sldLayoutId id="2147483930" r:id="rId24"/>
    <p:sldLayoutId id="2147483931" r:id="rId25"/>
    <p:sldLayoutId id="2147483932" r:id="rId26"/>
    <p:sldLayoutId id="2147483933" r:id="rId27"/>
    <p:sldLayoutId id="2147483934" r:id="rId28"/>
    <p:sldLayoutId id="2147483935" r:id="rId29"/>
    <p:sldLayoutId id="2147483936" r:id="rId30"/>
    <p:sldLayoutId id="2147483937" r:id="rId31"/>
    <p:sldLayoutId id="2147483938" r:id="rId32"/>
    <p:sldLayoutId id="2147483939" r:id="rId33"/>
    <p:sldLayoutId id="2147483940" r:id="rId34"/>
    <p:sldLayoutId id="2147483941" r:id="rId35"/>
    <p:sldLayoutId id="2147483942" r:id="rId36"/>
    <p:sldLayoutId id="2147483943" r:id="rId37"/>
    <p:sldLayoutId id="2147483944" r:id="rId38"/>
    <p:sldLayoutId id="2147483945" r:id="rId39"/>
    <p:sldLayoutId id="2147483946" r:id="rId40"/>
    <p:sldLayoutId id="2147483947" r:id="rId41"/>
    <p:sldLayoutId id="2147483948" r:id="rId42"/>
    <p:sldLayoutId id="2147483949" r:id="rId43"/>
    <p:sldLayoutId id="2147483950" r:id="rId44"/>
    <p:sldLayoutId id="2147483951" r:id="rId45"/>
    <p:sldLayoutId id="2147483952" r:id="rId46"/>
    <p:sldLayoutId id="2147483953" r:id="rId47"/>
    <p:sldLayoutId id="2147483954" r:id="rId48"/>
    <p:sldLayoutId id="2147483955" r:id="rId49"/>
    <p:sldLayoutId id="2147483956" r:id="rId50"/>
    <p:sldLayoutId id="2147483957" r:id="rId51"/>
    <p:sldLayoutId id="2147483958" r:id="rId52"/>
    <p:sldLayoutId id="2147483959" r:id="rId53"/>
    <p:sldLayoutId id="2147483960" r:id="rId54"/>
    <p:sldLayoutId id="2147483961" r:id="rId55"/>
    <p:sldLayoutId id="2147483962" r:id="rId56"/>
    <p:sldLayoutId id="2147483963" r:id="rId57"/>
    <p:sldLayoutId id="2147483964" r:id="rId58"/>
    <p:sldLayoutId id="2147483965" r:id="rId59"/>
    <p:sldLayoutId id="2147483966" r:id="rId60"/>
    <p:sldLayoutId id="2147483967" r:id="rId61"/>
    <p:sldLayoutId id="2147483968" r:id="rId62"/>
    <p:sldLayoutId id="2147483969" r:id="rId63"/>
    <p:sldLayoutId id="2147483970" r:id="rId64"/>
    <p:sldLayoutId id="2147483971" r:id="rId65"/>
    <p:sldLayoutId id="2147483972" r:id="rId66"/>
    <p:sldLayoutId id="2147483973" r:id="rId67"/>
    <p:sldLayoutId id="2147483974" r:id="rId68"/>
    <p:sldLayoutId id="2147483975" r:id="rId69"/>
    <p:sldLayoutId id="2147483976" r:id="rId70"/>
    <p:sldLayoutId id="2147483977" r:id="rId71"/>
    <p:sldLayoutId id="2147483978" r:id="rId72"/>
    <p:sldLayoutId id="2147483979" r:id="rId73"/>
    <p:sldLayoutId id="2147483980" r:id="rId74"/>
    <p:sldLayoutId id="2147483981" r:id="rId75"/>
    <p:sldLayoutId id="2147483982" r:id="rId76"/>
    <p:sldLayoutId id="2147483983" r:id="rId77"/>
    <p:sldLayoutId id="2147483984" r:id="rId78"/>
    <p:sldLayoutId id="2147483985" r:id="rId79"/>
    <p:sldLayoutId id="2147483986" r:id="rId80"/>
    <p:sldLayoutId id="2147483987" r:id="rId81"/>
    <p:sldLayoutId id="2147483988" r:id="rId82"/>
    <p:sldLayoutId id="2147483989" r:id="rId8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extLst>
      <p:ext uri="{BB962C8B-B14F-4D97-AF65-F5344CB8AC3E}">
        <p14:creationId xmlns:p14="http://schemas.microsoft.com/office/powerpoint/2010/main" val="736152164"/>
      </p:ext>
    </p:extLst>
  </p:cSld>
  <p:clrMap bg1="lt1" tx1="dk1" bg2="dk2" tx2="lt2" accent1="accent1" accent2="accent2" accent3="accent3" accent4="accent4" accent5="accent5" accent6="accent6" hlink="hlink" folHlink="folHlink"/>
  <p:sldLayoutIdLst>
    <p:sldLayoutId id="2147483996" r:id="rId1"/>
    <p:sldLayoutId id="2147483997" r:id="rId2"/>
    <p:sldLayoutId id="2147483998" r:id="rId3"/>
    <p:sldLayoutId id="2147483999" r:id="rId4"/>
    <p:sldLayoutId id="2147484000" r:id="rId5"/>
    <p:sldLayoutId id="2147484001" r:id="rId6"/>
    <p:sldLayoutId id="2147484002" r:id="rId7"/>
    <p:sldLayoutId id="2147484003" r:id="rId8"/>
    <p:sldLayoutId id="2147484004" r:id="rId9"/>
    <p:sldLayoutId id="2147484005" r:id="rId10"/>
    <p:sldLayoutId id="2147484006" r:id="rId11"/>
    <p:sldLayoutId id="2147484007" r:id="rId12"/>
    <p:sldLayoutId id="2147484008" r:id="rId13"/>
    <p:sldLayoutId id="2147484009" r:id="rId14"/>
    <p:sldLayoutId id="2147484010" r:id="rId15"/>
    <p:sldLayoutId id="2147484011" r:id="rId16"/>
    <p:sldLayoutId id="2147484012" r:id="rId17"/>
    <p:sldLayoutId id="2147484013" r:id="rId18"/>
    <p:sldLayoutId id="2147484014" r:id="rId19"/>
    <p:sldLayoutId id="2147484015" r:id="rId20"/>
    <p:sldLayoutId id="2147484016" r:id="rId21"/>
    <p:sldLayoutId id="2147484017" r:id="rId22"/>
    <p:sldLayoutId id="2147484018" r:id="rId23"/>
    <p:sldLayoutId id="2147484019" r:id="rId24"/>
    <p:sldLayoutId id="2147484020" r:id="rId25"/>
    <p:sldLayoutId id="2147484021" r:id="rId26"/>
    <p:sldLayoutId id="2147484022" r:id="rId27"/>
    <p:sldLayoutId id="2147484023" r:id="rId28"/>
    <p:sldLayoutId id="2147484024" r:id="rId29"/>
    <p:sldLayoutId id="2147484025" r:id="rId30"/>
    <p:sldLayoutId id="2147484026" r:id="rId31"/>
    <p:sldLayoutId id="2147484027" r:id="rId32"/>
    <p:sldLayoutId id="2147484028" r:id="rId33"/>
    <p:sldLayoutId id="2147484029" r:id="rId34"/>
    <p:sldLayoutId id="2147484030" r:id="rId35"/>
    <p:sldLayoutId id="2147484031" r:id="rId36"/>
    <p:sldLayoutId id="2147484032" r:id="rId37"/>
    <p:sldLayoutId id="2147484033" r:id="rId38"/>
    <p:sldLayoutId id="2147484034" r:id="rId39"/>
    <p:sldLayoutId id="2147484035" r:id="rId40"/>
    <p:sldLayoutId id="2147484036" r:id="rId41"/>
    <p:sldLayoutId id="2147484037" r:id="rId42"/>
    <p:sldLayoutId id="2147484038" r:id="rId43"/>
    <p:sldLayoutId id="2147484039" r:id="rId44"/>
    <p:sldLayoutId id="2147484040" r:id="rId45"/>
    <p:sldLayoutId id="2147484041" r:id="rId46"/>
    <p:sldLayoutId id="2147484042" r:id="rId47"/>
    <p:sldLayoutId id="2147484043" r:id="rId48"/>
    <p:sldLayoutId id="2147484044" r:id="rId49"/>
    <p:sldLayoutId id="2147484045" r:id="rId50"/>
    <p:sldLayoutId id="2147484046" r:id="rId51"/>
    <p:sldLayoutId id="2147484047" r:id="rId52"/>
    <p:sldLayoutId id="2147484048" r:id="rId53"/>
    <p:sldLayoutId id="2147484049" r:id="rId54"/>
    <p:sldLayoutId id="2147484050" r:id="rId55"/>
    <p:sldLayoutId id="2147484051" r:id="rId56"/>
    <p:sldLayoutId id="2147484052" r:id="rId57"/>
    <p:sldLayoutId id="2147484053" r:id="rId58"/>
    <p:sldLayoutId id="2147484054" r:id="rId59"/>
    <p:sldLayoutId id="2147484055" r:id="rId60"/>
    <p:sldLayoutId id="2147484056" r:id="rId61"/>
    <p:sldLayoutId id="2147484057" r:id="rId62"/>
    <p:sldLayoutId id="2147484058" r:id="rId63"/>
    <p:sldLayoutId id="2147484059" r:id="rId64"/>
    <p:sldLayoutId id="2147484060" r:id="rId65"/>
    <p:sldLayoutId id="2147484061" r:id="rId66"/>
    <p:sldLayoutId id="2147484062" r:id="rId67"/>
    <p:sldLayoutId id="2147484063" r:id="rId68"/>
    <p:sldLayoutId id="2147484064" r:id="rId69"/>
    <p:sldLayoutId id="2147484065" r:id="rId70"/>
    <p:sldLayoutId id="2147484067" r:id="rId71"/>
    <p:sldLayoutId id="2147484068" r:id="rId72"/>
    <p:sldLayoutId id="2147484069" r:id="rId73"/>
    <p:sldLayoutId id="2147484070" r:id="rId74"/>
    <p:sldLayoutId id="2147484071" r:id="rId75"/>
    <p:sldLayoutId id="2147484072" r:id="rId76"/>
    <p:sldLayoutId id="2147484073" r:id="rId77"/>
    <p:sldLayoutId id="2147484074" r:id="rId78"/>
    <p:sldLayoutId id="2147484075" r:id="rId79"/>
    <p:sldLayoutId id="2147484076" r:id="rId80"/>
    <p:sldLayoutId id="2147484077" r:id="rId8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59.xml"/><Relationship Id="rId5" Type="http://schemas.openxmlformats.org/officeDocument/2006/relationships/image" Target="../media/image23.png"/><Relationship Id="rId4" Type="http://schemas.openxmlformats.org/officeDocument/2006/relationships/image" Target="../media/image22.png"/></Relationships>
</file>

<file path=ppt/slides/_rels/slide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notesSlide" Target="../notesSlides/notesSlide6.xml"/><Relationship Id="rId1" Type="http://schemas.openxmlformats.org/officeDocument/2006/relationships/slideLayout" Target="../slideLayouts/slideLayout142.xml"/><Relationship Id="rId5" Type="http://schemas.openxmlformats.org/officeDocument/2006/relationships/image" Target="../media/image44.png"/><Relationship Id="rId4" Type="http://schemas.openxmlformats.org/officeDocument/2006/relationships/hyperlink" Target="https://www.ecommercebrasil.com.br/artigos/do-caos-a-conversao-como-a-integracao-de-estoques-redefine-o-varejo-de-moda"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7.xml"/><Relationship Id="rId1" Type="http://schemas.openxmlformats.org/officeDocument/2006/relationships/slideLayout" Target="../slideLayouts/slideLayout150.xml"/></Relationships>
</file>

<file path=ppt/slides/_rels/slide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8.xml"/><Relationship Id="rId1" Type="http://schemas.openxmlformats.org/officeDocument/2006/relationships/slideLayout" Target="../slideLayouts/slideLayout143.xml"/><Relationship Id="rId6" Type="http://schemas.openxmlformats.org/officeDocument/2006/relationships/image" Target="../media/image48.svg"/><Relationship Id="rId5" Type="http://schemas.openxmlformats.org/officeDocument/2006/relationships/image" Target="../media/image47.emf"/><Relationship Id="rId4" Type="http://schemas.openxmlformats.org/officeDocument/2006/relationships/image" Target="../media/image46.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5.xml"/></Relationships>
</file>

<file path=ppt/slides/_rels/slide1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0.xml"/><Relationship Id="rId1" Type="http://schemas.openxmlformats.org/officeDocument/2006/relationships/slideLayout" Target="../slideLayouts/slideLayout143.xml"/><Relationship Id="rId5" Type="http://schemas.openxmlformats.org/officeDocument/2006/relationships/image" Target="../media/image48.svg"/><Relationship Id="rId4" Type="http://schemas.openxmlformats.org/officeDocument/2006/relationships/image" Target="../media/image47.emf"/></Relationships>
</file>

<file path=ppt/slides/_rels/slide1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1.xml"/><Relationship Id="rId1" Type="http://schemas.openxmlformats.org/officeDocument/2006/relationships/slideLayout" Target="../slideLayouts/slideLayout143.xml"/><Relationship Id="rId5" Type="http://schemas.openxmlformats.org/officeDocument/2006/relationships/image" Target="../media/image49.svg"/><Relationship Id="rId4" Type="http://schemas.openxmlformats.org/officeDocument/2006/relationships/image" Target="../media/image47.emf"/></Relationships>
</file>

<file path=ppt/slides/_rels/slide12.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notesSlide" Target="../notesSlides/notesSlide12.xml"/><Relationship Id="rId1" Type="http://schemas.openxmlformats.org/officeDocument/2006/relationships/slideLayout" Target="../slideLayouts/slideLayout144.xml"/></Relationships>
</file>

<file path=ppt/slides/_rels/slide13.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notesSlide" Target="../notesSlides/notesSlide13.xml"/><Relationship Id="rId1" Type="http://schemas.openxmlformats.org/officeDocument/2006/relationships/slideLayout" Target="../slideLayouts/slideLayout144.xml"/></Relationships>
</file>

<file path=ppt/slides/_rels/slide14.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notesSlide" Target="../notesSlides/notesSlide14.xml"/><Relationship Id="rId1" Type="http://schemas.openxmlformats.org/officeDocument/2006/relationships/slideLayout" Target="../slideLayouts/slideLayout199.xml"/></Relationships>
</file>

<file path=ppt/slides/_rels/slide1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5.xml"/><Relationship Id="rId1" Type="http://schemas.openxmlformats.org/officeDocument/2006/relationships/slideLayout" Target="../slideLayouts/slideLayout37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07.xml"/></Relationships>
</file>

<file path=ppt/slides/_rels/slide1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7.xml"/><Relationship Id="rId1" Type="http://schemas.openxmlformats.org/officeDocument/2006/relationships/slideLayout" Target="../slideLayouts/slideLayout145.xml"/><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3" Type="http://schemas.openxmlformats.org/officeDocument/2006/relationships/hyperlink" Target="https://docs.python.org/pt-br/3/tutorial/datastructures.html" TargetMode="External"/><Relationship Id="rId2" Type="http://schemas.openxmlformats.org/officeDocument/2006/relationships/notesSlide" Target="../notesSlides/notesSlide18.xml"/><Relationship Id="rId1" Type="http://schemas.openxmlformats.org/officeDocument/2006/relationships/slideLayout" Target="../slideLayouts/slideLayout146.xml"/></Relationships>
</file>

<file path=ppt/slides/_rels/slide19.xml.rels><?xml version="1.0" encoding="UTF-8" standalone="yes"?>
<Relationships xmlns="http://schemas.openxmlformats.org/package/2006/relationships"><Relationship Id="rId3" Type="http://schemas.openxmlformats.org/officeDocument/2006/relationships/hyperlink" Target="https://docs.python.org/pt-br/3/tutorial/controlflow.html" TargetMode="External"/><Relationship Id="rId2" Type="http://schemas.openxmlformats.org/officeDocument/2006/relationships/notesSlide" Target="../notesSlides/notesSlide19.xml"/><Relationship Id="rId1" Type="http://schemas.openxmlformats.org/officeDocument/2006/relationships/slideLayout" Target="../slideLayouts/slideLayout147.xml"/><Relationship Id="rId4" Type="http://schemas.openxmlformats.org/officeDocument/2006/relationships/hyperlink" Target="https://www.ecommercebrasil.com.br/artigos/do-caos-a-conversao-como-a-integracao-de-estoques-redefine-o-varejo-de-moda"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8.xml"/></Relationships>
</file>

<file path=ppt/slides/_rels/slide2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1.xml"/><Relationship Id="rId1" Type="http://schemas.openxmlformats.org/officeDocument/2006/relationships/slideLayout" Target="../slideLayouts/slideLayout149.xml"/><Relationship Id="rId5" Type="http://schemas.openxmlformats.org/officeDocument/2006/relationships/image" Target="../media/image56.png"/><Relationship Id="rId4" Type="http://schemas.openxmlformats.org/officeDocument/2006/relationships/image" Target="../media/image55.png"/></Relationships>
</file>

<file path=ppt/slides/_rels/slide2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2.xml"/><Relationship Id="rId1" Type="http://schemas.openxmlformats.org/officeDocument/2006/relationships/slideLayout" Target="../slideLayouts/slideLayout149.xml"/><Relationship Id="rId5" Type="http://schemas.openxmlformats.org/officeDocument/2006/relationships/image" Target="../media/image56.png"/><Relationship Id="rId4" Type="http://schemas.openxmlformats.org/officeDocument/2006/relationships/image" Target="../media/image55.png"/></Relationships>
</file>

<file path=ppt/slides/_rels/slide2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3.xml"/><Relationship Id="rId1" Type="http://schemas.openxmlformats.org/officeDocument/2006/relationships/slideLayout" Target="../slideLayouts/slideLayout149.xml"/><Relationship Id="rId5" Type="http://schemas.openxmlformats.org/officeDocument/2006/relationships/image" Target="../media/image56.png"/><Relationship Id="rId4" Type="http://schemas.openxmlformats.org/officeDocument/2006/relationships/image" Target="../media/image55.png"/></Relationships>
</file>

<file path=ppt/slides/_rels/slide2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4.xml"/><Relationship Id="rId1" Type="http://schemas.openxmlformats.org/officeDocument/2006/relationships/slideLayout" Target="../slideLayouts/slideLayout149.xml"/><Relationship Id="rId4" Type="http://schemas.openxmlformats.org/officeDocument/2006/relationships/image" Target="../media/image56.png"/></Relationships>
</file>

<file path=ppt/slides/_rels/slide2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5.xml"/><Relationship Id="rId1" Type="http://schemas.openxmlformats.org/officeDocument/2006/relationships/slideLayout" Target="../slideLayouts/slideLayout149.xml"/><Relationship Id="rId5" Type="http://schemas.openxmlformats.org/officeDocument/2006/relationships/image" Target="../media/image56.png"/><Relationship Id="rId4" Type="http://schemas.openxmlformats.org/officeDocument/2006/relationships/image" Target="../media/image55.png"/></Relationships>
</file>

<file path=ppt/slides/_rels/slide2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6.xml"/><Relationship Id="rId1" Type="http://schemas.openxmlformats.org/officeDocument/2006/relationships/slideLayout" Target="../slideLayouts/slideLayout149.xml"/><Relationship Id="rId5" Type="http://schemas.openxmlformats.org/officeDocument/2006/relationships/image" Target="../media/image56.png"/><Relationship Id="rId4" Type="http://schemas.openxmlformats.org/officeDocument/2006/relationships/image" Target="../media/image5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618"/>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622"/>
        <p:cNvGrpSpPr/>
        <p:nvPr/>
      </p:nvGrpSpPr>
      <p:grpSpPr>
        <a:xfrm>
          <a:off x="0" y="0"/>
          <a:ext cx="0" cy="0"/>
          <a:chOff x="0" y="0"/>
          <a:chExt cx="0" cy="0"/>
        </a:xfrm>
      </p:grpSpPr>
      <p:sp>
        <p:nvSpPr>
          <p:cNvPr id="3623" name="Google Shape;3623;p349"/>
          <p:cNvSpPr txBox="1"/>
          <p:nvPr/>
        </p:nvSpPr>
        <p:spPr>
          <a:xfrm>
            <a:off x="865110" y="1994043"/>
            <a:ext cx="6814800" cy="46920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pt-BR" sz="2800" b="1" i="0" u="none" strike="noStrike" cap="none" dirty="0">
                <a:solidFill>
                  <a:schemeClr val="dk1"/>
                </a:solidFill>
                <a:latin typeface="Poppins"/>
                <a:ea typeface="Poppins"/>
                <a:cs typeface="Poppins"/>
                <a:sym typeface="Poppins"/>
              </a:rPr>
              <a:t>Do menu ao sistema completo</a:t>
            </a:r>
            <a:endParaRPr sz="2800" b="1" i="0" u="none" strike="noStrike" cap="none" dirty="0">
              <a:solidFill>
                <a:schemeClr val="dk1"/>
              </a:solidFill>
              <a:latin typeface="Poppins"/>
              <a:ea typeface="Poppins"/>
              <a:cs typeface="Poppins"/>
              <a:sym typeface="Poppins"/>
            </a:endParaRPr>
          </a:p>
        </p:txBody>
      </p:sp>
      <p:sp>
        <p:nvSpPr>
          <p:cNvPr id="3624" name="Google Shape;3624;p349"/>
          <p:cNvSpPr txBox="1"/>
          <p:nvPr/>
        </p:nvSpPr>
        <p:spPr>
          <a:xfrm>
            <a:off x="865137" y="3596148"/>
            <a:ext cx="6814747" cy="46920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0" i="0" u="none" strike="noStrike" cap="none" dirty="0">
                <a:solidFill>
                  <a:srgbClr val="000000"/>
                </a:solidFill>
                <a:latin typeface="Poppins"/>
                <a:ea typeface="Poppins"/>
                <a:cs typeface="Poppins"/>
                <a:sym typeface="Poppins"/>
              </a:rPr>
              <a:t>Código da aula: SISANO1C1B4S25A1</a:t>
            </a:r>
            <a:endParaRPr sz="1400" b="0" i="0" u="none" strike="noStrike" cap="none" dirty="0">
              <a:solidFill>
                <a:srgbClr val="000000"/>
              </a:solidFill>
              <a:latin typeface="Arial"/>
              <a:ea typeface="Arial"/>
              <a:cs typeface="Arial"/>
              <a:sym typeface="Arial"/>
            </a:endParaRPr>
          </a:p>
        </p:txBody>
      </p:sp>
      <p:sp>
        <p:nvSpPr>
          <p:cNvPr id="3625" name="Google Shape;3625;p349"/>
          <p:cNvSpPr txBox="1"/>
          <p:nvPr/>
        </p:nvSpPr>
        <p:spPr>
          <a:xfrm>
            <a:off x="785697" y="1206887"/>
            <a:ext cx="6973626" cy="53543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pt-BR" sz="3200" b="1" dirty="0">
                <a:solidFill>
                  <a:srgbClr val="FF161F"/>
                </a:solidFill>
                <a:latin typeface="Poppins"/>
                <a:ea typeface="Poppins"/>
                <a:cs typeface="Poppins"/>
                <a:sym typeface="Poppins"/>
              </a:rPr>
              <a:t>Vetores e matrizes</a:t>
            </a:r>
            <a:endParaRPr sz="3200" b="1" i="0" u="none" strike="noStrike" cap="none" dirty="0">
              <a:solidFill>
                <a:srgbClr val="FF161F"/>
              </a:solidFill>
              <a:latin typeface="Poppins"/>
              <a:ea typeface="Poppins"/>
              <a:cs typeface="Poppins"/>
              <a:sym typeface="Poppins"/>
            </a:endParaRPr>
          </a:p>
        </p:txBody>
      </p:sp>
      <p:sp>
        <p:nvSpPr>
          <p:cNvPr id="3626" name="Google Shape;3626;p349"/>
          <p:cNvSpPr txBox="1"/>
          <p:nvPr/>
        </p:nvSpPr>
        <p:spPr>
          <a:xfrm>
            <a:off x="865110" y="2845497"/>
            <a:ext cx="6814800" cy="46920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chemeClr val="dk1"/>
              </a:buClr>
              <a:buSzPts val="2500"/>
              <a:buFont typeface="Arial"/>
              <a:buNone/>
            </a:pPr>
            <a:r>
              <a:rPr lang="pt-BR" sz="2200" b="0" i="0" u="none" strike="noStrike" cap="none" dirty="0">
                <a:solidFill>
                  <a:srgbClr val="BFBFBF"/>
                </a:solidFill>
                <a:latin typeface="Poppins Medium"/>
                <a:ea typeface="Poppins Medium"/>
                <a:cs typeface="Poppins Medium"/>
                <a:sym typeface="Poppins Medium"/>
              </a:rPr>
              <a:t>Aula 1: Enxergando o sistema por partes</a:t>
            </a:r>
            <a:endParaRPr sz="2200" b="0" i="0" u="none" strike="noStrike" cap="none" dirty="0">
              <a:solidFill>
                <a:srgbClr val="BFBFBF"/>
              </a:solidFill>
              <a:latin typeface="Poppins Medium"/>
              <a:ea typeface="Poppins Medium"/>
              <a:cs typeface="Poppins Medium"/>
              <a:sym typeface="Poppins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632"/>
        <p:cNvGrpSpPr/>
        <p:nvPr/>
      </p:nvGrpSpPr>
      <p:grpSpPr>
        <a:xfrm>
          <a:off x="0" y="0"/>
          <a:ext cx="0" cy="0"/>
          <a:chOff x="0" y="0"/>
          <a:chExt cx="0" cy="0"/>
        </a:xfrm>
      </p:grpSpPr>
      <p:pic>
        <p:nvPicPr>
          <p:cNvPr id="3633" name="Google Shape;3633;p350"/>
          <p:cNvPicPr preferRelativeResize="0"/>
          <p:nvPr/>
        </p:nvPicPr>
        <p:blipFill rotWithShape="1">
          <a:blip r:embed="rId3" cstate="hqprint">
            <a:alphaModFix/>
            <a:extLst>
              <a:ext uri="{28A0092B-C50C-407E-A947-70E740481C1C}">
                <a14:useLocalDpi xmlns:a14="http://schemas.microsoft.com/office/drawing/2010/main"/>
              </a:ext>
            </a:extLst>
          </a:blip>
          <a:srcRect l="1999" r="951"/>
          <a:stretch/>
        </p:blipFill>
        <p:spPr>
          <a:xfrm>
            <a:off x="-1968" y="1332717"/>
            <a:ext cx="12197169" cy="4987270"/>
          </a:xfrm>
          <a:prstGeom prst="rect">
            <a:avLst/>
          </a:prstGeom>
          <a:noFill/>
          <a:ln>
            <a:noFill/>
          </a:ln>
        </p:spPr>
      </p:pic>
      <p:sp>
        <p:nvSpPr>
          <p:cNvPr id="3634" name="Google Shape;3634;p350"/>
          <p:cNvSpPr/>
          <p:nvPr/>
        </p:nvSpPr>
        <p:spPr>
          <a:xfrm rot="-3439711">
            <a:off x="3101904" y="4687022"/>
            <a:ext cx="210625" cy="210625"/>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3635" name="Google Shape;3635;p350"/>
          <p:cNvSpPr/>
          <p:nvPr/>
        </p:nvSpPr>
        <p:spPr>
          <a:xfrm rot="8953936">
            <a:off x="6038159" y="1499754"/>
            <a:ext cx="210533" cy="210533"/>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3636" name="Google Shape;3636;p350"/>
          <p:cNvSpPr/>
          <p:nvPr/>
        </p:nvSpPr>
        <p:spPr>
          <a:xfrm rot="-4953060">
            <a:off x="7445868" y="2445423"/>
            <a:ext cx="210577" cy="210577"/>
          </a:xfrm>
          <a:prstGeom prst="ellipse">
            <a:avLst/>
          </a:prstGeom>
          <a:solidFill>
            <a:srgbClr val="FF0000"/>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3637" name="Google Shape;3637;p350"/>
          <p:cNvSpPr/>
          <p:nvPr/>
        </p:nvSpPr>
        <p:spPr>
          <a:xfrm rot="-2290533">
            <a:off x="8128906" y="5906016"/>
            <a:ext cx="210655" cy="210655"/>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3638" name="Google Shape;3638;p350"/>
          <p:cNvSpPr/>
          <p:nvPr/>
        </p:nvSpPr>
        <p:spPr>
          <a:xfrm rot="4159189">
            <a:off x="9504251" y="4023316"/>
            <a:ext cx="210675" cy="210675"/>
          </a:xfrm>
          <a:prstGeom prst="ellipse">
            <a:avLst/>
          </a:prstGeom>
          <a:solidFill>
            <a:schemeClr val="tx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grpSp>
        <p:nvGrpSpPr>
          <p:cNvPr id="3639" name="Google Shape;3639;p350"/>
          <p:cNvGrpSpPr/>
          <p:nvPr/>
        </p:nvGrpSpPr>
        <p:grpSpPr>
          <a:xfrm>
            <a:off x="587322" y="1657552"/>
            <a:ext cx="10504795" cy="4353604"/>
            <a:chOff x="880938" y="2486202"/>
            <a:chExt cx="15756404" cy="6530079"/>
          </a:xfrm>
        </p:grpSpPr>
        <p:sp>
          <p:nvSpPr>
            <p:cNvPr id="3640" name="Google Shape;3640;p350"/>
            <p:cNvSpPr/>
            <p:nvPr/>
          </p:nvSpPr>
          <p:spPr>
            <a:xfrm>
              <a:off x="880938" y="8194174"/>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3641" name="Google Shape;3641;p350"/>
            <p:cNvSpPr/>
            <p:nvPr/>
          </p:nvSpPr>
          <p:spPr>
            <a:xfrm>
              <a:off x="2332293" y="8194174"/>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3642" name="Google Shape;3642;p350"/>
            <p:cNvSpPr/>
            <p:nvPr/>
          </p:nvSpPr>
          <p:spPr>
            <a:xfrm>
              <a:off x="3751845" y="8108805"/>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3643" name="Google Shape;3643;p350"/>
            <p:cNvSpPr/>
            <p:nvPr/>
          </p:nvSpPr>
          <p:spPr>
            <a:xfrm rot="-3437456">
              <a:off x="5201675" y="5679979"/>
              <a:ext cx="315893" cy="315893"/>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3644" name="Google Shape;3644;p350"/>
            <p:cNvSpPr/>
            <p:nvPr/>
          </p:nvSpPr>
          <p:spPr>
            <a:xfrm rot="-911871">
              <a:off x="6624196" y="5419647"/>
              <a:ext cx="315846" cy="31584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3645" name="Google Shape;3645;p350"/>
            <p:cNvSpPr/>
            <p:nvPr/>
          </p:nvSpPr>
          <p:spPr>
            <a:xfrm rot="-911871">
              <a:off x="7693784" y="4751289"/>
              <a:ext cx="315846" cy="31584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3646" name="Google Shape;3646;p350"/>
            <p:cNvSpPr/>
            <p:nvPr/>
          </p:nvSpPr>
          <p:spPr>
            <a:xfrm rot="8951697">
              <a:off x="10518648" y="2486202"/>
              <a:ext cx="315747" cy="31574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3647" name="Google Shape;3647;p350"/>
            <p:cNvSpPr/>
            <p:nvPr/>
          </p:nvSpPr>
          <p:spPr>
            <a:xfrm rot="8951697">
              <a:off x="8026147" y="3148552"/>
              <a:ext cx="315747" cy="31574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3648" name="Google Shape;3648;p350"/>
            <p:cNvSpPr/>
            <p:nvPr/>
          </p:nvSpPr>
          <p:spPr>
            <a:xfrm rot="-4951441">
              <a:off x="11180622" y="6509015"/>
              <a:ext cx="315885" cy="315885"/>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3649" name="Google Shape;3649;p350"/>
            <p:cNvSpPr/>
            <p:nvPr/>
          </p:nvSpPr>
          <p:spPr>
            <a:xfrm rot="-4951441">
              <a:off x="11209836" y="5069980"/>
              <a:ext cx="315885" cy="315885"/>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3650" name="Google Shape;3650;p350"/>
            <p:cNvSpPr/>
            <p:nvPr/>
          </p:nvSpPr>
          <p:spPr>
            <a:xfrm rot="-2287966">
              <a:off x="13545981" y="8700484"/>
              <a:ext cx="315797" cy="31579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3651" name="Google Shape;3651;p350"/>
            <p:cNvSpPr/>
            <p:nvPr/>
          </p:nvSpPr>
          <p:spPr>
            <a:xfrm rot="-2287966">
              <a:off x="14277258" y="7524968"/>
              <a:ext cx="315797" cy="31579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3652" name="Google Shape;3652;p350"/>
            <p:cNvSpPr/>
            <p:nvPr/>
          </p:nvSpPr>
          <p:spPr>
            <a:xfrm rot="5403265">
              <a:off x="11261393" y="7971458"/>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3653" name="Google Shape;3653;p350"/>
            <p:cNvSpPr/>
            <p:nvPr/>
          </p:nvSpPr>
          <p:spPr>
            <a:xfrm rot="4161668">
              <a:off x="14897321" y="4884642"/>
              <a:ext cx="315766" cy="31576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3655" name="Google Shape;3655;p350"/>
            <p:cNvSpPr/>
            <p:nvPr/>
          </p:nvSpPr>
          <p:spPr>
            <a:xfrm rot="-9744530">
              <a:off x="16321681" y="4758619"/>
              <a:ext cx="315661" cy="315661"/>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grpSp>
      <p:sp>
        <p:nvSpPr>
          <p:cNvPr id="3656" name="Google Shape;3656;p350"/>
          <p:cNvSpPr/>
          <p:nvPr/>
        </p:nvSpPr>
        <p:spPr>
          <a:xfrm>
            <a:off x="2933526" y="2830191"/>
            <a:ext cx="536100" cy="5361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1900" b="1" dirty="0">
                <a:solidFill>
                  <a:srgbClr val="FFFFFF"/>
                </a:solidFill>
                <a:latin typeface="Poppins"/>
                <a:ea typeface="Poppins"/>
                <a:cs typeface="Poppins"/>
                <a:sym typeface="Poppins"/>
              </a:rPr>
              <a:t>20</a:t>
            </a:r>
            <a:endParaRPr sz="1900" b="0" i="0" u="none" strike="noStrike" cap="none" dirty="0">
              <a:solidFill>
                <a:srgbClr val="FFFFFF"/>
              </a:solidFill>
              <a:latin typeface="Calibri"/>
              <a:ea typeface="Calibri"/>
              <a:cs typeface="Calibri"/>
              <a:sym typeface="Calibri"/>
            </a:endParaRPr>
          </a:p>
        </p:txBody>
      </p:sp>
      <p:cxnSp>
        <p:nvCxnSpPr>
          <p:cNvPr id="3657" name="Google Shape;3657;p350"/>
          <p:cNvCxnSpPr>
            <a:stCxn id="3656" idx="4"/>
          </p:cNvCxnSpPr>
          <p:nvPr/>
        </p:nvCxnSpPr>
        <p:spPr>
          <a:xfrm>
            <a:off x="3201576" y="3366291"/>
            <a:ext cx="0" cy="1323300"/>
          </a:xfrm>
          <a:prstGeom prst="straightConnector1">
            <a:avLst/>
          </a:prstGeom>
          <a:noFill/>
          <a:ln w="9525" cap="flat" cmpd="sng">
            <a:solidFill>
              <a:schemeClr val="dk1"/>
            </a:solidFill>
            <a:prstDash val="solid"/>
            <a:round/>
            <a:headEnd type="none" w="sm" len="sm"/>
            <a:tailEnd type="none" w="sm" len="sm"/>
          </a:ln>
        </p:spPr>
      </p:cxnSp>
      <p:sp>
        <p:nvSpPr>
          <p:cNvPr id="3658" name="Google Shape;3658;p350"/>
          <p:cNvSpPr/>
          <p:nvPr/>
        </p:nvSpPr>
        <p:spPr>
          <a:xfrm>
            <a:off x="8117470" y="1693972"/>
            <a:ext cx="572400" cy="572400"/>
          </a:xfrm>
          <a:prstGeom prst="ellipse">
            <a:avLst/>
          </a:prstGeom>
          <a:solidFill>
            <a:srgbClr val="FA161E"/>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25</a:t>
            </a:r>
            <a:endParaRPr sz="2000" b="0" i="0" u="none" strike="noStrike" cap="none" dirty="0">
              <a:solidFill>
                <a:srgbClr val="FFFFFF"/>
              </a:solidFill>
              <a:latin typeface="Calibri"/>
              <a:ea typeface="Calibri"/>
              <a:cs typeface="Calibri"/>
              <a:sym typeface="Calibri"/>
            </a:endParaRPr>
          </a:p>
        </p:txBody>
      </p:sp>
      <p:cxnSp>
        <p:nvCxnSpPr>
          <p:cNvPr id="3659" name="Google Shape;3659;p350"/>
          <p:cNvCxnSpPr>
            <a:cxnSpLocks/>
            <a:stCxn id="3658" idx="3"/>
            <a:endCxn id="3636" idx="5"/>
          </p:cNvCxnSpPr>
          <p:nvPr/>
        </p:nvCxnSpPr>
        <p:spPr>
          <a:xfrm flipH="1">
            <a:off x="7634631" y="2182546"/>
            <a:ext cx="566665" cy="303995"/>
          </a:xfrm>
          <a:prstGeom prst="straightConnector1">
            <a:avLst/>
          </a:prstGeom>
          <a:noFill/>
          <a:ln w="9525" cap="flat" cmpd="sng">
            <a:solidFill>
              <a:srgbClr val="FA161E"/>
            </a:solidFill>
            <a:prstDash val="solid"/>
            <a:round/>
            <a:headEnd type="none" w="sm" len="sm"/>
            <a:tailEnd type="none" w="sm" len="sm"/>
          </a:ln>
        </p:spPr>
      </p:cxnSp>
      <p:sp>
        <p:nvSpPr>
          <p:cNvPr id="3660" name="Google Shape;3660;p350"/>
          <p:cNvSpPr txBox="1"/>
          <p:nvPr/>
        </p:nvSpPr>
        <p:spPr>
          <a:xfrm>
            <a:off x="8800334" y="1544756"/>
            <a:ext cx="1728600" cy="2769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pt-BR" sz="1400" b="1" i="0" u="none" strike="noStrike" cap="none" dirty="0">
                <a:solidFill>
                  <a:srgbClr val="FA161E"/>
                </a:solidFill>
                <a:latin typeface="Poppins"/>
                <a:ea typeface="Poppins"/>
                <a:cs typeface="Poppins"/>
                <a:sym typeface="Poppins"/>
              </a:rPr>
              <a:t>Você está aqui!</a:t>
            </a:r>
            <a:endParaRPr sz="1400" b="0" i="0" u="none" strike="noStrike" cap="none" dirty="0">
              <a:solidFill>
                <a:srgbClr val="000000"/>
              </a:solidFill>
              <a:latin typeface="Arial"/>
              <a:ea typeface="Arial"/>
              <a:cs typeface="Arial"/>
              <a:sym typeface="Arial"/>
            </a:endParaRPr>
          </a:p>
        </p:txBody>
      </p:sp>
      <p:pic>
        <p:nvPicPr>
          <p:cNvPr id="3661" name="Google Shape;3661;p350"/>
          <p:cNvPicPr preferRelativeResize="0"/>
          <p:nvPr/>
        </p:nvPicPr>
        <p:blipFill rotWithShape="1">
          <a:blip r:embed="rId4">
            <a:alphaModFix/>
          </a:blip>
          <a:srcRect/>
          <a:stretch/>
        </p:blipFill>
        <p:spPr>
          <a:xfrm rot="-2744266">
            <a:off x="8016812" y="1526426"/>
            <a:ext cx="595814" cy="351746"/>
          </a:xfrm>
          <a:prstGeom prst="rect">
            <a:avLst/>
          </a:prstGeom>
          <a:noFill/>
          <a:ln>
            <a:noFill/>
          </a:ln>
        </p:spPr>
      </p:pic>
      <p:pic>
        <p:nvPicPr>
          <p:cNvPr id="3662" name="Google Shape;3662;p350"/>
          <p:cNvPicPr preferRelativeResize="0"/>
          <p:nvPr/>
        </p:nvPicPr>
        <p:blipFill rotWithShape="1">
          <a:blip r:embed="rId5">
            <a:alphaModFix/>
          </a:blip>
          <a:srcRect/>
          <a:stretch/>
        </p:blipFill>
        <p:spPr>
          <a:xfrm rot="-2744266">
            <a:off x="2809258" y="2658683"/>
            <a:ext cx="595814" cy="351746"/>
          </a:xfrm>
          <a:prstGeom prst="rect">
            <a:avLst/>
          </a:prstGeom>
          <a:noFill/>
          <a:ln>
            <a:noFill/>
          </a:ln>
        </p:spPr>
      </p:pic>
      <p:sp>
        <p:nvSpPr>
          <p:cNvPr id="3663" name="Google Shape;3663;p350"/>
          <p:cNvSpPr txBox="1"/>
          <p:nvPr/>
        </p:nvSpPr>
        <p:spPr>
          <a:xfrm>
            <a:off x="1030385" y="3098241"/>
            <a:ext cx="1857627" cy="8466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dirty="0">
                <a:latin typeface="Poppins"/>
                <a:ea typeface="Poppins"/>
                <a:cs typeface="Poppins"/>
                <a:sym typeface="Poppins"/>
              </a:rPr>
              <a:t>Arquivos – entrada e saída</a:t>
            </a:r>
            <a:endParaRPr sz="17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700"/>
              <a:buFont typeface="Arial"/>
              <a:buNone/>
            </a:pPr>
            <a:endParaRPr sz="1700" b="0" i="0" u="none" strike="noStrike" cap="none" dirty="0">
              <a:solidFill>
                <a:srgbClr val="000000"/>
              </a:solidFill>
              <a:latin typeface="Poppins"/>
              <a:ea typeface="Poppins"/>
              <a:cs typeface="Poppins"/>
              <a:sym typeface="Poppins"/>
            </a:endParaRPr>
          </a:p>
        </p:txBody>
      </p:sp>
      <p:sp>
        <p:nvSpPr>
          <p:cNvPr id="3664" name="Google Shape;3664;p350"/>
          <p:cNvSpPr txBox="1"/>
          <p:nvPr/>
        </p:nvSpPr>
        <p:spPr>
          <a:xfrm>
            <a:off x="8795087" y="1771796"/>
            <a:ext cx="2431103" cy="846325"/>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dirty="0">
                <a:solidFill>
                  <a:schemeClr val="dk1"/>
                </a:solidFill>
                <a:latin typeface="Poppins"/>
                <a:ea typeface="Poppins"/>
                <a:cs typeface="Poppins"/>
                <a:sym typeface="Poppins"/>
              </a:rPr>
              <a:t>Do menu ao sistema completo</a:t>
            </a:r>
            <a:endParaRPr sz="1700" b="0" i="0" u="none" strike="noStrike" cap="none" dirty="0">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700"/>
              <a:buFont typeface="Arial"/>
              <a:buNone/>
            </a:pPr>
            <a:endParaRPr sz="1700" b="0" i="0" u="none" strike="noStrike" cap="none" dirty="0">
              <a:solidFill>
                <a:schemeClr val="dk1"/>
              </a:solidFill>
              <a:latin typeface="Poppins"/>
              <a:ea typeface="Poppins"/>
              <a:cs typeface="Poppins"/>
              <a:sym typeface="Poppins"/>
            </a:endParaRPr>
          </a:p>
        </p:txBody>
      </p:sp>
      <p:sp>
        <p:nvSpPr>
          <p:cNvPr id="3665" name="Google Shape;3665;p350"/>
          <p:cNvSpPr/>
          <p:nvPr/>
        </p:nvSpPr>
        <p:spPr>
          <a:xfrm>
            <a:off x="113993" y="891153"/>
            <a:ext cx="2098800" cy="1571100"/>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666" name="Google Shape;3666;p350"/>
          <p:cNvSpPr txBox="1"/>
          <p:nvPr/>
        </p:nvSpPr>
        <p:spPr>
          <a:xfrm>
            <a:off x="153994" y="1496572"/>
            <a:ext cx="1865700" cy="261600"/>
          </a:xfrm>
          <a:prstGeom prst="rect">
            <a:avLst/>
          </a:prstGeom>
          <a:noFill/>
          <a:ln>
            <a:noFill/>
          </a:ln>
        </p:spPr>
        <p:txBody>
          <a:bodyPr spcFirstLastPara="1" wrap="square" lIns="60950" tIns="30450" rIns="60950" bIns="30450" anchor="t" anchorCtr="0">
            <a:spAutoFit/>
          </a:bodyPr>
          <a:lstStyle/>
          <a:p>
            <a:pPr marL="0" marR="0" lvl="0" indent="0" algn="r" rtl="0">
              <a:lnSpc>
                <a:spcPct val="100000"/>
              </a:lnSpc>
              <a:spcBef>
                <a:spcPts val="0"/>
              </a:spcBef>
              <a:spcAft>
                <a:spcPts val="0"/>
              </a:spcAft>
              <a:buClr>
                <a:srgbClr val="000000"/>
              </a:buClr>
              <a:buSzPts val="1300"/>
              <a:buFont typeface="Arial"/>
              <a:buNone/>
            </a:pPr>
            <a:r>
              <a:rPr lang="pt-BR" sz="1300" b="1" dirty="0">
                <a:solidFill>
                  <a:srgbClr val="FFFFFF"/>
                </a:solidFill>
                <a:latin typeface="Poppins"/>
                <a:ea typeface="Poppins"/>
                <a:cs typeface="Poppins"/>
                <a:sym typeface="Poppins"/>
              </a:rPr>
              <a:t>Vetores e matrizes</a:t>
            </a:r>
            <a:endParaRPr sz="1300" b="1" i="0" u="none" strike="noStrike" cap="none" dirty="0">
              <a:solidFill>
                <a:srgbClr val="FFFFFF"/>
              </a:solidFill>
              <a:latin typeface="Poppins"/>
              <a:ea typeface="Poppins"/>
              <a:cs typeface="Poppins"/>
              <a:sym typeface="Poppins"/>
            </a:endParaRPr>
          </a:p>
        </p:txBody>
      </p:sp>
      <p:sp>
        <p:nvSpPr>
          <p:cNvPr id="3667" name="Google Shape;3667;p350"/>
          <p:cNvSpPr/>
          <p:nvPr/>
        </p:nvSpPr>
        <p:spPr>
          <a:xfrm>
            <a:off x="2078851" y="383070"/>
            <a:ext cx="2549700" cy="2090700"/>
          </a:xfrm>
          <a:prstGeom prst="roundRect">
            <a:avLst>
              <a:gd name="adj" fmla="val 1407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668" name="Google Shape;3668;p350"/>
          <p:cNvSpPr txBox="1"/>
          <p:nvPr/>
        </p:nvSpPr>
        <p:spPr>
          <a:xfrm>
            <a:off x="2140995" y="891153"/>
            <a:ext cx="2435700" cy="1030991"/>
          </a:xfrm>
          <a:prstGeom prst="rect">
            <a:avLst/>
          </a:prstGeom>
          <a:noFill/>
          <a:ln>
            <a:noFill/>
          </a:ln>
        </p:spPr>
        <p:txBody>
          <a:bodyPr spcFirstLastPara="1" wrap="square" lIns="60950" tIns="30450" rIns="60950" bIns="30450" anchor="t" anchorCtr="0">
            <a:spAutoFit/>
          </a:bodyPr>
          <a:lstStyle/>
          <a:p>
            <a:pPr marL="0" marR="0" lvl="0" indent="0" algn="ctr" rtl="0">
              <a:lnSpc>
                <a:spcPct val="100000"/>
              </a:lnSpc>
              <a:spcBef>
                <a:spcPts val="0"/>
              </a:spcBef>
              <a:spcAft>
                <a:spcPts val="0"/>
              </a:spcAft>
              <a:buClr>
                <a:schemeClr val="dk1"/>
              </a:buClr>
              <a:buSzPts val="2100"/>
              <a:buFont typeface="Arial"/>
              <a:buNone/>
            </a:pPr>
            <a:r>
              <a:rPr lang="pt-BR" sz="2100" b="1" i="0" u="none" strike="noStrike" cap="none" dirty="0">
                <a:solidFill>
                  <a:schemeClr val="lt1"/>
                </a:solidFill>
                <a:latin typeface="Poppins"/>
                <a:ea typeface="Poppins"/>
                <a:cs typeface="Poppins"/>
                <a:sym typeface="Poppins"/>
              </a:rPr>
              <a:t>Mapa da Unidade </a:t>
            </a:r>
            <a:r>
              <a:rPr lang="pt-BR" sz="2100" b="1" dirty="0">
                <a:solidFill>
                  <a:schemeClr val="lt1"/>
                </a:solidFill>
                <a:latin typeface="Poppins"/>
                <a:ea typeface="Poppins"/>
                <a:cs typeface="Poppins"/>
                <a:sym typeface="Poppins"/>
              </a:rPr>
              <a:t>6</a:t>
            </a:r>
            <a:r>
              <a:rPr lang="pt-BR" sz="2100" b="1" i="0" u="none" strike="noStrike" cap="none" dirty="0">
                <a:solidFill>
                  <a:schemeClr val="lt1"/>
                </a:solidFill>
                <a:latin typeface="Poppins"/>
                <a:ea typeface="Poppins"/>
                <a:cs typeface="Poppins"/>
                <a:sym typeface="Poppins"/>
              </a:rPr>
              <a:t> Componente 1</a:t>
            </a:r>
            <a:endParaRPr sz="2100" b="0" i="0" u="none" strike="noStrike" cap="none" dirty="0">
              <a:solidFill>
                <a:schemeClr val="dk1"/>
              </a:solidFill>
              <a:latin typeface="Arial"/>
              <a:ea typeface="Arial"/>
              <a:cs typeface="Arial"/>
              <a:sym typeface="Arial"/>
            </a:endParaRPr>
          </a:p>
        </p:txBody>
      </p:sp>
      <p:sp>
        <p:nvSpPr>
          <p:cNvPr id="3669" name="Google Shape;3669;p350"/>
          <p:cNvSpPr/>
          <p:nvPr/>
        </p:nvSpPr>
        <p:spPr>
          <a:xfrm>
            <a:off x="10652364" y="3788076"/>
            <a:ext cx="572400" cy="5724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26</a:t>
            </a:r>
            <a:endParaRPr sz="2000" b="0" i="0" u="none" strike="noStrike" cap="none" dirty="0">
              <a:solidFill>
                <a:srgbClr val="FFFFFF"/>
              </a:solidFill>
              <a:latin typeface="Calibri"/>
              <a:ea typeface="Calibri"/>
              <a:cs typeface="Calibri"/>
              <a:sym typeface="Calibri"/>
            </a:endParaRPr>
          </a:p>
        </p:txBody>
      </p:sp>
      <p:pic>
        <p:nvPicPr>
          <p:cNvPr id="3670" name="Google Shape;3670;p350"/>
          <p:cNvPicPr preferRelativeResize="0"/>
          <p:nvPr/>
        </p:nvPicPr>
        <p:blipFill rotWithShape="1">
          <a:blip r:embed="rId5">
            <a:alphaModFix/>
          </a:blip>
          <a:srcRect/>
          <a:stretch/>
        </p:blipFill>
        <p:spPr>
          <a:xfrm rot="19949350">
            <a:off x="10625201" y="3609822"/>
            <a:ext cx="595814" cy="351746"/>
          </a:xfrm>
          <a:prstGeom prst="rect">
            <a:avLst/>
          </a:prstGeom>
          <a:noFill/>
          <a:ln>
            <a:noFill/>
          </a:ln>
        </p:spPr>
      </p:pic>
      <p:sp>
        <p:nvSpPr>
          <p:cNvPr id="3671" name="Google Shape;3671;p350"/>
          <p:cNvSpPr txBox="1"/>
          <p:nvPr/>
        </p:nvSpPr>
        <p:spPr>
          <a:xfrm>
            <a:off x="10357514" y="4440731"/>
            <a:ext cx="1522967" cy="846325"/>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dirty="0">
                <a:solidFill>
                  <a:schemeClr val="dk1"/>
                </a:solidFill>
                <a:latin typeface="Poppins"/>
                <a:ea typeface="Poppins"/>
                <a:cs typeface="Poppins"/>
                <a:sym typeface="Poppins"/>
              </a:rPr>
              <a:t>Organizar e apresentar </a:t>
            </a:r>
            <a:endParaRPr sz="1700" dirty="0">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700"/>
              <a:buFont typeface="Arial"/>
              <a:buNone/>
            </a:pPr>
            <a:r>
              <a:rPr lang="pt-BR" sz="1700" dirty="0">
                <a:solidFill>
                  <a:schemeClr val="dk1"/>
                </a:solidFill>
                <a:latin typeface="Poppins"/>
                <a:ea typeface="Poppins"/>
                <a:cs typeface="Poppins"/>
                <a:sym typeface="Poppins"/>
              </a:rPr>
              <a:t>o projeto</a:t>
            </a:r>
            <a:endParaRPr sz="1700" b="0" i="0" u="none" strike="noStrike" cap="none" dirty="0">
              <a:solidFill>
                <a:schemeClr val="dk1"/>
              </a:solidFill>
              <a:latin typeface="Poppins"/>
              <a:ea typeface="Poppins"/>
              <a:cs typeface="Poppins"/>
              <a:sym typeface="Poppins"/>
            </a:endParaRPr>
          </a:p>
        </p:txBody>
      </p:sp>
      <p:cxnSp>
        <p:nvCxnSpPr>
          <p:cNvPr id="3672" name="Google Shape;3672;p350"/>
          <p:cNvCxnSpPr>
            <a:cxnSpLocks/>
            <a:stCxn id="3669" idx="2"/>
            <a:endCxn id="3638" idx="0"/>
          </p:cNvCxnSpPr>
          <p:nvPr/>
        </p:nvCxnSpPr>
        <p:spPr>
          <a:xfrm flipH="1">
            <a:off x="9708139" y="4074276"/>
            <a:ext cx="944225" cy="17178"/>
          </a:xfrm>
          <a:prstGeom prst="straightConnector1">
            <a:avLst/>
          </a:prstGeom>
          <a:noFill/>
          <a:ln w="9525" cap="flat" cmpd="sng">
            <a:solidFill>
              <a:schemeClr val="dk1"/>
            </a:solidFill>
            <a:prstDash val="solid"/>
            <a:round/>
            <a:headEnd type="none" w="sm" len="sm"/>
            <a:tailEnd type="none" w="sm" len="sm"/>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676"/>
        <p:cNvGrpSpPr/>
        <p:nvPr/>
      </p:nvGrpSpPr>
      <p:grpSpPr>
        <a:xfrm>
          <a:off x="0" y="0"/>
          <a:ext cx="0" cy="0"/>
          <a:chOff x="0" y="0"/>
          <a:chExt cx="0" cy="0"/>
        </a:xfrm>
      </p:grpSpPr>
      <p:pic>
        <p:nvPicPr>
          <p:cNvPr id="3677" name="Google Shape;3677;p351"/>
          <p:cNvPicPr preferRelativeResize="0"/>
          <p:nvPr/>
        </p:nvPicPr>
        <p:blipFill rotWithShape="1">
          <a:blip r:embed="rId3" cstate="hqprint">
            <a:alphaModFix/>
            <a:extLst>
              <a:ext uri="{28A0092B-C50C-407E-A947-70E740481C1C}">
                <a14:useLocalDpi xmlns:a14="http://schemas.microsoft.com/office/drawing/2010/main"/>
              </a:ext>
            </a:extLst>
          </a:blip>
          <a:srcRect l="-852"/>
          <a:stretch/>
        </p:blipFill>
        <p:spPr>
          <a:xfrm rot="-573652">
            <a:off x="5678584" y="2638764"/>
            <a:ext cx="8603297" cy="4647676"/>
          </a:xfrm>
          <a:prstGeom prst="rect">
            <a:avLst/>
          </a:prstGeom>
          <a:noFill/>
          <a:ln>
            <a:noFill/>
          </a:ln>
        </p:spPr>
      </p:pic>
      <p:sp>
        <p:nvSpPr>
          <p:cNvPr id="3678" name="Google Shape;3678;p351"/>
          <p:cNvSpPr/>
          <p:nvPr/>
        </p:nvSpPr>
        <p:spPr>
          <a:xfrm rot="-3438299">
            <a:off x="10617267" y="5326573"/>
            <a:ext cx="408000" cy="408000"/>
          </a:xfrm>
          <a:prstGeom prst="ellipse">
            <a:avLst/>
          </a:prstGeom>
          <a:solidFill>
            <a:srgbClr val="FA161E"/>
          </a:solidFill>
          <a:ln>
            <a:noFill/>
          </a:ln>
        </p:spPr>
        <p:txBody>
          <a:bodyPr spcFirstLastPara="1" wrap="square" lIns="60950" tIns="30450" rIns="60950" bIns="3045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3679" name="Google Shape;3679;p351"/>
          <p:cNvSpPr/>
          <p:nvPr/>
        </p:nvSpPr>
        <p:spPr>
          <a:xfrm>
            <a:off x="9084502" y="3402930"/>
            <a:ext cx="1317209" cy="1317209"/>
          </a:xfrm>
          <a:prstGeom prst="ellipse">
            <a:avLst/>
          </a:prstGeom>
          <a:solidFill>
            <a:srgbClr val="FA161E"/>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4200"/>
              <a:buFont typeface="Arial"/>
              <a:buNone/>
            </a:pPr>
            <a:r>
              <a:rPr lang="pt-BR" sz="4200" b="1" i="0" u="none" strike="noStrike" cap="none" dirty="0">
                <a:solidFill>
                  <a:srgbClr val="FFFFFF"/>
                </a:solidFill>
                <a:latin typeface="Poppins"/>
                <a:ea typeface="Poppins"/>
                <a:cs typeface="Poppins"/>
                <a:sym typeface="Poppins"/>
              </a:rPr>
              <a:t>2</a:t>
            </a:r>
            <a:r>
              <a:rPr lang="pt-BR" sz="4200" b="1" dirty="0">
                <a:solidFill>
                  <a:srgbClr val="FFFFFF"/>
                </a:solidFill>
                <a:latin typeface="Poppins"/>
                <a:ea typeface="Poppins"/>
                <a:cs typeface="Poppins"/>
                <a:sym typeface="Poppins"/>
              </a:rPr>
              <a:t>5</a:t>
            </a:r>
            <a:endParaRPr sz="4200" b="0" i="0" u="none" strike="noStrike" cap="none" dirty="0">
              <a:solidFill>
                <a:srgbClr val="FFFFFF"/>
              </a:solidFill>
              <a:latin typeface="Calibri"/>
              <a:ea typeface="Calibri"/>
              <a:cs typeface="Calibri"/>
              <a:sym typeface="Calibri"/>
            </a:endParaRPr>
          </a:p>
        </p:txBody>
      </p:sp>
      <p:cxnSp>
        <p:nvCxnSpPr>
          <p:cNvPr id="3680" name="Google Shape;3680;p351"/>
          <p:cNvCxnSpPr/>
          <p:nvPr/>
        </p:nvCxnSpPr>
        <p:spPr>
          <a:xfrm>
            <a:off x="10016903" y="4528943"/>
            <a:ext cx="634075" cy="900448"/>
          </a:xfrm>
          <a:prstGeom prst="straightConnector1">
            <a:avLst/>
          </a:prstGeom>
          <a:noFill/>
          <a:ln w="9525" cap="flat" cmpd="sng">
            <a:solidFill>
              <a:srgbClr val="FA161E"/>
            </a:solidFill>
            <a:prstDash val="solid"/>
            <a:round/>
            <a:headEnd type="none" w="sm" len="sm"/>
            <a:tailEnd type="none" w="sm" len="sm"/>
          </a:ln>
        </p:spPr>
      </p:cxnSp>
      <p:sp>
        <p:nvSpPr>
          <p:cNvPr id="3681" name="Google Shape;3681;p351"/>
          <p:cNvSpPr txBox="1"/>
          <p:nvPr/>
        </p:nvSpPr>
        <p:spPr>
          <a:xfrm>
            <a:off x="3331829" y="5086429"/>
            <a:ext cx="4487736" cy="535500"/>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pt-BR" sz="1800" b="0" i="0" u="none" strike="noStrike" cap="none" dirty="0">
                <a:solidFill>
                  <a:srgbClr val="000000"/>
                </a:solidFill>
                <a:latin typeface="Poppins"/>
                <a:ea typeface="Poppins"/>
                <a:cs typeface="Poppins"/>
                <a:sym typeface="Poppins"/>
              </a:rPr>
              <a:t>Código da aula: </a:t>
            </a:r>
            <a:r>
              <a:rPr lang="pt-BR" sz="1800" dirty="0">
                <a:latin typeface="Poppins"/>
                <a:ea typeface="Poppins"/>
                <a:cs typeface="Poppins"/>
                <a:sym typeface="Poppins"/>
              </a:rPr>
              <a:t>SISANO1C1B4S25A1</a:t>
            </a:r>
            <a:endParaRPr sz="1800" b="0" i="0" u="none" strike="noStrike" cap="none" dirty="0">
              <a:solidFill>
                <a:srgbClr val="000000"/>
              </a:solidFill>
              <a:latin typeface="Arial"/>
              <a:ea typeface="Arial"/>
              <a:cs typeface="Arial"/>
              <a:sym typeface="Arial"/>
            </a:endParaRPr>
          </a:p>
        </p:txBody>
      </p:sp>
      <p:sp>
        <p:nvSpPr>
          <p:cNvPr id="3685" name="Google Shape;3685;p351"/>
          <p:cNvSpPr txBox="1"/>
          <p:nvPr/>
        </p:nvSpPr>
        <p:spPr>
          <a:xfrm>
            <a:off x="3331829" y="3241925"/>
            <a:ext cx="6495600" cy="369300"/>
          </a:xfrm>
          <a:prstGeom prst="rect">
            <a:avLst/>
          </a:prstGeom>
          <a:noFill/>
          <a:ln>
            <a:noFill/>
          </a:ln>
        </p:spPr>
        <p:txBody>
          <a:bodyPr spcFirstLastPara="1" wrap="square" lIns="60950" tIns="30450" rIns="60950" bIns="30450" anchor="t" anchorCtr="0">
            <a:spAutoFit/>
          </a:bodyPr>
          <a:lstStyle/>
          <a:p>
            <a:pPr marL="0" lvl="0" indent="0" algn="l" rtl="0">
              <a:spcBef>
                <a:spcPts val="0"/>
              </a:spcBef>
              <a:spcAft>
                <a:spcPts val="0"/>
              </a:spcAft>
              <a:buClr>
                <a:schemeClr val="dk1"/>
              </a:buClr>
              <a:buSzPts val="1100"/>
              <a:buFont typeface="Arial"/>
              <a:buNone/>
            </a:pPr>
            <a:r>
              <a:rPr lang="pt-BR" sz="2000" dirty="0">
                <a:latin typeface="Poppins"/>
                <a:ea typeface="Poppins"/>
                <a:cs typeface="Poppins"/>
                <a:sym typeface="Poppins"/>
              </a:rPr>
              <a:t>Do menu ao sistema completo</a:t>
            </a:r>
            <a:endParaRPr sz="2000" dirty="0">
              <a:latin typeface="Poppins"/>
              <a:ea typeface="Poppins"/>
              <a:cs typeface="Poppins"/>
              <a:sym typeface="Poppins"/>
            </a:endParaRPr>
          </a:p>
        </p:txBody>
      </p:sp>
      <p:sp>
        <p:nvSpPr>
          <p:cNvPr id="3686" name="Google Shape;3686;p351"/>
          <p:cNvSpPr txBox="1"/>
          <p:nvPr/>
        </p:nvSpPr>
        <p:spPr>
          <a:xfrm>
            <a:off x="3331829" y="2792959"/>
            <a:ext cx="2582980" cy="430861"/>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2400" b="1" i="0" u="none" strike="noStrike" cap="none" dirty="0">
                <a:solidFill>
                  <a:srgbClr val="FA161E"/>
                </a:solidFill>
                <a:latin typeface="Poppins"/>
                <a:ea typeface="Poppins"/>
                <a:cs typeface="Poppins"/>
                <a:sym typeface="Poppins"/>
              </a:rPr>
              <a:t>Você está aqui!</a:t>
            </a:r>
            <a:endParaRPr sz="2400" b="0" i="0" u="none" strike="noStrike" cap="none" dirty="0">
              <a:solidFill>
                <a:srgbClr val="000000"/>
              </a:solidFill>
              <a:latin typeface="Arial"/>
              <a:ea typeface="Arial"/>
              <a:cs typeface="Arial"/>
              <a:sym typeface="Arial"/>
            </a:endParaRPr>
          </a:p>
        </p:txBody>
      </p:sp>
      <p:sp>
        <p:nvSpPr>
          <p:cNvPr id="3687" name="Google Shape;3687;p351"/>
          <p:cNvSpPr txBox="1"/>
          <p:nvPr/>
        </p:nvSpPr>
        <p:spPr>
          <a:xfrm>
            <a:off x="3331829" y="4184639"/>
            <a:ext cx="3983371" cy="535500"/>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pt-BR" sz="2200" b="1" dirty="0">
                <a:solidFill>
                  <a:schemeClr val="dk1"/>
                </a:solidFill>
                <a:latin typeface="Poppins Medium" panose="00000600000000000000" pitchFamily="2" charset="0"/>
                <a:ea typeface="Poppins"/>
                <a:cs typeface="Poppins Medium" panose="00000600000000000000" pitchFamily="2" charset="0"/>
                <a:sym typeface="Poppins"/>
              </a:rPr>
              <a:t>Aula 1: Enxergando o sistema por partes</a:t>
            </a:r>
            <a:endParaRPr sz="2200" b="0" i="0" u="none" strike="noStrike" cap="none" dirty="0">
              <a:solidFill>
                <a:srgbClr val="000000"/>
              </a:solidFill>
              <a:latin typeface="Poppins Medium" panose="00000600000000000000" pitchFamily="2" charset="0"/>
              <a:cs typeface="Poppins Medium" panose="00000600000000000000" pitchFamily="2" charset="0"/>
              <a:sym typeface="Arial"/>
            </a:endParaRPr>
          </a:p>
        </p:txBody>
      </p:sp>
      <p:sp>
        <p:nvSpPr>
          <p:cNvPr id="2" name="Google Shape;3665;p350">
            <a:extLst>
              <a:ext uri="{FF2B5EF4-FFF2-40B4-BE49-F238E27FC236}">
                <a16:creationId xmlns:a16="http://schemas.microsoft.com/office/drawing/2014/main" id="{60B6EFB2-0F77-3225-396E-90D76DD398A8}"/>
              </a:ext>
            </a:extLst>
          </p:cNvPr>
          <p:cNvSpPr/>
          <p:nvPr/>
        </p:nvSpPr>
        <p:spPr>
          <a:xfrm>
            <a:off x="113993" y="891153"/>
            <a:ext cx="2098800" cy="1571100"/>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 name="Google Shape;3666;p350">
            <a:extLst>
              <a:ext uri="{FF2B5EF4-FFF2-40B4-BE49-F238E27FC236}">
                <a16:creationId xmlns:a16="http://schemas.microsoft.com/office/drawing/2014/main" id="{0BD74B0A-CBB4-FB4A-1F18-AD982DEBAB8D}"/>
              </a:ext>
            </a:extLst>
          </p:cNvPr>
          <p:cNvSpPr txBox="1"/>
          <p:nvPr/>
        </p:nvSpPr>
        <p:spPr>
          <a:xfrm>
            <a:off x="153994" y="1496572"/>
            <a:ext cx="1865700" cy="261600"/>
          </a:xfrm>
          <a:prstGeom prst="rect">
            <a:avLst/>
          </a:prstGeom>
          <a:noFill/>
          <a:ln>
            <a:noFill/>
          </a:ln>
        </p:spPr>
        <p:txBody>
          <a:bodyPr spcFirstLastPara="1" wrap="square" lIns="60950" tIns="30450" rIns="60950" bIns="30450" anchor="t" anchorCtr="0">
            <a:spAutoFit/>
          </a:bodyPr>
          <a:lstStyle/>
          <a:p>
            <a:pPr marL="0" marR="0" lvl="0" indent="0" algn="r" rtl="0">
              <a:lnSpc>
                <a:spcPct val="100000"/>
              </a:lnSpc>
              <a:spcBef>
                <a:spcPts val="0"/>
              </a:spcBef>
              <a:spcAft>
                <a:spcPts val="0"/>
              </a:spcAft>
              <a:buClr>
                <a:srgbClr val="000000"/>
              </a:buClr>
              <a:buSzPts val="1300"/>
              <a:buFont typeface="Arial"/>
              <a:buNone/>
            </a:pPr>
            <a:r>
              <a:rPr lang="pt-BR" sz="1300" b="1" dirty="0">
                <a:solidFill>
                  <a:srgbClr val="FFFFFF"/>
                </a:solidFill>
                <a:latin typeface="Poppins"/>
                <a:ea typeface="Poppins"/>
                <a:cs typeface="Poppins"/>
                <a:sym typeface="Poppins"/>
              </a:rPr>
              <a:t>Vetores e matrizes</a:t>
            </a:r>
            <a:endParaRPr sz="1300" b="1" i="0" u="none" strike="noStrike" cap="none" dirty="0">
              <a:solidFill>
                <a:srgbClr val="FFFFFF"/>
              </a:solidFill>
              <a:latin typeface="Poppins"/>
              <a:ea typeface="Poppins"/>
              <a:cs typeface="Poppins"/>
              <a:sym typeface="Poppins"/>
            </a:endParaRPr>
          </a:p>
        </p:txBody>
      </p:sp>
      <p:sp>
        <p:nvSpPr>
          <p:cNvPr id="4" name="Google Shape;3667;p350">
            <a:extLst>
              <a:ext uri="{FF2B5EF4-FFF2-40B4-BE49-F238E27FC236}">
                <a16:creationId xmlns:a16="http://schemas.microsoft.com/office/drawing/2014/main" id="{585894D6-F4E5-79D7-0089-071E60E93A6B}"/>
              </a:ext>
            </a:extLst>
          </p:cNvPr>
          <p:cNvSpPr/>
          <p:nvPr/>
        </p:nvSpPr>
        <p:spPr>
          <a:xfrm>
            <a:off x="2078851" y="383070"/>
            <a:ext cx="2549700" cy="2090700"/>
          </a:xfrm>
          <a:prstGeom prst="roundRect">
            <a:avLst>
              <a:gd name="adj" fmla="val 1407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 name="Google Shape;3668;p350">
            <a:extLst>
              <a:ext uri="{FF2B5EF4-FFF2-40B4-BE49-F238E27FC236}">
                <a16:creationId xmlns:a16="http://schemas.microsoft.com/office/drawing/2014/main" id="{E1A6F7BF-3BAF-033B-B82A-001FCA28EF18}"/>
              </a:ext>
            </a:extLst>
          </p:cNvPr>
          <p:cNvSpPr txBox="1"/>
          <p:nvPr/>
        </p:nvSpPr>
        <p:spPr>
          <a:xfrm>
            <a:off x="2140995" y="891153"/>
            <a:ext cx="2435700" cy="1030991"/>
          </a:xfrm>
          <a:prstGeom prst="rect">
            <a:avLst/>
          </a:prstGeom>
          <a:noFill/>
          <a:ln>
            <a:noFill/>
          </a:ln>
        </p:spPr>
        <p:txBody>
          <a:bodyPr spcFirstLastPara="1" wrap="square" lIns="60950" tIns="30450" rIns="60950" bIns="30450" anchor="t" anchorCtr="0">
            <a:spAutoFit/>
          </a:bodyPr>
          <a:lstStyle/>
          <a:p>
            <a:pPr marL="0" marR="0" lvl="0" indent="0" algn="ctr" rtl="0">
              <a:lnSpc>
                <a:spcPct val="100000"/>
              </a:lnSpc>
              <a:spcBef>
                <a:spcPts val="0"/>
              </a:spcBef>
              <a:spcAft>
                <a:spcPts val="0"/>
              </a:spcAft>
              <a:buClr>
                <a:schemeClr val="dk1"/>
              </a:buClr>
              <a:buSzPts val="2100"/>
              <a:buFont typeface="Arial"/>
              <a:buNone/>
            </a:pPr>
            <a:r>
              <a:rPr lang="pt-BR" sz="2100" b="1" i="0" u="none" strike="noStrike" cap="none" dirty="0">
                <a:solidFill>
                  <a:schemeClr val="lt1"/>
                </a:solidFill>
                <a:latin typeface="Poppins"/>
                <a:ea typeface="Poppins"/>
                <a:cs typeface="Poppins"/>
                <a:sym typeface="Poppins"/>
              </a:rPr>
              <a:t>Mapa da Unidade </a:t>
            </a:r>
            <a:r>
              <a:rPr lang="pt-BR" sz="2100" b="1" dirty="0">
                <a:solidFill>
                  <a:schemeClr val="lt1"/>
                </a:solidFill>
                <a:latin typeface="Poppins"/>
                <a:ea typeface="Poppins"/>
                <a:cs typeface="Poppins"/>
                <a:sym typeface="Poppins"/>
              </a:rPr>
              <a:t>6</a:t>
            </a:r>
            <a:r>
              <a:rPr lang="pt-BR" sz="2100" b="1" i="0" u="none" strike="noStrike" cap="none" dirty="0">
                <a:solidFill>
                  <a:schemeClr val="lt1"/>
                </a:solidFill>
                <a:latin typeface="Poppins"/>
                <a:ea typeface="Poppins"/>
                <a:cs typeface="Poppins"/>
                <a:sym typeface="Poppins"/>
              </a:rPr>
              <a:t> Componente 1</a:t>
            </a:r>
            <a:endParaRPr sz="2100" b="0" i="0" u="none" strike="noStrike" cap="none" dirty="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695"/>
        <p:cNvGrpSpPr/>
        <p:nvPr/>
      </p:nvGrpSpPr>
      <p:grpSpPr>
        <a:xfrm>
          <a:off x="0" y="0"/>
          <a:ext cx="0" cy="0"/>
          <a:chOff x="0" y="0"/>
          <a:chExt cx="0" cy="0"/>
        </a:xfrm>
      </p:grpSpPr>
      <p:sp>
        <p:nvSpPr>
          <p:cNvPr id="3697" name="Google Shape;3697;p352"/>
          <p:cNvSpPr txBox="1">
            <a:spLocks noGrp="1"/>
          </p:cNvSpPr>
          <p:nvPr>
            <p:ph type="body" idx="1"/>
          </p:nvPr>
        </p:nvSpPr>
        <p:spPr>
          <a:xfrm>
            <a:off x="1467910" y="1390650"/>
            <a:ext cx="4428066" cy="1397696"/>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500"/>
              <a:buFont typeface="Arial"/>
              <a:buChar char="•"/>
            </a:pPr>
            <a:r>
              <a:rPr lang="pt-BR" dirty="0"/>
              <a:t>Analisar como sistemas simples em terminal articulam menu, funções, dados em memória e fluxo de execução.</a:t>
            </a:r>
            <a:endParaRPr dirty="0"/>
          </a:p>
        </p:txBody>
      </p:sp>
      <p:sp>
        <p:nvSpPr>
          <p:cNvPr id="3698" name="Google Shape;3698;p352"/>
          <p:cNvSpPr txBox="1">
            <a:spLocks noGrp="1"/>
          </p:cNvSpPr>
          <p:nvPr>
            <p:ph type="body" idx="2"/>
          </p:nvPr>
        </p:nvSpPr>
        <p:spPr>
          <a:xfrm>
            <a:off x="7467375" y="1355465"/>
            <a:ext cx="4428066" cy="155529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0000"/>
              </a:buClr>
              <a:buSzPts val="1500"/>
              <a:buFont typeface="Arial"/>
              <a:buChar char="•"/>
            </a:pPr>
            <a:r>
              <a:rPr lang="pt-BR" dirty="0"/>
              <a:t>Aplicar vetores ou listas simples, funções, condicionais e repetição na construção de um minissistema em terminal capaz de registrar, consultar e apresentar dados de forma organizada.</a:t>
            </a:r>
            <a:endParaRPr dirty="0"/>
          </a:p>
        </p:txBody>
      </p:sp>
      <p:sp>
        <p:nvSpPr>
          <p:cNvPr id="3699" name="Google Shape;3699;p352"/>
          <p:cNvSpPr txBox="1">
            <a:spLocks noGrp="1"/>
          </p:cNvSpPr>
          <p:nvPr>
            <p:ph type="body" idx="3"/>
          </p:nvPr>
        </p:nvSpPr>
        <p:spPr>
          <a:xfrm>
            <a:off x="7467374" y="3429000"/>
            <a:ext cx="4296001" cy="1590171"/>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0000"/>
              </a:buClr>
              <a:buSzPts val="1500"/>
              <a:buFont typeface="Arial"/>
              <a:buChar char="•"/>
            </a:pPr>
            <a:r>
              <a:rPr lang="pt-BR" dirty="0"/>
              <a:t>Colaborar com responsabilidade na organização do projeto, dividindo tarefas e revendo soluções com foco na entrega funcional do sistema.</a:t>
            </a:r>
            <a:endParaRPr dirty="0"/>
          </a:p>
        </p:txBody>
      </p:sp>
      <p:sp>
        <p:nvSpPr>
          <p:cNvPr id="3700" name="Google Shape;3700;p352"/>
          <p:cNvSpPr txBox="1">
            <a:spLocks noGrp="1"/>
          </p:cNvSpPr>
          <p:nvPr>
            <p:ph type="body" idx="4"/>
          </p:nvPr>
        </p:nvSpPr>
        <p:spPr>
          <a:xfrm>
            <a:off x="1467910" y="3429000"/>
            <a:ext cx="4044900" cy="10455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0000"/>
              </a:buClr>
              <a:buSzPts val="1500"/>
              <a:buFont typeface="Arial"/>
              <a:buChar char="•"/>
            </a:pPr>
            <a:r>
              <a:rPr lang="pt-BR" sz="1500" b="0" i="0" u="none" strike="noStrike" cap="none" dirty="0">
                <a:solidFill>
                  <a:srgbClr val="000000"/>
                </a:solidFill>
                <a:latin typeface="Poppins"/>
                <a:ea typeface="Poppins"/>
                <a:cs typeface="Poppins"/>
                <a:sym typeface="Poppins"/>
              </a:rPr>
              <a:t>Recurso audiovisual para exibição de vídeos e imagens;</a:t>
            </a:r>
            <a:endParaRPr dirty="0"/>
          </a:p>
          <a:p>
            <a:pPr marL="342900" marR="0" lvl="0" indent="-342900" algn="l" rtl="0">
              <a:lnSpc>
                <a:spcPct val="100000"/>
              </a:lnSpc>
              <a:spcBef>
                <a:spcPts val="0"/>
              </a:spcBef>
              <a:spcAft>
                <a:spcPts val="0"/>
              </a:spcAft>
              <a:buClr>
                <a:srgbClr val="000000"/>
              </a:buClr>
              <a:buSzPts val="1500"/>
              <a:buFont typeface="Arial"/>
              <a:buChar char="•"/>
            </a:pPr>
            <a:r>
              <a:rPr lang="pt-BR" sz="1500" b="0" i="0" u="none" strike="noStrike" cap="none" dirty="0">
                <a:solidFill>
                  <a:srgbClr val="000000"/>
                </a:solidFill>
                <a:latin typeface="Poppins"/>
                <a:ea typeface="Poppins"/>
                <a:cs typeface="Poppins"/>
                <a:sym typeface="Poppins"/>
              </a:rPr>
              <a:t>Caneta e caderno para anotações.</a:t>
            </a:r>
            <a:endParaRPr dirty="0"/>
          </a:p>
          <a:p>
            <a:pPr marL="457200" marR="0" lvl="0" indent="0" algn="l" rtl="0">
              <a:lnSpc>
                <a:spcPct val="100000"/>
              </a:lnSpc>
              <a:spcBef>
                <a:spcPts val="0"/>
              </a:spcBef>
              <a:spcAft>
                <a:spcPts val="0"/>
              </a:spcAft>
              <a:buSzPts val="1500"/>
              <a:buNone/>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704"/>
        <p:cNvGrpSpPr/>
        <p:nvPr/>
      </p:nvGrpSpPr>
      <p:grpSpPr>
        <a:xfrm>
          <a:off x="0" y="0"/>
          <a:ext cx="0" cy="0"/>
          <a:chOff x="0" y="0"/>
          <a:chExt cx="0" cy="0"/>
        </a:xfrm>
      </p:grpSpPr>
      <p:sp>
        <p:nvSpPr>
          <p:cNvPr id="2" name="Google Shape;812;p61">
            <a:extLst>
              <a:ext uri="{FF2B5EF4-FFF2-40B4-BE49-F238E27FC236}">
                <a16:creationId xmlns:a16="http://schemas.microsoft.com/office/drawing/2014/main" id="{EF911FA8-01B9-72A6-F225-5F2CBC521D74}"/>
              </a:ext>
            </a:extLst>
          </p:cNvPr>
          <p:cNvSpPr/>
          <p:nvPr/>
        </p:nvSpPr>
        <p:spPr>
          <a:xfrm>
            <a:off x="3483600" y="5043518"/>
            <a:ext cx="8394899" cy="1715417"/>
          </a:xfrm>
          <a:prstGeom prst="rect">
            <a:avLst/>
          </a:prstGeom>
          <a:solidFill>
            <a:srgbClr val="28566E"/>
          </a:solidFill>
          <a:ln>
            <a:noFill/>
          </a:ln>
        </p:spPr>
        <p:txBody>
          <a:bodyPr spcFirstLastPara="1" wrap="square" lIns="60950" tIns="30467" rIns="60950" bIns="30467" anchor="ctr" anchorCtr="0">
            <a:noAutofit/>
          </a:bodyPr>
          <a:lstStyle/>
          <a:p>
            <a:pPr algn="ctr"/>
            <a:endParaRPr dirty="0">
              <a:solidFill>
                <a:schemeClr val="lt1"/>
              </a:solidFill>
            </a:endParaRPr>
          </a:p>
        </p:txBody>
      </p:sp>
      <p:sp>
        <p:nvSpPr>
          <p:cNvPr id="4" name="Google Shape;814;p61">
            <a:extLst>
              <a:ext uri="{FF2B5EF4-FFF2-40B4-BE49-F238E27FC236}">
                <a16:creationId xmlns:a16="http://schemas.microsoft.com/office/drawing/2014/main" id="{4E682B7A-B9D0-F867-D21D-0D08189BD5A9}"/>
              </a:ext>
            </a:extLst>
          </p:cNvPr>
          <p:cNvSpPr txBox="1"/>
          <p:nvPr/>
        </p:nvSpPr>
        <p:spPr>
          <a:xfrm>
            <a:off x="4682859" y="5106793"/>
            <a:ext cx="2465279" cy="405647"/>
          </a:xfrm>
          <a:prstGeom prst="rect">
            <a:avLst/>
          </a:prstGeom>
          <a:noFill/>
          <a:ln>
            <a:noFill/>
          </a:ln>
        </p:spPr>
        <p:txBody>
          <a:bodyPr spcFirstLastPara="1" wrap="square" lIns="60950" tIns="30467" rIns="60950" bIns="30467" anchor="t" anchorCtr="0">
            <a:noAutofit/>
          </a:bodyPr>
          <a:lstStyle/>
          <a:p>
            <a:pPr>
              <a:lnSpc>
                <a:spcPct val="107000"/>
              </a:lnSpc>
              <a:buSzPts val="2700"/>
            </a:pPr>
            <a:r>
              <a:rPr lang="pt-BR" sz="2000" b="1" dirty="0">
                <a:solidFill>
                  <a:schemeClr val="lt1"/>
                </a:solidFill>
                <a:latin typeface="Poppins"/>
                <a:ea typeface="Poppins"/>
                <a:cs typeface="Poppins"/>
                <a:sym typeface="Poppins"/>
              </a:rPr>
              <a:t>Recurso digital</a:t>
            </a:r>
            <a:endParaRPr lang="pt-BR" sz="2000" dirty="0">
              <a:solidFill>
                <a:schemeClr val="lt1"/>
              </a:solidFill>
              <a:latin typeface="Poppins Light"/>
              <a:ea typeface="Poppins Light"/>
              <a:cs typeface="Poppins Light"/>
              <a:sym typeface="Poppins Light"/>
            </a:endParaRPr>
          </a:p>
        </p:txBody>
      </p:sp>
      <p:sp>
        <p:nvSpPr>
          <p:cNvPr id="5" name="Google Shape;815;p61">
            <a:extLst>
              <a:ext uri="{FF2B5EF4-FFF2-40B4-BE49-F238E27FC236}">
                <a16:creationId xmlns:a16="http://schemas.microsoft.com/office/drawing/2014/main" id="{58FEC188-A280-4527-D761-C33A135958E5}"/>
              </a:ext>
            </a:extLst>
          </p:cNvPr>
          <p:cNvSpPr/>
          <p:nvPr/>
        </p:nvSpPr>
        <p:spPr>
          <a:xfrm>
            <a:off x="3648867" y="4990231"/>
            <a:ext cx="868725" cy="864592"/>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60950" tIns="30467" rIns="60950" bIns="30467" anchor="ctr" anchorCtr="0">
            <a:noAutofit/>
          </a:bodyPr>
          <a:lstStyle/>
          <a:p>
            <a:endParaRPr dirty="0"/>
          </a:p>
        </p:txBody>
      </p:sp>
      <p:pic>
        <p:nvPicPr>
          <p:cNvPr id="6" name="Gráfico 5">
            <a:extLst>
              <a:ext uri="{FF2B5EF4-FFF2-40B4-BE49-F238E27FC236}">
                <a16:creationId xmlns:a16="http://schemas.microsoft.com/office/drawing/2014/main" id="{1A27CA0C-5A8C-BE2E-2D68-E00C4DA0B1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62554" y="5124077"/>
            <a:ext cx="641350" cy="596900"/>
          </a:xfrm>
          <a:prstGeom prst="rect">
            <a:avLst/>
          </a:prstGeom>
        </p:spPr>
      </p:pic>
      <p:sp>
        <p:nvSpPr>
          <p:cNvPr id="3705" name="Google Shape;3705;p353"/>
          <p:cNvSpPr txBox="1">
            <a:spLocks noGrp="1"/>
          </p:cNvSpPr>
          <p:nvPr>
            <p:ph type="body" idx="1"/>
          </p:nvPr>
        </p:nvSpPr>
        <p:spPr>
          <a:xfrm>
            <a:off x="3407449" y="915874"/>
            <a:ext cx="8316482" cy="2816716"/>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Aft>
                <a:spcPts val="0"/>
              </a:spcAft>
              <a:buSzPts val="1100"/>
              <a:buNone/>
            </a:pPr>
            <a:r>
              <a:rPr lang="pt-BR" sz="2200" dirty="0"/>
              <a:t>No varejo de moda, uma pessoa pode procurar uma peça pela internet e encontrar o produto como indisponível. Mas isso não significa necessariamente que a peça acabou. Ela pode estar disponível em uma loja física ou em outro ponto da operação, enquanto o canal online não mostra essa informação.</a:t>
            </a:r>
            <a:endParaRPr sz="2200" dirty="0"/>
          </a:p>
          <a:p>
            <a:pPr marL="0" lvl="0" indent="0" algn="l" rtl="0">
              <a:lnSpc>
                <a:spcPct val="100000"/>
              </a:lnSpc>
              <a:spcBef>
                <a:spcPts val="1200"/>
              </a:spcBef>
              <a:spcAft>
                <a:spcPts val="0"/>
              </a:spcAft>
              <a:buClr>
                <a:schemeClr val="dk1"/>
              </a:buClr>
              <a:buSzPts val="1100"/>
              <a:buFont typeface="Arial"/>
              <a:buNone/>
            </a:pPr>
            <a:r>
              <a:rPr lang="pt-BR" sz="2200" dirty="0"/>
              <a:t>O resultado é um problema simples de entender: o produto existe, mas o cliente não consegue encontrá-lo para comprar.</a:t>
            </a:r>
            <a:endParaRPr sz="2200" dirty="0"/>
          </a:p>
        </p:txBody>
      </p:sp>
      <p:sp>
        <p:nvSpPr>
          <p:cNvPr id="3706" name="Google Shape;3706;p353"/>
          <p:cNvSpPr txBox="1"/>
          <p:nvPr/>
        </p:nvSpPr>
        <p:spPr>
          <a:xfrm>
            <a:off x="3407449" y="263593"/>
            <a:ext cx="7900800"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pt-BR" sz="3200" b="1" dirty="0">
                <a:solidFill>
                  <a:srgbClr val="FF0000"/>
                </a:solidFill>
                <a:latin typeface="Poppins"/>
                <a:ea typeface="Poppins"/>
                <a:cs typeface="Poppins"/>
                <a:sym typeface="Poppins"/>
              </a:rPr>
              <a:t>Quando o estoque não bate</a:t>
            </a:r>
            <a:endParaRPr sz="3200" b="0" i="0" u="none" strike="noStrike" cap="none" dirty="0">
              <a:solidFill>
                <a:srgbClr val="000000"/>
              </a:solidFill>
              <a:latin typeface="Poppins"/>
              <a:ea typeface="Poppins"/>
              <a:cs typeface="Poppins"/>
              <a:sym typeface="Poppins"/>
            </a:endParaRPr>
          </a:p>
        </p:txBody>
      </p:sp>
      <p:grpSp>
        <p:nvGrpSpPr>
          <p:cNvPr id="3707" name="Google Shape;3707;p353"/>
          <p:cNvGrpSpPr/>
          <p:nvPr/>
        </p:nvGrpSpPr>
        <p:grpSpPr>
          <a:xfrm>
            <a:off x="11470851" y="-15180"/>
            <a:ext cx="721836" cy="732801"/>
            <a:chOff x="17205424" y="-22770"/>
            <a:chExt cx="1082700" cy="1099146"/>
          </a:xfrm>
        </p:grpSpPr>
        <p:sp>
          <p:nvSpPr>
            <p:cNvPr id="3708" name="Google Shape;3708;p353"/>
            <p:cNvSpPr/>
            <p:nvPr/>
          </p:nvSpPr>
          <p:spPr>
            <a:xfrm flipH="1">
              <a:off x="17208525" y="0"/>
              <a:ext cx="1079474" cy="1076376"/>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933"/>
                <a:buFont typeface="Arial"/>
                <a:buNone/>
              </a:pPr>
              <a:endParaRPr sz="933" b="0" i="0" u="none" strike="noStrike" cap="none" dirty="0">
                <a:solidFill>
                  <a:srgbClr val="000000"/>
                </a:solidFill>
                <a:latin typeface="Arial"/>
                <a:ea typeface="Arial"/>
                <a:cs typeface="Arial"/>
                <a:sym typeface="Arial"/>
              </a:endParaRPr>
            </a:p>
          </p:txBody>
        </p:sp>
        <p:grpSp>
          <p:nvGrpSpPr>
            <p:cNvPr id="3709" name="Google Shape;3709;p353"/>
            <p:cNvGrpSpPr/>
            <p:nvPr/>
          </p:nvGrpSpPr>
          <p:grpSpPr>
            <a:xfrm>
              <a:off x="17492825" y="308532"/>
              <a:ext cx="573896" cy="683969"/>
              <a:chOff x="16810081" y="921861"/>
              <a:chExt cx="743774" cy="886429"/>
            </a:xfrm>
          </p:grpSpPr>
          <p:grpSp>
            <p:nvGrpSpPr>
              <p:cNvPr id="3710" name="Google Shape;3710;p353"/>
              <p:cNvGrpSpPr/>
              <p:nvPr/>
            </p:nvGrpSpPr>
            <p:grpSpPr>
              <a:xfrm>
                <a:off x="16810084" y="1434434"/>
                <a:ext cx="691713" cy="373856"/>
                <a:chOff x="16866377" y="1492565"/>
                <a:chExt cx="691713" cy="373856"/>
              </a:xfrm>
            </p:grpSpPr>
            <p:sp>
              <p:nvSpPr>
                <p:cNvPr id="3711" name="Google Shape;3711;p353"/>
                <p:cNvSpPr/>
                <p:nvPr/>
              </p:nvSpPr>
              <p:spPr>
                <a:xfrm>
                  <a:off x="17335767" y="1492565"/>
                  <a:ext cx="148209" cy="148209"/>
                </a:xfrm>
                <a:custGeom>
                  <a:avLst/>
                  <a:gdLst/>
                  <a:ahLst/>
                  <a:cxnLst/>
                  <a:rect l="l" t="t" r="r" b="b"/>
                  <a:pathLst>
                    <a:path w="148209" h="148209" extrusionOk="0">
                      <a:moveTo>
                        <a:pt x="148209" y="74104"/>
                      </a:moveTo>
                      <a:cubicBezTo>
                        <a:pt x="148209" y="115031"/>
                        <a:pt x="115031" y="148209"/>
                        <a:pt x="74104" y="148209"/>
                      </a:cubicBezTo>
                      <a:cubicBezTo>
                        <a:pt x="33178" y="148209"/>
                        <a:pt x="0" y="115031"/>
                        <a:pt x="0" y="74104"/>
                      </a:cubicBezTo>
                      <a:cubicBezTo>
                        <a:pt x="0" y="33178"/>
                        <a:pt x="33178" y="0"/>
                        <a:pt x="74104" y="0"/>
                      </a:cubicBezTo>
                      <a:cubicBezTo>
                        <a:pt x="115031" y="0"/>
                        <a:pt x="148209" y="33178"/>
                        <a:pt x="148209" y="74104"/>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3712" name="Google Shape;3712;p353"/>
                <p:cNvSpPr/>
                <p:nvPr/>
              </p:nvSpPr>
              <p:spPr>
                <a:xfrm>
                  <a:off x="16940479" y="1492565"/>
                  <a:ext cx="148209" cy="148209"/>
                </a:xfrm>
                <a:custGeom>
                  <a:avLst/>
                  <a:gdLst/>
                  <a:ahLst/>
                  <a:cxnLst/>
                  <a:rect l="l" t="t" r="r" b="b"/>
                  <a:pathLst>
                    <a:path w="148209" h="148209" extrusionOk="0">
                      <a:moveTo>
                        <a:pt x="148209" y="74104"/>
                      </a:moveTo>
                      <a:cubicBezTo>
                        <a:pt x="148209" y="115031"/>
                        <a:pt x="115031" y="148209"/>
                        <a:pt x="74104" y="148209"/>
                      </a:cubicBezTo>
                      <a:cubicBezTo>
                        <a:pt x="33178" y="148209"/>
                        <a:pt x="0" y="115031"/>
                        <a:pt x="0" y="74104"/>
                      </a:cubicBezTo>
                      <a:cubicBezTo>
                        <a:pt x="0" y="33178"/>
                        <a:pt x="33178" y="0"/>
                        <a:pt x="74104" y="0"/>
                      </a:cubicBezTo>
                      <a:cubicBezTo>
                        <a:pt x="115031" y="0"/>
                        <a:pt x="148209" y="33178"/>
                        <a:pt x="148209" y="74104"/>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3713" name="Google Shape;3713;p353"/>
                <p:cNvSpPr/>
                <p:nvPr/>
              </p:nvSpPr>
              <p:spPr>
                <a:xfrm>
                  <a:off x="17289475" y="1660871"/>
                  <a:ext cx="268615" cy="148399"/>
                </a:xfrm>
                <a:custGeom>
                  <a:avLst/>
                  <a:gdLst/>
                  <a:ahLst/>
                  <a:cxnLst/>
                  <a:rect l="l" t="t" r="r" b="b"/>
                  <a:pathLst>
                    <a:path w="268615" h="148399" extrusionOk="0">
                      <a:moveTo>
                        <a:pt x="253746" y="44101"/>
                      </a:moveTo>
                      <a:cubicBezTo>
                        <a:pt x="232401" y="27476"/>
                        <a:pt x="207702" y="15681"/>
                        <a:pt x="181356" y="9525"/>
                      </a:cubicBezTo>
                      <a:cubicBezTo>
                        <a:pt x="161530" y="3742"/>
                        <a:pt x="141041" y="541"/>
                        <a:pt x="120396" y="0"/>
                      </a:cubicBezTo>
                      <a:cubicBezTo>
                        <a:pt x="99702" y="-45"/>
                        <a:pt x="79130" y="3169"/>
                        <a:pt x="59436" y="9525"/>
                      </a:cubicBezTo>
                      <a:cubicBezTo>
                        <a:pt x="39707" y="14783"/>
                        <a:pt x="20843" y="22868"/>
                        <a:pt x="3429" y="33529"/>
                      </a:cubicBezTo>
                      <a:cubicBezTo>
                        <a:pt x="2286" y="34862"/>
                        <a:pt x="1238" y="36196"/>
                        <a:pt x="0" y="37434"/>
                      </a:cubicBezTo>
                      <a:cubicBezTo>
                        <a:pt x="27701" y="44889"/>
                        <a:pt x="53615" y="57847"/>
                        <a:pt x="76200" y="75534"/>
                      </a:cubicBezTo>
                      <a:cubicBezTo>
                        <a:pt x="94021" y="88541"/>
                        <a:pt x="104425" y="109385"/>
                        <a:pt x="104108" y="131446"/>
                      </a:cubicBezTo>
                      <a:lnTo>
                        <a:pt x="104108" y="148400"/>
                      </a:lnTo>
                      <a:lnTo>
                        <a:pt x="268605" y="148400"/>
                      </a:lnTo>
                      <a:lnTo>
                        <a:pt x="268605" y="73819"/>
                      </a:lnTo>
                      <a:cubicBezTo>
                        <a:pt x="268892" y="62061"/>
                        <a:pt x="263324" y="50927"/>
                        <a:pt x="253746" y="44101"/>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3714" name="Google Shape;3714;p353"/>
                <p:cNvSpPr/>
                <p:nvPr/>
              </p:nvSpPr>
              <p:spPr>
                <a:xfrm>
                  <a:off x="16866377" y="1660872"/>
                  <a:ext cx="268605" cy="148399"/>
                </a:xfrm>
                <a:custGeom>
                  <a:avLst/>
                  <a:gdLst/>
                  <a:ahLst/>
                  <a:cxnLst/>
                  <a:rect l="l" t="t" r="r" b="b"/>
                  <a:pathLst>
                    <a:path w="268605" h="148399" extrusionOk="0">
                      <a:moveTo>
                        <a:pt x="164687" y="131445"/>
                      </a:moveTo>
                      <a:cubicBezTo>
                        <a:pt x="164708" y="110012"/>
                        <a:pt x="174533" y="89766"/>
                        <a:pt x="191357" y="76486"/>
                      </a:cubicBezTo>
                      <a:lnTo>
                        <a:pt x="192500" y="75534"/>
                      </a:lnTo>
                      <a:lnTo>
                        <a:pt x="193739" y="74676"/>
                      </a:lnTo>
                      <a:cubicBezTo>
                        <a:pt x="216581" y="58427"/>
                        <a:pt x="241848" y="45890"/>
                        <a:pt x="268605" y="37529"/>
                      </a:cubicBezTo>
                      <a:cubicBezTo>
                        <a:pt x="266700" y="35529"/>
                        <a:pt x="264986" y="33433"/>
                        <a:pt x="263176" y="31338"/>
                      </a:cubicBezTo>
                      <a:cubicBezTo>
                        <a:pt x="246437" y="21538"/>
                        <a:pt x="228377" y="14193"/>
                        <a:pt x="209550" y="9525"/>
                      </a:cubicBezTo>
                      <a:cubicBezTo>
                        <a:pt x="189726" y="3734"/>
                        <a:pt x="169235" y="532"/>
                        <a:pt x="148590" y="0"/>
                      </a:cubicBezTo>
                      <a:cubicBezTo>
                        <a:pt x="127896" y="-39"/>
                        <a:pt x="107326" y="3176"/>
                        <a:pt x="87630" y="9525"/>
                      </a:cubicBezTo>
                      <a:cubicBezTo>
                        <a:pt x="61651" y="16693"/>
                        <a:pt x="37144" y="28399"/>
                        <a:pt x="15240" y="44101"/>
                      </a:cubicBezTo>
                      <a:cubicBezTo>
                        <a:pt x="5858" y="51134"/>
                        <a:pt x="236" y="62096"/>
                        <a:pt x="0" y="73819"/>
                      </a:cubicBezTo>
                      <a:lnTo>
                        <a:pt x="0" y="148400"/>
                      </a:lnTo>
                      <a:lnTo>
                        <a:pt x="164687" y="148400"/>
                      </a:ln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3715" name="Google Shape;3715;p353"/>
                <p:cNvSpPr/>
                <p:nvPr/>
              </p:nvSpPr>
              <p:spPr>
                <a:xfrm>
                  <a:off x="17064018" y="1718592"/>
                  <a:ext cx="296430" cy="147829"/>
                </a:xfrm>
                <a:custGeom>
                  <a:avLst/>
                  <a:gdLst/>
                  <a:ahLst/>
                  <a:cxnLst/>
                  <a:rect l="l" t="t" r="r" b="b"/>
                  <a:pathLst>
                    <a:path w="296430" h="147829" extrusionOk="0">
                      <a:moveTo>
                        <a:pt x="0" y="147830"/>
                      </a:moveTo>
                      <a:lnTo>
                        <a:pt x="0" y="73725"/>
                      </a:lnTo>
                      <a:cubicBezTo>
                        <a:pt x="45" y="62069"/>
                        <a:pt x="5544" y="51107"/>
                        <a:pt x="14859" y="44102"/>
                      </a:cubicBezTo>
                      <a:cubicBezTo>
                        <a:pt x="36723" y="28334"/>
                        <a:pt x="61243" y="16622"/>
                        <a:pt x="87249" y="9527"/>
                      </a:cubicBezTo>
                      <a:cubicBezTo>
                        <a:pt x="106934" y="3133"/>
                        <a:pt x="127512" y="-82"/>
                        <a:pt x="148209" y="2"/>
                      </a:cubicBezTo>
                      <a:cubicBezTo>
                        <a:pt x="168859" y="486"/>
                        <a:pt x="189355" y="3690"/>
                        <a:pt x="209169" y="9527"/>
                      </a:cubicBezTo>
                      <a:cubicBezTo>
                        <a:pt x="235567" y="15619"/>
                        <a:pt x="260308" y="27421"/>
                        <a:pt x="281654" y="44102"/>
                      </a:cubicBezTo>
                      <a:cubicBezTo>
                        <a:pt x="291195" y="50908"/>
                        <a:pt x="296728" y="62010"/>
                        <a:pt x="296418" y="73725"/>
                      </a:cubicBezTo>
                      <a:lnTo>
                        <a:pt x="296418" y="147830"/>
                      </a:ln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3716" name="Google Shape;3716;p353"/>
                <p:cNvSpPr/>
                <p:nvPr/>
              </p:nvSpPr>
              <p:spPr>
                <a:xfrm>
                  <a:off x="17138123" y="1550192"/>
                  <a:ext cx="148209" cy="148209"/>
                </a:xfrm>
                <a:custGeom>
                  <a:avLst/>
                  <a:gdLst/>
                  <a:ahLst/>
                  <a:cxnLst/>
                  <a:rect l="l" t="t" r="r" b="b"/>
                  <a:pathLst>
                    <a:path w="148209" h="148209" extrusionOk="0">
                      <a:moveTo>
                        <a:pt x="148209" y="74105"/>
                      </a:moveTo>
                      <a:cubicBezTo>
                        <a:pt x="148209" y="115031"/>
                        <a:pt x="115031" y="148209"/>
                        <a:pt x="74105" y="148209"/>
                      </a:cubicBezTo>
                      <a:cubicBezTo>
                        <a:pt x="33178" y="148209"/>
                        <a:pt x="0" y="115031"/>
                        <a:pt x="0" y="74105"/>
                      </a:cubicBezTo>
                      <a:cubicBezTo>
                        <a:pt x="0" y="33178"/>
                        <a:pt x="33178" y="0"/>
                        <a:pt x="74105" y="0"/>
                      </a:cubicBezTo>
                      <a:cubicBezTo>
                        <a:pt x="115031" y="0"/>
                        <a:pt x="148209" y="33178"/>
                        <a:pt x="148209" y="74105"/>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grpSp>
          <p:grpSp>
            <p:nvGrpSpPr>
              <p:cNvPr id="3717" name="Google Shape;3717;p353"/>
              <p:cNvGrpSpPr/>
              <p:nvPr/>
            </p:nvGrpSpPr>
            <p:grpSpPr>
              <a:xfrm>
                <a:off x="16810081" y="921861"/>
                <a:ext cx="743774" cy="512573"/>
                <a:chOff x="16933626" y="782036"/>
                <a:chExt cx="743774" cy="512573"/>
              </a:xfrm>
            </p:grpSpPr>
            <p:sp>
              <p:nvSpPr>
                <p:cNvPr id="3718" name="Google Shape;3718;p353"/>
                <p:cNvSpPr/>
                <p:nvPr/>
              </p:nvSpPr>
              <p:spPr>
                <a:xfrm>
                  <a:off x="16933626" y="782036"/>
                  <a:ext cx="476250" cy="428625"/>
                </a:xfrm>
                <a:custGeom>
                  <a:avLst/>
                  <a:gdLst/>
                  <a:ahLst/>
                  <a:cxnLst/>
                  <a:rect l="l" t="t" r="r" b="b"/>
                  <a:pathLst>
                    <a:path w="476250" h="428625" extrusionOk="0">
                      <a:moveTo>
                        <a:pt x="323850" y="66675"/>
                      </a:moveTo>
                      <a:lnTo>
                        <a:pt x="476250" y="66675"/>
                      </a:lnTo>
                      <a:lnTo>
                        <a:pt x="476250" y="38100"/>
                      </a:lnTo>
                      <a:cubicBezTo>
                        <a:pt x="476250" y="17145"/>
                        <a:pt x="459105" y="0"/>
                        <a:pt x="438150" y="0"/>
                      </a:cubicBezTo>
                      <a:lnTo>
                        <a:pt x="38100" y="0"/>
                      </a:lnTo>
                      <a:cubicBezTo>
                        <a:pt x="17145" y="0"/>
                        <a:pt x="0" y="17145"/>
                        <a:pt x="0" y="38100"/>
                      </a:cubicBezTo>
                      <a:lnTo>
                        <a:pt x="0" y="295275"/>
                      </a:lnTo>
                      <a:cubicBezTo>
                        <a:pt x="0" y="316230"/>
                        <a:pt x="17145" y="333375"/>
                        <a:pt x="38100" y="333375"/>
                      </a:cubicBezTo>
                      <a:lnTo>
                        <a:pt x="95250" y="333375"/>
                      </a:lnTo>
                      <a:lnTo>
                        <a:pt x="95250" y="428625"/>
                      </a:lnTo>
                      <a:lnTo>
                        <a:pt x="190500" y="333375"/>
                      </a:lnTo>
                      <a:lnTo>
                        <a:pt x="247650" y="333375"/>
                      </a:lnTo>
                      <a:lnTo>
                        <a:pt x="247650" y="142875"/>
                      </a:lnTo>
                      <a:cubicBezTo>
                        <a:pt x="247650" y="100965"/>
                        <a:pt x="281940" y="66675"/>
                        <a:pt x="323850" y="66675"/>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3719" name="Google Shape;3719;p353"/>
                <p:cNvSpPr/>
                <p:nvPr/>
              </p:nvSpPr>
              <p:spPr>
                <a:xfrm>
                  <a:off x="17201150" y="865984"/>
                  <a:ext cx="476250" cy="428625"/>
                </a:xfrm>
                <a:custGeom>
                  <a:avLst/>
                  <a:gdLst/>
                  <a:ahLst/>
                  <a:cxnLst/>
                  <a:rect l="l" t="t" r="r" b="b"/>
                  <a:pathLst>
                    <a:path w="476250" h="428625" extrusionOk="0">
                      <a:moveTo>
                        <a:pt x="438150" y="0"/>
                      </a:moveTo>
                      <a:lnTo>
                        <a:pt x="38100" y="0"/>
                      </a:lnTo>
                      <a:cubicBezTo>
                        <a:pt x="17145" y="0"/>
                        <a:pt x="0" y="17145"/>
                        <a:pt x="0" y="38100"/>
                      </a:cubicBezTo>
                      <a:lnTo>
                        <a:pt x="0" y="295275"/>
                      </a:lnTo>
                      <a:cubicBezTo>
                        <a:pt x="0" y="316230"/>
                        <a:pt x="17145" y="333375"/>
                        <a:pt x="38100" y="333375"/>
                      </a:cubicBezTo>
                      <a:lnTo>
                        <a:pt x="285750" y="333375"/>
                      </a:lnTo>
                      <a:lnTo>
                        <a:pt x="381000" y="428625"/>
                      </a:lnTo>
                      <a:lnTo>
                        <a:pt x="381000" y="333375"/>
                      </a:lnTo>
                      <a:lnTo>
                        <a:pt x="438150" y="333375"/>
                      </a:lnTo>
                      <a:cubicBezTo>
                        <a:pt x="459105" y="333375"/>
                        <a:pt x="476250" y="316230"/>
                        <a:pt x="476250" y="295275"/>
                      </a:cubicBezTo>
                      <a:lnTo>
                        <a:pt x="476250" y="38100"/>
                      </a:lnTo>
                      <a:cubicBezTo>
                        <a:pt x="476250" y="17145"/>
                        <a:pt x="459105" y="0"/>
                        <a:pt x="438150" y="0"/>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grpSp>
        </p:grpSp>
        <p:sp>
          <p:nvSpPr>
            <p:cNvPr id="3720" name="Google Shape;3720;p353"/>
            <p:cNvSpPr txBox="1"/>
            <p:nvPr/>
          </p:nvSpPr>
          <p:spPr>
            <a:xfrm>
              <a:off x="17205424" y="-22770"/>
              <a:ext cx="1082700" cy="298200"/>
            </a:xfrm>
            <a:prstGeom prst="rect">
              <a:avLst/>
            </a:prstGeom>
            <a:noFill/>
            <a:ln>
              <a:noFill/>
            </a:ln>
          </p:spPr>
          <p:txBody>
            <a:bodyPr spcFirstLastPara="1" wrap="square" lIns="60950" tIns="30450" rIns="60950" bIns="30450" anchor="t" anchorCtr="0">
              <a:noAutofit/>
            </a:bodyPr>
            <a:lstStyle/>
            <a:p>
              <a:pPr marL="0" marR="0" lvl="0" indent="0" algn="ctr" rtl="0">
                <a:lnSpc>
                  <a:spcPct val="107000"/>
                </a:lnSpc>
                <a:spcBef>
                  <a:spcPts val="0"/>
                </a:spcBef>
                <a:spcAft>
                  <a:spcPts val="0"/>
                </a:spcAft>
                <a:buClr>
                  <a:srgbClr val="000000"/>
                </a:buClr>
                <a:buSzPts val="2700"/>
                <a:buFont typeface="Arial"/>
                <a:buNone/>
              </a:pPr>
              <a:r>
                <a:rPr lang="pt-BR" sz="933" b="1" i="0" u="none" strike="noStrike" cap="none" dirty="0">
                  <a:solidFill>
                    <a:srgbClr val="FFFFFF"/>
                  </a:solidFill>
                  <a:latin typeface="Poppins"/>
                  <a:ea typeface="Poppins"/>
                  <a:cs typeface="Poppins"/>
                  <a:sym typeface="Poppins"/>
                </a:rPr>
                <a:t>Diálogo</a:t>
              </a:r>
              <a:endParaRPr sz="800" b="0" i="0" u="none" strike="noStrike" cap="none" dirty="0">
                <a:solidFill>
                  <a:srgbClr val="000000"/>
                </a:solidFill>
                <a:latin typeface="Poppins"/>
                <a:ea typeface="Poppins"/>
                <a:cs typeface="Poppins"/>
                <a:sym typeface="Poppins"/>
              </a:endParaRPr>
            </a:p>
            <a:p>
              <a:pPr marL="0" marR="0" lvl="0" indent="0" algn="r" rtl="0">
                <a:lnSpc>
                  <a:spcPct val="107000"/>
                </a:lnSpc>
                <a:spcBef>
                  <a:spcPts val="715"/>
                </a:spcBef>
                <a:spcAft>
                  <a:spcPts val="0"/>
                </a:spcAft>
                <a:buClr>
                  <a:srgbClr val="000000"/>
                </a:buClr>
                <a:buSzPts val="2700"/>
                <a:buFont typeface="Arial"/>
                <a:buNone/>
              </a:pPr>
              <a:endParaRPr sz="1333" b="0" i="0" u="none" strike="noStrike" cap="none" dirty="0">
                <a:solidFill>
                  <a:srgbClr val="FFFFFF"/>
                </a:solidFill>
                <a:latin typeface="Poppins"/>
                <a:ea typeface="Poppins"/>
                <a:cs typeface="Poppins"/>
                <a:sym typeface="Poppins"/>
              </a:endParaRPr>
            </a:p>
          </p:txBody>
        </p:sp>
      </p:grpSp>
      <p:sp>
        <p:nvSpPr>
          <p:cNvPr id="3" name="CaixaDeTexto 2">
            <a:extLst>
              <a:ext uri="{FF2B5EF4-FFF2-40B4-BE49-F238E27FC236}">
                <a16:creationId xmlns:a16="http://schemas.microsoft.com/office/drawing/2014/main" id="{13D4F920-A613-B813-898F-F1F398E50240}"/>
              </a:ext>
            </a:extLst>
          </p:cNvPr>
          <p:cNvSpPr txBox="1"/>
          <p:nvPr/>
        </p:nvSpPr>
        <p:spPr>
          <a:xfrm>
            <a:off x="4682859" y="5493390"/>
            <a:ext cx="6979602" cy="12464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pt-BR" sz="1500" b="0" i="0" u="none" strike="noStrike" kern="0" cap="none" spc="0" normalizeH="0" baseline="0" noProof="0" dirty="0">
                <a:ln>
                  <a:noFill/>
                </a:ln>
                <a:solidFill>
                  <a:schemeClr val="bg1"/>
                </a:solidFill>
                <a:effectLst/>
                <a:uLnTx/>
                <a:uFillTx/>
                <a:latin typeface="Poppins"/>
                <a:cs typeface="Poppins"/>
                <a:sym typeface="Poppins"/>
              </a:rPr>
              <a:t>Leia a matéria "Do caos à conversão: como a integração de estoques redefine o varejo de moda“. Disponível em: </a:t>
            </a:r>
            <a:r>
              <a:rPr kumimoji="0" lang="pt-BR" sz="1500" b="0" i="0" u="sng" strike="noStrike" kern="0" cap="none" spc="0" normalizeH="0" baseline="0" noProof="0" dirty="0">
                <a:ln>
                  <a:noFill/>
                </a:ln>
                <a:solidFill>
                  <a:schemeClr val="bg1"/>
                </a:solidFill>
                <a:effectLst/>
                <a:uLnTx/>
                <a:uFillTx/>
                <a:latin typeface="Poppins"/>
                <a:cs typeface="Poppins"/>
                <a:sym typeface="Poppins"/>
                <a:hlinkClick r:id="rId4">
                  <a:extLst>
                    <a:ext uri="{A12FA001-AC4F-418D-AE19-62706E023703}">
                      <ahyp:hlinkClr xmlns:ahyp="http://schemas.microsoft.com/office/drawing/2018/hyperlinkcolor" val="tx"/>
                    </a:ext>
                  </a:extLst>
                </a:hlinkClick>
              </a:rPr>
              <a:t>https://www.ecommercebrasil.com.br/artigos/do-caos-a-conversao-como-a-integracao-de-estoques-redefine-o-varejo-de-moda</a:t>
            </a:r>
            <a:r>
              <a:rPr kumimoji="0" lang="pt-BR" sz="1500" b="0" i="0" u="sng" strike="noStrike" kern="0" cap="none" spc="0" normalizeH="0" baseline="0" noProof="0" dirty="0">
                <a:ln>
                  <a:noFill/>
                </a:ln>
                <a:solidFill>
                  <a:schemeClr val="bg1"/>
                </a:solidFill>
                <a:effectLst/>
                <a:uLnTx/>
                <a:uFillTx/>
                <a:latin typeface="Poppins"/>
                <a:cs typeface="Poppins"/>
                <a:sym typeface="Poppins"/>
              </a:rPr>
              <a:t>. </a:t>
            </a:r>
            <a:r>
              <a:rPr lang="pt-BR" sz="1500" u="sng" dirty="0">
                <a:solidFill>
                  <a:schemeClr val="bg1"/>
                </a:solidFill>
                <a:latin typeface="Poppins"/>
                <a:cs typeface="Poppins"/>
                <a:sym typeface="Poppins"/>
              </a:rPr>
              <a:t>Acesso em: 03 set. 2026.</a:t>
            </a:r>
            <a:r>
              <a:rPr kumimoji="0" lang="pt-BR" sz="1500" b="0" i="0" u="none" strike="noStrike" kern="0" cap="none" spc="0" normalizeH="0" baseline="0" noProof="0" dirty="0">
                <a:ln>
                  <a:noFill/>
                </a:ln>
                <a:solidFill>
                  <a:schemeClr val="bg1"/>
                </a:solidFill>
                <a:effectLst/>
                <a:uLnTx/>
                <a:uFillTx/>
                <a:latin typeface="Poppins"/>
                <a:cs typeface="Poppins"/>
                <a:sym typeface="Poppins"/>
              </a:rPr>
              <a:t>.</a:t>
            </a:r>
            <a:endParaRPr kumimoji="0" lang="pt-BR" sz="1500" b="0" i="0" u="none" strike="noStrike" kern="0" cap="none" spc="0" normalizeH="0" baseline="0" noProof="0" dirty="0">
              <a:ln>
                <a:noFill/>
              </a:ln>
              <a:solidFill>
                <a:schemeClr val="bg1"/>
              </a:solidFill>
              <a:effectLst/>
              <a:uLnTx/>
              <a:uFillTx/>
              <a:latin typeface="Poppins"/>
              <a:ea typeface="Poppins"/>
              <a:cs typeface="Poppins"/>
              <a:sym typeface="Poppins"/>
            </a:endParaRPr>
          </a:p>
        </p:txBody>
      </p:sp>
      <p:sp>
        <p:nvSpPr>
          <p:cNvPr id="8" name="CaixaDeTexto 7">
            <a:extLst>
              <a:ext uri="{FF2B5EF4-FFF2-40B4-BE49-F238E27FC236}">
                <a16:creationId xmlns:a16="http://schemas.microsoft.com/office/drawing/2014/main" id="{72327FDB-B08B-6B64-8F13-3990C7BF6691}"/>
              </a:ext>
            </a:extLst>
          </p:cNvPr>
          <p:cNvSpPr txBox="1"/>
          <p:nvPr/>
        </p:nvSpPr>
        <p:spPr>
          <a:xfrm>
            <a:off x="3414510" y="4191678"/>
            <a:ext cx="8534697" cy="769441"/>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
                <a:srgbClr val="000000"/>
              </a:buClr>
              <a:buSzPct val="100000"/>
              <a:buBlip>
                <a:blip r:embed="rId5"/>
              </a:buBlip>
              <a:tabLst/>
              <a:defRPr/>
            </a:pPr>
            <a:r>
              <a:rPr kumimoji="0" lang="pt-BR" sz="2200" b="1" i="0" u="none" strike="noStrike" kern="0" cap="none" spc="0" normalizeH="0" baseline="0" noProof="0" dirty="0">
                <a:ln>
                  <a:noFill/>
                </a:ln>
                <a:solidFill>
                  <a:srgbClr val="000000"/>
                </a:solidFill>
                <a:effectLst/>
                <a:uLnTx/>
                <a:uFillTx/>
                <a:latin typeface="Poppins"/>
                <a:cs typeface="Poppins"/>
                <a:sym typeface="Poppins"/>
              </a:rPr>
              <a:t>Como uma mesma loja pode ter o produto disponível e, ao mesmo tempo, informar que ele está indisponível?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27"/>
        <p:cNvGrpSpPr/>
        <p:nvPr/>
      </p:nvGrpSpPr>
      <p:grpSpPr>
        <a:xfrm>
          <a:off x="0" y="0"/>
          <a:ext cx="0" cy="0"/>
          <a:chOff x="0" y="0"/>
          <a:chExt cx="0" cy="0"/>
        </a:xfrm>
      </p:grpSpPr>
      <p:sp>
        <p:nvSpPr>
          <p:cNvPr id="3728" name="Google Shape;3728;p354"/>
          <p:cNvSpPr txBox="1">
            <a:spLocks noGrp="1"/>
          </p:cNvSpPr>
          <p:nvPr>
            <p:ph type="body" idx="1"/>
          </p:nvPr>
        </p:nvSpPr>
        <p:spPr>
          <a:xfrm>
            <a:off x="3553793" y="1113389"/>
            <a:ext cx="8292699" cy="2801386"/>
          </a:xfrm>
          <a:prstGeom prst="rect">
            <a:avLst/>
          </a:prstGeom>
          <a:noFill/>
          <a:ln>
            <a:noFill/>
          </a:ln>
        </p:spPr>
        <p:txBody>
          <a:bodyPr spcFirstLastPara="1" wrap="square" lIns="91425" tIns="45700" rIns="91425" bIns="45700" anchor="t" anchorCtr="0">
            <a:noAutofit/>
          </a:bodyPr>
          <a:lstStyle/>
          <a:p>
            <a:pPr marL="0" lvl="0" indent="0" algn="l" rtl="0">
              <a:lnSpc>
                <a:spcPct val="100000"/>
              </a:lnSpc>
              <a:buSzPts val="1400"/>
              <a:buNone/>
            </a:pPr>
            <a:r>
              <a:rPr lang="pt-BR" sz="2200" dirty="0"/>
              <a:t>Vocês vêm construindo o sistema da Papelaria Ponto Certo. Até aqui, o programa já possui:</a:t>
            </a:r>
            <a:endParaRPr sz="2200" dirty="0"/>
          </a:p>
          <a:p>
            <a:pPr marL="342900" indent="-342900">
              <a:spcBef>
                <a:spcPts val="1200"/>
              </a:spcBef>
              <a:buSzPct val="100000"/>
              <a:buBlip>
                <a:blip r:embed="rId3"/>
              </a:buBlip>
              <a:defRPr/>
            </a:pPr>
            <a:r>
              <a:rPr lang="pt-BR" sz="2200" dirty="0">
                <a:sym typeface="Arial"/>
              </a:rPr>
              <a:t>um menu no terminal para acessar diferentes tarefas;</a:t>
            </a:r>
            <a:endParaRPr sz="2200" dirty="0">
              <a:sym typeface="Arial"/>
            </a:endParaRPr>
          </a:p>
          <a:p>
            <a:pPr marL="342900" indent="-342900">
              <a:spcBef>
                <a:spcPts val="600"/>
              </a:spcBef>
              <a:buSzPct val="100000"/>
              <a:buBlip>
                <a:blip r:embed="rId3"/>
              </a:buBlip>
              <a:defRPr/>
            </a:pPr>
            <a:r>
              <a:rPr lang="pt-BR" sz="2200" dirty="0">
                <a:sym typeface="Arial"/>
              </a:rPr>
              <a:t>funções para executar cada tarefa;</a:t>
            </a:r>
            <a:endParaRPr sz="2200" dirty="0">
              <a:sym typeface="Arial"/>
            </a:endParaRPr>
          </a:p>
          <a:p>
            <a:pPr marL="342900" indent="-342900">
              <a:spcBef>
                <a:spcPts val="600"/>
              </a:spcBef>
              <a:buSzPct val="100000"/>
              <a:buBlip>
                <a:blip r:embed="rId3"/>
              </a:buBlip>
              <a:defRPr/>
            </a:pPr>
            <a:r>
              <a:rPr lang="pt-BR" sz="2200" dirty="0">
                <a:sym typeface="Arial"/>
              </a:rPr>
              <a:t>uma lista produtos para guardar os produtos cadastrados;</a:t>
            </a:r>
            <a:endParaRPr sz="2200" dirty="0">
              <a:sym typeface="Arial"/>
            </a:endParaRPr>
          </a:p>
          <a:p>
            <a:pPr marL="342900" indent="-342900">
              <a:spcBef>
                <a:spcPts val="600"/>
              </a:spcBef>
              <a:buSzPct val="100000"/>
              <a:buBlip>
                <a:blip r:embed="rId3"/>
              </a:buBlip>
              <a:defRPr/>
            </a:pPr>
            <a:r>
              <a:rPr lang="pt-BR" sz="2200" dirty="0">
                <a:sym typeface="Arial"/>
              </a:rPr>
              <a:t>uma lista vendas para guardar as vendas realizadas.</a:t>
            </a:r>
            <a:endParaRPr sz="2200" dirty="0">
              <a:sym typeface="Arial"/>
            </a:endParaRPr>
          </a:p>
        </p:txBody>
      </p:sp>
      <p:grpSp>
        <p:nvGrpSpPr>
          <p:cNvPr id="3729" name="Google Shape;3729;p354"/>
          <p:cNvGrpSpPr/>
          <p:nvPr/>
        </p:nvGrpSpPr>
        <p:grpSpPr>
          <a:xfrm>
            <a:off x="11470852" y="-15180"/>
            <a:ext cx="721836" cy="732801"/>
            <a:chOff x="17205424" y="-22770"/>
            <a:chExt cx="1082700" cy="1099146"/>
          </a:xfrm>
        </p:grpSpPr>
        <p:sp>
          <p:nvSpPr>
            <p:cNvPr id="3730" name="Google Shape;3730;p354"/>
            <p:cNvSpPr/>
            <p:nvPr/>
          </p:nvSpPr>
          <p:spPr>
            <a:xfrm flipH="1">
              <a:off x="17208525" y="0"/>
              <a:ext cx="1079474" cy="1076376"/>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933"/>
                <a:buFont typeface="Arial"/>
                <a:buNone/>
              </a:pPr>
              <a:endParaRPr sz="933" b="0" i="0" u="none" strike="noStrike" cap="none" dirty="0">
                <a:solidFill>
                  <a:srgbClr val="000000"/>
                </a:solidFill>
                <a:latin typeface="Arial"/>
                <a:ea typeface="Arial"/>
                <a:cs typeface="Arial"/>
                <a:sym typeface="Arial"/>
              </a:endParaRPr>
            </a:p>
          </p:txBody>
        </p:sp>
        <p:grpSp>
          <p:nvGrpSpPr>
            <p:cNvPr id="3731" name="Google Shape;3731;p354"/>
            <p:cNvGrpSpPr/>
            <p:nvPr/>
          </p:nvGrpSpPr>
          <p:grpSpPr>
            <a:xfrm>
              <a:off x="17492825" y="308532"/>
              <a:ext cx="573896" cy="683969"/>
              <a:chOff x="16810081" y="921861"/>
              <a:chExt cx="743774" cy="886429"/>
            </a:xfrm>
          </p:grpSpPr>
          <p:grpSp>
            <p:nvGrpSpPr>
              <p:cNvPr id="3732" name="Google Shape;3732;p354"/>
              <p:cNvGrpSpPr/>
              <p:nvPr/>
            </p:nvGrpSpPr>
            <p:grpSpPr>
              <a:xfrm>
                <a:off x="16810084" y="1434434"/>
                <a:ext cx="691713" cy="373856"/>
                <a:chOff x="16866377" y="1492565"/>
                <a:chExt cx="691713" cy="373856"/>
              </a:xfrm>
            </p:grpSpPr>
            <p:sp>
              <p:nvSpPr>
                <p:cNvPr id="3733" name="Google Shape;3733;p354"/>
                <p:cNvSpPr/>
                <p:nvPr/>
              </p:nvSpPr>
              <p:spPr>
                <a:xfrm>
                  <a:off x="17335767" y="1492565"/>
                  <a:ext cx="148209" cy="148209"/>
                </a:xfrm>
                <a:custGeom>
                  <a:avLst/>
                  <a:gdLst/>
                  <a:ahLst/>
                  <a:cxnLst/>
                  <a:rect l="l" t="t" r="r" b="b"/>
                  <a:pathLst>
                    <a:path w="148209" h="148209" extrusionOk="0">
                      <a:moveTo>
                        <a:pt x="148209" y="74104"/>
                      </a:moveTo>
                      <a:cubicBezTo>
                        <a:pt x="148209" y="115031"/>
                        <a:pt x="115031" y="148209"/>
                        <a:pt x="74104" y="148209"/>
                      </a:cubicBezTo>
                      <a:cubicBezTo>
                        <a:pt x="33178" y="148209"/>
                        <a:pt x="0" y="115031"/>
                        <a:pt x="0" y="74104"/>
                      </a:cubicBezTo>
                      <a:cubicBezTo>
                        <a:pt x="0" y="33178"/>
                        <a:pt x="33178" y="0"/>
                        <a:pt x="74104" y="0"/>
                      </a:cubicBezTo>
                      <a:cubicBezTo>
                        <a:pt x="115031" y="0"/>
                        <a:pt x="148209" y="33178"/>
                        <a:pt x="148209" y="74104"/>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3734" name="Google Shape;3734;p354"/>
                <p:cNvSpPr/>
                <p:nvPr/>
              </p:nvSpPr>
              <p:spPr>
                <a:xfrm>
                  <a:off x="16940479" y="1492565"/>
                  <a:ext cx="148209" cy="148209"/>
                </a:xfrm>
                <a:custGeom>
                  <a:avLst/>
                  <a:gdLst/>
                  <a:ahLst/>
                  <a:cxnLst/>
                  <a:rect l="l" t="t" r="r" b="b"/>
                  <a:pathLst>
                    <a:path w="148209" h="148209" extrusionOk="0">
                      <a:moveTo>
                        <a:pt x="148209" y="74104"/>
                      </a:moveTo>
                      <a:cubicBezTo>
                        <a:pt x="148209" y="115031"/>
                        <a:pt x="115031" y="148209"/>
                        <a:pt x="74104" y="148209"/>
                      </a:cubicBezTo>
                      <a:cubicBezTo>
                        <a:pt x="33178" y="148209"/>
                        <a:pt x="0" y="115031"/>
                        <a:pt x="0" y="74104"/>
                      </a:cubicBezTo>
                      <a:cubicBezTo>
                        <a:pt x="0" y="33178"/>
                        <a:pt x="33178" y="0"/>
                        <a:pt x="74104" y="0"/>
                      </a:cubicBezTo>
                      <a:cubicBezTo>
                        <a:pt x="115031" y="0"/>
                        <a:pt x="148209" y="33178"/>
                        <a:pt x="148209" y="74104"/>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3735" name="Google Shape;3735;p354"/>
                <p:cNvSpPr/>
                <p:nvPr/>
              </p:nvSpPr>
              <p:spPr>
                <a:xfrm>
                  <a:off x="17289475" y="1660871"/>
                  <a:ext cx="268615" cy="148399"/>
                </a:xfrm>
                <a:custGeom>
                  <a:avLst/>
                  <a:gdLst/>
                  <a:ahLst/>
                  <a:cxnLst/>
                  <a:rect l="l" t="t" r="r" b="b"/>
                  <a:pathLst>
                    <a:path w="268615" h="148399" extrusionOk="0">
                      <a:moveTo>
                        <a:pt x="253746" y="44101"/>
                      </a:moveTo>
                      <a:cubicBezTo>
                        <a:pt x="232401" y="27476"/>
                        <a:pt x="207702" y="15681"/>
                        <a:pt x="181356" y="9525"/>
                      </a:cubicBezTo>
                      <a:cubicBezTo>
                        <a:pt x="161530" y="3742"/>
                        <a:pt x="141041" y="541"/>
                        <a:pt x="120396" y="0"/>
                      </a:cubicBezTo>
                      <a:cubicBezTo>
                        <a:pt x="99702" y="-45"/>
                        <a:pt x="79130" y="3169"/>
                        <a:pt x="59436" y="9525"/>
                      </a:cubicBezTo>
                      <a:cubicBezTo>
                        <a:pt x="39707" y="14783"/>
                        <a:pt x="20843" y="22868"/>
                        <a:pt x="3429" y="33529"/>
                      </a:cubicBezTo>
                      <a:cubicBezTo>
                        <a:pt x="2286" y="34862"/>
                        <a:pt x="1238" y="36196"/>
                        <a:pt x="0" y="37434"/>
                      </a:cubicBezTo>
                      <a:cubicBezTo>
                        <a:pt x="27701" y="44889"/>
                        <a:pt x="53615" y="57847"/>
                        <a:pt x="76200" y="75534"/>
                      </a:cubicBezTo>
                      <a:cubicBezTo>
                        <a:pt x="94021" y="88541"/>
                        <a:pt x="104425" y="109385"/>
                        <a:pt x="104108" y="131446"/>
                      </a:cubicBezTo>
                      <a:lnTo>
                        <a:pt x="104108" y="148400"/>
                      </a:lnTo>
                      <a:lnTo>
                        <a:pt x="268605" y="148400"/>
                      </a:lnTo>
                      <a:lnTo>
                        <a:pt x="268605" y="73819"/>
                      </a:lnTo>
                      <a:cubicBezTo>
                        <a:pt x="268892" y="62061"/>
                        <a:pt x="263324" y="50927"/>
                        <a:pt x="253746" y="44101"/>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3736" name="Google Shape;3736;p354"/>
                <p:cNvSpPr/>
                <p:nvPr/>
              </p:nvSpPr>
              <p:spPr>
                <a:xfrm>
                  <a:off x="16866377" y="1660872"/>
                  <a:ext cx="268605" cy="148399"/>
                </a:xfrm>
                <a:custGeom>
                  <a:avLst/>
                  <a:gdLst/>
                  <a:ahLst/>
                  <a:cxnLst/>
                  <a:rect l="l" t="t" r="r" b="b"/>
                  <a:pathLst>
                    <a:path w="268605" h="148399" extrusionOk="0">
                      <a:moveTo>
                        <a:pt x="164687" y="131445"/>
                      </a:moveTo>
                      <a:cubicBezTo>
                        <a:pt x="164708" y="110012"/>
                        <a:pt x="174533" y="89766"/>
                        <a:pt x="191357" y="76486"/>
                      </a:cubicBezTo>
                      <a:lnTo>
                        <a:pt x="192500" y="75534"/>
                      </a:lnTo>
                      <a:lnTo>
                        <a:pt x="193739" y="74676"/>
                      </a:lnTo>
                      <a:cubicBezTo>
                        <a:pt x="216581" y="58427"/>
                        <a:pt x="241848" y="45890"/>
                        <a:pt x="268605" y="37529"/>
                      </a:cubicBezTo>
                      <a:cubicBezTo>
                        <a:pt x="266700" y="35529"/>
                        <a:pt x="264986" y="33433"/>
                        <a:pt x="263176" y="31338"/>
                      </a:cubicBezTo>
                      <a:cubicBezTo>
                        <a:pt x="246437" y="21538"/>
                        <a:pt x="228377" y="14193"/>
                        <a:pt x="209550" y="9525"/>
                      </a:cubicBezTo>
                      <a:cubicBezTo>
                        <a:pt x="189726" y="3734"/>
                        <a:pt x="169235" y="532"/>
                        <a:pt x="148590" y="0"/>
                      </a:cubicBezTo>
                      <a:cubicBezTo>
                        <a:pt x="127896" y="-39"/>
                        <a:pt x="107326" y="3176"/>
                        <a:pt x="87630" y="9525"/>
                      </a:cubicBezTo>
                      <a:cubicBezTo>
                        <a:pt x="61651" y="16693"/>
                        <a:pt x="37144" y="28399"/>
                        <a:pt x="15240" y="44101"/>
                      </a:cubicBezTo>
                      <a:cubicBezTo>
                        <a:pt x="5858" y="51134"/>
                        <a:pt x="236" y="62096"/>
                        <a:pt x="0" y="73819"/>
                      </a:cubicBezTo>
                      <a:lnTo>
                        <a:pt x="0" y="148400"/>
                      </a:lnTo>
                      <a:lnTo>
                        <a:pt x="164687" y="148400"/>
                      </a:ln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3737" name="Google Shape;3737;p354"/>
                <p:cNvSpPr/>
                <p:nvPr/>
              </p:nvSpPr>
              <p:spPr>
                <a:xfrm>
                  <a:off x="17064018" y="1718592"/>
                  <a:ext cx="296430" cy="147829"/>
                </a:xfrm>
                <a:custGeom>
                  <a:avLst/>
                  <a:gdLst/>
                  <a:ahLst/>
                  <a:cxnLst/>
                  <a:rect l="l" t="t" r="r" b="b"/>
                  <a:pathLst>
                    <a:path w="296430" h="147829" extrusionOk="0">
                      <a:moveTo>
                        <a:pt x="0" y="147830"/>
                      </a:moveTo>
                      <a:lnTo>
                        <a:pt x="0" y="73725"/>
                      </a:lnTo>
                      <a:cubicBezTo>
                        <a:pt x="45" y="62069"/>
                        <a:pt x="5544" y="51107"/>
                        <a:pt x="14859" y="44102"/>
                      </a:cubicBezTo>
                      <a:cubicBezTo>
                        <a:pt x="36723" y="28334"/>
                        <a:pt x="61243" y="16622"/>
                        <a:pt x="87249" y="9527"/>
                      </a:cubicBezTo>
                      <a:cubicBezTo>
                        <a:pt x="106934" y="3133"/>
                        <a:pt x="127512" y="-82"/>
                        <a:pt x="148209" y="2"/>
                      </a:cubicBezTo>
                      <a:cubicBezTo>
                        <a:pt x="168859" y="486"/>
                        <a:pt x="189355" y="3690"/>
                        <a:pt x="209169" y="9527"/>
                      </a:cubicBezTo>
                      <a:cubicBezTo>
                        <a:pt x="235567" y="15619"/>
                        <a:pt x="260308" y="27421"/>
                        <a:pt x="281654" y="44102"/>
                      </a:cubicBezTo>
                      <a:cubicBezTo>
                        <a:pt x="291195" y="50908"/>
                        <a:pt x="296728" y="62010"/>
                        <a:pt x="296418" y="73725"/>
                      </a:cubicBezTo>
                      <a:lnTo>
                        <a:pt x="296418" y="147830"/>
                      </a:ln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3738" name="Google Shape;3738;p354"/>
                <p:cNvSpPr/>
                <p:nvPr/>
              </p:nvSpPr>
              <p:spPr>
                <a:xfrm>
                  <a:off x="17138123" y="1550192"/>
                  <a:ext cx="148209" cy="148209"/>
                </a:xfrm>
                <a:custGeom>
                  <a:avLst/>
                  <a:gdLst/>
                  <a:ahLst/>
                  <a:cxnLst/>
                  <a:rect l="l" t="t" r="r" b="b"/>
                  <a:pathLst>
                    <a:path w="148209" h="148209" extrusionOk="0">
                      <a:moveTo>
                        <a:pt x="148209" y="74105"/>
                      </a:moveTo>
                      <a:cubicBezTo>
                        <a:pt x="148209" y="115031"/>
                        <a:pt x="115031" y="148209"/>
                        <a:pt x="74105" y="148209"/>
                      </a:cubicBezTo>
                      <a:cubicBezTo>
                        <a:pt x="33178" y="148209"/>
                        <a:pt x="0" y="115031"/>
                        <a:pt x="0" y="74105"/>
                      </a:cubicBezTo>
                      <a:cubicBezTo>
                        <a:pt x="0" y="33178"/>
                        <a:pt x="33178" y="0"/>
                        <a:pt x="74105" y="0"/>
                      </a:cubicBezTo>
                      <a:cubicBezTo>
                        <a:pt x="115031" y="0"/>
                        <a:pt x="148209" y="33178"/>
                        <a:pt x="148209" y="74105"/>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grpSp>
          <p:grpSp>
            <p:nvGrpSpPr>
              <p:cNvPr id="3739" name="Google Shape;3739;p354"/>
              <p:cNvGrpSpPr/>
              <p:nvPr/>
            </p:nvGrpSpPr>
            <p:grpSpPr>
              <a:xfrm>
                <a:off x="16810081" y="921861"/>
                <a:ext cx="743774" cy="512573"/>
                <a:chOff x="16933626" y="782036"/>
                <a:chExt cx="743774" cy="512573"/>
              </a:xfrm>
            </p:grpSpPr>
            <p:sp>
              <p:nvSpPr>
                <p:cNvPr id="3740" name="Google Shape;3740;p354"/>
                <p:cNvSpPr/>
                <p:nvPr/>
              </p:nvSpPr>
              <p:spPr>
                <a:xfrm>
                  <a:off x="16933626" y="782036"/>
                  <a:ext cx="476250" cy="428625"/>
                </a:xfrm>
                <a:custGeom>
                  <a:avLst/>
                  <a:gdLst/>
                  <a:ahLst/>
                  <a:cxnLst/>
                  <a:rect l="l" t="t" r="r" b="b"/>
                  <a:pathLst>
                    <a:path w="476250" h="428625" extrusionOk="0">
                      <a:moveTo>
                        <a:pt x="323850" y="66675"/>
                      </a:moveTo>
                      <a:lnTo>
                        <a:pt x="476250" y="66675"/>
                      </a:lnTo>
                      <a:lnTo>
                        <a:pt x="476250" y="38100"/>
                      </a:lnTo>
                      <a:cubicBezTo>
                        <a:pt x="476250" y="17145"/>
                        <a:pt x="459105" y="0"/>
                        <a:pt x="438150" y="0"/>
                      </a:cubicBezTo>
                      <a:lnTo>
                        <a:pt x="38100" y="0"/>
                      </a:lnTo>
                      <a:cubicBezTo>
                        <a:pt x="17145" y="0"/>
                        <a:pt x="0" y="17145"/>
                        <a:pt x="0" y="38100"/>
                      </a:cubicBezTo>
                      <a:lnTo>
                        <a:pt x="0" y="295275"/>
                      </a:lnTo>
                      <a:cubicBezTo>
                        <a:pt x="0" y="316230"/>
                        <a:pt x="17145" y="333375"/>
                        <a:pt x="38100" y="333375"/>
                      </a:cubicBezTo>
                      <a:lnTo>
                        <a:pt x="95250" y="333375"/>
                      </a:lnTo>
                      <a:lnTo>
                        <a:pt x="95250" y="428625"/>
                      </a:lnTo>
                      <a:lnTo>
                        <a:pt x="190500" y="333375"/>
                      </a:lnTo>
                      <a:lnTo>
                        <a:pt x="247650" y="333375"/>
                      </a:lnTo>
                      <a:lnTo>
                        <a:pt x="247650" y="142875"/>
                      </a:lnTo>
                      <a:cubicBezTo>
                        <a:pt x="247650" y="100965"/>
                        <a:pt x="281940" y="66675"/>
                        <a:pt x="323850" y="66675"/>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3741" name="Google Shape;3741;p354"/>
                <p:cNvSpPr/>
                <p:nvPr/>
              </p:nvSpPr>
              <p:spPr>
                <a:xfrm>
                  <a:off x="17201150" y="865984"/>
                  <a:ext cx="476250" cy="428625"/>
                </a:xfrm>
                <a:custGeom>
                  <a:avLst/>
                  <a:gdLst/>
                  <a:ahLst/>
                  <a:cxnLst/>
                  <a:rect l="l" t="t" r="r" b="b"/>
                  <a:pathLst>
                    <a:path w="476250" h="428625" extrusionOk="0">
                      <a:moveTo>
                        <a:pt x="438150" y="0"/>
                      </a:moveTo>
                      <a:lnTo>
                        <a:pt x="38100" y="0"/>
                      </a:lnTo>
                      <a:cubicBezTo>
                        <a:pt x="17145" y="0"/>
                        <a:pt x="0" y="17145"/>
                        <a:pt x="0" y="38100"/>
                      </a:cubicBezTo>
                      <a:lnTo>
                        <a:pt x="0" y="295275"/>
                      </a:lnTo>
                      <a:cubicBezTo>
                        <a:pt x="0" y="316230"/>
                        <a:pt x="17145" y="333375"/>
                        <a:pt x="38100" y="333375"/>
                      </a:cubicBezTo>
                      <a:lnTo>
                        <a:pt x="285750" y="333375"/>
                      </a:lnTo>
                      <a:lnTo>
                        <a:pt x="381000" y="428625"/>
                      </a:lnTo>
                      <a:lnTo>
                        <a:pt x="381000" y="333375"/>
                      </a:lnTo>
                      <a:lnTo>
                        <a:pt x="438150" y="333375"/>
                      </a:lnTo>
                      <a:cubicBezTo>
                        <a:pt x="459105" y="333375"/>
                        <a:pt x="476250" y="316230"/>
                        <a:pt x="476250" y="295275"/>
                      </a:cubicBezTo>
                      <a:lnTo>
                        <a:pt x="476250" y="38100"/>
                      </a:lnTo>
                      <a:cubicBezTo>
                        <a:pt x="476250" y="17145"/>
                        <a:pt x="459105" y="0"/>
                        <a:pt x="438150" y="0"/>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grpSp>
        </p:grpSp>
        <p:sp>
          <p:nvSpPr>
            <p:cNvPr id="3742" name="Google Shape;3742;p354"/>
            <p:cNvSpPr txBox="1"/>
            <p:nvPr/>
          </p:nvSpPr>
          <p:spPr>
            <a:xfrm>
              <a:off x="17205424" y="-22770"/>
              <a:ext cx="1082700" cy="298200"/>
            </a:xfrm>
            <a:prstGeom prst="rect">
              <a:avLst/>
            </a:prstGeom>
            <a:noFill/>
            <a:ln>
              <a:noFill/>
            </a:ln>
          </p:spPr>
          <p:txBody>
            <a:bodyPr spcFirstLastPara="1" wrap="square" lIns="60950" tIns="30450" rIns="60950" bIns="30450" anchor="t" anchorCtr="0">
              <a:noAutofit/>
            </a:bodyPr>
            <a:lstStyle/>
            <a:p>
              <a:pPr marL="0" marR="0" lvl="0" indent="0" algn="ctr" rtl="0">
                <a:lnSpc>
                  <a:spcPct val="107000"/>
                </a:lnSpc>
                <a:spcBef>
                  <a:spcPts val="0"/>
                </a:spcBef>
                <a:spcAft>
                  <a:spcPts val="0"/>
                </a:spcAft>
                <a:buClr>
                  <a:srgbClr val="000000"/>
                </a:buClr>
                <a:buSzPts val="2700"/>
                <a:buFont typeface="Arial"/>
                <a:buNone/>
              </a:pPr>
              <a:r>
                <a:rPr lang="pt-BR" sz="933" b="1" i="0" u="none" strike="noStrike" cap="none" dirty="0">
                  <a:solidFill>
                    <a:srgbClr val="FFFFFF"/>
                  </a:solidFill>
                  <a:latin typeface="Poppins"/>
                  <a:ea typeface="Poppins"/>
                  <a:cs typeface="Poppins"/>
                  <a:sym typeface="Poppins"/>
                </a:rPr>
                <a:t>Diálogo</a:t>
              </a:r>
              <a:endParaRPr sz="800" b="0" i="0" u="none" strike="noStrike" cap="none" dirty="0">
                <a:solidFill>
                  <a:srgbClr val="000000"/>
                </a:solidFill>
                <a:latin typeface="Poppins"/>
                <a:ea typeface="Poppins"/>
                <a:cs typeface="Poppins"/>
                <a:sym typeface="Poppins"/>
              </a:endParaRPr>
            </a:p>
            <a:p>
              <a:pPr marL="0" marR="0" lvl="0" indent="0" algn="r" rtl="0">
                <a:lnSpc>
                  <a:spcPct val="107000"/>
                </a:lnSpc>
                <a:spcBef>
                  <a:spcPts val="715"/>
                </a:spcBef>
                <a:spcAft>
                  <a:spcPts val="0"/>
                </a:spcAft>
                <a:buClr>
                  <a:srgbClr val="000000"/>
                </a:buClr>
                <a:buSzPts val="2700"/>
                <a:buFont typeface="Arial"/>
                <a:buNone/>
              </a:pPr>
              <a:endParaRPr sz="1333" b="0" i="0" u="none" strike="noStrike" cap="none" dirty="0">
                <a:solidFill>
                  <a:srgbClr val="FFFFFF"/>
                </a:solidFill>
                <a:latin typeface="Poppins"/>
                <a:ea typeface="Poppins"/>
                <a:cs typeface="Poppins"/>
                <a:sym typeface="Poppins"/>
              </a:endParaRPr>
            </a:p>
          </p:txBody>
        </p:sp>
      </p:grpSp>
      <p:sp>
        <p:nvSpPr>
          <p:cNvPr id="3" name="CaixaDeTexto 2">
            <a:extLst>
              <a:ext uri="{FF2B5EF4-FFF2-40B4-BE49-F238E27FC236}">
                <a16:creationId xmlns:a16="http://schemas.microsoft.com/office/drawing/2014/main" id="{3BA4FF26-E779-A3BA-9D2C-626FAFFEF85B}"/>
              </a:ext>
            </a:extLst>
          </p:cNvPr>
          <p:cNvSpPr txBox="1"/>
          <p:nvPr/>
        </p:nvSpPr>
        <p:spPr>
          <a:xfrm>
            <a:off x="3553793" y="4222982"/>
            <a:ext cx="7541417" cy="1107996"/>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
                <a:srgbClr val="000000"/>
              </a:buClr>
              <a:buSzPct val="100000"/>
              <a:buBlip>
                <a:blip r:embed="rId3"/>
              </a:buBlip>
              <a:tabLst/>
              <a:defRPr/>
            </a:pPr>
            <a:r>
              <a:rPr kumimoji="0" lang="pt-BR" sz="2200" b="1" i="0" u="none" strike="noStrike" kern="0" cap="none" spc="0" normalizeH="0" baseline="0" noProof="0" dirty="0">
                <a:ln>
                  <a:noFill/>
                </a:ln>
                <a:solidFill>
                  <a:srgbClr val="000000"/>
                </a:solidFill>
                <a:effectLst/>
                <a:uLnTx/>
                <a:uFillTx/>
                <a:latin typeface="Poppins"/>
                <a:cs typeface="Poppins"/>
                <a:sym typeface="Poppins"/>
              </a:rPr>
              <a:t>Ao escolher uma opção no menu, quais partes do programa precisam trabalhar juntas para que a tarefa seja concluída?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750"/>
        <p:cNvGrpSpPr/>
        <p:nvPr/>
      </p:nvGrpSpPr>
      <p:grpSpPr>
        <a:xfrm>
          <a:off x="0" y="0"/>
          <a:ext cx="0" cy="0"/>
          <a:chOff x="0" y="0"/>
          <a:chExt cx="0" cy="0"/>
        </a:xfrm>
      </p:grpSpPr>
      <p:sp>
        <p:nvSpPr>
          <p:cNvPr id="3752" name="Google Shape;3752;p355"/>
          <p:cNvSpPr txBox="1">
            <a:spLocks noGrp="1"/>
          </p:cNvSpPr>
          <p:nvPr>
            <p:ph type="body" idx="1"/>
          </p:nvPr>
        </p:nvSpPr>
        <p:spPr>
          <a:xfrm>
            <a:off x="2652327" y="879571"/>
            <a:ext cx="8512200" cy="48296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pt-BR" sz="3100" b="1" dirty="0">
                <a:solidFill>
                  <a:srgbClr val="FF161F"/>
                </a:solidFill>
                <a:latin typeface="Poppins"/>
                <a:ea typeface="Poppins"/>
                <a:cs typeface="Poppins"/>
                <a:sym typeface="Poppins"/>
              </a:rPr>
              <a:t>Um sistema é feito de partes</a:t>
            </a:r>
            <a:endParaRPr sz="3100" dirty="0"/>
          </a:p>
        </p:txBody>
      </p:sp>
      <p:sp>
        <p:nvSpPr>
          <p:cNvPr id="3753" name="Google Shape;3753;p355"/>
          <p:cNvSpPr txBox="1"/>
          <p:nvPr/>
        </p:nvSpPr>
        <p:spPr>
          <a:xfrm>
            <a:off x="3409329" y="2025975"/>
            <a:ext cx="2085367" cy="954077"/>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r>
              <a:rPr lang="pt-BR" sz="1800" b="1" dirty="0">
                <a:solidFill>
                  <a:schemeClr val="dk1"/>
                </a:solidFill>
                <a:latin typeface="Poppins"/>
                <a:ea typeface="Poppins"/>
                <a:cs typeface="Poppins"/>
                <a:sym typeface="Poppins"/>
              </a:rPr>
              <a:t>Menu</a:t>
            </a:r>
            <a:br>
              <a:rPr lang="pt-BR" sz="1800" b="1" dirty="0">
                <a:solidFill>
                  <a:schemeClr val="dk1"/>
                </a:solidFill>
                <a:latin typeface="Poppins"/>
                <a:ea typeface="Poppins"/>
                <a:cs typeface="Poppins"/>
                <a:sym typeface="Poppins"/>
              </a:rPr>
            </a:br>
            <a:r>
              <a:rPr lang="pt-BR" dirty="0">
                <a:solidFill>
                  <a:schemeClr val="dk1"/>
                </a:solidFill>
                <a:latin typeface="Poppins"/>
                <a:ea typeface="Poppins"/>
                <a:cs typeface="Poppins"/>
                <a:sym typeface="Poppins"/>
              </a:rPr>
              <a:t>apresenta as opções para o usuário</a:t>
            </a:r>
            <a:r>
              <a:rPr lang="pt-BR" sz="1800" dirty="0">
                <a:solidFill>
                  <a:schemeClr val="dk1"/>
                </a:solidFill>
                <a:latin typeface="Poppins"/>
                <a:ea typeface="Poppins"/>
                <a:cs typeface="Poppins"/>
                <a:sym typeface="Poppins"/>
              </a:rPr>
              <a:t>.</a:t>
            </a:r>
            <a:endParaRPr sz="1800" dirty="0">
              <a:solidFill>
                <a:schemeClr val="dk1"/>
              </a:solidFill>
              <a:latin typeface="Poppins"/>
              <a:ea typeface="Poppins"/>
              <a:cs typeface="Poppins"/>
              <a:sym typeface="Poppins"/>
            </a:endParaRPr>
          </a:p>
        </p:txBody>
      </p:sp>
      <p:sp>
        <p:nvSpPr>
          <p:cNvPr id="5" name="CaixaDeTexto 4">
            <a:extLst>
              <a:ext uri="{FF2B5EF4-FFF2-40B4-BE49-F238E27FC236}">
                <a16:creationId xmlns:a16="http://schemas.microsoft.com/office/drawing/2014/main" id="{6C192273-5C29-54E7-D971-ABD779309DFE}"/>
              </a:ext>
            </a:extLst>
          </p:cNvPr>
          <p:cNvSpPr txBox="1"/>
          <p:nvPr/>
        </p:nvSpPr>
        <p:spPr>
          <a:xfrm>
            <a:off x="3409329" y="3364105"/>
            <a:ext cx="1996877" cy="800219"/>
          </a:xfrm>
          <a:prstGeom prst="rect">
            <a:avLst/>
          </a:prstGeom>
          <a:noFill/>
        </p:spPr>
        <p:txBody>
          <a:bodyPr wrap="square">
            <a:spAutoFit/>
          </a:bodyPr>
          <a:lstStyle/>
          <a:p>
            <a:pPr marL="0" marR="0" lvl="0" indent="0" algn="l" defTabSz="914400" rtl="0" eaLnBrk="1" fontAlgn="auto" latinLnBrk="0" hangingPunct="1">
              <a:spcBef>
                <a:spcPts val="0"/>
              </a:spcBef>
              <a:spcAft>
                <a:spcPts val="0"/>
              </a:spcAft>
              <a:buClr>
                <a:srgbClr val="000000"/>
              </a:buClr>
              <a:buSzTx/>
              <a:buFont typeface="Arial"/>
              <a:buNone/>
              <a:tabLst/>
              <a:defRPr/>
            </a:pPr>
            <a:r>
              <a:rPr kumimoji="0" lang="pt-BR" sz="1800" b="1" i="0" u="none" strike="noStrike" kern="0" cap="none" spc="0" normalizeH="0" baseline="0" noProof="0" dirty="0">
                <a:ln>
                  <a:noFill/>
                </a:ln>
                <a:solidFill>
                  <a:srgbClr val="000000"/>
                </a:solidFill>
                <a:effectLst/>
                <a:uLnTx/>
                <a:uFillTx/>
                <a:latin typeface="Poppins"/>
                <a:ea typeface="Poppins"/>
                <a:cs typeface="Poppins"/>
                <a:sym typeface="Poppins"/>
              </a:rPr>
              <a:t>Funções</a:t>
            </a:r>
            <a:br>
              <a:rPr kumimoji="0" lang="pt-BR" sz="1800" b="1" i="0" u="none" strike="noStrike" kern="0" cap="none" spc="0" normalizeH="0" baseline="0" noProof="0" dirty="0">
                <a:ln>
                  <a:noFill/>
                </a:ln>
                <a:solidFill>
                  <a:srgbClr val="000000"/>
                </a:solidFill>
                <a:effectLst/>
                <a:uLnTx/>
                <a:uFillTx/>
                <a:latin typeface="Poppins"/>
                <a:ea typeface="Poppins"/>
                <a:cs typeface="Poppins"/>
                <a:sym typeface="Poppins"/>
              </a:rPr>
            </a:br>
            <a:r>
              <a:rPr kumimoji="0" lang="pt-BR" b="0" i="0" u="none" strike="noStrike" kern="0" cap="none" spc="0" normalizeH="0" baseline="0" noProof="0" dirty="0">
                <a:ln>
                  <a:noFill/>
                </a:ln>
                <a:solidFill>
                  <a:srgbClr val="000000"/>
                </a:solidFill>
                <a:effectLst/>
                <a:uLnTx/>
                <a:uFillTx/>
                <a:latin typeface="Poppins"/>
                <a:ea typeface="Poppins"/>
                <a:cs typeface="Poppins"/>
                <a:sym typeface="Poppins"/>
              </a:rPr>
              <a:t>executam as tarefas escolhidas.</a:t>
            </a:r>
          </a:p>
        </p:txBody>
      </p:sp>
      <p:sp>
        <p:nvSpPr>
          <p:cNvPr id="7" name="CaixaDeTexto 6">
            <a:extLst>
              <a:ext uri="{FF2B5EF4-FFF2-40B4-BE49-F238E27FC236}">
                <a16:creationId xmlns:a16="http://schemas.microsoft.com/office/drawing/2014/main" id="{4339A317-7522-6EF2-2F17-5FA91185C426}"/>
              </a:ext>
            </a:extLst>
          </p:cNvPr>
          <p:cNvSpPr txBox="1"/>
          <p:nvPr/>
        </p:nvSpPr>
        <p:spPr>
          <a:xfrm>
            <a:off x="6388706" y="2025975"/>
            <a:ext cx="1907570" cy="123110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1800" b="1" i="0" u="none" strike="noStrike" kern="0" cap="none" spc="0" normalizeH="0" baseline="0" noProof="0" dirty="0">
                <a:ln>
                  <a:noFill/>
                </a:ln>
                <a:solidFill>
                  <a:srgbClr val="000000"/>
                </a:solidFill>
                <a:effectLst/>
                <a:uLnTx/>
                <a:uFillTx/>
                <a:latin typeface="Poppins"/>
                <a:ea typeface="Poppins"/>
                <a:cs typeface="Poppins"/>
                <a:sym typeface="Poppins"/>
              </a:rPr>
              <a:t>Dados</a:t>
            </a:r>
            <a:br>
              <a:rPr kumimoji="0" lang="pt-BR" sz="1400" b="1" i="0" u="none" strike="noStrike" kern="0" cap="none" spc="0" normalizeH="0" baseline="0" noProof="0" dirty="0">
                <a:ln>
                  <a:noFill/>
                </a:ln>
                <a:solidFill>
                  <a:srgbClr val="000000"/>
                </a:solidFill>
                <a:effectLst/>
                <a:uLnTx/>
                <a:uFillTx/>
                <a:latin typeface="Poppins"/>
                <a:ea typeface="Poppins"/>
                <a:cs typeface="Poppins"/>
                <a:sym typeface="Poppins"/>
              </a:rPr>
            </a:br>
            <a:r>
              <a:rPr kumimoji="0" lang="pt-BR" sz="1400" b="0" i="0" u="none" strike="noStrike" kern="0" cap="none" spc="0" normalizeH="0" baseline="0" noProof="0" dirty="0">
                <a:ln>
                  <a:noFill/>
                </a:ln>
                <a:solidFill>
                  <a:srgbClr val="000000"/>
                </a:solidFill>
                <a:effectLst/>
                <a:uLnTx/>
                <a:uFillTx/>
                <a:latin typeface="Poppins"/>
                <a:ea typeface="Poppins"/>
                <a:cs typeface="Poppins"/>
                <a:sym typeface="Poppins"/>
              </a:rPr>
              <a:t>guardam as informações usadas pelo programa.</a:t>
            </a:r>
          </a:p>
        </p:txBody>
      </p:sp>
      <p:sp>
        <p:nvSpPr>
          <p:cNvPr id="9" name="CaixaDeTexto 8">
            <a:extLst>
              <a:ext uri="{FF2B5EF4-FFF2-40B4-BE49-F238E27FC236}">
                <a16:creationId xmlns:a16="http://schemas.microsoft.com/office/drawing/2014/main" id="{127A9F6A-5CBE-C3B2-0FA7-2DBB4400CB71}"/>
              </a:ext>
            </a:extLst>
          </p:cNvPr>
          <p:cNvSpPr txBox="1"/>
          <p:nvPr/>
        </p:nvSpPr>
        <p:spPr>
          <a:xfrm>
            <a:off x="6388706" y="3359605"/>
            <a:ext cx="1736120" cy="123110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1800" b="1" i="0" u="none" strike="noStrike" kern="0" cap="none" spc="0" normalizeH="0" baseline="0" noProof="0" dirty="0">
                <a:ln>
                  <a:noFill/>
                </a:ln>
                <a:solidFill>
                  <a:srgbClr val="000000"/>
                </a:solidFill>
                <a:effectLst/>
                <a:uLnTx/>
                <a:uFillTx/>
                <a:latin typeface="Poppins"/>
                <a:ea typeface="Poppins"/>
                <a:cs typeface="Poppins"/>
                <a:sym typeface="Poppins"/>
              </a:rPr>
              <a:t>Fluxo</a:t>
            </a:r>
            <a:br>
              <a:rPr kumimoji="0" lang="pt-BR" sz="1400" b="1" i="0" u="none" strike="noStrike" kern="0" cap="none" spc="0" normalizeH="0" baseline="0" noProof="0" dirty="0">
                <a:ln>
                  <a:noFill/>
                </a:ln>
                <a:solidFill>
                  <a:srgbClr val="000000"/>
                </a:solidFill>
                <a:effectLst/>
                <a:uLnTx/>
                <a:uFillTx/>
                <a:latin typeface="Poppins"/>
                <a:ea typeface="Poppins"/>
                <a:cs typeface="Poppins"/>
                <a:sym typeface="Poppins"/>
              </a:rPr>
            </a:br>
            <a:r>
              <a:rPr kumimoji="0" lang="pt-BR" sz="1400" b="0" i="0" u="none" strike="noStrike" kern="0" cap="none" spc="0" normalizeH="0" baseline="0" noProof="0" dirty="0">
                <a:ln>
                  <a:noFill/>
                </a:ln>
                <a:solidFill>
                  <a:srgbClr val="000000"/>
                </a:solidFill>
                <a:effectLst/>
                <a:uLnTx/>
                <a:uFillTx/>
                <a:latin typeface="Poppins"/>
                <a:ea typeface="Poppins"/>
                <a:cs typeface="Poppins"/>
                <a:sym typeface="Poppins"/>
              </a:rPr>
              <a:t>organiza a sequência em que essas partes trabalham.</a:t>
            </a:r>
            <a:endParaRPr kumimoji="0" lang="pt-BR" sz="1100" b="0" i="0" u="none" strike="noStrike" kern="0" cap="none" spc="0" normalizeH="0" baseline="0" noProof="0" dirty="0">
              <a:ln>
                <a:noFill/>
              </a:ln>
              <a:solidFill>
                <a:srgbClr val="000000"/>
              </a:solidFill>
              <a:effectLst/>
              <a:uLnTx/>
              <a:uFillTx/>
              <a:latin typeface="Arial"/>
              <a:cs typeface="Arial"/>
              <a:sym typeface="Arial"/>
            </a:endParaRPr>
          </a:p>
        </p:txBody>
      </p:sp>
      <p:pic>
        <p:nvPicPr>
          <p:cNvPr id="11" name="Imagem 10">
            <a:extLst>
              <a:ext uri="{FF2B5EF4-FFF2-40B4-BE49-F238E27FC236}">
                <a16:creationId xmlns:a16="http://schemas.microsoft.com/office/drawing/2014/main" id="{60873CD7-96C1-9D80-6FF2-4B78C86722BC}"/>
              </a:ext>
            </a:extLst>
          </p:cNvPr>
          <p:cNvPicPr>
            <a:picLocks noChangeAspect="1"/>
          </p:cNvPicPr>
          <p:nvPr/>
        </p:nvPicPr>
        <p:blipFill>
          <a:blip r:embed="rId3"/>
          <a:stretch>
            <a:fillRect/>
          </a:stretch>
        </p:blipFill>
        <p:spPr>
          <a:xfrm>
            <a:off x="2652327" y="4814285"/>
            <a:ext cx="6950986" cy="692625"/>
          </a:xfrm>
          <a:prstGeom prst="rect">
            <a:avLst/>
          </a:prstGeom>
        </p:spPr>
      </p:pic>
      <p:sp>
        <p:nvSpPr>
          <p:cNvPr id="13" name="CaixaDeTexto 12">
            <a:extLst>
              <a:ext uri="{FF2B5EF4-FFF2-40B4-BE49-F238E27FC236}">
                <a16:creationId xmlns:a16="http://schemas.microsoft.com/office/drawing/2014/main" id="{DF47B21B-91A9-C44B-D39F-8C35E33D8313}"/>
              </a:ext>
            </a:extLst>
          </p:cNvPr>
          <p:cNvSpPr txBox="1"/>
          <p:nvPr/>
        </p:nvSpPr>
        <p:spPr>
          <a:xfrm>
            <a:off x="2652327" y="5521106"/>
            <a:ext cx="4507965" cy="261610"/>
          </a:xfrm>
          <a:prstGeom prst="rect">
            <a:avLst/>
          </a:prstGeom>
          <a:noFill/>
        </p:spPr>
        <p:txBody>
          <a:bodyPr wrap="none" rtlCol="0">
            <a:spAutoFit/>
          </a:bodyPr>
          <a:lstStyle/>
          <a:p>
            <a:r>
              <a:rPr lang="pt-BR" sz="1100" dirty="0">
                <a:latin typeface="Poppins" panose="00000500000000000000" pitchFamily="2" charset="0"/>
                <a:cs typeface="Poppins" panose="00000500000000000000" pitchFamily="2" charset="0"/>
              </a:rPr>
              <a:t>Produzido pela SEDUC-SP com apoio da ferramenta ChatGPT.</a:t>
            </a:r>
          </a:p>
        </p:txBody>
      </p:sp>
      <p:sp>
        <p:nvSpPr>
          <p:cNvPr id="15" name="Google Shape;566;p14">
            <a:extLst>
              <a:ext uri="{FF2B5EF4-FFF2-40B4-BE49-F238E27FC236}">
                <a16:creationId xmlns:a16="http://schemas.microsoft.com/office/drawing/2014/main" id="{2401641D-82B3-E21A-EECA-E6319004339C}"/>
              </a:ext>
            </a:extLst>
          </p:cNvPr>
          <p:cNvSpPr/>
          <p:nvPr/>
        </p:nvSpPr>
        <p:spPr>
          <a:xfrm>
            <a:off x="2761704" y="2111743"/>
            <a:ext cx="600000" cy="600000"/>
          </a:xfrm>
          <a:prstGeom prst="ellipse">
            <a:avLst/>
          </a:prstGeom>
          <a:solidFill>
            <a:srgbClr val="529AC2"/>
          </a:solidFill>
          <a:ln w="25400" cap="flat" cmpd="sng">
            <a:solidFill>
              <a:srgbClr val="529AC2"/>
            </a:solidFill>
            <a:prstDash val="solid"/>
            <a:round/>
            <a:headEnd type="none" w="sm" len="sm"/>
            <a:tailEnd type="none" w="sm" len="sm"/>
          </a:ln>
        </p:spPr>
        <p:txBody>
          <a:bodyPr spcFirstLastPara="1" wrap="square" lIns="60950" tIns="30467" rIns="60950" bIns="30467" anchor="ctr" anchorCtr="0">
            <a:noAutofit/>
          </a:bodyPr>
          <a:lstStyle/>
          <a:p>
            <a:pPr algn="ctr">
              <a:buSzPts val="1800"/>
            </a:pPr>
            <a:endParaRPr sz="1200" dirty="0">
              <a:solidFill>
                <a:schemeClr val="lt1"/>
              </a:solidFill>
              <a:latin typeface="Calibri"/>
              <a:ea typeface="Calibri"/>
              <a:cs typeface="Calibri"/>
              <a:sym typeface="Calibri"/>
            </a:endParaRPr>
          </a:p>
        </p:txBody>
      </p:sp>
      <p:pic>
        <p:nvPicPr>
          <p:cNvPr id="19" name="Gráfico 18">
            <a:extLst>
              <a:ext uri="{FF2B5EF4-FFF2-40B4-BE49-F238E27FC236}">
                <a16:creationId xmlns:a16="http://schemas.microsoft.com/office/drawing/2014/main" id="{6843EB0F-B7AE-B20B-A5F3-922B32C0A69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05788" y="2229541"/>
            <a:ext cx="496923" cy="342706"/>
          </a:xfrm>
          <a:prstGeom prst="rect">
            <a:avLst/>
          </a:prstGeom>
        </p:spPr>
      </p:pic>
      <p:sp>
        <p:nvSpPr>
          <p:cNvPr id="21" name="Google Shape;566;p14">
            <a:extLst>
              <a:ext uri="{FF2B5EF4-FFF2-40B4-BE49-F238E27FC236}">
                <a16:creationId xmlns:a16="http://schemas.microsoft.com/office/drawing/2014/main" id="{F91A4C29-1926-9A38-2A4F-6160DB2E2B78}"/>
              </a:ext>
            </a:extLst>
          </p:cNvPr>
          <p:cNvSpPr/>
          <p:nvPr/>
        </p:nvSpPr>
        <p:spPr>
          <a:xfrm>
            <a:off x="2761704" y="3377309"/>
            <a:ext cx="600000" cy="600000"/>
          </a:xfrm>
          <a:prstGeom prst="ellipse">
            <a:avLst/>
          </a:prstGeom>
          <a:solidFill>
            <a:srgbClr val="529AC2"/>
          </a:solidFill>
          <a:ln w="25400" cap="flat" cmpd="sng">
            <a:solidFill>
              <a:srgbClr val="529AC2"/>
            </a:solidFill>
            <a:prstDash val="solid"/>
            <a:round/>
            <a:headEnd type="none" w="sm" len="sm"/>
            <a:tailEnd type="none" w="sm" len="sm"/>
          </a:ln>
        </p:spPr>
        <p:txBody>
          <a:bodyPr spcFirstLastPara="1" wrap="square" lIns="60950" tIns="30467" rIns="60950" bIns="30467" anchor="ctr" anchorCtr="0">
            <a:noAutofit/>
          </a:bodyPr>
          <a:lstStyle/>
          <a:p>
            <a:pPr algn="ctr">
              <a:buSzPts val="1800"/>
            </a:pPr>
            <a:endParaRPr sz="1200" dirty="0">
              <a:solidFill>
                <a:schemeClr val="lt1"/>
              </a:solidFill>
              <a:latin typeface="Calibri"/>
              <a:ea typeface="Calibri"/>
              <a:cs typeface="Calibri"/>
              <a:sym typeface="Calibri"/>
            </a:endParaRPr>
          </a:p>
        </p:txBody>
      </p:sp>
      <p:pic>
        <p:nvPicPr>
          <p:cNvPr id="23" name="Gráfico 22">
            <a:extLst>
              <a:ext uri="{FF2B5EF4-FFF2-40B4-BE49-F238E27FC236}">
                <a16:creationId xmlns:a16="http://schemas.microsoft.com/office/drawing/2014/main" id="{BED4A47E-9A55-0289-24FA-162BA3B3A6F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05788" y="3495107"/>
            <a:ext cx="496923" cy="342706"/>
          </a:xfrm>
          <a:prstGeom prst="rect">
            <a:avLst/>
          </a:prstGeom>
        </p:spPr>
      </p:pic>
      <p:sp>
        <p:nvSpPr>
          <p:cNvPr id="25" name="Google Shape;566;p14">
            <a:extLst>
              <a:ext uri="{FF2B5EF4-FFF2-40B4-BE49-F238E27FC236}">
                <a16:creationId xmlns:a16="http://schemas.microsoft.com/office/drawing/2014/main" id="{811E0CFD-594A-D758-4BF8-F37F1EE77A00}"/>
              </a:ext>
            </a:extLst>
          </p:cNvPr>
          <p:cNvSpPr/>
          <p:nvPr/>
        </p:nvSpPr>
        <p:spPr>
          <a:xfrm>
            <a:off x="5738269" y="2127759"/>
            <a:ext cx="600000" cy="600000"/>
          </a:xfrm>
          <a:prstGeom prst="ellipse">
            <a:avLst/>
          </a:prstGeom>
          <a:solidFill>
            <a:srgbClr val="529AC2"/>
          </a:solidFill>
          <a:ln w="25400" cap="flat" cmpd="sng">
            <a:solidFill>
              <a:srgbClr val="529AC2"/>
            </a:solidFill>
            <a:prstDash val="solid"/>
            <a:round/>
            <a:headEnd type="none" w="sm" len="sm"/>
            <a:tailEnd type="none" w="sm" len="sm"/>
          </a:ln>
        </p:spPr>
        <p:txBody>
          <a:bodyPr spcFirstLastPara="1" wrap="square" lIns="60950" tIns="30467" rIns="60950" bIns="30467" anchor="ctr" anchorCtr="0">
            <a:noAutofit/>
          </a:bodyPr>
          <a:lstStyle/>
          <a:p>
            <a:pPr algn="ctr">
              <a:buSzPts val="1800"/>
            </a:pPr>
            <a:endParaRPr sz="1200" dirty="0">
              <a:solidFill>
                <a:schemeClr val="lt1"/>
              </a:solidFill>
              <a:latin typeface="Calibri"/>
              <a:ea typeface="Calibri"/>
              <a:cs typeface="Calibri"/>
              <a:sym typeface="Calibri"/>
            </a:endParaRPr>
          </a:p>
        </p:txBody>
      </p:sp>
      <p:pic>
        <p:nvPicPr>
          <p:cNvPr id="27" name="Gráfico 26">
            <a:extLst>
              <a:ext uri="{FF2B5EF4-FFF2-40B4-BE49-F238E27FC236}">
                <a16:creationId xmlns:a16="http://schemas.microsoft.com/office/drawing/2014/main" id="{6CD2DC52-F398-6ADD-D3DF-B4DB39DD4B9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82353" y="2245557"/>
            <a:ext cx="496923" cy="342706"/>
          </a:xfrm>
          <a:prstGeom prst="rect">
            <a:avLst/>
          </a:prstGeom>
        </p:spPr>
      </p:pic>
      <p:sp>
        <p:nvSpPr>
          <p:cNvPr id="29" name="Google Shape;566;p14">
            <a:extLst>
              <a:ext uri="{FF2B5EF4-FFF2-40B4-BE49-F238E27FC236}">
                <a16:creationId xmlns:a16="http://schemas.microsoft.com/office/drawing/2014/main" id="{2C013634-2FE6-C8D3-D93A-682BCB5BE613}"/>
              </a:ext>
            </a:extLst>
          </p:cNvPr>
          <p:cNvSpPr/>
          <p:nvPr/>
        </p:nvSpPr>
        <p:spPr>
          <a:xfrm>
            <a:off x="5738269" y="3393325"/>
            <a:ext cx="600000" cy="600000"/>
          </a:xfrm>
          <a:prstGeom prst="ellipse">
            <a:avLst/>
          </a:prstGeom>
          <a:solidFill>
            <a:srgbClr val="529AC2"/>
          </a:solidFill>
          <a:ln w="25400" cap="flat" cmpd="sng">
            <a:solidFill>
              <a:srgbClr val="529AC2"/>
            </a:solidFill>
            <a:prstDash val="solid"/>
            <a:round/>
            <a:headEnd type="none" w="sm" len="sm"/>
            <a:tailEnd type="none" w="sm" len="sm"/>
          </a:ln>
        </p:spPr>
        <p:txBody>
          <a:bodyPr spcFirstLastPara="1" wrap="square" lIns="60950" tIns="30467" rIns="60950" bIns="30467" anchor="ctr" anchorCtr="0">
            <a:noAutofit/>
          </a:bodyPr>
          <a:lstStyle/>
          <a:p>
            <a:pPr algn="ctr">
              <a:buSzPts val="1800"/>
            </a:pPr>
            <a:endParaRPr sz="1200" dirty="0">
              <a:solidFill>
                <a:schemeClr val="lt1"/>
              </a:solidFill>
              <a:latin typeface="Calibri"/>
              <a:ea typeface="Calibri"/>
              <a:cs typeface="Calibri"/>
              <a:sym typeface="Calibri"/>
            </a:endParaRPr>
          </a:p>
        </p:txBody>
      </p:sp>
      <p:pic>
        <p:nvPicPr>
          <p:cNvPr id="31" name="Gráfico 30">
            <a:extLst>
              <a:ext uri="{FF2B5EF4-FFF2-40B4-BE49-F238E27FC236}">
                <a16:creationId xmlns:a16="http://schemas.microsoft.com/office/drawing/2014/main" id="{55961B2A-8F77-8E84-11C1-39459253AF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82353" y="3511123"/>
            <a:ext cx="496923" cy="342706"/>
          </a:xfrm>
          <a:prstGeom prst="rect">
            <a:avLst/>
          </a:prstGeom>
        </p:spPr>
      </p:pic>
      <p:sp>
        <p:nvSpPr>
          <p:cNvPr id="2" name="Google Shape;136;p4">
            <a:extLst>
              <a:ext uri="{FF2B5EF4-FFF2-40B4-BE49-F238E27FC236}">
                <a16:creationId xmlns:a16="http://schemas.microsoft.com/office/drawing/2014/main" id="{0215294C-DD46-0E76-258C-9C744E50CDBB}"/>
              </a:ext>
            </a:extLst>
          </p:cNvPr>
          <p:cNvSpPr txBox="1"/>
          <p:nvPr/>
        </p:nvSpPr>
        <p:spPr>
          <a:xfrm>
            <a:off x="8505826" y="2449181"/>
            <a:ext cx="3569140" cy="1508832"/>
          </a:xfrm>
          <a:prstGeom prst="rect">
            <a:avLst/>
          </a:prstGeom>
          <a:solidFill>
            <a:srgbClr val="529AC2">
              <a:alpha val="50000"/>
            </a:srgbClr>
          </a:solidFill>
          <a:ln w="19050" cap="flat" cmpd="sng">
            <a:noFill/>
            <a:prstDash val="solid"/>
            <a:round/>
            <a:headEnd type="none" w="sm" len="sm"/>
            <a:tailEnd type="none" w="sm" len="sm"/>
          </a:ln>
          <a:effectLst/>
        </p:spPr>
        <p:txBody>
          <a:bodyPr spcFirstLastPara="1" wrap="square" lIns="168000" tIns="168000" rIns="96000" bIns="168000" anchor="t" anchorCtr="0">
            <a:spAutoFit/>
          </a:bodyPr>
          <a:lstStyle/>
          <a:p>
            <a:pPr lvl="0">
              <a:spcBef>
                <a:spcPts val="1200"/>
              </a:spcBef>
              <a:buSzPts val="1800"/>
            </a:pPr>
            <a:r>
              <a:rPr lang="pt-BR" sz="2200" dirty="0">
                <a:solidFill>
                  <a:schemeClr val="tx1"/>
                </a:solidFill>
                <a:latin typeface="Poppins"/>
                <a:ea typeface="Poppins"/>
                <a:cs typeface="Poppins"/>
                <a:sym typeface="Poppins"/>
              </a:rPr>
              <a:t>As partes do sistema trabalham juntas para realizar uma tarefa.</a:t>
            </a:r>
          </a:p>
        </p:txBody>
      </p:sp>
      <p:pic>
        <p:nvPicPr>
          <p:cNvPr id="10" name="Imagem 9">
            <a:extLst>
              <a:ext uri="{FF2B5EF4-FFF2-40B4-BE49-F238E27FC236}">
                <a16:creationId xmlns:a16="http://schemas.microsoft.com/office/drawing/2014/main" id="{3C8C15C8-AB7D-7FF9-734C-451D93EA2347}"/>
              </a:ext>
            </a:extLst>
          </p:cNvPr>
          <p:cNvPicPr>
            <a:picLocks noChangeAspect="1"/>
          </p:cNvPicPr>
          <p:nvPr/>
        </p:nvPicPr>
        <p:blipFill>
          <a:blip r:embed="rId5"/>
          <a:stretch>
            <a:fillRect/>
          </a:stretch>
        </p:blipFill>
        <p:spPr>
          <a:xfrm>
            <a:off x="8141677" y="2044406"/>
            <a:ext cx="3471333" cy="728133"/>
          </a:xfrm>
          <a:prstGeom prst="rect">
            <a:avLst/>
          </a:prstGeom>
        </p:spPr>
      </p:pic>
      <p:pic>
        <p:nvPicPr>
          <p:cNvPr id="12" name="Gráfico 11">
            <a:extLst>
              <a:ext uri="{FF2B5EF4-FFF2-40B4-BE49-F238E27FC236}">
                <a16:creationId xmlns:a16="http://schemas.microsoft.com/office/drawing/2014/main" id="{6A1C4BDB-EFB6-45CA-4288-3CCC8824840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56060" y="2132815"/>
            <a:ext cx="499533" cy="482600"/>
          </a:xfrm>
          <a:prstGeom prst="rect">
            <a:avLst/>
          </a:prstGeom>
        </p:spPr>
      </p:pic>
      <p:sp>
        <p:nvSpPr>
          <p:cNvPr id="14" name="CaixaDeTexto 13">
            <a:extLst>
              <a:ext uri="{FF2B5EF4-FFF2-40B4-BE49-F238E27FC236}">
                <a16:creationId xmlns:a16="http://schemas.microsoft.com/office/drawing/2014/main" id="{8C539C4A-3311-242E-17F2-C937D9CAAA8D}"/>
              </a:ext>
            </a:extLst>
          </p:cNvPr>
          <p:cNvSpPr txBox="1"/>
          <p:nvPr/>
        </p:nvSpPr>
        <p:spPr>
          <a:xfrm>
            <a:off x="9104659" y="2270300"/>
            <a:ext cx="2522013" cy="208713"/>
          </a:xfrm>
          <a:prstGeom prst="rect">
            <a:avLst/>
          </a:prstGeom>
          <a:noFill/>
          <a:ln>
            <a:noFill/>
          </a:ln>
        </p:spPr>
        <p:txBody>
          <a:bodyPr spcFirstLastPara="1" wrap="square" lIns="60950" tIns="30467" rIns="60950" bIns="30467" rtlCol="0" anchor="t" anchorCtr="0">
            <a:noAutofit/>
          </a:bodyPr>
          <a:lstStyle/>
          <a:p>
            <a:pPr algn="ctr"/>
            <a:r>
              <a:rPr lang="pt-BR" sz="1500" b="1">
                <a:solidFill>
                  <a:schemeClr val="bg1"/>
                </a:solidFill>
                <a:latin typeface="Poppins" pitchFamily="2" charset="77"/>
                <a:cs typeface="Poppins" pitchFamily="2" charset="77"/>
              </a:rPr>
              <a:t>DESTAQUE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61"/>
        <p:cNvGrpSpPr/>
        <p:nvPr/>
      </p:nvGrpSpPr>
      <p:grpSpPr>
        <a:xfrm>
          <a:off x="0" y="0"/>
          <a:ext cx="0" cy="0"/>
          <a:chOff x="0" y="0"/>
          <a:chExt cx="0" cy="0"/>
        </a:xfrm>
      </p:grpSpPr>
      <p:sp>
        <p:nvSpPr>
          <p:cNvPr id="3762" name="Google Shape;3762;p356"/>
          <p:cNvSpPr txBox="1">
            <a:spLocks noGrp="1"/>
          </p:cNvSpPr>
          <p:nvPr>
            <p:ph type="body" idx="1"/>
          </p:nvPr>
        </p:nvSpPr>
        <p:spPr>
          <a:xfrm>
            <a:off x="2652327" y="879026"/>
            <a:ext cx="9481438" cy="503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pt-BR" sz="3200" b="1" dirty="0">
                <a:solidFill>
                  <a:srgbClr val="FF161F"/>
                </a:solidFill>
              </a:rPr>
              <a:t>Etapas do processamento de uma escolha</a:t>
            </a:r>
            <a:endParaRPr sz="3200" b="1" i="0" u="none" strike="noStrike" cap="none" dirty="0">
              <a:solidFill>
                <a:srgbClr val="FF161F"/>
              </a:solidFill>
              <a:latin typeface="Poppins"/>
              <a:ea typeface="Poppins"/>
              <a:cs typeface="Poppins"/>
              <a:sym typeface="Poppins"/>
            </a:endParaRPr>
          </a:p>
        </p:txBody>
      </p:sp>
      <p:sp>
        <p:nvSpPr>
          <p:cNvPr id="3763" name="Google Shape;3763;p356"/>
          <p:cNvSpPr txBox="1">
            <a:spLocks noGrp="1"/>
          </p:cNvSpPr>
          <p:nvPr>
            <p:ph type="body" idx="2"/>
          </p:nvPr>
        </p:nvSpPr>
        <p:spPr>
          <a:xfrm>
            <a:off x="3148433" y="3572435"/>
            <a:ext cx="1119382" cy="621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pt-BR" sz="1800" b="1" dirty="0"/>
              <a:t>Menu </a:t>
            </a:r>
            <a:endParaRPr sz="1800" b="1" i="0" u="none" strike="noStrike" cap="none" dirty="0">
              <a:solidFill>
                <a:srgbClr val="000000"/>
              </a:solidFill>
              <a:latin typeface="Poppins"/>
              <a:ea typeface="Poppins"/>
              <a:cs typeface="Poppins"/>
              <a:sym typeface="Poppins"/>
            </a:endParaRPr>
          </a:p>
        </p:txBody>
      </p:sp>
      <p:sp>
        <p:nvSpPr>
          <p:cNvPr id="3764" name="Google Shape;3764;p356"/>
          <p:cNvSpPr txBox="1">
            <a:spLocks noGrp="1"/>
          </p:cNvSpPr>
          <p:nvPr>
            <p:ph type="body" idx="3"/>
          </p:nvPr>
        </p:nvSpPr>
        <p:spPr>
          <a:xfrm>
            <a:off x="3157507" y="4029693"/>
            <a:ext cx="1334234" cy="939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pt-BR" sz="1500" dirty="0"/>
              <a:t>Recebe a escolha 2.</a:t>
            </a:r>
            <a:endParaRPr sz="1500" dirty="0"/>
          </a:p>
        </p:txBody>
      </p:sp>
      <p:sp>
        <p:nvSpPr>
          <p:cNvPr id="3765" name="Google Shape;3765;p356"/>
          <p:cNvSpPr txBox="1">
            <a:spLocks noGrp="1"/>
          </p:cNvSpPr>
          <p:nvPr>
            <p:ph type="body" idx="4"/>
          </p:nvPr>
        </p:nvSpPr>
        <p:spPr>
          <a:xfrm>
            <a:off x="5364547" y="3583410"/>
            <a:ext cx="1556700" cy="621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pt-BR" sz="1800" b="1" dirty="0"/>
              <a:t>Função</a:t>
            </a:r>
            <a:endParaRPr sz="1800" b="1" i="0" u="none" strike="noStrike" cap="none" dirty="0">
              <a:solidFill>
                <a:srgbClr val="000000"/>
              </a:solidFill>
              <a:latin typeface="Poppins"/>
              <a:ea typeface="Poppins"/>
              <a:cs typeface="Poppins"/>
              <a:sym typeface="Poppins"/>
            </a:endParaRPr>
          </a:p>
        </p:txBody>
      </p:sp>
      <p:sp>
        <p:nvSpPr>
          <p:cNvPr id="3766" name="Google Shape;3766;p356"/>
          <p:cNvSpPr txBox="1">
            <a:spLocks noGrp="1"/>
          </p:cNvSpPr>
          <p:nvPr>
            <p:ph type="body" idx="5"/>
          </p:nvPr>
        </p:nvSpPr>
        <p:spPr>
          <a:xfrm>
            <a:off x="5364548" y="4029693"/>
            <a:ext cx="1899393" cy="147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pt-BR" sz="1500" dirty="0"/>
              <a:t>O programa chama </a:t>
            </a:r>
            <a:r>
              <a:rPr lang="pt-BR" sz="1400" dirty="0"/>
              <a:t>consultar_produto(produtos).</a:t>
            </a:r>
            <a:endParaRPr sz="1500" b="0" i="0" u="none" strike="noStrike" cap="none" dirty="0">
              <a:solidFill>
                <a:srgbClr val="000000"/>
              </a:solidFill>
              <a:latin typeface="Poppins"/>
              <a:ea typeface="Poppins"/>
              <a:cs typeface="Poppins"/>
              <a:sym typeface="Poppins"/>
            </a:endParaRPr>
          </a:p>
        </p:txBody>
      </p:sp>
      <p:sp>
        <p:nvSpPr>
          <p:cNvPr id="3767" name="Google Shape;3767;p356"/>
          <p:cNvSpPr txBox="1">
            <a:spLocks noGrp="1"/>
          </p:cNvSpPr>
          <p:nvPr>
            <p:ph type="body" idx="6"/>
          </p:nvPr>
        </p:nvSpPr>
        <p:spPr>
          <a:xfrm>
            <a:off x="7491094" y="3583410"/>
            <a:ext cx="1732200" cy="621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pt-BR" sz="1800" b="1" dirty="0"/>
              <a:t>Dados</a:t>
            </a:r>
            <a:endParaRPr sz="1800" b="1" i="0" u="none" strike="noStrike" cap="none" dirty="0">
              <a:solidFill>
                <a:srgbClr val="000000"/>
              </a:solidFill>
              <a:latin typeface="Poppins"/>
              <a:ea typeface="Poppins"/>
              <a:cs typeface="Poppins"/>
              <a:sym typeface="Poppins"/>
            </a:endParaRPr>
          </a:p>
        </p:txBody>
      </p:sp>
      <p:sp>
        <p:nvSpPr>
          <p:cNvPr id="3768" name="Google Shape;3768;p356"/>
          <p:cNvSpPr txBox="1">
            <a:spLocks noGrp="1"/>
          </p:cNvSpPr>
          <p:nvPr>
            <p:ph type="body" idx="1"/>
          </p:nvPr>
        </p:nvSpPr>
        <p:spPr>
          <a:xfrm>
            <a:off x="7491090" y="4029693"/>
            <a:ext cx="1556708" cy="1134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pt-BR" sz="1500" dirty="0"/>
              <a:t>A função consulta a lista produtos.</a:t>
            </a:r>
            <a:endParaRPr sz="1500" b="0" i="0" u="none" strike="noStrike" cap="none" dirty="0">
              <a:solidFill>
                <a:srgbClr val="000000"/>
              </a:solidFill>
              <a:latin typeface="Poppins"/>
              <a:ea typeface="Poppins"/>
              <a:cs typeface="Poppins"/>
              <a:sym typeface="Poppins"/>
            </a:endParaRPr>
          </a:p>
        </p:txBody>
      </p:sp>
      <p:cxnSp>
        <p:nvCxnSpPr>
          <p:cNvPr id="3769" name="Google Shape;3769;p356"/>
          <p:cNvCxnSpPr/>
          <p:nvPr/>
        </p:nvCxnSpPr>
        <p:spPr>
          <a:xfrm rot="10800000">
            <a:off x="5259792" y="3412426"/>
            <a:ext cx="0" cy="2210100"/>
          </a:xfrm>
          <a:prstGeom prst="straightConnector1">
            <a:avLst/>
          </a:prstGeom>
          <a:noFill/>
          <a:ln w="19050" cap="flat" cmpd="sng">
            <a:solidFill>
              <a:schemeClr val="dk1"/>
            </a:solidFill>
            <a:prstDash val="solid"/>
            <a:round/>
            <a:headEnd type="diamond" w="med" len="med"/>
            <a:tailEnd type="none" w="sm" len="sm"/>
          </a:ln>
        </p:spPr>
      </p:cxnSp>
      <p:cxnSp>
        <p:nvCxnSpPr>
          <p:cNvPr id="3770" name="Google Shape;3770;p356"/>
          <p:cNvCxnSpPr/>
          <p:nvPr/>
        </p:nvCxnSpPr>
        <p:spPr>
          <a:xfrm rot="10800000">
            <a:off x="3080466" y="3412393"/>
            <a:ext cx="0" cy="2236500"/>
          </a:xfrm>
          <a:prstGeom prst="straightConnector1">
            <a:avLst/>
          </a:prstGeom>
          <a:noFill/>
          <a:ln w="19050" cap="flat" cmpd="sng">
            <a:solidFill>
              <a:schemeClr val="dk1"/>
            </a:solidFill>
            <a:prstDash val="solid"/>
            <a:round/>
            <a:headEnd type="diamond" w="med" len="med"/>
            <a:tailEnd type="none" w="sm" len="sm"/>
          </a:ln>
        </p:spPr>
      </p:cxnSp>
      <p:cxnSp>
        <p:nvCxnSpPr>
          <p:cNvPr id="3771" name="Google Shape;3771;p356"/>
          <p:cNvCxnSpPr/>
          <p:nvPr/>
        </p:nvCxnSpPr>
        <p:spPr>
          <a:xfrm rot="10800000">
            <a:off x="7386345" y="3423151"/>
            <a:ext cx="0" cy="2214300"/>
          </a:xfrm>
          <a:prstGeom prst="straightConnector1">
            <a:avLst/>
          </a:prstGeom>
          <a:noFill/>
          <a:ln w="19050" cap="flat" cmpd="sng">
            <a:solidFill>
              <a:schemeClr val="dk1"/>
            </a:solidFill>
            <a:prstDash val="solid"/>
            <a:round/>
            <a:headEnd type="diamond" w="med" len="med"/>
            <a:tailEnd type="none" w="sm" len="sm"/>
          </a:ln>
        </p:spPr>
      </p:cxnSp>
      <p:sp>
        <p:nvSpPr>
          <p:cNvPr id="3772" name="Google Shape;3772;p356"/>
          <p:cNvSpPr txBox="1"/>
          <p:nvPr/>
        </p:nvSpPr>
        <p:spPr>
          <a:xfrm>
            <a:off x="2737771" y="2858400"/>
            <a:ext cx="685500" cy="570600"/>
          </a:xfrm>
          <a:prstGeom prst="rect">
            <a:avLst/>
          </a:prstGeom>
          <a:solidFill>
            <a:srgbClr val="28566E"/>
          </a:solidFill>
          <a:ln>
            <a:noFill/>
          </a:ln>
        </p:spPr>
        <p:txBody>
          <a:bodyPr spcFirstLastPara="1" wrap="square" lIns="60950" tIns="60950" rIns="60950" bIns="6095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pt-BR" sz="2400" b="1" i="0" u="none" strike="noStrike" cap="none" dirty="0">
                <a:solidFill>
                  <a:schemeClr val="lt1"/>
                </a:solidFill>
                <a:latin typeface="Poppins"/>
                <a:ea typeface="Poppins"/>
                <a:cs typeface="Poppins"/>
                <a:sym typeface="Poppins"/>
              </a:rPr>
              <a:t>1</a:t>
            </a:r>
            <a:endParaRPr sz="2400" b="1" i="0" u="none" strike="noStrike" cap="none" dirty="0">
              <a:solidFill>
                <a:schemeClr val="lt1"/>
              </a:solidFill>
              <a:latin typeface="Poppins"/>
              <a:ea typeface="Poppins"/>
              <a:cs typeface="Poppins"/>
              <a:sym typeface="Poppins"/>
            </a:endParaRPr>
          </a:p>
        </p:txBody>
      </p:sp>
      <p:sp>
        <p:nvSpPr>
          <p:cNvPr id="3773" name="Google Shape;3773;p356"/>
          <p:cNvSpPr txBox="1"/>
          <p:nvPr/>
        </p:nvSpPr>
        <p:spPr>
          <a:xfrm>
            <a:off x="4893200" y="2858400"/>
            <a:ext cx="685500" cy="570600"/>
          </a:xfrm>
          <a:prstGeom prst="rect">
            <a:avLst/>
          </a:prstGeom>
          <a:solidFill>
            <a:srgbClr val="28566E"/>
          </a:solidFill>
          <a:ln>
            <a:noFill/>
          </a:ln>
        </p:spPr>
        <p:txBody>
          <a:bodyPr spcFirstLastPara="1" wrap="square" lIns="60950" tIns="60950" rIns="60950" bIns="60950" anchor="ctr" anchorCtr="0">
            <a:noAutofit/>
          </a:bodyPr>
          <a:lstStyle/>
          <a:p>
            <a:pPr marL="0" marR="0" lvl="0" indent="0" algn="ctr" rtl="0">
              <a:lnSpc>
                <a:spcPct val="100000"/>
              </a:lnSpc>
              <a:spcBef>
                <a:spcPts val="0"/>
              </a:spcBef>
              <a:spcAft>
                <a:spcPts val="0"/>
              </a:spcAft>
              <a:buClr>
                <a:srgbClr val="000000"/>
              </a:buClr>
              <a:buSzPts val="2333"/>
              <a:buFont typeface="Arial"/>
              <a:buNone/>
            </a:pPr>
            <a:r>
              <a:rPr lang="pt-BR" sz="2333" b="1" i="0" u="none" strike="noStrike" cap="none" dirty="0">
                <a:solidFill>
                  <a:schemeClr val="lt1"/>
                </a:solidFill>
                <a:latin typeface="Poppins"/>
                <a:ea typeface="Poppins"/>
                <a:cs typeface="Poppins"/>
                <a:sym typeface="Poppins"/>
              </a:rPr>
              <a:t>2</a:t>
            </a:r>
            <a:endParaRPr sz="2333" b="1" i="0" u="none" strike="noStrike" cap="none" dirty="0">
              <a:solidFill>
                <a:schemeClr val="lt1"/>
              </a:solidFill>
              <a:latin typeface="Poppins"/>
              <a:ea typeface="Poppins"/>
              <a:cs typeface="Poppins"/>
              <a:sym typeface="Poppins"/>
            </a:endParaRPr>
          </a:p>
        </p:txBody>
      </p:sp>
      <p:sp>
        <p:nvSpPr>
          <p:cNvPr id="3774" name="Google Shape;3774;p356"/>
          <p:cNvSpPr txBox="1"/>
          <p:nvPr/>
        </p:nvSpPr>
        <p:spPr>
          <a:xfrm>
            <a:off x="7043648" y="2858400"/>
            <a:ext cx="685500" cy="570600"/>
          </a:xfrm>
          <a:prstGeom prst="rect">
            <a:avLst/>
          </a:prstGeom>
          <a:solidFill>
            <a:srgbClr val="28566E"/>
          </a:solidFill>
          <a:ln>
            <a:noFill/>
          </a:ln>
        </p:spPr>
        <p:txBody>
          <a:bodyPr spcFirstLastPara="1" wrap="square" lIns="60950" tIns="60950" rIns="60950" bIns="60950" anchor="ctr" anchorCtr="0">
            <a:noAutofit/>
          </a:bodyPr>
          <a:lstStyle/>
          <a:p>
            <a:pPr marL="0" marR="0" lvl="0" indent="0" algn="ctr" rtl="0">
              <a:lnSpc>
                <a:spcPct val="100000"/>
              </a:lnSpc>
              <a:spcBef>
                <a:spcPts val="0"/>
              </a:spcBef>
              <a:spcAft>
                <a:spcPts val="0"/>
              </a:spcAft>
              <a:buClr>
                <a:srgbClr val="000000"/>
              </a:buClr>
              <a:buSzPts val="2333"/>
              <a:buFont typeface="Arial"/>
              <a:buNone/>
            </a:pPr>
            <a:r>
              <a:rPr lang="pt-BR" sz="2333" b="1" i="0" u="none" strike="noStrike" cap="none" dirty="0">
                <a:solidFill>
                  <a:schemeClr val="lt1"/>
                </a:solidFill>
                <a:latin typeface="Poppins"/>
                <a:ea typeface="Poppins"/>
                <a:cs typeface="Poppins"/>
                <a:sym typeface="Poppins"/>
              </a:rPr>
              <a:t>3</a:t>
            </a:r>
            <a:endParaRPr sz="2333" b="1" i="0" u="none" strike="noStrike" cap="none" dirty="0">
              <a:solidFill>
                <a:schemeClr val="lt1"/>
              </a:solidFill>
              <a:latin typeface="Poppins"/>
              <a:ea typeface="Poppins"/>
              <a:cs typeface="Poppins"/>
              <a:sym typeface="Poppins"/>
            </a:endParaRPr>
          </a:p>
        </p:txBody>
      </p:sp>
      <p:sp>
        <p:nvSpPr>
          <p:cNvPr id="3775" name="Google Shape;3775;p356"/>
          <p:cNvSpPr txBox="1">
            <a:spLocks noGrp="1"/>
          </p:cNvSpPr>
          <p:nvPr>
            <p:ph type="body" idx="6"/>
          </p:nvPr>
        </p:nvSpPr>
        <p:spPr>
          <a:xfrm>
            <a:off x="9546153" y="3583410"/>
            <a:ext cx="1732200" cy="621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pt-BR" sz="1800" b="1" dirty="0"/>
              <a:t>Resultado</a:t>
            </a:r>
            <a:endParaRPr sz="1800" b="1" i="0" u="none" strike="noStrike" cap="none" dirty="0">
              <a:solidFill>
                <a:srgbClr val="000000"/>
              </a:solidFill>
              <a:latin typeface="Poppins"/>
              <a:ea typeface="Poppins"/>
              <a:cs typeface="Poppins"/>
              <a:sym typeface="Poppins"/>
            </a:endParaRPr>
          </a:p>
        </p:txBody>
      </p:sp>
      <p:sp>
        <p:nvSpPr>
          <p:cNvPr id="3776" name="Google Shape;3776;p356"/>
          <p:cNvSpPr txBox="1">
            <a:spLocks noGrp="1"/>
          </p:cNvSpPr>
          <p:nvPr>
            <p:ph type="body" idx="1"/>
          </p:nvPr>
        </p:nvSpPr>
        <p:spPr>
          <a:xfrm>
            <a:off x="9546148" y="4029693"/>
            <a:ext cx="2181253" cy="1320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pt-BR" sz="1500" dirty="0"/>
              <a:t>O programa mostra na tela o produto encontrado.</a:t>
            </a:r>
            <a:endParaRPr sz="1500" b="0" i="0" u="none" strike="noStrike" cap="none" dirty="0">
              <a:solidFill>
                <a:srgbClr val="000000"/>
              </a:solidFill>
              <a:latin typeface="Poppins"/>
              <a:ea typeface="Poppins"/>
              <a:cs typeface="Poppins"/>
              <a:sym typeface="Poppins"/>
            </a:endParaRPr>
          </a:p>
        </p:txBody>
      </p:sp>
      <p:cxnSp>
        <p:nvCxnSpPr>
          <p:cNvPr id="3777" name="Google Shape;3777;p356"/>
          <p:cNvCxnSpPr/>
          <p:nvPr/>
        </p:nvCxnSpPr>
        <p:spPr>
          <a:xfrm rot="10800000">
            <a:off x="9441404" y="3423151"/>
            <a:ext cx="0" cy="2214300"/>
          </a:xfrm>
          <a:prstGeom prst="straightConnector1">
            <a:avLst/>
          </a:prstGeom>
          <a:noFill/>
          <a:ln w="19050" cap="flat" cmpd="sng">
            <a:solidFill>
              <a:schemeClr val="dk1"/>
            </a:solidFill>
            <a:prstDash val="solid"/>
            <a:round/>
            <a:headEnd type="diamond" w="med" len="med"/>
            <a:tailEnd type="none" w="sm" len="sm"/>
          </a:ln>
        </p:spPr>
      </p:cxnSp>
      <p:sp>
        <p:nvSpPr>
          <p:cNvPr id="3778" name="Google Shape;3778;p356"/>
          <p:cNvSpPr txBox="1"/>
          <p:nvPr/>
        </p:nvSpPr>
        <p:spPr>
          <a:xfrm>
            <a:off x="9098707" y="2858400"/>
            <a:ext cx="685500" cy="570600"/>
          </a:xfrm>
          <a:prstGeom prst="rect">
            <a:avLst/>
          </a:prstGeom>
          <a:solidFill>
            <a:srgbClr val="28566E"/>
          </a:solidFill>
          <a:ln>
            <a:noFill/>
          </a:ln>
        </p:spPr>
        <p:txBody>
          <a:bodyPr spcFirstLastPara="1" wrap="square" lIns="60950" tIns="60950" rIns="60950" bIns="60950" anchor="ctr" anchorCtr="0">
            <a:noAutofit/>
          </a:bodyPr>
          <a:lstStyle/>
          <a:p>
            <a:pPr marL="0" marR="0" lvl="0" indent="0" algn="ctr" rtl="0">
              <a:lnSpc>
                <a:spcPct val="100000"/>
              </a:lnSpc>
              <a:spcBef>
                <a:spcPts val="0"/>
              </a:spcBef>
              <a:spcAft>
                <a:spcPts val="0"/>
              </a:spcAft>
              <a:buClr>
                <a:srgbClr val="000000"/>
              </a:buClr>
              <a:buSzPts val="2333"/>
              <a:buFont typeface="Arial"/>
              <a:buNone/>
            </a:pPr>
            <a:r>
              <a:rPr lang="pt-BR" sz="2333" b="1" dirty="0">
                <a:solidFill>
                  <a:schemeClr val="lt1"/>
                </a:solidFill>
                <a:latin typeface="Poppins"/>
                <a:ea typeface="Poppins"/>
                <a:cs typeface="Poppins"/>
                <a:sym typeface="Poppins"/>
              </a:rPr>
              <a:t>4</a:t>
            </a:r>
            <a:endParaRPr sz="2333" b="1" i="0" u="none" strike="noStrike" cap="none" dirty="0">
              <a:solidFill>
                <a:schemeClr val="lt1"/>
              </a:solidFill>
              <a:latin typeface="Poppins"/>
              <a:ea typeface="Poppins"/>
              <a:cs typeface="Poppins"/>
              <a:sym typeface="Poppins"/>
            </a:endParaRPr>
          </a:p>
        </p:txBody>
      </p:sp>
      <p:sp>
        <p:nvSpPr>
          <p:cNvPr id="3779" name="Google Shape;3779;p356"/>
          <p:cNvSpPr txBox="1"/>
          <p:nvPr/>
        </p:nvSpPr>
        <p:spPr>
          <a:xfrm>
            <a:off x="2652327" y="1782622"/>
            <a:ext cx="9368223" cy="52319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2200" dirty="0">
                <a:latin typeface="Poppins"/>
                <a:ea typeface="Poppins"/>
                <a:cs typeface="Poppins"/>
                <a:sym typeface="Poppins"/>
              </a:rPr>
              <a:t>Por exemplo, se o usuário escolhe no menu: 2. Consultar produto.</a:t>
            </a:r>
            <a:endParaRPr sz="2200" dirty="0">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84"/>
        <p:cNvGrpSpPr/>
        <p:nvPr/>
      </p:nvGrpSpPr>
      <p:grpSpPr>
        <a:xfrm>
          <a:off x="0" y="0"/>
          <a:ext cx="0" cy="0"/>
          <a:chOff x="0" y="0"/>
          <a:chExt cx="0" cy="0"/>
        </a:xfrm>
      </p:grpSpPr>
      <p:sp>
        <p:nvSpPr>
          <p:cNvPr id="3785" name="Google Shape;3785;p357"/>
          <p:cNvSpPr txBox="1">
            <a:spLocks noGrp="1"/>
          </p:cNvSpPr>
          <p:nvPr>
            <p:ph type="body" idx="1"/>
          </p:nvPr>
        </p:nvSpPr>
        <p:spPr>
          <a:xfrm>
            <a:off x="2652326" y="880065"/>
            <a:ext cx="9006273" cy="582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pt-BR" sz="3200" b="1" dirty="0">
                <a:solidFill>
                  <a:srgbClr val="FF161F"/>
                </a:solidFill>
                <a:latin typeface="Poppins"/>
                <a:ea typeface="Poppins"/>
                <a:cs typeface="Poppins"/>
                <a:sym typeface="Poppins"/>
              </a:rPr>
              <a:t>Diferenciação: cada função, seus dados</a:t>
            </a:r>
            <a:endParaRPr sz="3200" dirty="0"/>
          </a:p>
        </p:txBody>
      </p:sp>
      <p:sp>
        <p:nvSpPr>
          <p:cNvPr id="3786" name="Google Shape;3786;p357"/>
          <p:cNvSpPr txBox="1"/>
          <p:nvPr/>
        </p:nvSpPr>
        <p:spPr>
          <a:xfrm>
            <a:off x="2652327" y="2573371"/>
            <a:ext cx="4864154" cy="800189"/>
          </a:xfrm>
          <a:prstGeom prst="rect">
            <a:avLst/>
          </a:prstGeom>
          <a:noFill/>
          <a:ln>
            <a:noFill/>
          </a:ln>
        </p:spPr>
        <p:txBody>
          <a:bodyPr spcFirstLastPara="1" wrap="square" lIns="91425" tIns="91425" rIns="91425" bIns="91425" anchor="t" anchorCtr="0">
            <a:spAutoFit/>
          </a:bodyPr>
          <a:lstStyle/>
          <a:p>
            <a:pPr marL="342900" marR="0" lvl="0" indent="-342900" algn="l" rtl="0">
              <a:lnSpc>
                <a:spcPct val="100000"/>
              </a:lnSpc>
              <a:spcAft>
                <a:spcPts val="0"/>
              </a:spcAft>
              <a:buClr>
                <a:schemeClr val="dk1"/>
              </a:buClr>
              <a:buSzPct val="100000"/>
              <a:buBlip>
                <a:blip r:embed="rId3"/>
              </a:buBlip>
            </a:pPr>
            <a:r>
              <a:rPr lang="pt-BR" sz="2000" dirty="0">
                <a:solidFill>
                  <a:schemeClr val="dk1"/>
                </a:solidFill>
                <a:latin typeface="Poppins"/>
                <a:ea typeface="Poppins"/>
                <a:cs typeface="Poppins"/>
                <a:sym typeface="Poppins"/>
              </a:rPr>
              <a:t>A lista </a:t>
            </a:r>
            <a:r>
              <a:rPr lang="pt-BR" sz="2000" b="1" dirty="0">
                <a:solidFill>
                  <a:schemeClr val="dk1"/>
                </a:solidFill>
                <a:latin typeface="Poppins"/>
                <a:ea typeface="Poppins"/>
                <a:cs typeface="Poppins"/>
                <a:sym typeface="Poppins"/>
              </a:rPr>
              <a:t>vendas</a:t>
            </a:r>
            <a:r>
              <a:rPr lang="pt-BR" sz="2000" dirty="0">
                <a:solidFill>
                  <a:schemeClr val="dk1"/>
                </a:solidFill>
                <a:latin typeface="Poppins"/>
                <a:ea typeface="Poppins"/>
                <a:cs typeface="Poppins"/>
                <a:sym typeface="Poppins"/>
              </a:rPr>
              <a:t> guarda o histórico das vendas realizadas.</a:t>
            </a:r>
            <a:endParaRPr sz="2000" dirty="0">
              <a:solidFill>
                <a:schemeClr val="dk1"/>
              </a:solidFill>
              <a:latin typeface="Poppins"/>
              <a:ea typeface="Poppins"/>
              <a:cs typeface="Poppins"/>
              <a:sym typeface="Poppins"/>
            </a:endParaRPr>
          </a:p>
        </p:txBody>
      </p:sp>
      <p:sp>
        <p:nvSpPr>
          <p:cNvPr id="3788" name="Google Shape;3788;p357"/>
          <p:cNvSpPr txBox="1"/>
          <p:nvPr/>
        </p:nvSpPr>
        <p:spPr>
          <a:xfrm>
            <a:off x="8331649" y="1568846"/>
            <a:ext cx="3683761" cy="2400627"/>
          </a:xfrm>
          <a:prstGeom prst="rect">
            <a:avLst/>
          </a:prstGeom>
          <a:solidFill>
            <a:schemeClr val="tx1"/>
          </a:solid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pt-BR" sz="1800" dirty="0">
                <a:solidFill>
                  <a:srgbClr val="87C3FF"/>
                </a:solidFill>
                <a:latin typeface="Poppins"/>
                <a:ea typeface="Poppins"/>
                <a:cs typeface="Poppins"/>
                <a:sym typeface="Poppins"/>
              </a:rPr>
              <a:t>produtos</a:t>
            </a:r>
            <a:r>
              <a:rPr lang="pt-BR" sz="1800" dirty="0">
                <a:solidFill>
                  <a:srgbClr val="F0F0F0"/>
                </a:solidFill>
                <a:latin typeface="Poppins"/>
                <a:ea typeface="Poppins"/>
                <a:cs typeface="Poppins"/>
                <a:sym typeface="Poppins"/>
              </a:rPr>
              <a:t> </a:t>
            </a:r>
            <a:r>
              <a:rPr lang="pt-BR" sz="1800" dirty="0">
                <a:solidFill>
                  <a:srgbClr val="D6D6DD"/>
                </a:solidFill>
                <a:latin typeface="Poppins"/>
                <a:ea typeface="Poppins"/>
                <a:cs typeface="Poppins"/>
                <a:sym typeface="Poppins"/>
              </a:rPr>
              <a:t>=</a:t>
            </a:r>
            <a:r>
              <a:rPr lang="pt-BR" sz="1800" dirty="0">
                <a:solidFill>
                  <a:srgbClr val="F0F0F0"/>
                </a:solidFill>
                <a:latin typeface="Poppins"/>
                <a:ea typeface="Poppins"/>
                <a:cs typeface="Poppins"/>
                <a:sym typeface="Poppins"/>
              </a:rPr>
              <a:t> </a:t>
            </a:r>
            <a:r>
              <a:rPr lang="pt-BR" sz="1800" dirty="0">
                <a:solidFill>
                  <a:srgbClr val="D6D6DD"/>
                </a:solidFill>
                <a:latin typeface="Poppins"/>
                <a:ea typeface="Poppins"/>
                <a:cs typeface="Poppins"/>
                <a:sym typeface="Poppins"/>
              </a:rPr>
              <a:t>[</a:t>
            </a:r>
            <a:endParaRPr sz="1800" dirty="0">
              <a:solidFill>
                <a:srgbClr val="D6D6DD"/>
              </a:solidFill>
              <a:latin typeface="Poppins"/>
              <a:ea typeface="Poppins"/>
              <a:cs typeface="Poppins"/>
              <a:sym typeface="Poppins"/>
            </a:endParaRPr>
          </a:p>
          <a:p>
            <a:pPr marL="0" lvl="0" indent="0" algn="l" rtl="0">
              <a:lnSpc>
                <a:spcPct val="100000"/>
              </a:lnSpc>
              <a:spcBef>
                <a:spcPts val="0"/>
              </a:spcBef>
              <a:spcAft>
                <a:spcPts val="0"/>
              </a:spcAft>
              <a:buNone/>
            </a:pPr>
            <a:r>
              <a:rPr lang="pt-BR" sz="1800" dirty="0">
                <a:solidFill>
                  <a:srgbClr val="F0F0F0"/>
                </a:solidFill>
                <a:latin typeface="Poppins"/>
                <a:ea typeface="Poppins"/>
                <a:cs typeface="Poppins"/>
                <a:sym typeface="Poppins"/>
              </a:rPr>
              <a:t>   </a:t>
            </a:r>
            <a:r>
              <a:rPr lang="pt-BR" sz="1800" dirty="0">
                <a:solidFill>
                  <a:srgbClr val="D6D6DD"/>
                </a:solidFill>
                <a:latin typeface="Poppins"/>
                <a:ea typeface="Poppins"/>
                <a:cs typeface="Poppins"/>
                <a:sym typeface="Poppins"/>
              </a:rPr>
              <a:t>[</a:t>
            </a:r>
            <a:r>
              <a:rPr lang="pt-BR" sz="1800" dirty="0">
                <a:solidFill>
                  <a:srgbClr val="E394DC"/>
                </a:solidFill>
                <a:latin typeface="Poppins"/>
                <a:ea typeface="Poppins"/>
                <a:cs typeface="Poppins"/>
                <a:sym typeface="Poppins"/>
              </a:rPr>
              <a:t>"Caderno"</a:t>
            </a:r>
            <a:r>
              <a:rPr lang="pt-BR" sz="1800" dirty="0">
                <a:solidFill>
                  <a:srgbClr val="D6D6DD"/>
                </a:solidFill>
                <a:latin typeface="Poppins"/>
                <a:ea typeface="Poppins"/>
                <a:cs typeface="Poppins"/>
                <a:sym typeface="Poppins"/>
              </a:rPr>
              <a:t>,</a:t>
            </a:r>
            <a:r>
              <a:rPr lang="pt-BR" sz="1800" dirty="0">
                <a:solidFill>
                  <a:srgbClr val="F0F0F0"/>
                </a:solidFill>
                <a:latin typeface="Poppins"/>
                <a:ea typeface="Poppins"/>
                <a:cs typeface="Poppins"/>
                <a:sym typeface="Poppins"/>
              </a:rPr>
              <a:t> </a:t>
            </a:r>
            <a:r>
              <a:rPr lang="pt-BR" sz="1800" dirty="0">
                <a:solidFill>
                  <a:srgbClr val="EBC88D"/>
                </a:solidFill>
                <a:latin typeface="Poppins"/>
                <a:ea typeface="Poppins"/>
                <a:cs typeface="Poppins"/>
                <a:sym typeface="Poppins"/>
              </a:rPr>
              <a:t>18.50</a:t>
            </a:r>
            <a:r>
              <a:rPr lang="pt-BR" sz="1800" dirty="0">
                <a:solidFill>
                  <a:srgbClr val="D6D6DD"/>
                </a:solidFill>
                <a:latin typeface="Poppins"/>
                <a:ea typeface="Poppins"/>
                <a:cs typeface="Poppins"/>
                <a:sym typeface="Poppins"/>
              </a:rPr>
              <a:t>],</a:t>
            </a:r>
            <a:endParaRPr sz="1800" dirty="0">
              <a:solidFill>
                <a:srgbClr val="D6D6DD"/>
              </a:solidFill>
              <a:latin typeface="Poppins"/>
              <a:ea typeface="Poppins"/>
              <a:cs typeface="Poppins"/>
              <a:sym typeface="Poppins"/>
            </a:endParaRPr>
          </a:p>
          <a:p>
            <a:pPr marL="0" lvl="0" indent="0" algn="l" rtl="0">
              <a:lnSpc>
                <a:spcPct val="100000"/>
              </a:lnSpc>
              <a:spcBef>
                <a:spcPts val="0"/>
              </a:spcBef>
              <a:spcAft>
                <a:spcPts val="0"/>
              </a:spcAft>
              <a:buNone/>
            </a:pPr>
            <a:r>
              <a:rPr lang="pt-BR" sz="1800" dirty="0">
                <a:solidFill>
                  <a:srgbClr val="F0F0F0"/>
                </a:solidFill>
                <a:latin typeface="Poppins"/>
                <a:ea typeface="Poppins"/>
                <a:cs typeface="Poppins"/>
                <a:sym typeface="Poppins"/>
              </a:rPr>
              <a:t>   </a:t>
            </a:r>
            <a:r>
              <a:rPr lang="pt-BR" sz="1800" dirty="0">
                <a:solidFill>
                  <a:srgbClr val="D6D6DD"/>
                </a:solidFill>
                <a:latin typeface="Poppins"/>
                <a:ea typeface="Poppins"/>
                <a:cs typeface="Poppins"/>
                <a:sym typeface="Poppins"/>
              </a:rPr>
              <a:t>[</a:t>
            </a:r>
            <a:r>
              <a:rPr lang="pt-BR" sz="1800" dirty="0">
                <a:solidFill>
                  <a:srgbClr val="E394DC"/>
                </a:solidFill>
                <a:latin typeface="Poppins"/>
                <a:ea typeface="Poppins"/>
                <a:cs typeface="Poppins"/>
                <a:sym typeface="Poppins"/>
              </a:rPr>
              <a:t>"Caneta"</a:t>
            </a:r>
            <a:r>
              <a:rPr lang="pt-BR" sz="1800" dirty="0">
                <a:solidFill>
                  <a:srgbClr val="D6D6DD"/>
                </a:solidFill>
                <a:latin typeface="Poppins"/>
                <a:ea typeface="Poppins"/>
                <a:cs typeface="Poppins"/>
                <a:sym typeface="Poppins"/>
              </a:rPr>
              <a:t>,</a:t>
            </a:r>
            <a:r>
              <a:rPr lang="pt-BR" sz="1800" dirty="0">
                <a:solidFill>
                  <a:srgbClr val="F0F0F0"/>
                </a:solidFill>
                <a:latin typeface="Poppins"/>
                <a:ea typeface="Poppins"/>
                <a:cs typeface="Poppins"/>
                <a:sym typeface="Poppins"/>
              </a:rPr>
              <a:t> </a:t>
            </a:r>
            <a:r>
              <a:rPr lang="pt-BR" sz="1800" dirty="0">
                <a:solidFill>
                  <a:srgbClr val="EBC88D"/>
                </a:solidFill>
                <a:latin typeface="Poppins"/>
                <a:ea typeface="Poppins"/>
                <a:cs typeface="Poppins"/>
                <a:sym typeface="Poppins"/>
              </a:rPr>
              <a:t>4.50</a:t>
            </a:r>
            <a:r>
              <a:rPr lang="pt-BR" sz="1800" dirty="0">
                <a:solidFill>
                  <a:srgbClr val="D6D6DD"/>
                </a:solidFill>
                <a:latin typeface="Poppins"/>
                <a:ea typeface="Poppins"/>
                <a:cs typeface="Poppins"/>
                <a:sym typeface="Poppins"/>
              </a:rPr>
              <a:t>],</a:t>
            </a:r>
            <a:endParaRPr sz="1800" dirty="0">
              <a:solidFill>
                <a:srgbClr val="D6D6DD"/>
              </a:solidFill>
              <a:latin typeface="Poppins"/>
              <a:ea typeface="Poppins"/>
              <a:cs typeface="Poppins"/>
              <a:sym typeface="Poppins"/>
            </a:endParaRPr>
          </a:p>
          <a:p>
            <a:pPr marL="0" lvl="0" indent="0" algn="l" rtl="0">
              <a:lnSpc>
                <a:spcPct val="100000"/>
              </a:lnSpc>
              <a:spcBef>
                <a:spcPts val="0"/>
              </a:spcBef>
              <a:spcAft>
                <a:spcPts val="0"/>
              </a:spcAft>
              <a:buNone/>
            </a:pPr>
            <a:r>
              <a:rPr lang="pt-BR" sz="1800" dirty="0">
                <a:solidFill>
                  <a:srgbClr val="D6D6DD"/>
                </a:solidFill>
                <a:latin typeface="Poppins"/>
                <a:ea typeface="Poppins"/>
                <a:cs typeface="Poppins"/>
                <a:sym typeface="Poppins"/>
              </a:rPr>
              <a:t>]</a:t>
            </a:r>
            <a:endParaRPr sz="1800" dirty="0">
              <a:solidFill>
                <a:srgbClr val="F0F0F0"/>
              </a:solidFill>
              <a:latin typeface="Poppins"/>
              <a:ea typeface="Poppins"/>
              <a:cs typeface="Poppins"/>
              <a:sym typeface="Poppins"/>
            </a:endParaRPr>
          </a:p>
          <a:p>
            <a:pPr marL="0" lvl="0" indent="0" algn="l" rtl="0">
              <a:lnSpc>
                <a:spcPct val="100000"/>
              </a:lnSpc>
              <a:spcBef>
                <a:spcPts val="0"/>
              </a:spcBef>
              <a:spcAft>
                <a:spcPts val="0"/>
              </a:spcAft>
              <a:buNone/>
            </a:pPr>
            <a:r>
              <a:rPr lang="pt-BR" sz="1800" dirty="0">
                <a:solidFill>
                  <a:srgbClr val="87C3FF"/>
                </a:solidFill>
                <a:latin typeface="Poppins"/>
                <a:ea typeface="Poppins"/>
                <a:cs typeface="Poppins"/>
                <a:sym typeface="Poppins"/>
              </a:rPr>
              <a:t>vendas</a:t>
            </a:r>
            <a:r>
              <a:rPr lang="pt-BR" sz="1800" dirty="0">
                <a:solidFill>
                  <a:srgbClr val="F0F0F0"/>
                </a:solidFill>
                <a:latin typeface="Poppins"/>
                <a:ea typeface="Poppins"/>
                <a:cs typeface="Poppins"/>
                <a:sym typeface="Poppins"/>
              </a:rPr>
              <a:t> </a:t>
            </a:r>
            <a:r>
              <a:rPr lang="pt-BR" sz="1800" dirty="0">
                <a:solidFill>
                  <a:srgbClr val="D6D6DD"/>
                </a:solidFill>
                <a:latin typeface="Poppins"/>
                <a:ea typeface="Poppins"/>
                <a:cs typeface="Poppins"/>
                <a:sym typeface="Poppins"/>
              </a:rPr>
              <a:t>=</a:t>
            </a:r>
            <a:r>
              <a:rPr lang="pt-BR" sz="1800" dirty="0">
                <a:solidFill>
                  <a:srgbClr val="F0F0F0"/>
                </a:solidFill>
                <a:latin typeface="Poppins"/>
                <a:ea typeface="Poppins"/>
                <a:cs typeface="Poppins"/>
                <a:sym typeface="Poppins"/>
              </a:rPr>
              <a:t> </a:t>
            </a:r>
            <a:r>
              <a:rPr lang="pt-BR" sz="1800" dirty="0">
                <a:solidFill>
                  <a:srgbClr val="D6D6DD"/>
                </a:solidFill>
                <a:latin typeface="Poppins"/>
                <a:ea typeface="Poppins"/>
                <a:cs typeface="Poppins"/>
                <a:sym typeface="Poppins"/>
              </a:rPr>
              <a:t>[</a:t>
            </a:r>
            <a:endParaRPr sz="1800" dirty="0">
              <a:solidFill>
                <a:srgbClr val="D6D6DD"/>
              </a:solidFill>
              <a:latin typeface="Poppins"/>
              <a:ea typeface="Poppins"/>
              <a:cs typeface="Poppins"/>
              <a:sym typeface="Poppins"/>
            </a:endParaRPr>
          </a:p>
          <a:p>
            <a:pPr marL="0" lvl="0" indent="0" algn="l" rtl="0">
              <a:lnSpc>
                <a:spcPct val="100000"/>
              </a:lnSpc>
              <a:spcBef>
                <a:spcPts val="0"/>
              </a:spcBef>
              <a:spcAft>
                <a:spcPts val="0"/>
              </a:spcAft>
              <a:buNone/>
            </a:pPr>
            <a:r>
              <a:rPr lang="pt-BR" sz="1800" dirty="0">
                <a:solidFill>
                  <a:srgbClr val="F0F0F0"/>
                </a:solidFill>
                <a:latin typeface="Poppins"/>
                <a:ea typeface="Poppins"/>
                <a:cs typeface="Poppins"/>
                <a:sym typeface="Poppins"/>
              </a:rPr>
              <a:t>   </a:t>
            </a:r>
            <a:r>
              <a:rPr lang="pt-BR" sz="1800" dirty="0">
                <a:solidFill>
                  <a:srgbClr val="D6D6DD"/>
                </a:solidFill>
                <a:latin typeface="Poppins"/>
                <a:ea typeface="Poppins"/>
                <a:cs typeface="Poppins"/>
                <a:sym typeface="Poppins"/>
              </a:rPr>
              <a:t>[</a:t>
            </a:r>
            <a:r>
              <a:rPr lang="pt-BR" sz="1800" dirty="0">
                <a:solidFill>
                  <a:srgbClr val="E394DC"/>
                </a:solidFill>
                <a:latin typeface="Poppins"/>
                <a:ea typeface="Poppins"/>
                <a:cs typeface="Poppins"/>
                <a:sym typeface="Poppins"/>
              </a:rPr>
              <a:t>"Caderno"</a:t>
            </a:r>
            <a:r>
              <a:rPr lang="pt-BR" sz="1800" dirty="0">
                <a:solidFill>
                  <a:srgbClr val="D6D6DD"/>
                </a:solidFill>
                <a:latin typeface="Poppins"/>
                <a:ea typeface="Poppins"/>
                <a:cs typeface="Poppins"/>
                <a:sym typeface="Poppins"/>
              </a:rPr>
              <a:t>,</a:t>
            </a:r>
            <a:r>
              <a:rPr lang="pt-BR" sz="1800" dirty="0">
                <a:solidFill>
                  <a:srgbClr val="F0F0F0"/>
                </a:solidFill>
                <a:latin typeface="Poppins"/>
                <a:ea typeface="Poppins"/>
                <a:cs typeface="Poppins"/>
                <a:sym typeface="Poppins"/>
              </a:rPr>
              <a:t> </a:t>
            </a:r>
            <a:r>
              <a:rPr lang="pt-BR" sz="1800" dirty="0">
                <a:solidFill>
                  <a:srgbClr val="EBC88D"/>
                </a:solidFill>
                <a:latin typeface="Poppins"/>
                <a:ea typeface="Poppins"/>
                <a:cs typeface="Poppins"/>
                <a:sym typeface="Poppins"/>
              </a:rPr>
              <a:t>10</a:t>
            </a:r>
            <a:r>
              <a:rPr lang="pt-BR" sz="1800" dirty="0">
                <a:solidFill>
                  <a:srgbClr val="D6D6DD"/>
                </a:solidFill>
                <a:latin typeface="Poppins"/>
                <a:ea typeface="Poppins"/>
                <a:cs typeface="Poppins"/>
                <a:sym typeface="Poppins"/>
              </a:rPr>
              <a:t>,</a:t>
            </a:r>
            <a:r>
              <a:rPr lang="pt-BR" sz="1800" dirty="0">
                <a:solidFill>
                  <a:srgbClr val="F0F0F0"/>
                </a:solidFill>
                <a:latin typeface="Poppins"/>
                <a:ea typeface="Poppins"/>
                <a:cs typeface="Poppins"/>
                <a:sym typeface="Poppins"/>
              </a:rPr>
              <a:t> </a:t>
            </a:r>
            <a:r>
              <a:rPr lang="pt-BR" sz="1800" dirty="0">
                <a:solidFill>
                  <a:srgbClr val="E394DC"/>
                </a:solidFill>
                <a:latin typeface="Poppins"/>
                <a:ea typeface="Poppins"/>
                <a:cs typeface="Poppins"/>
                <a:sym typeface="Poppins"/>
              </a:rPr>
              <a:t>"2026-08-01"</a:t>
            </a:r>
            <a:r>
              <a:rPr lang="pt-BR" sz="1800" dirty="0">
                <a:solidFill>
                  <a:srgbClr val="D6D6DD"/>
                </a:solidFill>
                <a:latin typeface="Poppins"/>
                <a:ea typeface="Poppins"/>
                <a:cs typeface="Poppins"/>
                <a:sym typeface="Poppins"/>
              </a:rPr>
              <a:t>],</a:t>
            </a:r>
            <a:endParaRPr sz="1800" dirty="0">
              <a:solidFill>
                <a:srgbClr val="D6D6DD"/>
              </a:solidFill>
              <a:latin typeface="Poppins"/>
              <a:ea typeface="Poppins"/>
              <a:cs typeface="Poppins"/>
              <a:sym typeface="Poppins"/>
            </a:endParaRPr>
          </a:p>
          <a:p>
            <a:pPr marL="0" lvl="0" indent="0" algn="l" rtl="0">
              <a:lnSpc>
                <a:spcPct val="100000"/>
              </a:lnSpc>
              <a:spcBef>
                <a:spcPts val="0"/>
              </a:spcBef>
              <a:spcAft>
                <a:spcPts val="0"/>
              </a:spcAft>
              <a:buNone/>
            </a:pPr>
            <a:r>
              <a:rPr lang="pt-BR" sz="1800" dirty="0">
                <a:solidFill>
                  <a:srgbClr val="F0F0F0"/>
                </a:solidFill>
                <a:latin typeface="Poppins"/>
                <a:ea typeface="Poppins"/>
                <a:cs typeface="Poppins"/>
                <a:sym typeface="Poppins"/>
              </a:rPr>
              <a:t>   </a:t>
            </a:r>
            <a:r>
              <a:rPr lang="pt-BR" sz="1800" dirty="0">
                <a:solidFill>
                  <a:srgbClr val="D6D6DD"/>
                </a:solidFill>
                <a:latin typeface="Poppins"/>
                <a:ea typeface="Poppins"/>
                <a:cs typeface="Poppins"/>
                <a:sym typeface="Poppins"/>
              </a:rPr>
              <a:t>[</a:t>
            </a:r>
            <a:r>
              <a:rPr lang="pt-BR" sz="1800" dirty="0">
                <a:solidFill>
                  <a:srgbClr val="E394DC"/>
                </a:solidFill>
                <a:latin typeface="Poppins"/>
                <a:ea typeface="Poppins"/>
                <a:cs typeface="Poppins"/>
                <a:sym typeface="Poppins"/>
              </a:rPr>
              <a:t>"Caneta"</a:t>
            </a:r>
            <a:r>
              <a:rPr lang="pt-BR" sz="1800" dirty="0">
                <a:solidFill>
                  <a:srgbClr val="D6D6DD"/>
                </a:solidFill>
                <a:latin typeface="Poppins"/>
                <a:ea typeface="Poppins"/>
                <a:cs typeface="Poppins"/>
                <a:sym typeface="Poppins"/>
              </a:rPr>
              <a:t>,</a:t>
            </a:r>
            <a:r>
              <a:rPr lang="pt-BR" sz="1800" dirty="0">
                <a:solidFill>
                  <a:srgbClr val="F0F0F0"/>
                </a:solidFill>
                <a:latin typeface="Poppins"/>
                <a:ea typeface="Poppins"/>
                <a:cs typeface="Poppins"/>
                <a:sym typeface="Poppins"/>
              </a:rPr>
              <a:t> </a:t>
            </a:r>
            <a:r>
              <a:rPr lang="pt-BR" sz="1800" dirty="0">
                <a:solidFill>
                  <a:srgbClr val="EBC88D"/>
                </a:solidFill>
                <a:latin typeface="Poppins"/>
                <a:ea typeface="Poppins"/>
                <a:cs typeface="Poppins"/>
                <a:sym typeface="Poppins"/>
              </a:rPr>
              <a:t>5</a:t>
            </a:r>
            <a:r>
              <a:rPr lang="pt-BR" sz="1800" dirty="0">
                <a:solidFill>
                  <a:srgbClr val="D6D6DD"/>
                </a:solidFill>
                <a:latin typeface="Poppins"/>
                <a:ea typeface="Poppins"/>
                <a:cs typeface="Poppins"/>
                <a:sym typeface="Poppins"/>
              </a:rPr>
              <a:t>,</a:t>
            </a:r>
            <a:r>
              <a:rPr lang="pt-BR" sz="1800" dirty="0">
                <a:solidFill>
                  <a:srgbClr val="F0F0F0"/>
                </a:solidFill>
                <a:latin typeface="Poppins"/>
                <a:ea typeface="Poppins"/>
                <a:cs typeface="Poppins"/>
                <a:sym typeface="Poppins"/>
              </a:rPr>
              <a:t> </a:t>
            </a:r>
            <a:r>
              <a:rPr lang="pt-BR" sz="1800" dirty="0">
                <a:solidFill>
                  <a:srgbClr val="E394DC"/>
                </a:solidFill>
                <a:latin typeface="Poppins"/>
                <a:ea typeface="Poppins"/>
                <a:cs typeface="Poppins"/>
                <a:sym typeface="Poppins"/>
              </a:rPr>
              <a:t>"2026-08-02"</a:t>
            </a:r>
            <a:r>
              <a:rPr lang="pt-BR" sz="1800" dirty="0">
                <a:solidFill>
                  <a:srgbClr val="D6D6DD"/>
                </a:solidFill>
                <a:latin typeface="Poppins"/>
                <a:ea typeface="Poppins"/>
                <a:cs typeface="Poppins"/>
                <a:sym typeface="Poppins"/>
              </a:rPr>
              <a:t>],</a:t>
            </a:r>
            <a:endParaRPr sz="1800" dirty="0">
              <a:solidFill>
                <a:srgbClr val="D6D6DD"/>
              </a:solidFill>
              <a:latin typeface="Poppins"/>
              <a:ea typeface="Poppins"/>
              <a:cs typeface="Poppins"/>
              <a:sym typeface="Poppins"/>
            </a:endParaRPr>
          </a:p>
          <a:p>
            <a:pPr marL="0" lvl="0" indent="0" algn="l" rtl="0">
              <a:lnSpc>
                <a:spcPct val="100000"/>
              </a:lnSpc>
              <a:spcBef>
                <a:spcPts val="0"/>
              </a:spcBef>
              <a:spcAft>
                <a:spcPts val="0"/>
              </a:spcAft>
              <a:buNone/>
            </a:pPr>
            <a:r>
              <a:rPr lang="pt-BR" sz="1800" dirty="0">
                <a:solidFill>
                  <a:srgbClr val="D6D6DD"/>
                </a:solidFill>
                <a:latin typeface="Poppins"/>
                <a:ea typeface="Poppins"/>
                <a:cs typeface="Poppins"/>
                <a:sym typeface="Poppins"/>
              </a:rPr>
              <a:t>]</a:t>
            </a:r>
            <a:endParaRPr sz="1800" dirty="0">
              <a:solidFill>
                <a:srgbClr val="D6D6DD"/>
              </a:solidFill>
              <a:latin typeface="Poppins"/>
              <a:ea typeface="Poppins"/>
              <a:cs typeface="Poppins"/>
              <a:sym typeface="Poppins"/>
            </a:endParaRPr>
          </a:p>
        </p:txBody>
      </p:sp>
      <p:sp>
        <p:nvSpPr>
          <p:cNvPr id="3" name="Google Shape;2850;p271">
            <a:extLst>
              <a:ext uri="{FF2B5EF4-FFF2-40B4-BE49-F238E27FC236}">
                <a16:creationId xmlns:a16="http://schemas.microsoft.com/office/drawing/2014/main" id="{3D6F9ACB-8576-BDC4-C1A2-58A263A6136A}"/>
              </a:ext>
            </a:extLst>
          </p:cNvPr>
          <p:cNvSpPr txBox="1"/>
          <p:nvPr/>
        </p:nvSpPr>
        <p:spPr>
          <a:xfrm>
            <a:off x="8262739" y="3957060"/>
            <a:ext cx="3762196" cy="52319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1100" dirty="0">
                <a:latin typeface="Poppins"/>
                <a:ea typeface="Poppins"/>
                <a:cs typeface="Poppins"/>
                <a:sym typeface="Poppins"/>
              </a:rPr>
              <a:t>Produzido pela SEDUC-SP com apoio da ferramenta Visual Studio Code.</a:t>
            </a:r>
            <a:endParaRPr sz="1100" dirty="0">
              <a:latin typeface="Poppins"/>
              <a:ea typeface="Poppins"/>
              <a:cs typeface="Poppins"/>
              <a:sym typeface="Poppins"/>
            </a:endParaRPr>
          </a:p>
        </p:txBody>
      </p:sp>
      <p:sp>
        <p:nvSpPr>
          <p:cNvPr id="5" name="CaixaDeTexto 4">
            <a:extLst>
              <a:ext uri="{FF2B5EF4-FFF2-40B4-BE49-F238E27FC236}">
                <a16:creationId xmlns:a16="http://schemas.microsoft.com/office/drawing/2014/main" id="{39E61B3C-7CEA-5D9C-BE35-E8385080EE57}"/>
              </a:ext>
            </a:extLst>
          </p:cNvPr>
          <p:cNvSpPr txBox="1"/>
          <p:nvPr/>
        </p:nvSpPr>
        <p:spPr>
          <a:xfrm>
            <a:off x="2652327" y="1573395"/>
            <a:ext cx="5352083" cy="1015663"/>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
                <a:srgbClr val="000000"/>
              </a:buClr>
              <a:buSzPct val="100000"/>
              <a:buBlip>
                <a:blip r:embed="rId3"/>
              </a:buBlip>
              <a:tabLst/>
              <a:defRPr/>
            </a:pPr>
            <a:r>
              <a:rPr kumimoji="0" lang="pt-BR" sz="2000" b="0" i="0" u="none" strike="noStrike" kern="0" cap="none" spc="0" normalizeH="0" baseline="0" noProof="0" dirty="0">
                <a:ln>
                  <a:noFill/>
                </a:ln>
                <a:solidFill>
                  <a:srgbClr val="000000"/>
                </a:solidFill>
                <a:effectLst/>
                <a:uLnTx/>
                <a:uFillTx/>
                <a:latin typeface="Poppins"/>
                <a:ea typeface="Poppins"/>
                <a:cs typeface="Poppins"/>
                <a:sym typeface="Poppins"/>
              </a:rPr>
              <a:t>A lista </a:t>
            </a:r>
            <a:r>
              <a:rPr kumimoji="0" lang="pt-BR" sz="2000" b="1" i="0" u="none" strike="noStrike" kern="0" cap="none" spc="0" normalizeH="0" baseline="0" noProof="0" dirty="0">
                <a:ln>
                  <a:noFill/>
                </a:ln>
                <a:solidFill>
                  <a:srgbClr val="000000"/>
                </a:solidFill>
                <a:effectLst/>
                <a:uLnTx/>
                <a:uFillTx/>
                <a:latin typeface="Poppins"/>
                <a:ea typeface="Poppins"/>
                <a:cs typeface="Poppins"/>
                <a:sym typeface="Poppins"/>
              </a:rPr>
              <a:t>produtos</a:t>
            </a:r>
            <a:r>
              <a:rPr kumimoji="0" lang="pt-BR" sz="2000" b="0" i="0" u="none" strike="noStrike" kern="0" cap="none" spc="0" normalizeH="0" baseline="0" noProof="0" dirty="0">
                <a:ln>
                  <a:noFill/>
                </a:ln>
                <a:solidFill>
                  <a:srgbClr val="000000"/>
                </a:solidFill>
                <a:effectLst/>
                <a:uLnTx/>
                <a:uFillTx/>
                <a:latin typeface="Poppins"/>
                <a:ea typeface="Poppins"/>
                <a:cs typeface="Poppins"/>
                <a:sym typeface="Poppins"/>
              </a:rPr>
              <a:t> guarda as informações dos produtos da papelaria.</a:t>
            </a:r>
          </a:p>
        </p:txBody>
      </p:sp>
      <p:sp>
        <p:nvSpPr>
          <p:cNvPr id="7" name="CaixaDeTexto 6">
            <a:extLst>
              <a:ext uri="{FF2B5EF4-FFF2-40B4-BE49-F238E27FC236}">
                <a16:creationId xmlns:a16="http://schemas.microsoft.com/office/drawing/2014/main" id="{36272AA9-98AD-0F43-81E9-C72675E59DCC}"/>
              </a:ext>
            </a:extLst>
          </p:cNvPr>
          <p:cNvSpPr txBox="1"/>
          <p:nvPr/>
        </p:nvSpPr>
        <p:spPr>
          <a:xfrm>
            <a:off x="2652327" y="3367566"/>
            <a:ext cx="5688847"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Pts val="2200"/>
              <a:buFont typeface="Arial"/>
              <a:buNone/>
              <a:tabLst/>
              <a:defRPr/>
            </a:pPr>
            <a:r>
              <a:rPr kumimoji="0" lang="pt-BR" sz="2000" b="0" i="0" u="none" strike="noStrike" kern="0" cap="none" spc="0" normalizeH="0" baseline="0" noProof="0" dirty="0">
                <a:ln>
                  <a:noFill/>
                </a:ln>
                <a:solidFill>
                  <a:srgbClr val="000000"/>
                </a:solidFill>
                <a:effectLst/>
                <a:uLnTx/>
                <a:uFillTx/>
                <a:latin typeface="Poppins"/>
                <a:ea typeface="Poppins"/>
                <a:cs typeface="Poppins"/>
                <a:sym typeface="Poppins"/>
              </a:rPr>
              <a:t>Funções diferentes podem consultar essas listas para realizar tarefas diferentes.</a:t>
            </a:r>
          </a:p>
        </p:txBody>
      </p:sp>
      <p:sp>
        <p:nvSpPr>
          <p:cNvPr id="2" name="Google Shape;136;p4">
            <a:extLst>
              <a:ext uri="{FF2B5EF4-FFF2-40B4-BE49-F238E27FC236}">
                <a16:creationId xmlns:a16="http://schemas.microsoft.com/office/drawing/2014/main" id="{C35C544B-1489-C6DE-A56B-4CD90041F673}"/>
              </a:ext>
            </a:extLst>
          </p:cNvPr>
          <p:cNvSpPr txBox="1"/>
          <p:nvPr/>
        </p:nvSpPr>
        <p:spPr>
          <a:xfrm>
            <a:off x="2983821" y="4537400"/>
            <a:ext cx="6928700" cy="1724276"/>
          </a:xfrm>
          <a:prstGeom prst="rect">
            <a:avLst/>
          </a:prstGeom>
          <a:solidFill>
            <a:srgbClr val="529AC2">
              <a:alpha val="50000"/>
            </a:srgbClr>
          </a:solidFill>
          <a:ln w="19050" cap="flat" cmpd="sng">
            <a:noFill/>
            <a:prstDash val="solid"/>
            <a:round/>
            <a:headEnd type="none" w="sm" len="sm"/>
            <a:tailEnd type="none" w="sm" len="sm"/>
          </a:ln>
          <a:effectLst/>
        </p:spPr>
        <p:txBody>
          <a:bodyPr spcFirstLastPara="1" wrap="square" lIns="168000" tIns="168000" rIns="96000" bIns="168000" anchor="t" anchorCtr="0">
            <a:spAutoFit/>
          </a:bodyPr>
          <a:lstStyle/>
          <a:p>
            <a:pPr lvl="0">
              <a:spcBef>
                <a:spcPts val="1200"/>
              </a:spcBef>
              <a:buSzPts val="2200"/>
            </a:pPr>
            <a:r>
              <a:rPr lang="pt-BR" sz="1900" b="1" dirty="0">
                <a:solidFill>
                  <a:schemeClr val="dk1"/>
                </a:solidFill>
                <a:latin typeface="Poppins"/>
                <a:ea typeface="Poppins"/>
                <a:cs typeface="Poppins"/>
                <a:sym typeface="Poppins"/>
              </a:rPr>
              <a:t>Exemplo</a:t>
            </a:r>
            <a:endParaRPr lang="pt-BR" sz="1900" dirty="0">
              <a:solidFill>
                <a:schemeClr val="dk1"/>
              </a:solidFill>
              <a:latin typeface="Poppins"/>
              <a:ea typeface="Poppins"/>
              <a:cs typeface="Poppins"/>
              <a:sym typeface="Poppins"/>
            </a:endParaRPr>
          </a:p>
          <a:p>
            <a:pPr lvl="0"/>
            <a:r>
              <a:rPr lang="pt-BR" sz="1900" dirty="0">
                <a:solidFill>
                  <a:schemeClr val="dk1"/>
                </a:solidFill>
                <a:latin typeface="Poppins"/>
                <a:ea typeface="Poppins"/>
                <a:cs typeface="Poppins"/>
                <a:sym typeface="Poppins"/>
              </a:rPr>
              <a:t>No programa da Papelaria Ponto Certo:</a:t>
            </a:r>
          </a:p>
          <a:p>
            <a:pPr marL="400050" lvl="0" indent="-285750">
              <a:buClr>
                <a:schemeClr val="dk1"/>
              </a:buClr>
              <a:buSzPts val="1800"/>
              <a:buFont typeface="Arial" panose="020B0604020202020204" pitchFamily="34" charset="0"/>
              <a:buChar char="•"/>
            </a:pPr>
            <a:r>
              <a:rPr lang="pt-BR" sz="1900" dirty="0">
                <a:solidFill>
                  <a:schemeClr val="dk1"/>
                </a:solidFill>
                <a:latin typeface="Poppins"/>
                <a:ea typeface="Poppins"/>
                <a:cs typeface="Poppins"/>
                <a:sym typeface="Poppins"/>
              </a:rPr>
              <a:t>listar_produtos consulta produtos.</a:t>
            </a:r>
          </a:p>
          <a:p>
            <a:pPr marL="400050" lvl="0" indent="-285750">
              <a:buClr>
                <a:schemeClr val="dk1"/>
              </a:buClr>
              <a:buSzPts val="1800"/>
              <a:buFont typeface="Arial" panose="020B0604020202020204" pitchFamily="34" charset="0"/>
              <a:buChar char="•"/>
            </a:pPr>
            <a:r>
              <a:rPr lang="pt-BR" sz="1900" dirty="0">
                <a:solidFill>
                  <a:schemeClr val="dk1"/>
                </a:solidFill>
                <a:latin typeface="Poppins"/>
                <a:ea typeface="Poppins"/>
                <a:cs typeface="Poppins"/>
                <a:sym typeface="Poppins"/>
              </a:rPr>
              <a:t>classificar_desempenho() consulta vendas.</a:t>
            </a:r>
          </a:p>
        </p:txBody>
      </p:sp>
      <p:grpSp>
        <p:nvGrpSpPr>
          <p:cNvPr id="4" name="Agrupar 3">
            <a:extLst>
              <a:ext uri="{FF2B5EF4-FFF2-40B4-BE49-F238E27FC236}">
                <a16:creationId xmlns:a16="http://schemas.microsoft.com/office/drawing/2014/main" id="{7907FD51-4F56-70D7-CF24-68F9158CFA1A}"/>
              </a:ext>
            </a:extLst>
          </p:cNvPr>
          <p:cNvGrpSpPr/>
          <p:nvPr/>
        </p:nvGrpSpPr>
        <p:grpSpPr>
          <a:xfrm>
            <a:off x="2652327" y="4189451"/>
            <a:ext cx="3484995" cy="728133"/>
            <a:chOff x="12518550" y="1441559"/>
            <a:chExt cx="5227493" cy="1092200"/>
          </a:xfrm>
        </p:grpSpPr>
        <p:pic>
          <p:nvPicPr>
            <p:cNvPr id="6" name="Imagem 5">
              <a:extLst>
                <a:ext uri="{FF2B5EF4-FFF2-40B4-BE49-F238E27FC236}">
                  <a16:creationId xmlns:a16="http://schemas.microsoft.com/office/drawing/2014/main" id="{20004B2C-5897-0B58-2BF7-D883FC32209B}"/>
                </a:ext>
              </a:extLst>
            </p:cNvPr>
            <p:cNvPicPr>
              <a:picLocks noChangeAspect="1"/>
            </p:cNvPicPr>
            <p:nvPr/>
          </p:nvPicPr>
          <p:blipFill>
            <a:blip r:embed="rId4"/>
            <a:stretch>
              <a:fillRect/>
            </a:stretch>
          </p:blipFill>
          <p:spPr>
            <a:xfrm>
              <a:off x="12518550" y="1441559"/>
              <a:ext cx="5207000" cy="1092200"/>
            </a:xfrm>
            <a:prstGeom prst="rect">
              <a:avLst/>
            </a:prstGeom>
          </p:spPr>
        </p:pic>
        <p:pic>
          <p:nvPicPr>
            <p:cNvPr id="8" name="Gráfico 7">
              <a:extLst>
                <a:ext uri="{FF2B5EF4-FFF2-40B4-BE49-F238E27FC236}">
                  <a16:creationId xmlns:a16="http://schemas.microsoft.com/office/drawing/2014/main" id="{0C9C651D-E67C-8A84-3F98-1F4D2EE6A93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690124" y="1574173"/>
              <a:ext cx="749300" cy="723900"/>
            </a:xfrm>
            <a:prstGeom prst="rect">
              <a:avLst/>
            </a:prstGeom>
          </p:spPr>
        </p:pic>
        <p:sp>
          <p:nvSpPr>
            <p:cNvPr id="9" name="CaixaDeTexto 8">
              <a:extLst>
                <a:ext uri="{FF2B5EF4-FFF2-40B4-BE49-F238E27FC236}">
                  <a16:creationId xmlns:a16="http://schemas.microsoft.com/office/drawing/2014/main" id="{BE27268D-E399-2943-FF44-F763C29C0A7E}"/>
                </a:ext>
              </a:extLst>
            </p:cNvPr>
            <p:cNvSpPr txBox="1"/>
            <p:nvPr/>
          </p:nvSpPr>
          <p:spPr>
            <a:xfrm>
              <a:off x="13963023" y="1780400"/>
              <a:ext cx="3783020" cy="313070"/>
            </a:xfrm>
            <a:prstGeom prst="rect">
              <a:avLst/>
            </a:prstGeom>
            <a:noFill/>
            <a:ln>
              <a:noFill/>
            </a:ln>
          </p:spPr>
          <p:txBody>
            <a:bodyPr spcFirstLastPara="1" wrap="square" lIns="60950" tIns="30467" rIns="60950" bIns="30467" rtlCol="0" anchor="t" anchorCtr="0">
              <a:noAutofit/>
            </a:bodyPr>
            <a:lstStyle/>
            <a:p>
              <a:pPr algn="ctr"/>
              <a:r>
                <a:rPr lang="pt-BR" sz="1600" b="1" dirty="0">
                  <a:solidFill>
                    <a:schemeClr val="bg1"/>
                  </a:solidFill>
                  <a:latin typeface="Poppins" pitchFamily="2" charset="77"/>
                  <a:cs typeface="Poppins" pitchFamily="2" charset="77"/>
                </a:rPr>
                <a:t>DESTAQUE</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793"/>
        <p:cNvGrpSpPr/>
        <p:nvPr/>
      </p:nvGrpSpPr>
      <p:grpSpPr>
        <a:xfrm>
          <a:off x="0" y="0"/>
          <a:ext cx="0" cy="0"/>
          <a:chOff x="0" y="0"/>
          <a:chExt cx="0" cy="0"/>
        </a:xfrm>
      </p:grpSpPr>
      <p:sp>
        <p:nvSpPr>
          <p:cNvPr id="3794" name="Google Shape;3794;p358"/>
          <p:cNvSpPr txBox="1">
            <a:spLocks noGrp="1"/>
          </p:cNvSpPr>
          <p:nvPr>
            <p:ph type="body" idx="1"/>
          </p:nvPr>
        </p:nvSpPr>
        <p:spPr>
          <a:xfrm>
            <a:off x="2652326" y="889654"/>
            <a:ext cx="8512200" cy="46289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pt-BR" sz="3200" b="1" dirty="0">
                <a:solidFill>
                  <a:srgbClr val="FF161F"/>
                </a:solidFill>
                <a:latin typeface="Poppins"/>
                <a:ea typeface="Poppins"/>
                <a:cs typeface="Poppins"/>
                <a:sym typeface="Poppins"/>
              </a:rPr>
              <a:t>Cada função consulta seus dados</a:t>
            </a:r>
            <a:endParaRPr sz="3200" dirty="0"/>
          </a:p>
        </p:txBody>
      </p:sp>
      <p:sp>
        <p:nvSpPr>
          <p:cNvPr id="3795" name="Google Shape;3795;p358"/>
          <p:cNvSpPr txBox="1"/>
          <p:nvPr/>
        </p:nvSpPr>
        <p:spPr>
          <a:xfrm>
            <a:off x="2652326" y="1588535"/>
            <a:ext cx="9234874" cy="3123902"/>
          </a:xfrm>
          <a:prstGeom prst="rect">
            <a:avLst/>
          </a:prstGeom>
          <a:noFill/>
          <a:ln>
            <a:noFill/>
          </a:ln>
        </p:spPr>
        <p:txBody>
          <a:bodyPr spcFirstLastPara="1" wrap="square" lIns="91425" tIns="91425" rIns="91425" bIns="91425" anchor="t" anchorCtr="0">
            <a:spAutoFit/>
          </a:bodyPr>
          <a:lstStyle/>
          <a:p>
            <a:pPr marL="342900" lvl="0" indent="-342900" algn="l" rtl="0">
              <a:spcAft>
                <a:spcPts val="0"/>
              </a:spcAft>
              <a:buClr>
                <a:schemeClr val="dk1"/>
              </a:buClr>
              <a:buSzPct val="100000"/>
              <a:buBlip>
                <a:blip r:embed="rId3"/>
              </a:buBlip>
            </a:pPr>
            <a:r>
              <a:rPr lang="pt-BR" sz="2200" dirty="0">
                <a:solidFill>
                  <a:schemeClr val="dk1"/>
                </a:solidFill>
                <a:latin typeface="Poppins"/>
                <a:ea typeface="Poppins"/>
                <a:cs typeface="Poppins"/>
                <a:sym typeface="Poppins"/>
              </a:rPr>
              <a:t>Depois de cadastrar o Lápis, o programa volta ao menu. </a:t>
            </a:r>
          </a:p>
          <a:p>
            <a:pPr marL="342900" lvl="0" indent="-342900" algn="l" rtl="0">
              <a:spcAft>
                <a:spcPts val="1200"/>
              </a:spcAft>
              <a:buClr>
                <a:schemeClr val="dk1"/>
              </a:buClr>
              <a:buSzPct val="100000"/>
              <a:buBlip>
                <a:blip r:embed="rId3"/>
              </a:buBlip>
            </a:pPr>
            <a:r>
              <a:rPr lang="pt-BR" sz="2200" dirty="0">
                <a:solidFill>
                  <a:schemeClr val="dk1"/>
                </a:solidFill>
                <a:latin typeface="Poppins"/>
                <a:ea typeface="Poppins"/>
                <a:cs typeface="Poppins"/>
                <a:sym typeface="Poppins"/>
              </a:rPr>
              <a:t>Ao consultar o produto, o Lápis aparece normalmente. Mas, ao pedir o desempenho do Lápis, o programa responde: "Sem histórico."</a:t>
            </a:r>
            <a:endParaRPr sz="2200" dirty="0">
              <a:solidFill>
                <a:schemeClr val="dk1"/>
              </a:solidFill>
              <a:latin typeface="Poppins"/>
              <a:ea typeface="Poppins"/>
              <a:cs typeface="Poppins"/>
              <a:sym typeface="Poppins"/>
            </a:endParaRPr>
          </a:p>
          <a:p>
            <a:pPr marL="0" lvl="0" indent="0" algn="l" rtl="0">
              <a:spcAft>
                <a:spcPts val="0"/>
              </a:spcAft>
              <a:buClr>
                <a:schemeClr val="dk1"/>
              </a:buClr>
              <a:buSzPts val="1100"/>
              <a:buFont typeface="Arial"/>
              <a:buNone/>
            </a:pPr>
            <a:r>
              <a:rPr lang="pt-BR" sz="2200" dirty="0">
                <a:solidFill>
                  <a:schemeClr val="dk1"/>
                </a:solidFill>
                <a:latin typeface="Poppins"/>
                <a:ea typeface="Poppins"/>
                <a:cs typeface="Poppins"/>
                <a:sym typeface="Poppins"/>
              </a:rPr>
              <a:t>Por quê?</a:t>
            </a:r>
            <a:endParaRPr sz="2200" dirty="0">
              <a:solidFill>
                <a:schemeClr val="dk1"/>
              </a:solidFill>
              <a:latin typeface="Poppins"/>
              <a:ea typeface="Poppins"/>
              <a:cs typeface="Poppins"/>
              <a:sym typeface="Poppins"/>
            </a:endParaRPr>
          </a:p>
          <a:p>
            <a:pPr marL="360000" lvl="0" indent="-342900" algn="l" rtl="0">
              <a:spcAft>
                <a:spcPts val="0"/>
              </a:spcAft>
              <a:buClr>
                <a:schemeClr val="dk1"/>
              </a:buClr>
              <a:buSzPts val="2200"/>
              <a:buBlip>
                <a:blip r:embed="rId3"/>
              </a:buBlip>
            </a:pPr>
            <a:r>
              <a:rPr lang="pt-BR" sz="2200" dirty="0">
                <a:solidFill>
                  <a:schemeClr val="dk1"/>
                </a:solidFill>
                <a:latin typeface="Poppins"/>
                <a:ea typeface="Poppins"/>
                <a:cs typeface="Poppins"/>
                <a:sym typeface="Poppins"/>
              </a:rPr>
              <a:t>O cadastro alterou produtos.</a:t>
            </a:r>
            <a:endParaRPr sz="2200" dirty="0">
              <a:solidFill>
                <a:schemeClr val="dk1"/>
              </a:solidFill>
              <a:latin typeface="Poppins"/>
              <a:ea typeface="Poppins"/>
              <a:cs typeface="Poppins"/>
              <a:sym typeface="Poppins"/>
            </a:endParaRPr>
          </a:p>
          <a:p>
            <a:pPr marL="360000" lvl="0" indent="-342900" algn="l" rtl="0">
              <a:spcAft>
                <a:spcPts val="0"/>
              </a:spcAft>
              <a:buClr>
                <a:schemeClr val="dk1"/>
              </a:buClr>
              <a:buSzPts val="2200"/>
              <a:buBlip>
                <a:blip r:embed="rId3"/>
              </a:buBlip>
            </a:pPr>
            <a:r>
              <a:rPr lang="pt-BR" sz="2200" dirty="0">
                <a:solidFill>
                  <a:schemeClr val="dk1"/>
                </a:solidFill>
                <a:latin typeface="Poppins"/>
                <a:ea typeface="Poppins"/>
                <a:cs typeface="Poppins"/>
                <a:sym typeface="Poppins"/>
              </a:rPr>
              <a:t>Nenhuma venda do Lápis foi registrada em vendas.</a:t>
            </a:r>
            <a:endParaRPr sz="2200" dirty="0">
              <a:solidFill>
                <a:schemeClr val="dk1"/>
              </a:solidFill>
              <a:latin typeface="Poppins"/>
              <a:ea typeface="Poppins"/>
              <a:cs typeface="Poppins"/>
              <a:sym typeface="Poppins"/>
            </a:endParaRPr>
          </a:p>
          <a:p>
            <a:pPr marL="360000" lvl="0" indent="-342900" algn="l" rtl="0">
              <a:spcAft>
                <a:spcPts val="0"/>
              </a:spcAft>
              <a:buClr>
                <a:schemeClr val="dk1"/>
              </a:buClr>
              <a:buSzPts val="2200"/>
              <a:buBlip>
                <a:blip r:embed="rId3"/>
              </a:buBlip>
            </a:pPr>
            <a:r>
              <a:rPr lang="pt-BR" sz="2200" dirty="0">
                <a:solidFill>
                  <a:schemeClr val="dk1"/>
                </a:solidFill>
                <a:latin typeface="Poppins"/>
                <a:ea typeface="Poppins"/>
                <a:cs typeface="Poppins"/>
                <a:sym typeface="Poppins"/>
              </a:rPr>
              <a:t>A função classificar_desempenho() consulta vendas.e</a:t>
            </a:r>
            <a:endParaRPr sz="2200" dirty="0">
              <a:solidFill>
                <a:schemeClr val="dk1"/>
              </a:solidFill>
              <a:latin typeface="Poppins"/>
              <a:ea typeface="Poppins"/>
              <a:cs typeface="Poppins"/>
              <a:sym typeface="Poppins"/>
            </a:endParaRPr>
          </a:p>
        </p:txBody>
      </p:sp>
      <p:sp>
        <p:nvSpPr>
          <p:cNvPr id="3" name="CaixaDeTexto 2">
            <a:extLst>
              <a:ext uri="{FF2B5EF4-FFF2-40B4-BE49-F238E27FC236}">
                <a16:creationId xmlns:a16="http://schemas.microsoft.com/office/drawing/2014/main" id="{A20A5F3E-4B8C-12FB-3B75-C85E331F46B5}"/>
              </a:ext>
            </a:extLst>
          </p:cNvPr>
          <p:cNvSpPr txBox="1"/>
          <p:nvPr/>
        </p:nvSpPr>
        <p:spPr>
          <a:xfrm>
            <a:off x="2661851" y="5463379"/>
            <a:ext cx="6607278"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pt-BR" sz="2000" b="1" i="0" u="none" strike="noStrike" kern="0" cap="none" spc="0" normalizeH="0" baseline="0" noProof="0" dirty="0">
                <a:ln>
                  <a:noFill/>
                </a:ln>
                <a:solidFill>
                  <a:srgbClr val="000000"/>
                </a:solidFill>
                <a:effectLst/>
                <a:uLnTx/>
                <a:uFillTx/>
                <a:latin typeface="Poppins"/>
                <a:ea typeface="Poppins"/>
                <a:cs typeface="Poppins"/>
                <a:sym typeface="Poppins"/>
              </a:rPr>
              <a:t>Se o cadastro funcionou, por que o desempenho do Lápis continua sem informação?</a:t>
            </a:r>
          </a:p>
        </p:txBody>
      </p:sp>
      <p:pic>
        <p:nvPicPr>
          <p:cNvPr id="4" name="Imagem 3">
            <a:extLst>
              <a:ext uri="{FF2B5EF4-FFF2-40B4-BE49-F238E27FC236}">
                <a16:creationId xmlns:a16="http://schemas.microsoft.com/office/drawing/2014/main" id="{772A1888-8E1F-FED3-F670-E979D961ABE1}"/>
              </a:ext>
            </a:extLst>
          </p:cNvPr>
          <p:cNvPicPr>
            <a:picLocks noChangeAspect="1"/>
          </p:cNvPicPr>
          <p:nvPr/>
        </p:nvPicPr>
        <p:blipFill>
          <a:blip r:embed="rId4"/>
          <a:stretch>
            <a:fillRect/>
          </a:stretch>
        </p:blipFill>
        <p:spPr>
          <a:xfrm>
            <a:off x="2768088" y="4706671"/>
            <a:ext cx="3471333" cy="728133"/>
          </a:xfrm>
          <a:prstGeom prst="rect">
            <a:avLst/>
          </a:prstGeom>
        </p:spPr>
      </p:pic>
      <p:sp>
        <p:nvSpPr>
          <p:cNvPr id="6" name="CaixaDeTexto 5">
            <a:extLst>
              <a:ext uri="{FF2B5EF4-FFF2-40B4-BE49-F238E27FC236}">
                <a16:creationId xmlns:a16="http://schemas.microsoft.com/office/drawing/2014/main" id="{9C9C8008-2590-E72F-5BBA-4A8C8C2BEF48}"/>
              </a:ext>
            </a:extLst>
          </p:cNvPr>
          <p:cNvSpPr txBox="1"/>
          <p:nvPr/>
        </p:nvSpPr>
        <p:spPr>
          <a:xfrm>
            <a:off x="3923249" y="4942656"/>
            <a:ext cx="2166696" cy="231776"/>
          </a:xfrm>
          <a:prstGeom prst="rect">
            <a:avLst/>
          </a:prstGeom>
          <a:noFill/>
          <a:ln>
            <a:noFill/>
          </a:ln>
        </p:spPr>
        <p:txBody>
          <a:bodyPr spcFirstLastPara="1" wrap="square" lIns="60950" tIns="30467" rIns="60950" bIns="30467" rtlCol="0" anchor="t" anchorCtr="0">
            <a:noAutofit/>
          </a:bodyPr>
          <a:lstStyle/>
          <a:p>
            <a:pPr algn="ctr"/>
            <a:r>
              <a:rPr lang="pt-BR" sz="1500" b="1" dirty="0">
                <a:solidFill>
                  <a:schemeClr val="bg1"/>
                </a:solidFill>
                <a:latin typeface="Poppins" pitchFamily="2" charset="77"/>
                <a:cs typeface="Poppins" pitchFamily="2" charset="77"/>
              </a:rPr>
              <a:t>PARA REFLETIR</a:t>
            </a:r>
          </a:p>
        </p:txBody>
      </p:sp>
      <p:pic>
        <p:nvPicPr>
          <p:cNvPr id="8" name="Gráfico 7">
            <a:extLst>
              <a:ext uri="{FF2B5EF4-FFF2-40B4-BE49-F238E27FC236}">
                <a16:creationId xmlns:a16="http://schemas.microsoft.com/office/drawing/2014/main" id="{67E470A9-EA53-8937-F4C0-122EDFD0A8B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828988" y="4790357"/>
            <a:ext cx="592667" cy="55033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799"/>
        <p:cNvGrpSpPr/>
        <p:nvPr/>
      </p:nvGrpSpPr>
      <p:grpSpPr>
        <a:xfrm>
          <a:off x="0" y="0"/>
          <a:ext cx="0" cy="0"/>
          <a:chOff x="0" y="0"/>
          <a:chExt cx="0" cy="0"/>
        </a:xfrm>
      </p:grpSpPr>
      <p:sp>
        <p:nvSpPr>
          <p:cNvPr id="3805" name="Google Shape;3805;p359"/>
          <p:cNvSpPr/>
          <p:nvPr/>
        </p:nvSpPr>
        <p:spPr>
          <a:xfrm>
            <a:off x="3102588" y="3619439"/>
            <a:ext cx="3395078" cy="952562"/>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3806" name="Google Shape;3806;p359"/>
          <p:cNvSpPr/>
          <p:nvPr/>
        </p:nvSpPr>
        <p:spPr>
          <a:xfrm>
            <a:off x="6814625" y="3606176"/>
            <a:ext cx="3395078" cy="952562"/>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3807" name="Google Shape;3807;p359"/>
          <p:cNvSpPr/>
          <p:nvPr/>
        </p:nvSpPr>
        <p:spPr>
          <a:xfrm>
            <a:off x="3089706" y="4842090"/>
            <a:ext cx="3395078" cy="952562"/>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3808" name="Google Shape;3808;p359"/>
          <p:cNvSpPr/>
          <p:nvPr/>
        </p:nvSpPr>
        <p:spPr>
          <a:xfrm>
            <a:off x="6816128" y="4828818"/>
            <a:ext cx="3395078" cy="952562"/>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3810" name="Google Shape;3810;p359"/>
          <p:cNvSpPr txBox="1">
            <a:spLocks noGrp="1"/>
          </p:cNvSpPr>
          <p:nvPr>
            <p:ph type="body" idx="1"/>
          </p:nvPr>
        </p:nvSpPr>
        <p:spPr>
          <a:xfrm>
            <a:off x="2995325" y="786249"/>
            <a:ext cx="8406182" cy="2205917"/>
          </a:xfrm>
          <a:prstGeom prst="rect">
            <a:avLst/>
          </a:prstGeom>
          <a:noFill/>
          <a:ln>
            <a:noFill/>
          </a:ln>
        </p:spPr>
        <p:txBody>
          <a:bodyPr spcFirstLastPara="1" wrap="square" lIns="91425" tIns="45700" rIns="91425" bIns="45700" anchor="t" anchorCtr="0">
            <a:noAutofit/>
          </a:bodyPr>
          <a:lstStyle/>
          <a:p>
            <a:pPr marL="0" lvl="0" indent="0" algn="l" rtl="0">
              <a:spcAft>
                <a:spcPts val="600"/>
              </a:spcAft>
              <a:buSzPts val="1100"/>
              <a:buNone/>
            </a:pPr>
            <a:r>
              <a:rPr lang="pt-BR" sz="3200" dirty="0">
                <a:solidFill>
                  <a:schemeClr val="lt1"/>
                </a:solidFill>
              </a:rPr>
              <a:t>O menu chama uma função que altera uma lista e, em seguida, outra função que lê uma lista diferente. A segunda não encontra informação do item recém-incluído. O que isso mostra?</a:t>
            </a:r>
            <a:endParaRPr sz="3200" dirty="0">
              <a:solidFill>
                <a:schemeClr val="lt1"/>
              </a:solidFill>
            </a:endParaRPr>
          </a:p>
        </p:txBody>
      </p:sp>
      <p:sp>
        <p:nvSpPr>
          <p:cNvPr id="3811" name="Google Shape;3811;p359"/>
          <p:cNvSpPr txBox="1"/>
          <p:nvPr/>
        </p:nvSpPr>
        <p:spPr>
          <a:xfrm>
            <a:off x="6900350" y="3639146"/>
            <a:ext cx="3196150" cy="92333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pt-BR" sz="2000" b="1" dirty="0">
                <a:solidFill>
                  <a:srgbClr val="FFFFFF"/>
                </a:solidFill>
                <a:latin typeface="Poppins"/>
                <a:ea typeface="Poppins"/>
                <a:cs typeface="Poppins"/>
                <a:sym typeface="Poppins"/>
              </a:rPr>
              <a:t>O fluxo impediu o programa de voltar ao menu.</a:t>
            </a:r>
            <a:endParaRPr sz="2000" b="1" i="0" u="none" strike="noStrike" cap="none" dirty="0">
              <a:solidFill>
                <a:srgbClr val="FFFFFF"/>
              </a:solidFill>
              <a:latin typeface="Poppins"/>
              <a:ea typeface="Poppins"/>
              <a:cs typeface="Poppins"/>
              <a:sym typeface="Poppins"/>
            </a:endParaRPr>
          </a:p>
        </p:txBody>
      </p:sp>
      <p:sp>
        <p:nvSpPr>
          <p:cNvPr id="3812" name="Google Shape;3812;p359"/>
          <p:cNvSpPr txBox="1"/>
          <p:nvPr/>
        </p:nvSpPr>
        <p:spPr>
          <a:xfrm>
            <a:off x="3137527" y="3789890"/>
            <a:ext cx="3325200" cy="615553"/>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pt-BR" sz="2000" b="1" dirty="0">
                <a:solidFill>
                  <a:srgbClr val="FFFFFF"/>
                </a:solidFill>
                <a:latin typeface="Poppins"/>
                <a:ea typeface="Poppins"/>
                <a:cs typeface="Poppins"/>
                <a:sym typeface="Poppins"/>
              </a:rPr>
              <a:t>O menu deixou de chamar as funções.</a:t>
            </a:r>
            <a:endParaRPr sz="2000" b="0" i="0" u="none" strike="noStrike" cap="none" dirty="0">
              <a:solidFill>
                <a:srgbClr val="000000"/>
              </a:solidFill>
              <a:latin typeface="Arial"/>
              <a:ea typeface="Arial"/>
              <a:cs typeface="Arial"/>
              <a:sym typeface="Arial"/>
            </a:endParaRPr>
          </a:p>
        </p:txBody>
      </p:sp>
      <p:sp>
        <p:nvSpPr>
          <p:cNvPr id="3813" name="Google Shape;3813;p359"/>
          <p:cNvSpPr txBox="1"/>
          <p:nvPr/>
        </p:nvSpPr>
        <p:spPr>
          <a:xfrm>
            <a:off x="3089688" y="5020708"/>
            <a:ext cx="3395100" cy="615553"/>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pt-BR" sz="2000" b="1" dirty="0">
                <a:solidFill>
                  <a:srgbClr val="FFFFFF"/>
                </a:solidFill>
                <a:latin typeface="Poppins"/>
                <a:ea typeface="Poppins"/>
                <a:cs typeface="Poppins"/>
                <a:sym typeface="Poppins"/>
              </a:rPr>
              <a:t>As duas listas não foram atualizadas juntas.</a:t>
            </a:r>
            <a:endParaRPr sz="2000" b="0" i="0" u="none" strike="noStrike" cap="none" dirty="0">
              <a:solidFill>
                <a:srgbClr val="000000"/>
              </a:solidFill>
              <a:latin typeface="Arial"/>
              <a:ea typeface="Arial"/>
              <a:cs typeface="Arial"/>
              <a:sym typeface="Arial"/>
            </a:endParaRPr>
          </a:p>
        </p:txBody>
      </p:sp>
      <p:sp>
        <p:nvSpPr>
          <p:cNvPr id="3814" name="Google Shape;3814;p359"/>
          <p:cNvSpPr txBox="1"/>
          <p:nvPr/>
        </p:nvSpPr>
        <p:spPr>
          <a:xfrm>
            <a:off x="6927850" y="4850634"/>
            <a:ext cx="3168650" cy="92333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pt-BR" sz="2000" b="1" dirty="0">
                <a:solidFill>
                  <a:srgbClr val="FFFFFF"/>
                </a:solidFill>
                <a:latin typeface="Poppins"/>
                <a:ea typeface="Poppins"/>
                <a:cs typeface="Poppins"/>
                <a:sym typeface="Poppins"/>
              </a:rPr>
              <a:t>A função de consulta apagou o item cadastrado.</a:t>
            </a:r>
            <a:endParaRPr sz="2000" b="1" i="0" u="none" strike="noStrike" cap="none" dirty="0">
              <a:solidFill>
                <a:srgbClr val="FFFFFF"/>
              </a:solidFill>
              <a:latin typeface="Poppins"/>
              <a:ea typeface="Poppins"/>
              <a:cs typeface="Poppins"/>
              <a:sym typeface="Poppins"/>
            </a:endParaRPr>
          </a:p>
        </p:txBody>
      </p:sp>
      <p:sp>
        <p:nvSpPr>
          <p:cNvPr id="3" name="Google Shape;812;p61">
            <a:extLst>
              <a:ext uri="{FF2B5EF4-FFF2-40B4-BE49-F238E27FC236}">
                <a16:creationId xmlns:a16="http://schemas.microsoft.com/office/drawing/2014/main" id="{3FAA5293-6083-449C-AB71-025676C26B44}"/>
              </a:ext>
            </a:extLst>
          </p:cNvPr>
          <p:cNvSpPr/>
          <p:nvPr/>
        </p:nvSpPr>
        <p:spPr>
          <a:xfrm flipH="1">
            <a:off x="11472465" y="1"/>
            <a:ext cx="719535" cy="718283"/>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60950" tIns="30467" rIns="60950" bIns="30467" anchor="ctr" anchorCtr="0">
            <a:noAutofit/>
          </a:bodyPr>
          <a:lstStyle/>
          <a:p>
            <a:endParaRPr dirty="0"/>
          </a:p>
        </p:txBody>
      </p:sp>
      <p:pic>
        <p:nvPicPr>
          <p:cNvPr id="5" name="Gráfico 4">
            <a:extLst>
              <a:ext uri="{FF2B5EF4-FFF2-40B4-BE49-F238E27FC236}">
                <a16:creationId xmlns:a16="http://schemas.microsoft.com/office/drawing/2014/main" id="{D00E29A8-5D39-C348-C38D-AC849D65D4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685107" y="245921"/>
            <a:ext cx="435935" cy="390047"/>
          </a:xfrm>
          <a:prstGeom prst="rect">
            <a:avLst/>
          </a:prstGeom>
        </p:spPr>
      </p:pic>
      <p:sp>
        <p:nvSpPr>
          <p:cNvPr id="7" name="Google Shape;833;p62">
            <a:extLst>
              <a:ext uri="{FF2B5EF4-FFF2-40B4-BE49-F238E27FC236}">
                <a16:creationId xmlns:a16="http://schemas.microsoft.com/office/drawing/2014/main" id="{5DB2D63C-1CB0-2FC6-15DA-192564996386}"/>
              </a:ext>
            </a:extLst>
          </p:cNvPr>
          <p:cNvSpPr txBox="1"/>
          <p:nvPr/>
        </p:nvSpPr>
        <p:spPr>
          <a:xfrm>
            <a:off x="11469781" y="-944"/>
            <a:ext cx="721717" cy="198723"/>
          </a:xfrm>
          <a:prstGeom prst="rect">
            <a:avLst/>
          </a:prstGeom>
          <a:noFill/>
          <a:ln>
            <a:noFill/>
          </a:ln>
        </p:spPr>
        <p:txBody>
          <a:bodyPr spcFirstLastPara="1" wrap="square" lIns="60950" tIns="30467" rIns="60950" bIns="30467" anchor="t" anchorCtr="0">
            <a:noAutofit/>
          </a:bodyPr>
          <a:lstStyle/>
          <a:p>
            <a:pPr algn="ctr">
              <a:lnSpc>
                <a:spcPct val="107000"/>
              </a:lnSpc>
              <a:buSzPts val="2700"/>
            </a:pPr>
            <a:r>
              <a:rPr lang="pt-BR" sz="800" b="1" dirty="0">
                <a:solidFill>
                  <a:schemeClr val="lt1"/>
                </a:solidFill>
                <a:latin typeface="Poppins" panose="00000500000000000000" pitchFamily="2" charset="0"/>
                <a:ea typeface="Poppins"/>
                <a:cs typeface="Poppins" panose="00000500000000000000" pitchFamily="2" charset="0"/>
                <a:sym typeface="Poppins"/>
              </a:rPr>
              <a:t>Registro</a:t>
            </a:r>
            <a:endParaRPr sz="800" dirty="0">
              <a:latin typeface="Poppins" panose="00000500000000000000" pitchFamily="2" charset="0"/>
              <a:cs typeface="Poppins" panose="00000500000000000000" pitchFamily="2" charset="0"/>
            </a:endParaRPr>
          </a:p>
          <a:p>
            <a:pPr algn="r">
              <a:lnSpc>
                <a:spcPct val="107000"/>
              </a:lnSpc>
              <a:spcBef>
                <a:spcPts val="715"/>
              </a:spcBef>
              <a:buSzPts val="2700"/>
            </a:pPr>
            <a:endParaRPr sz="800" dirty="0">
              <a:solidFill>
                <a:schemeClr val="lt1"/>
              </a:solidFill>
              <a:latin typeface="Poppins" panose="00000500000000000000" pitchFamily="2" charset="0"/>
              <a:ea typeface="Poppins Light"/>
              <a:cs typeface="Poppins" panose="00000500000000000000" pitchFamily="2" charset="0"/>
              <a:sym typeface="Poppins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Shape 3818"/>
        <p:cNvGrpSpPr/>
        <p:nvPr/>
      </p:nvGrpSpPr>
      <p:grpSpPr>
        <a:xfrm>
          <a:off x="0" y="0"/>
          <a:ext cx="0" cy="0"/>
          <a:chOff x="0" y="0"/>
          <a:chExt cx="0" cy="0"/>
        </a:xfrm>
      </p:grpSpPr>
      <p:sp>
        <p:nvSpPr>
          <p:cNvPr id="3819" name="Google Shape;3819;p360"/>
          <p:cNvSpPr txBox="1"/>
          <p:nvPr/>
        </p:nvSpPr>
        <p:spPr>
          <a:xfrm>
            <a:off x="1625600" y="1295400"/>
            <a:ext cx="0" cy="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2400" b="0" i="0" u="none" strike="noStrike" cap="none" dirty="0">
              <a:solidFill>
                <a:srgbClr val="000000"/>
              </a:solidFill>
              <a:latin typeface="Arial"/>
              <a:ea typeface="Arial"/>
              <a:cs typeface="Arial"/>
              <a:sym typeface="Arial"/>
            </a:endParaRPr>
          </a:p>
        </p:txBody>
      </p:sp>
      <p:sp>
        <p:nvSpPr>
          <p:cNvPr id="3820" name="Google Shape;3820;p360"/>
          <p:cNvSpPr txBox="1"/>
          <p:nvPr/>
        </p:nvSpPr>
        <p:spPr>
          <a:xfrm>
            <a:off x="723900" y="1257300"/>
            <a:ext cx="0" cy="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2400" b="0" i="0" u="none" strike="noStrike" cap="none" dirty="0">
              <a:solidFill>
                <a:srgbClr val="000000"/>
              </a:solidFill>
              <a:latin typeface="Arial"/>
              <a:ea typeface="Arial"/>
              <a:cs typeface="Arial"/>
              <a:sym typeface="Arial"/>
            </a:endParaRPr>
          </a:p>
        </p:txBody>
      </p:sp>
      <p:sp>
        <p:nvSpPr>
          <p:cNvPr id="3821" name="Google Shape;3821;p360"/>
          <p:cNvSpPr txBox="1"/>
          <p:nvPr/>
        </p:nvSpPr>
        <p:spPr>
          <a:xfrm>
            <a:off x="1054100" y="1485900"/>
            <a:ext cx="0" cy="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2400" b="0" i="0" u="none" strike="noStrike" cap="none" dirty="0">
              <a:solidFill>
                <a:srgbClr val="000000"/>
              </a:solidFill>
              <a:latin typeface="Arial"/>
              <a:ea typeface="Arial"/>
              <a:cs typeface="Arial"/>
              <a:sym typeface="Arial"/>
            </a:endParaRPr>
          </a:p>
        </p:txBody>
      </p:sp>
      <p:sp>
        <p:nvSpPr>
          <p:cNvPr id="3824" name="Google Shape;3824;p360"/>
          <p:cNvSpPr/>
          <p:nvPr/>
        </p:nvSpPr>
        <p:spPr>
          <a:xfrm>
            <a:off x="2496290" y="3825296"/>
            <a:ext cx="514500" cy="563700"/>
          </a:xfrm>
          <a:prstGeom prst="mathMultiply">
            <a:avLst>
              <a:gd name="adj1" fmla="val 23520"/>
            </a:avLst>
          </a:prstGeom>
          <a:solidFill>
            <a:srgbClr val="FF0000"/>
          </a:solid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800"/>
              <a:buFont typeface="Arial"/>
              <a:buNone/>
            </a:pPr>
            <a:endParaRPr sz="800" b="0" i="0" u="none" strike="noStrike" cap="none" dirty="0">
              <a:solidFill>
                <a:srgbClr val="000000"/>
              </a:solidFill>
              <a:latin typeface="Calibri"/>
              <a:ea typeface="Calibri"/>
              <a:cs typeface="Calibri"/>
              <a:sym typeface="Calibri"/>
            </a:endParaRPr>
          </a:p>
        </p:txBody>
      </p:sp>
      <p:sp>
        <p:nvSpPr>
          <p:cNvPr id="3825" name="Google Shape;3825;p360"/>
          <p:cNvSpPr/>
          <p:nvPr/>
        </p:nvSpPr>
        <p:spPr>
          <a:xfrm>
            <a:off x="10268880" y="3819163"/>
            <a:ext cx="514500" cy="563700"/>
          </a:xfrm>
          <a:prstGeom prst="mathMultiply">
            <a:avLst>
              <a:gd name="adj1" fmla="val 23520"/>
            </a:avLst>
          </a:prstGeom>
          <a:solidFill>
            <a:srgbClr val="FF0000"/>
          </a:solid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800"/>
              <a:buFont typeface="Arial"/>
              <a:buNone/>
            </a:pPr>
            <a:endParaRPr sz="800" b="0" i="0" u="none" strike="noStrike" cap="none" dirty="0">
              <a:solidFill>
                <a:srgbClr val="000000"/>
              </a:solidFill>
              <a:latin typeface="Calibri"/>
              <a:ea typeface="Calibri"/>
              <a:cs typeface="Calibri"/>
              <a:sym typeface="Calibri"/>
            </a:endParaRPr>
          </a:p>
        </p:txBody>
      </p:sp>
      <p:sp>
        <p:nvSpPr>
          <p:cNvPr id="3826" name="Google Shape;3826;p360"/>
          <p:cNvSpPr/>
          <p:nvPr/>
        </p:nvSpPr>
        <p:spPr>
          <a:xfrm>
            <a:off x="10268864" y="5023329"/>
            <a:ext cx="514500" cy="563700"/>
          </a:xfrm>
          <a:prstGeom prst="mathMultiply">
            <a:avLst>
              <a:gd name="adj1" fmla="val 23520"/>
            </a:avLst>
          </a:prstGeom>
          <a:solidFill>
            <a:srgbClr val="FF0000"/>
          </a:solid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800"/>
              <a:buFont typeface="Arial"/>
              <a:buNone/>
            </a:pPr>
            <a:endParaRPr sz="800" b="0" i="0" u="none" strike="noStrike" cap="none" dirty="0">
              <a:solidFill>
                <a:srgbClr val="000000"/>
              </a:solidFill>
              <a:latin typeface="Calibri"/>
              <a:ea typeface="Calibri"/>
              <a:cs typeface="Calibri"/>
              <a:sym typeface="Calibri"/>
            </a:endParaRPr>
          </a:p>
        </p:txBody>
      </p:sp>
      <p:sp>
        <p:nvSpPr>
          <p:cNvPr id="3827" name="Google Shape;3827;p360"/>
          <p:cNvSpPr/>
          <p:nvPr/>
        </p:nvSpPr>
        <p:spPr>
          <a:xfrm rot="-3044895">
            <a:off x="2560799" y="5168763"/>
            <a:ext cx="385473" cy="265854"/>
          </a:xfrm>
          <a:prstGeom prst="corner">
            <a:avLst>
              <a:gd name="adj1" fmla="val 36796"/>
              <a:gd name="adj2" fmla="val 29665"/>
            </a:avLst>
          </a:prstGeom>
          <a:solidFill>
            <a:srgbClr val="92D050"/>
          </a:solid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800"/>
              <a:buFont typeface="Arial"/>
              <a:buNone/>
            </a:pPr>
            <a:endParaRPr sz="800" b="0" i="0" u="none" strike="noStrike" cap="none" dirty="0">
              <a:solidFill>
                <a:srgbClr val="000000"/>
              </a:solidFill>
              <a:latin typeface="Calibri"/>
              <a:ea typeface="Calibri"/>
              <a:cs typeface="Calibri"/>
              <a:sym typeface="Calibri"/>
            </a:endParaRPr>
          </a:p>
        </p:txBody>
      </p:sp>
      <p:sp>
        <p:nvSpPr>
          <p:cNvPr id="3" name="Google Shape;812;p61">
            <a:extLst>
              <a:ext uri="{FF2B5EF4-FFF2-40B4-BE49-F238E27FC236}">
                <a16:creationId xmlns:a16="http://schemas.microsoft.com/office/drawing/2014/main" id="{A65C83F6-9CE7-DF28-7525-C66C01D45C05}"/>
              </a:ext>
            </a:extLst>
          </p:cNvPr>
          <p:cNvSpPr/>
          <p:nvPr/>
        </p:nvSpPr>
        <p:spPr>
          <a:xfrm flipH="1">
            <a:off x="11472465" y="1"/>
            <a:ext cx="719535" cy="718283"/>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60950" tIns="30467" rIns="60950" bIns="30467" anchor="ctr" anchorCtr="0">
            <a:noAutofit/>
          </a:bodyPr>
          <a:lstStyle/>
          <a:p>
            <a:endParaRPr dirty="0"/>
          </a:p>
        </p:txBody>
      </p:sp>
      <p:pic>
        <p:nvPicPr>
          <p:cNvPr id="5" name="Gráfico 4">
            <a:extLst>
              <a:ext uri="{FF2B5EF4-FFF2-40B4-BE49-F238E27FC236}">
                <a16:creationId xmlns:a16="http://schemas.microsoft.com/office/drawing/2014/main" id="{9A7B3EF9-6D24-A445-E834-4EA65A104C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685107" y="245921"/>
            <a:ext cx="435935" cy="390047"/>
          </a:xfrm>
          <a:prstGeom prst="rect">
            <a:avLst/>
          </a:prstGeom>
        </p:spPr>
      </p:pic>
      <p:sp>
        <p:nvSpPr>
          <p:cNvPr id="7" name="Google Shape;833;p62">
            <a:extLst>
              <a:ext uri="{FF2B5EF4-FFF2-40B4-BE49-F238E27FC236}">
                <a16:creationId xmlns:a16="http://schemas.microsoft.com/office/drawing/2014/main" id="{78C984B6-1DB5-6A6E-E570-BC2B6B06943C}"/>
              </a:ext>
            </a:extLst>
          </p:cNvPr>
          <p:cNvSpPr txBox="1"/>
          <p:nvPr/>
        </p:nvSpPr>
        <p:spPr>
          <a:xfrm>
            <a:off x="11469781" y="-944"/>
            <a:ext cx="721717" cy="198723"/>
          </a:xfrm>
          <a:prstGeom prst="rect">
            <a:avLst/>
          </a:prstGeom>
          <a:noFill/>
          <a:ln>
            <a:noFill/>
          </a:ln>
        </p:spPr>
        <p:txBody>
          <a:bodyPr spcFirstLastPara="1" wrap="square" lIns="60950" tIns="30467" rIns="60950" bIns="30467" anchor="t" anchorCtr="0">
            <a:noAutofit/>
          </a:bodyPr>
          <a:lstStyle/>
          <a:p>
            <a:pPr algn="ctr">
              <a:lnSpc>
                <a:spcPct val="107000"/>
              </a:lnSpc>
              <a:buSzPts val="2700"/>
            </a:pPr>
            <a:r>
              <a:rPr lang="pt-BR" sz="800" b="1" dirty="0">
                <a:solidFill>
                  <a:schemeClr val="lt1"/>
                </a:solidFill>
                <a:latin typeface="Poppins" panose="00000500000000000000" pitchFamily="2" charset="0"/>
                <a:ea typeface="Poppins"/>
                <a:cs typeface="Poppins" panose="00000500000000000000" pitchFamily="2" charset="0"/>
                <a:sym typeface="Poppins"/>
              </a:rPr>
              <a:t>Registro</a:t>
            </a:r>
            <a:endParaRPr sz="800" dirty="0">
              <a:latin typeface="Poppins" panose="00000500000000000000" pitchFamily="2" charset="0"/>
              <a:cs typeface="Poppins" panose="00000500000000000000" pitchFamily="2" charset="0"/>
            </a:endParaRPr>
          </a:p>
          <a:p>
            <a:pPr algn="r">
              <a:lnSpc>
                <a:spcPct val="107000"/>
              </a:lnSpc>
              <a:spcBef>
                <a:spcPts val="715"/>
              </a:spcBef>
              <a:buSzPts val="2700"/>
            </a:pPr>
            <a:endParaRPr sz="800" dirty="0">
              <a:solidFill>
                <a:schemeClr val="lt1"/>
              </a:solidFill>
              <a:latin typeface="Poppins" panose="00000500000000000000" pitchFamily="2" charset="0"/>
              <a:ea typeface="Poppins Light"/>
              <a:cs typeface="Poppins" panose="00000500000000000000" pitchFamily="2" charset="0"/>
              <a:sym typeface="Poppins Light"/>
            </a:endParaRPr>
          </a:p>
        </p:txBody>
      </p:sp>
      <p:sp>
        <p:nvSpPr>
          <p:cNvPr id="6" name="Google Shape;3805;p359">
            <a:extLst>
              <a:ext uri="{FF2B5EF4-FFF2-40B4-BE49-F238E27FC236}">
                <a16:creationId xmlns:a16="http://schemas.microsoft.com/office/drawing/2014/main" id="{F779BC5F-A87E-C274-1B1F-6C8C12658F4C}"/>
              </a:ext>
            </a:extLst>
          </p:cNvPr>
          <p:cNvSpPr/>
          <p:nvPr/>
        </p:nvSpPr>
        <p:spPr>
          <a:xfrm>
            <a:off x="3089688" y="3619439"/>
            <a:ext cx="3407978" cy="952562"/>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8" name="Google Shape;3806;p359">
            <a:extLst>
              <a:ext uri="{FF2B5EF4-FFF2-40B4-BE49-F238E27FC236}">
                <a16:creationId xmlns:a16="http://schemas.microsoft.com/office/drawing/2014/main" id="{C8553E1B-6360-F81C-F321-1A186AFB0B80}"/>
              </a:ext>
            </a:extLst>
          </p:cNvPr>
          <p:cNvSpPr/>
          <p:nvPr/>
        </p:nvSpPr>
        <p:spPr>
          <a:xfrm>
            <a:off x="6814625" y="3606176"/>
            <a:ext cx="3395078" cy="952562"/>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9" name="Google Shape;3807;p359">
            <a:extLst>
              <a:ext uri="{FF2B5EF4-FFF2-40B4-BE49-F238E27FC236}">
                <a16:creationId xmlns:a16="http://schemas.microsoft.com/office/drawing/2014/main" id="{2312D5F3-BA97-0C10-74C4-7DCC110D6278}"/>
              </a:ext>
            </a:extLst>
          </p:cNvPr>
          <p:cNvSpPr/>
          <p:nvPr/>
        </p:nvSpPr>
        <p:spPr>
          <a:xfrm>
            <a:off x="3089706" y="4842090"/>
            <a:ext cx="3395078" cy="952562"/>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2D050"/>
          </a:solidFill>
          <a:ln w="76200" cap="flat" cmpd="sng">
            <a:solidFill>
              <a:srgbClr val="FFFFFF"/>
            </a:solidFill>
            <a:prstDash val="solid"/>
            <a:round/>
            <a:headEnd type="none" w="sm" len="sm"/>
            <a:tailEnd type="none" w="sm" len="sm"/>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10" name="Google Shape;3808;p359">
            <a:extLst>
              <a:ext uri="{FF2B5EF4-FFF2-40B4-BE49-F238E27FC236}">
                <a16:creationId xmlns:a16="http://schemas.microsoft.com/office/drawing/2014/main" id="{F03FB0ED-5AC1-71DE-A74E-909F578B27FF}"/>
              </a:ext>
            </a:extLst>
          </p:cNvPr>
          <p:cNvSpPr/>
          <p:nvPr/>
        </p:nvSpPr>
        <p:spPr>
          <a:xfrm>
            <a:off x="6816128" y="4828818"/>
            <a:ext cx="3395078" cy="952562"/>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11" name="Google Shape;3810;p359">
            <a:extLst>
              <a:ext uri="{FF2B5EF4-FFF2-40B4-BE49-F238E27FC236}">
                <a16:creationId xmlns:a16="http://schemas.microsoft.com/office/drawing/2014/main" id="{DCCBC227-D853-7395-54F8-5BC1568CD888}"/>
              </a:ext>
            </a:extLst>
          </p:cNvPr>
          <p:cNvSpPr txBox="1">
            <a:spLocks noGrp="1"/>
          </p:cNvSpPr>
          <p:nvPr>
            <p:ph type="body" idx="1"/>
          </p:nvPr>
        </p:nvSpPr>
        <p:spPr>
          <a:xfrm>
            <a:off x="2995325" y="786249"/>
            <a:ext cx="8406182" cy="2205917"/>
          </a:xfrm>
          <a:prstGeom prst="rect">
            <a:avLst/>
          </a:prstGeom>
          <a:noFill/>
          <a:ln>
            <a:noFill/>
          </a:ln>
        </p:spPr>
        <p:txBody>
          <a:bodyPr spcFirstLastPara="1" wrap="square" lIns="91425" tIns="45700" rIns="91425" bIns="45700" anchor="t" anchorCtr="0">
            <a:noAutofit/>
          </a:bodyPr>
          <a:lstStyle/>
          <a:p>
            <a:pPr marL="0" lvl="0" indent="0" algn="l" rtl="0">
              <a:spcAft>
                <a:spcPts val="600"/>
              </a:spcAft>
              <a:buSzPts val="1100"/>
              <a:buNone/>
            </a:pPr>
            <a:r>
              <a:rPr lang="pt-BR" sz="3200" dirty="0">
                <a:solidFill>
                  <a:schemeClr val="lt1"/>
                </a:solidFill>
              </a:rPr>
              <a:t>O menu chama uma função que altera uma lista e, em seguida, outra função que lê uma lista diferente. A segunda não encontra informação do item recém-incluído. O que isso mostra?</a:t>
            </a:r>
            <a:endParaRPr sz="3200" dirty="0">
              <a:solidFill>
                <a:schemeClr val="lt1"/>
              </a:solidFill>
            </a:endParaRPr>
          </a:p>
        </p:txBody>
      </p:sp>
      <p:sp>
        <p:nvSpPr>
          <p:cNvPr id="12" name="Google Shape;3811;p359">
            <a:extLst>
              <a:ext uri="{FF2B5EF4-FFF2-40B4-BE49-F238E27FC236}">
                <a16:creationId xmlns:a16="http://schemas.microsoft.com/office/drawing/2014/main" id="{B9CD563B-2211-9E09-B738-86DE2C08151A}"/>
              </a:ext>
            </a:extLst>
          </p:cNvPr>
          <p:cNvSpPr txBox="1"/>
          <p:nvPr/>
        </p:nvSpPr>
        <p:spPr>
          <a:xfrm>
            <a:off x="6900350" y="3639146"/>
            <a:ext cx="3196150" cy="92333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pt-BR" sz="2000" b="1" dirty="0">
                <a:solidFill>
                  <a:srgbClr val="FFFFFF"/>
                </a:solidFill>
                <a:latin typeface="Poppins"/>
                <a:ea typeface="Poppins"/>
                <a:cs typeface="Poppins"/>
                <a:sym typeface="Poppins"/>
              </a:rPr>
              <a:t>O fluxo impediu o programa de voltar ao menu.</a:t>
            </a:r>
            <a:endParaRPr sz="2000" b="1" i="0" u="none" strike="noStrike" cap="none" dirty="0">
              <a:solidFill>
                <a:srgbClr val="FFFFFF"/>
              </a:solidFill>
              <a:latin typeface="Poppins"/>
              <a:ea typeface="Poppins"/>
              <a:cs typeface="Poppins"/>
              <a:sym typeface="Poppins"/>
            </a:endParaRPr>
          </a:p>
        </p:txBody>
      </p:sp>
      <p:sp>
        <p:nvSpPr>
          <p:cNvPr id="13" name="Google Shape;3812;p359">
            <a:extLst>
              <a:ext uri="{FF2B5EF4-FFF2-40B4-BE49-F238E27FC236}">
                <a16:creationId xmlns:a16="http://schemas.microsoft.com/office/drawing/2014/main" id="{36FA08B5-0F56-C9E0-ABD9-4CAB885DF08E}"/>
              </a:ext>
            </a:extLst>
          </p:cNvPr>
          <p:cNvSpPr txBox="1"/>
          <p:nvPr/>
        </p:nvSpPr>
        <p:spPr>
          <a:xfrm>
            <a:off x="3137527" y="3789890"/>
            <a:ext cx="3325200" cy="615553"/>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pt-BR" sz="2000" b="1" dirty="0">
                <a:solidFill>
                  <a:srgbClr val="FFFFFF"/>
                </a:solidFill>
                <a:latin typeface="Poppins"/>
                <a:ea typeface="Poppins"/>
                <a:cs typeface="Poppins"/>
                <a:sym typeface="Poppins"/>
              </a:rPr>
              <a:t>O menu deixou de chamar as funções.</a:t>
            </a:r>
            <a:endParaRPr sz="2000" b="0" i="0" u="none" strike="noStrike" cap="none" dirty="0">
              <a:solidFill>
                <a:srgbClr val="000000"/>
              </a:solidFill>
              <a:latin typeface="Arial"/>
              <a:ea typeface="Arial"/>
              <a:cs typeface="Arial"/>
              <a:sym typeface="Arial"/>
            </a:endParaRPr>
          </a:p>
        </p:txBody>
      </p:sp>
      <p:sp>
        <p:nvSpPr>
          <p:cNvPr id="14" name="Google Shape;3813;p359">
            <a:extLst>
              <a:ext uri="{FF2B5EF4-FFF2-40B4-BE49-F238E27FC236}">
                <a16:creationId xmlns:a16="http://schemas.microsoft.com/office/drawing/2014/main" id="{AB84421A-D810-A369-8624-432BD1097251}"/>
              </a:ext>
            </a:extLst>
          </p:cNvPr>
          <p:cNvSpPr txBox="1"/>
          <p:nvPr/>
        </p:nvSpPr>
        <p:spPr>
          <a:xfrm>
            <a:off x="3089688" y="5020708"/>
            <a:ext cx="3395100" cy="615553"/>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pt-BR" sz="2000" b="1" dirty="0">
                <a:solidFill>
                  <a:srgbClr val="FFFFFF"/>
                </a:solidFill>
                <a:latin typeface="Poppins"/>
                <a:ea typeface="Poppins"/>
                <a:cs typeface="Poppins"/>
                <a:sym typeface="Poppins"/>
              </a:rPr>
              <a:t>As duas listas não foram atualizadas juntas.</a:t>
            </a:r>
            <a:endParaRPr sz="2000" b="0" i="0" u="none" strike="noStrike" cap="none" dirty="0">
              <a:solidFill>
                <a:srgbClr val="000000"/>
              </a:solidFill>
              <a:latin typeface="Arial"/>
              <a:ea typeface="Arial"/>
              <a:cs typeface="Arial"/>
              <a:sym typeface="Arial"/>
            </a:endParaRPr>
          </a:p>
        </p:txBody>
      </p:sp>
      <p:sp>
        <p:nvSpPr>
          <p:cNvPr id="15" name="Google Shape;3814;p359">
            <a:extLst>
              <a:ext uri="{FF2B5EF4-FFF2-40B4-BE49-F238E27FC236}">
                <a16:creationId xmlns:a16="http://schemas.microsoft.com/office/drawing/2014/main" id="{DA6E00D7-80FB-E812-13B3-73E2EDDB6913}"/>
              </a:ext>
            </a:extLst>
          </p:cNvPr>
          <p:cNvSpPr txBox="1"/>
          <p:nvPr/>
        </p:nvSpPr>
        <p:spPr>
          <a:xfrm>
            <a:off x="6927850" y="4850634"/>
            <a:ext cx="3168650" cy="92333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pt-BR" sz="2000" b="1" dirty="0">
                <a:solidFill>
                  <a:srgbClr val="FFFFFF"/>
                </a:solidFill>
                <a:latin typeface="Poppins"/>
                <a:ea typeface="Poppins"/>
                <a:cs typeface="Poppins"/>
                <a:sym typeface="Poppins"/>
              </a:rPr>
              <a:t>A função de consulta apagou o item cadastrado.</a:t>
            </a:r>
            <a:endParaRPr sz="2000" b="1" i="0" u="none" strike="noStrike" cap="none" dirty="0">
              <a:solidFill>
                <a:srgbClr val="FFFFFF"/>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41"/>
        <p:cNvGrpSpPr/>
        <p:nvPr/>
      </p:nvGrpSpPr>
      <p:grpSpPr>
        <a:xfrm>
          <a:off x="0" y="0"/>
          <a:ext cx="0" cy="0"/>
          <a:chOff x="0" y="0"/>
          <a:chExt cx="0" cy="0"/>
        </a:xfrm>
      </p:grpSpPr>
      <p:sp>
        <p:nvSpPr>
          <p:cNvPr id="3842" name="Google Shape;3842;p361"/>
          <p:cNvSpPr txBox="1"/>
          <p:nvPr/>
        </p:nvSpPr>
        <p:spPr>
          <a:xfrm>
            <a:off x="2652326" y="880129"/>
            <a:ext cx="8512200" cy="409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pt-BR" sz="3200" b="1" dirty="0">
                <a:solidFill>
                  <a:srgbClr val="FF161F"/>
                </a:solidFill>
                <a:latin typeface="Poppins"/>
                <a:ea typeface="Poppins"/>
                <a:cs typeface="Poppins"/>
                <a:sym typeface="Poppins"/>
              </a:rPr>
              <a:t>O que acontece depois da venda?</a:t>
            </a:r>
            <a:endParaRPr lang="pt-BR" sz="3200" b="0" i="0" u="none" strike="noStrike" cap="none" dirty="0">
              <a:solidFill>
                <a:srgbClr val="000000"/>
              </a:solidFill>
              <a:latin typeface="Arial"/>
              <a:ea typeface="Arial"/>
              <a:cs typeface="Arial"/>
              <a:sym typeface="Arial"/>
            </a:endParaRPr>
          </a:p>
        </p:txBody>
      </p:sp>
      <p:sp>
        <p:nvSpPr>
          <p:cNvPr id="3854" name="Google Shape;3854;p361"/>
          <p:cNvSpPr txBox="1"/>
          <p:nvPr/>
        </p:nvSpPr>
        <p:spPr>
          <a:xfrm>
            <a:off x="2652326" y="1933882"/>
            <a:ext cx="4710940" cy="2405348"/>
          </a:xfrm>
          <a:prstGeom prst="rect">
            <a:avLst/>
          </a:prstGeom>
          <a:noFill/>
          <a:ln>
            <a:noFill/>
          </a:ln>
        </p:spPr>
        <p:txBody>
          <a:bodyPr spcFirstLastPara="1" wrap="square" lIns="91425" tIns="45700" rIns="91425" bIns="45700" anchor="t" anchorCtr="0">
            <a:noAutofit/>
          </a:bodyPr>
          <a:lstStyle/>
          <a:p>
            <a:pPr marL="0" marR="0" lvl="0" indent="0" algn="l" rtl="0">
              <a:spcAft>
                <a:spcPts val="1200"/>
              </a:spcAft>
              <a:buClr>
                <a:srgbClr val="000000"/>
              </a:buClr>
              <a:buSzPts val="2100"/>
              <a:buFont typeface="Arial"/>
              <a:buNone/>
            </a:pPr>
            <a:r>
              <a:rPr lang="pt-BR" sz="2200" dirty="0">
                <a:solidFill>
                  <a:schemeClr val="dk1"/>
                </a:solidFill>
                <a:latin typeface="Poppins"/>
                <a:ea typeface="Poppins"/>
                <a:cs typeface="Poppins"/>
                <a:sym typeface="Poppins"/>
              </a:rPr>
              <a:t>Na Papelaria Ponto Certo, o produto Caderno já está cadastrado em produtos.</a:t>
            </a:r>
            <a:endParaRPr sz="2200" dirty="0">
              <a:solidFill>
                <a:schemeClr val="dk1"/>
              </a:solidFill>
              <a:latin typeface="Poppins"/>
              <a:ea typeface="Poppins"/>
              <a:cs typeface="Poppins"/>
              <a:sym typeface="Poppins"/>
            </a:endParaRPr>
          </a:p>
          <a:p>
            <a:pPr marL="0" marR="0" lvl="0" indent="0" algn="l" rtl="0">
              <a:spcAft>
                <a:spcPts val="1200"/>
              </a:spcAft>
              <a:buClr>
                <a:srgbClr val="000000"/>
              </a:buClr>
              <a:buSzPts val="2100"/>
              <a:buFont typeface="Arial"/>
              <a:buNone/>
            </a:pPr>
            <a:r>
              <a:rPr lang="pt-BR" sz="2200" dirty="0">
                <a:solidFill>
                  <a:schemeClr val="dk1"/>
                </a:solidFill>
                <a:latin typeface="Poppins"/>
                <a:ea typeface="Poppins"/>
                <a:cs typeface="Poppins"/>
                <a:sym typeface="Poppins"/>
              </a:rPr>
              <a:t>Um cliente compra 3 unidades.</a:t>
            </a:r>
            <a:endParaRPr sz="2200" dirty="0">
              <a:solidFill>
                <a:schemeClr val="dk1"/>
              </a:solidFill>
              <a:latin typeface="Poppins"/>
              <a:ea typeface="Poppins"/>
              <a:cs typeface="Poppins"/>
              <a:sym typeface="Poppins"/>
            </a:endParaRPr>
          </a:p>
          <a:p>
            <a:pPr marL="0" marR="0" lvl="0" indent="0" algn="l" rtl="0">
              <a:spcAft>
                <a:spcPts val="1200"/>
              </a:spcAft>
              <a:buClr>
                <a:srgbClr val="000000"/>
              </a:buClr>
              <a:buSzPts val="2100"/>
              <a:buFont typeface="Arial"/>
              <a:buNone/>
            </a:pPr>
            <a:r>
              <a:rPr lang="pt-BR" sz="2200" dirty="0">
                <a:solidFill>
                  <a:schemeClr val="dk1"/>
                </a:solidFill>
                <a:latin typeface="Poppins"/>
                <a:ea typeface="Poppins"/>
                <a:cs typeface="Poppins"/>
                <a:sym typeface="Poppins"/>
              </a:rPr>
              <a:t>O programa registra a venda e volta ao menu.</a:t>
            </a:r>
            <a:endParaRPr sz="2200" dirty="0">
              <a:solidFill>
                <a:schemeClr val="dk1"/>
              </a:solidFill>
              <a:latin typeface="Poppins"/>
              <a:ea typeface="Poppins"/>
              <a:cs typeface="Poppins"/>
              <a:sym typeface="Poppins"/>
            </a:endParaRPr>
          </a:p>
        </p:txBody>
      </p:sp>
      <p:sp>
        <p:nvSpPr>
          <p:cNvPr id="3855" name="Google Shape;3855;p361"/>
          <p:cNvSpPr txBox="1"/>
          <p:nvPr/>
        </p:nvSpPr>
        <p:spPr>
          <a:xfrm>
            <a:off x="7763099" y="1933882"/>
            <a:ext cx="3755100" cy="2770500"/>
          </a:xfrm>
          <a:prstGeom prst="rect">
            <a:avLst/>
          </a:prstGeom>
          <a:solidFill>
            <a:schemeClr val="tx1"/>
          </a:solid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pt-BR" sz="2100" dirty="0">
                <a:solidFill>
                  <a:srgbClr val="87C3FF"/>
                </a:solidFill>
                <a:latin typeface="Poppins"/>
                <a:ea typeface="Poppins"/>
                <a:cs typeface="Poppins"/>
                <a:sym typeface="Poppins"/>
              </a:rPr>
              <a:t>produtos</a:t>
            </a:r>
            <a:endParaRPr sz="2100" dirty="0">
              <a:solidFill>
                <a:srgbClr val="87C3FF"/>
              </a:solidFill>
              <a:latin typeface="Poppins"/>
              <a:ea typeface="Poppins"/>
              <a:cs typeface="Poppins"/>
              <a:sym typeface="Poppins"/>
            </a:endParaRPr>
          </a:p>
          <a:p>
            <a:pPr marL="0" lvl="0" indent="0" algn="l" rtl="0">
              <a:lnSpc>
                <a:spcPct val="100000"/>
              </a:lnSpc>
              <a:spcBef>
                <a:spcPts val="0"/>
              </a:spcBef>
              <a:spcAft>
                <a:spcPts val="0"/>
              </a:spcAft>
              <a:buNone/>
            </a:pPr>
            <a:r>
              <a:rPr lang="pt-BR" sz="2100" dirty="0">
                <a:solidFill>
                  <a:srgbClr val="F0F0F0"/>
                </a:solidFill>
                <a:latin typeface="Poppins"/>
                <a:ea typeface="Poppins"/>
                <a:cs typeface="Poppins"/>
                <a:sym typeface="Poppins"/>
              </a:rPr>
              <a:t>Caderno </a:t>
            </a:r>
            <a:r>
              <a:rPr lang="pt-BR" sz="2100" dirty="0">
                <a:solidFill>
                  <a:srgbClr val="D6D6DD"/>
                </a:solidFill>
                <a:latin typeface="Poppins"/>
                <a:ea typeface="Poppins"/>
                <a:cs typeface="Poppins"/>
                <a:sym typeface="Poppins"/>
              </a:rPr>
              <a:t>|</a:t>
            </a:r>
            <a:r>
              <a:rPr lang="pt-BR" sz="2100" dirty="0">
                <a:solidFill>
                  <a:srgbClr val="F0F0F0"/>
                </a:solidFill>
                <a:latin typeface="Poppins"/>
                <a:ea typeface="Poppins"/>
                <a:cs typeface="Poppins"/>
                <a:sym typeface="Poppins"/>
              </a:rPr>
              <a:t> R</a:t>
            </a:r>
            <a:r>
              <a:rPr lang="pt-BR" sz="2100" dirty="0">
                <a:solidFill>
                  <a:srgbClr val="D6D6DD"/>
                </a:solidFill>
                <a:latin typeface="Poppins"/>
                <a:ea typeface="Poppins"/>
                <a:cs typeface="Poppins"/>
                <a:sym typeface="Poppins"/>
              </a:rPr>
              <a:t>$</a:t>
            </a:r>
            <a:r>
              <a:rPr lang="pt-BR" sz="2100" dirty="0">
                <a:solidFill>
                  <a:srgbClr val="F0F0F0"/>
                </a:solidFill>
                <a:latin typeface="Poppins"/>
                <a:ea typeface="Poppins"/>
                <a:cs typeface="Poppins"/>
                <a:sym typeface="Poppins"/>
              </a:rPr>
              <a:t> </a:t>
            </a:r>
            <a:r>
              <a:rPr lang="pt-BR" sz="2100" dirty="0">
                <a:solidFill>
                  <a:srgbClr val="EBC88D"/>
                </a:solidFill>
                <a:latin typeface="Poppins"/>
                <a:ea typeface="Poppins"/>
                <a:cs typeface="Poppins"/>
                <a:sym typeface="Poppins"/>
              </a:rPr>
              <a:t>18</a:t>
            </a:r>
            <a:r>
              <a:rPr lang="pt-BR" sz="2100" dirty="0">
                <a:solidFill>
                  <a:srgbClr val="D6D6DD"/>
                </a:solidFill>
                <a:latin typeface="Poppins"/>
                <a:ea typeface="Poppins"/>
                <a:cs typeface="Poppins"/>
                <a:sym typeface="Poppins"/>
              </a:rPr>
              <a:t>,</a:t>
            </a:r>
            <a:r>
              <a:rPr lang="pt-BR" sz="2100" dirty="0">
                <a:solidFill>
                  <a:srgbClr val="EBC88D"/>
                </a:solidFill>
                <a:latin typeface="Poppins"/>
                <a:ea typeface="Poppins"/>
                <a:cs typeface="Poppins"/>
                <a:sym typeface="Poppins"/>
              </a:rPr>
              <a:t>50</a:t>
            </a:r>
            <a:endParaRPr sz="2100" dirty="0">
              <a:solidFill>
                <a:srgbClr val="EBC88D"/>
              </a:solidFill>
              <a:latin typeface="Poppins"/>
              <a:ea typeface="Poppins"/>
              <a:cs typeface="Poppins"/>
              <a:sym typeface="Poppins"/>
            </a:endParaRPr>
          </a:p>
          <a:p>
            <a:pPr marL="0" lvl="0" indent="0" algn="l" rtl="0">
              <a:lnSpc>
                <a:spcPct val="100000"/>
              </a:lnSpc>
              <a:spcBef>
                <a:spcPts val="0"/>
              </a:spcBef>
              <a:spcAft>
                <a:spcPts val="0"/>
              </a:spcAft>
              <a:buNone/>
            </a:pPr>
            <a:r>
              <a:rPr lang="pt-BR" sz="2100" dirty="0">
                <a:solidFill>
                  <a:srgbClr val="F0F0F0"/>
                </a:solidFill>
                <a:latin typeface="Poppins"/>
                <a:ea typeface="Poppins"/>
                <a:cs typeface="Poppins"/>
                <a:sym typeface="Poppins"/>
              </a:rPr>
              <a:t>Caneta  </a:t>
            </a:r>
            <a:r>
              <a:rPr lang="pt-BR" sz="2100" dirty="0">
                <a:solidFill>
                  <a:srgbClr val="D6D6DD"/>
                </a:solidFill>
                <a:latin typeface="Poppins"/>
                <a:ea typeface="Poppins"/>
                <a:cs typeface="Poppins"/>
                <a:sym typeface="Poppins"/>
              </a:rPr>
              <a:t>|</a:t>
            </a:r>
            <a:r>
              <a:rPr lang="pt-BR" sz="2100" dirty="0">
                <a:solidFill>
                  <a:srgbClr val="F0F0F0"/>
                </a:solidFill>
                <a:latin typeface="Poppins"/>
                <a:ea typeface="Poppins"/>
                <a:cs typeface="Poppins"/>
                <a:sym typeface="Poppins"/>
              </a:rPr>
              <a:t> R</a:t>
            </a:r>
            <a:r>
              <a:rPr lang="pt-BR" sz="2100" dirty="0">
                <a:solidFill>
                  <a:srgbClr val="D6D6DD"/>
                </a:solidFill>
                <a:latin typeface="Poppins"/>
                <a:ea typeface="Poppins"/>
                <a:cs typeface="Poppins"/>
                <a:sym typeface="Poppins"/>
              </a:rPr>
              <a:t>$</a:t>
            </a:r>
            <a:r>
              <a:rPr lang="pt-BR" sz="2100" dirty="0">
                <a:solidFill>
                  <a:srgbClr val="F0F0F0"/>
                </a:solidFill>
                <a:latin typeface="Poppins"/>
                <a:ea typeface="Poppins"/>
                <a:cs typeface="Poppins"/>
                <a:sym typeface="Poppins"/>
              </a:rPr>
              <a:t> </a:t>
            </a:r>
            <a:r>
              <a:rPr lang="pt-BR" sz="2100" dirty="0">
                <a:solidFill>
                  <a:srgbClr val="EBC88D"/>
                </a:solidFill>
                <a:latin typeface="Poppins"/>
                <a:ea typeface="Poppins"/>
                <a:cs typeface="Poppins"/>
                <a:sym typeface="Poppins"/>
              </a:rPr>
              <a:t>4</a:t>
            </a:r>
            <a:r>
              <a:rPr lang="pt-BR" sz="2100" dirty="0">
                <a:solidFill>
                  <a:srgbClr val="D6D6DD"/>
                </a:solidFill>
                <a:latin typeface="Poppins"/>
                <a:ea typeface="Poppins"/>
                <a:cs typeface="Poppins"/>
                <a:sym typeface="Poppins"/>
              </a:rPr>
              <a:t>,</a:t>
            </a:r>
            <a:r>
              <a:rPr lang="pt-BR" sz="2100" dirty="0">
                <a:solidFill>
                  <a:srgbClr val="EBC88D"/>
                </a:solidFill>
                <a:latin typeface="Poppins"/>
                <a:ea typeface="Poppins"/>
                <a:cs typeface="Poppins"/>
                <a:sym typeface="Poppins"/>
              </a:rPr>
              <a:t>50</a:t>
            </a:r>
            <a:endParaRPr sz="2100" dirty="0">
              <a:solidFill>
                <a:srgbClr val="EBC88D"/>
              </a:solidFill>
              <a:latin typeface="Poppins"/>
              <a:ea typeface="Poppins"/>
              <a:cs typeface="Poppins"/>
              <a:sym typeface="Poppins"/>
            </a:endParaRPr>
          </a:p>
          <a:p>
            <a:pPr marL="0" lvl="0" indent="0" algn="l" rtl="0">
              <a:spcBef>
                <a:spcPts val="0"/>
              </a:spcBef>
              <a:spcAft>
                <a:spcPts val="0"/>
              </a:spcAft>
              <a:buNone/>
            </a:pPr>
            <a:r>
              <a:rPr lang="pt-BR" sz="2100" dirty="0">
                <a:solidFill>
                  <a:srgbClr val="F0F0F0"/>
                </a:solidFill>
                <a:latin typeface="Poppins"/>
                <a:ea typeface="Poppins"/>
                <a:cs typeface="Poppins"/>
                <a:sym typeface="Poppins"/>
              </a:rPr>
              <a:t>Lápis  </a:t>
            </a:r>
            <a:r>
              <a:rPr lang="pt-BR" sz="2100" dirty="0">
                <a:solidFill>
                  <a:srgbClr val="D6D6DD"/>
                </a:solidFill>
                <a:latin typeface="Poppins"/>
                <a:ea typeface="Poppins"/>
                <a:cs typeface="Poppins"/>
                <a:sym typeface="Poppins"/>
              </a:rPr>
              <a:t>|</a:t>
            </a:r>
            <a:r>
              <a:rPr lang="pt-BR" sz="2100" dirty="0">
                <a:solidFill>
                  <a:srgbClr val="F0F0F0"/>
                </a:solidFill>
                <a:latin typeface="Poppins"/>
                <a:ea typeface="Poppins"/>
                <a:cs typeface="Poppins"/>
                <a:sym typeface="Poppins"/>
              </a:rPr>
              <a:t> R</a:t>
            </a:r>
            <a:r>
              <a:rPr lang="pt-BR" sz="2100" dirty="0">
                <a:solidFill>
                  <a:srgbClr val="D6D6DD"/>
                </a:solidFill>
                <a:latin typeface="Poppins"/>
                <a:ea typeface="Poppins"/>
                <a:cs typeface="Poppins"/>
                <a:sym typeface="Poppins"/>
              </a:rPr>
              <a:t>$</a:t>
            </a:r>
            <a:r>
              <a:rPr lang="pt-BR" sz="2100" dirty="0">
                <a:solidFill>
                  <a:srgbClr val="F0F0F0"/>
                </a:solidFill>
                <a:latin typeface="Poppins"/>
                <a:ea typeface="Poppins"/>
                <a:cs typeface="Poppins"/>
                <a:sym typeface="Poppins"/>
              </a:rPr>
              <a:t> </a:t>
            </a:r>
            <a:r>
              <a:rPr lang="pt-BR" sz="2100" dirty="0">
                <a:solidFill>
                  <a:srgbClr val="EBC88D"/>
                </a:solidFill>
                <a:latin typeface="Poppins"/>
                <a:ea typeface="Poppins"/>
                <a:cs typeface="Poppins"/>
                <a:sym typeface="Poppins"/>
              </a:rPr>
              <a:t>1</a:t>
            </a:r>
            <a:r>
              <a:rPr lang="pt-BR" sz="2100" dirty="0">
                <a:solidFill>
                  <a:srgbClr val="D6D6DD"/>
                </a:solidFill>
                <a:latin typeface="Poppins"/>
                <a:ea typeface="Poppins"/>
                <a:cs typeface="Poppins"/>
                <a:sym typeface="Poppins"/>
              </a:rPr>
              <a:t>,</a:t>
            </a:r>
            <a:r>
              <a:rPr lang="pt-BR" sz="2100" dirty="0">
                <a:solidFill>
                  <a:srgbClr val="EBC88D"/>
                </a:solidFill>
                <a:latin typeface="Poppins"/>
                <a:ea typeface="Poppins"/>
                <a:cs typeface="Poppins"/>
                <a:sym typeface="Poppins"/>
              </a:rPr>
              <a:t>50</a:t>
            </a:r>
            <a:endParaRPr sz="2100" dirty="0">
              <a:solidFill>
                <a:srgbClr val="EBC88D"/>
              </a:solidFill>
              <a:latin typeface="Poppins"/>
              <a:ea typeface="Poppins"/>
              <a:cs typeface="Poppins"/>
              <a:sym typeface="Poppins"/>
            </a:endParaRPr>
          </a:p>
          <a:p>
            <a:pPr marL="0" lvl="0" indent="0" algn="l" rtl="0">
              <a:lnSpc>
                <a:spcPct val="100000"/>
              </a:lnSpc>
              <a:spcBef>
                <a:spcPts val="0"/>
              </a:spcBef>
              <a:spcAft>
                <a:spcPts val="0"/>
              </a:spcAft>
              <a:buNone/>
            </a:pPr>
            <a:endParaRPr sz="2100" dirty="0">
              <a:solidFill>
                <a:srgbClr val="F0F0F0"/>
              </a:solidFill>
              <a:latin typeface="Poppins"/>
              <a:ea typeface="Poppins"/>
              <a:cs typeface="Poppins"/>
              <a:sym typeface="Poppins"/>
            </a:endParaRPr>
          </a:p>
          <a:p>
            <a:pPr marL="0" lvl="0" indent="0" algn="l" rtl="0">
              <a:lnSpc>
                <a:spcPct val="100000"/>
              </a:lnSpc>
              <a:spcBef>
                <a:spcPts val="0"/>
              </a:spcBef>
              <a:spcAft>
                <a:spcPts val="0"/>
              </a:spcAft>
              <a:buNone/>
            </a:pPr>
            <a:r>
              <a:rPr lang="pt-BR" sz="2100" dirty="0">
                <a:solidFill>
                  <a:srgbClr val="87C3FF"/>
                </a:solidFill>
                <a:latin typeface="Poppins"/>
                <a:ea typeface="Poppins"/>
                <a:cs typeface="Poppins"/>
                <a:sym typeface="Poppins"/>
              </a:rPr>
              <a:t>vendas</a:t>
            </a:r>
            <a:endParaRPr sz="2100" dirty="0">
              <a:solidFill>
                <a:srgbClr val="87C3FF"/>
              </a:solidFill>
              <a:latin typeface="Poppins"/>
              <a:ea typeface="Poppins"/>
              <a:cs typeface="Poppins"/>
              <a:sym typeface="Poppins"/>
            </a:endParaRPr>
          </a:p>
          <a:p>
            <a:pPr marL="0" lvl="0" indent="0" algn="l" rtl="0">
              <a:lnSpc>
                <a:spcPct val="100000"/>
              </a:lnSpc>
              <a:spcBef>
                <a:spcPts val="0"/>
              </a:spcBef>
              <a:spcAft>
                <a:spcPts val="0"/>
              </a:spcAft>
              <a:buNone/>
            </a:pPr>
            <a:r>
              <a:rPr lang="pt-BR" sz="2100" dirty="0">
                <a:solidFill>
                  <a:srgbClr val="F0F0F0"/>
                </a:solidFill>
                <a:latin typeface="Poppins"/>
                <a:ea typeface="Poppins"/>
                <a:cs typeface="Poppins"/>
                <a:sym typeface="Poppins"/>
              </a:rPr>
              <a:t>Caderno </a:t>
            </a:r>
            <a:r>
              <a:rPr lang="pt-BR" sz="2100" dirty="0">
                <a:solidFill>
                  <a:srgbClr val="D6D6DD"/>
                </a:solidFill>
                <a:latin typeface="Poppins"/>
                <a:ea typeface="Poppins"/>
                <a:cs typeface="Poppins"/>
                <a:sym typeface="Poppins"/>
              </a:rPr>
              <a:t>|</a:t>
            </a:r>
            <a:r>
              <a:rPr lang="pt-BR" sz="2100" dirty="0">
                <a:solidFill>
                  <a:srgbClr val="F0F0F0"/>
                </a:solidFill>
                <a:latin typeface="Poppins"/>
                <a:ea typeface="Poppins"/>
                <a:cs typeface="Poppins"/>
                <a:sym typeface="Poppins"/>
              </a:rPr>
              <a:t> </a:t>
            </a:r>
            <a:r>
              <a:rPr lang="pt-BR" sz="2100" dirty="0">
                <a:solidFill>
                  <a:srgbClr val="EBC88D"/>
                </a:solidFill>
                <a:latin typeface="Poppins"/>
                <a:ea typeface="Poppins"/>
                <a:cs typeface="Poppins"/>
                <a:sym typeface="Poppins"/>
              </a:rPr>
              <a:t>10</a:t>
            </a:r>
            <a:r>
              <a:rPr lang="pt-BR" sz="2100" dirty="0">
                <a:solidFill>
                  <a:srgbClr val="F0F0F0"/>
                </a:solidFill>
                <a:latin typeface="Poppins"/>
                <a:ea typeface="Poppins"/>
                <a:cs typeface="Poppins"/>
                <a:sym typeface="Poppins"/>
              </a:rPr>
              <a:t> </a:t>
            </a:r>
            <a:r>
              <a:rPr lang="pt-BR" sz="2100" dirty="0">
                <a:solidFill>
                  <a:srgbClr val="D6D6DD"/>
                </a:solidFill>
                <a:latin typeface="Poppins"/>
                <a:ea typeface="Poppins"/>
                <a:cs typeface="Poppins"/>
                <a:sym typeface="Poppins"/>
              </a:rPr>
              <a:t>|</a:t>
            </a:r>
            <a:r>
              <a:rPr lang="pt-BR" sz="2100" dirty="0">
                <a:solidFill>
                  <a:srgbClr val="F0F0F0"/>
                </a:solidFill>
                <a:latin typeface="Poppins"/>
                <a:ea typeface="Poppins"/>
                <a:cs typeface="Poppins"/>
                <a:sym typeface="Poppins"/>
              </a:rPr>
              <a:t> </a:t>
            </a:r>
            <a:r>
              <a:rPr lang="pt-BR" sz="2100" dirty="0">
                <a:solidFill>
                  <a:srgbClr val="EBC88D"/>
                </a:solidFill>
                <a:latin typeface="Poppins"/>
                <a:ea typeface="Poppins"/>
                <a:cs typeface="Poppins"/>
                <a:sym typeface="Poppins"/>
              </a:rPr>
              <a:t>01/08/2026</a:t>
            </a:r>
            <a:endParaRPr sz="2100" dirty="0">
              <a:solidFill>
                <a:srgbClr val="EBC88D"/>
              </a:solidFill>
              <a:latin typeface="Poppins"/>
              <a:ea typeface="Poppins"/>
              <a:cs typeface="Poppins"/>
              <a:sym typeface="Poppins"/>
            </a:endParaRPr>
          </a:p>
          <a:p>
            <a:pPr marL="0" lvl="0" indent="0" algn="l" rtl="0">
              <a:lnSpc>
                <a:spcPct val="100000"/>
              </a:lnSpc>
              <a:spcBef>
                <a:spcPts val="0"/>
              </a:spcBef>
              <a:spcAft>
                <a:spcPts val="0"/>
              </a:spcAft>
              <a:buNone/>
            </a:pPr>
            <a:r>
              <a:rPr lang="pt-BR" sz="2100" dirty="0">
                <a:solidFill>
                  <a:srgbClr val="F0F0F0"/>
                </a:solidFill>
                <a:latin typeface="Poppins"/>
                <a:ea typeface="Poppins"/>
                <a:cs typeface="Poppins"/>
                <a:sym typeface="Poppins"/>
              </a:rPr>
              <a:t>Caneta  </a:t>
            </a:r>
            <a:r>
              <a:rPr lang="pt-BR" sz="2100" dirty="0">
                <a:solidFill>
                  <a:srgbClr val="D6D6DD"/>
                </a:solidFill>
                <a:latin typeface="Poppins"/>
                <a:ea typeface="Poppins"/>
                <a:cs typeface="Poppins"/>
                <a:sym typeface="Poppins"/>
              </a:rPr>
              <a:t>|</a:t>
            </a:r>
            <a:r>
              <a:rPr lang="pt-BR" sz="2100" dirty="0">
                <a:solidFill>
                  <a:srgbClr val="F0F0F0"/>
                </a:solidFill>
                <a:latin typeface="Poppins"/>
                <a:ea typeface="Poppins"/>
                <a:cs typeface="Poppins"/>
                <a:sym typeface="Poppins"/>
              </a:rPr>
              <a:t> </a:t>
            </a:r>
            <a:r>
              <a:rPr lang="pt-BR" sz="2100" dirty="0">
                <a:solidFill>
                  <a:srgbClr val="EBC88D"/>
                </a:solidFill>
                <a:latin typeface="Poppins"/>
                <a:ea typeface="Poppins"/>
                <a:cs typeface="Poppins"/>
                <a:sym typeface="Poppins"/>
              </a:rPr>
              <a:t>5</a:t>
            </a:r>
            <a:r>
              <a:rPr lang="pt-BR" sz="2100" dirty="0">
                <a:solidFill>
                  <a:srgbClr val="F0F0F0"/>
                </a:solidFill>
                <a:latin typeface="Poppins"/>
                <a:ea typeface="Poppins"/>
                <a:cs typeface="Poppins"/>
                <a:sym typeface="Poppins"/>
              </a:rPr>
              <a:t>  </a:t>
            </a:r>
            <a:r>
              <a:rPr lang="pt-BR" sz="2100" dirty="0">
                <a:solidFill>
                  <a:srgbClr val="D6D6DD"/>
                </a:solidFill>
                <a:latin typeface="Poppins"/>
                <a:ea typeface="Poppins"/>
                <a:cs typeface="Poppins"/>
                <a:sym typeface="Poppins"/>
              </a:rPr>
              <a:t>|</a:t>
            </a:r>
            <a:r>
              <a:rPr lang="pt-BR" sz="2100" dirty="0">
                <a:solidFill>
                  <a:srgbClr val="F0F0F0"/>
                </a:solidFill>
                <a:latin typeface="Poppins"/>
                <a:ea typeface="Poppins"/>
                <a:cs typeface="Poppins"/>
                <a:sym typeface="Poppins"/>
              </a:rPr>
              <a:t> </a:t>
            </a:r>
            <a:r>
              <a:rPr lang="pt-BR" sz="2100" dirty="0">
                <a:solidFill>
                  <a:srgbClr val="EBC88D"/>
                </a:solidFill>
                <a:latin typeface="Poppins"/>
                <a:ea typeface="Poppins"/>
                <a:cs typeface="Poppins"/>
                <a:sym typeface="Poppins"/>
              </a:rPr>
              <a:t>02/08/2026</a:t>
            </a:r>
            <a:endParaRPr sz="2100" dirty="0">
              <a:solidFill>
                <a:srgbClr val="EBC88D"/>
              </a:solidFill>
              <a:latin typeface="Poppins"/>
              <a:ea typeface="Poppins"/>
              <a:cs typeface="Poppins"/>
              <a:sym typeface="Poppins"/>
            </a:endParaRPr>
          </a:p>
        </p:txBody>
      </p:sp>
      <p:sp>
        <p:nvSpPr>
          <p:cNvPr id="7" name="CaixaDeTexto 6">
            <a:extLst>
              <a:ext uri="{FF2B5EF4-FFF2-40B4-BE49-F238E27FC236}">
                <a16:creationId xmlns:a16="http://schemas.microsoft.com/office/drawing/2014/main" id="{F3A62064-0805-19F4-DB72-BC123CCF6E5B}"/>
              </a:ext>
            </a:extLst>
          </p:cNvPr>
          <p:cNvSpPr txBox="1"/>
          <p:nvPr/>
        </p:nvSpPr>
        <p:spPr>
          <a:xfrm>
            <a:off x="7742423" y="4737017"/>
            <a:ext cx="3775776" cy="430887"/>
          </a:xfrm>
          <a:prstGeom prst="rect">
            <a:avLst/>
          </a:prstGeom>
          <a:noFill/>
        </p:spPr>
        <p:txBody>
          <a:bodyPr wrap="square">
            <a:spAutoFit/>
          </a:bodyPr>
          <a:lstStyle/>
          <a:p>
            <a:r>
              <a:rPr lang="pt-BR" sz="1100" dirty="0">
                <a:latin typeface="Poppins" panose="00000500000000000000" pitchFamily="2" charset="0"/>
                <a:cs typeface="Poppins" panose="00000500000000000000" pitchFamily="2" charset="0"/>
              </a:rPr>
              <a:t>Produzido. pela SEDUC-SP com apoio da ferramenta ChatGPT.</a:t>
            </a:r>
          </a:p>
        </p:txBody>
      </p:sp>
      <p:pic>
        <p:nvPicPr>
          <p:cNvPr id="8" name="Imagem 7">
            <a:extLst>
              <a:ext uri="{FF2B5EF4-FFF2-40B4-BE49-F238E27FC236}">
                <a16:creationId xmlns:a16="http://schemas.microsoft.com/office/drawing/2014/main" id="{9517CAE1-11D8-DB9C-546E-8712372ECA92}"/>
              </a:ext>
            </a:extLst>
          </p:cNvPr>
          <p:cNvPicPr>
            <a:picLocks noChangeAspect="1"/>
          </p:cNvPicPr>
          <p:nvPr/>
        </p:nvPicPr>
        <p:blipFill>
          <a:blip r:embed="rId3"/>
          <a:stretch>
            <a:fillRect/>
          </a:stretch>
        </p:blipFill>
        <p:spPr>
          <a:xfrm>
            <a:off x="10344679" y="5780279"/>
            <a:ext cx="1744133" cy="406400"/>
          </a:xfrm>
          <a:prstGeom prst="rect">
            <a:avLst/>
          </a:prstGeom>
        </p:spPr>
      </p:pic>
      <p:grpSp>
        <p:nvGrpSpPr>
          <p:cNvPr id="9" name="Gráfico 85">
            <a:extLst>
              <a:ext uri="{FF2B5EF4-FFF2-40B4-BE49-F238E27FC236}">
                <a16:creationId xmlns:a16="http://schemas.microsoft.com/office/drawing/2014/main" id="{7FFE4692-F59F-561C-0E47-BF1225B96946}"/>
              </a:ext>
            </a:extLst>
          </p:cNvPr>
          <p:cNvGrpSpPr/>
          <p:nvPr/>
        </p:nvGrpSpPr>
        <p:grpSpPr>
          <a:xfrm>
            <a:off x="10578305" y="5864526"/>
            <a:ext cx="1172441" cy="199070"/>
            <a:chOff x="2316209" y="1866988"/>
            <a:chExt cx="1758662" cy="298605"/>
          </a:xfrm>
          <a:solidFill>
            <a:srgbClr val="FFFFFF"/>
          </a:solidFill>
        </p:grpSpPr>
        <p:sp>
          <p:nvSpPr>
            <p:cNvPr id="10" name="Forma Livre 150">
              <a:extLst>
                <a:ext uri="{FF2B5EF4-FFF2-40B4-BE49-F238E27FC236}">
                  <a16:creationId xmlns:a16="http://schemas.microsoft.com/office/drawing/2014/main" id="{F1155D24-940F-C32A-D882-8FB133CCAB78}"/>
                </a:ext>
              </a:extLst>
            </p:cNvPr>
            <p:cNvSpPr/>
            <p:nvPr/>
          </p:nvSpPr>
          <p:spPr>
            <a:xfrm>
              <a:off x="2316209" y="1900613"/>
              <a:ext cx="256393" cy="263805"/>
            </a:xfrm>
            <a:custGeom>
              <a:avLst/>
              <a:gdLst>
                <a:gd name="connsiteX0" fmla="*/ 16815 w 256393"/>
                <a:gd name="connsiteY0" fmla="*/ 63645 h 263805"/>
                <a:gd name="connsiteX1" fmla="*/ 63695 w 256393"/>
                <a:gd name="connsiteY1" fmla="*/ 16771 h 263805"/>
                <a:gd name="connsiteX2" fmla="*/ 131891 w 256393"/>
                <a:gd name="connsiteY2" fmla="*/ 0 h 263805"/>
                <a:gd name="connsiteX3" fmla="*/ 211892 w 256393"/>
                <a:gd name="connsiteY3" fmla="*/ 24318 h 263805"/>
                <a:gd name="connsiteX4" fmla="*/ 256394 w 256393"/>
                <a:gd name="connsiteY4" fmla="*/ 90730 h 263805"/>
                <a:gd name="connsiteX5" fmla="*/ 186159 w 256393"/>
                <a:gd name="connsiteY5" fmla="*/ 90730 h 263805"/>
                <a:gd name="connsiteX6" fmla="*/ 163909 w 256393"/>
                <a:gd name="connsiteY6" fmla="*/ 65993 h 263805"/>
                <a:gd name="connsiteX7" fmla="*/ 131212 w 256393"/>
                <a:gd name="connsiteY7" fmla="*/ 57524 h 263805"/>
                <a:gd name="connsiteX8" fmla="*/ 83398 w 256393"/>
                <a:gd name="connsiteY8" fmla="*/ 77817 h 263805"/>
                <a:gd name="connsiteX9" fmla="*/ 65054 w 256393"/>
                <a:gd name="connsiteY9" fmla="*/ 132071 h 263805"/>
                <a:gd name="connsiteX10" fmla="*/ 83398 w 256393"/>
                <a:gd name="connsiteY10" fmla="*/ 186324 h 263805"/>
                <a:gd name="connsiteX11" fmla="*/ 131212 w 256393"/>
                <a:gd name="connsiteY11" fmla="*/ 206617 h 263805"/>
                <a:gd name="connsiteX12" fmla="*/ 163909 w 256393"/>
                <a:gd name="connsiteY12" fmla="*/ 198148 h 263805"/>
                <a:gd name="connsiteX13" fmla="*/ 186159 w 256393"/>
                <a:gd name="connsiteY13" fmla="*/ 173411 h 263805"/>
                <a:gd name="connsiteX14" fmla="*/ 256394 w 256393"/>
                <a:gd name="connsiteY14" fmla="*/ 173411 h 263805"/>
                <a:gd name="connsiteX15" fmla="*/ 211892 w 256393"/>
                <a:gd name="connsiteY15" fmla="*/ 239656 h 263805"/>
                <a:gd name="connsiteX16" fmla="*/ 131891 w 256393"/>
                <a:gd name="connsiteY16" fmla="*/ 263806 h 263805"/>
                <a:gd name="connsiteX17" fmla="*/ 63695 w 256393"/>
                <a:gd name="connsiteY17" fmla="*/ 247035 h 263805"/>
                <a:gd name="connsiteX18" fmla="*/ 16815 w 256393"/>
                <a:gd name="connsiteY18" fmla="*/ 200328 h 263805"/>
                <a:gd name="connsiteX19" fmla="*/ 0 w 256393"/>
                <a:gd name="connsiteY19" fmla="*/ 132071 h 263805"/>
                <a:gd name="connsiteX20" fmla="*/ 16815 w 256393"/>
                <a:gd name="connsiteY20" fmla="*/ 63645 h 263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6393" h="263805">
                  <a:moveTo>
                    <a:pt x="16815" y="63645"/>
                  </a:moveTo>
                  <a:cubicBezTo>
                    <a:pt x="28026" y="43604"/>
                    <a:pt x="43652" y="28007"/>
                    <a:pt x="63695" y="16771"/>
                  </a:cubicBezTo>
                  <a:cubicBezTo>
                    <a:pt x="83738" y="5618"/>
                    <a:pt x="106498" y="0"/>
                    <a:pt x="131891" y="0"/>
                  </a:cubicBezTo>
                  <a:cubicBezTo>
                    <a:pt x="163059" y="0"/>
                    <a:pt x="189726" y="8134"/>
                    <a:pt x="211892" y="24318"/>
                  </a:cubicBezTo>
                  <a:cubicBezTo>
                    <a:pt x="234058" y="40586"/>
                    <a:pt x="248920" y="62723"/>
                    <a:pt x="256394" y="90730"/>
                  </a:cubicBezTo>
                  <a:lnTo>
                    <a:pt x="186159" y="90730"/>
                  </a:lnTo>
                  <a:cubicBezTo>
                    <a:pt x="180894" y="79913"/>
                    <a:pt x="173505" y="71696"/>
                    <a:pt x="163909" y="65993"/>
                  </a:cubicBezTo>
                  <a:cubicBezTo>
                    <a:pt x="154312" y="60375"/>
                    <a:pt x="143441" y="57524"/>
                    <a:pt x="131212" y="57524"/>
                  </a:cubicBezTo>
                  <a:cubicBezTo>
                    <a:pt x="111509" y="57524"/>
                    <a:pt x="95543" y="64316"/>
                    <a:pt x="83398" y="77817"/>
                  </a:cubicBezTo>
                  <a:cubicBezTo>
                    <a:pt x="71169" y="91317"/>
                    <a:pt x="65054" y="109430"/>
                    <a:pt x="65054" y="132071"/>
                  </a:cubicBezTo>
                  <a:cubicBezTo>
                    <a:pt x="65054" y="154711"/>
                    <a:pt x="71169" y="172824"/>
                    <a:pt x="83398" y="186324"/>
                  </a:cubicBezTo>
                  <a:cubicBezTo>
                    <a:pt x="95627" y="199825"/>
                    <a:pt x="111509" y="206617"/>
                    <a:pt x="131212" y="206617"/>
                  </a:cubicBezTo>
                  <a:cubicBezTo>
                    <a:pt x="143441" y="206617"/>
                    <a:pt x="154312" y="203766"/>
                    <a:pt x="163909" y="198148"/>
                  </a:cubicBezTo>
                  <a:cubicBezTo>
                    <a:pt x="173505" y="192530"/>
                    <a:pt x="180894" y="184228"/>
                    <a:pt x="186159" y="173411"/>
                  </a:cubicBezTo>
                  <a:lnTo>
                    <a:pt x="256394" y="173411"/>
                  </a:lnTo>
                  <a:cubicBezTo>
                    <a:pt x="248920" y="201418"/>
                    <a:pt x="234058" y="223556"/>
                    <a:pt x="211892" y="239656"/>
                  </a:cubicBezTo>
                  <a:cubicBezTo>
                    <a:pt x="189726" y="255756"/>
                    <a:pt x="163059" y="263806"/>
                    <a:pt x="131891" y="263806"/>
                  </a:cubicBezTo>
                  <a:cubicBezTo>
                    <a:pt x="106498" y="263806"/>
                    <a:pt x="83738" y="258188"/>
                    <a:pt x="63695" y="247035"/>
                  </a:cubicBezTo>
                  <a:cubicBezTo>
                    <a:pt x="43652" y="235882"/>
                    <a:pt x="28026" y="220285"/>
                    <a:pt x="16815" y="200328"/>
                  </a:cubicBezTo>
                  <a:cubicBezTo>
                    <a:pt x="5605" y="180371"/>
                    <a:pt x="0" y="157646"/>
                    <a:pt x="0" y="132071"/>
                  </a:cubicBezTo>
                  <a:cubicBezTo>
                    <a:pt x="0" y="106495"/>
                    <a:pt x="5605" y="83687"/>
                    <a:pt x="16815" y="63645"/>
                  </a:cubicBezTo>
                  <a:close/>
                </a:path>
              </a:pathLst>
            </a:custGeom>
            <a:solidFill>
              <a:srgbClr val="FFFFFF"/>
            </a:solidFill>
            <a:ln w="0" cap="flat">
              <a:noFill/>
              <a:prstDash val="solid"/>
              <a:miter/>
            </a:ln>
          </p:spPr>
          <p:txBody>
            <a:bodyPr rtlCol="0" anchor="ctr"/>
            <a:lstStyle/>
            <a:p>
              <a:endParaRPr lang="pt-BR" sz="622"/>
            </a:p>
          </p:txBody>
        </p:sp>
        <p:sp>
          <p:nvSpPr>
            <p:cNvPr id="11" name="Forma Livre 151">
              <a:extLst>
                <a:ext uri="{FF2B5EF4-FFF2-40B4-BE49-F238E27FC236}">
                  <a16:creationId xmlns:a16="http://schemas.microsoft.com/office/drawing/2014/main" id="{F2F4BB99-9015-A6DF-CEF7-FB35EF3CE956}"/>
                </a:ext>
              </a:extLst>
            </p:cNvPr>
            <p:cNvSpPr/>
            <p:nvPr/>
          </p:nvSpPr>
          <p:spPr>
            <a:xfrm>
              <a:off x="2599100" y="1953777"/>
              <a:ext cx="216733" cy="211816"/>
            </a:xfrm>
            <a:custGeom>
              <a:avLst/>
              <a:gdLst>
                <a:gd name="connsiteX0" fmla="*/ 52485 w 216733"/>
                <a:gd name="connsiteY0" fmla="*/ 198903 h 211816"/>
                <a:gd name="connsiteX1" fmla="*/ 14013 w 216733"/>
                <a:gd name="connsiteY1" fmla="*/ 162007 h 211816"/>
                <a:gd name="connsiteX2" fmla="*/ 0 w 216733"/>
                <a:gd name="connsiteY2" fmla="*/ 105908 h 211816"/>
                <a:gd name="connsiteX3" fmla="*/ 14183 w 216733"/>
                <a:gd name="connsiteY3" fmla="*/ 49977 h 211816"/>
                <a:gd name="connsiteX4" fmla="*/ 53079 w 216733"/>
                <a:gd name="connsiteY4" fmla="*/ 12914 h 211816"/>
                <a:gd name="connsiteX5" fmla="*/ 108367 w 216733"/>
                <a:gd name="connsiteY5" fmla="*/ 0 h 211816"/>
                <a:gd name="connsiteX6" fmla="*/ 163654 w 216733"/>
                <a:gd name="connsiteY6" fmla="*/ 12914 h 211816"/>
                <a:gd name="connsiteX7" fmla="*/ 202550 w 216733"/>
                <a:gd name="connsiteY7" fmla="*/ 49977 h 211816"/>
                <a:gd name="connsiteX8" fmla="*/ 216733 w 216733"/>
                <a:gd name="connsiteY8" fmla="*/ 105908 h 211816"/>
                <a:gd name="connsiteX9" fmla="*/ 202380 w 216733"/>
                <a:gd name="connsiteY9" fmla="*/ 161839 h 211816"/>
                <a:gd name="connsiteX10" fmla="*/ 163144 w 216733"/>
                <a:gd name="connsiteY10" fmla="*/ 198903 h 211816"/>
                <a:gd name="connsiteX11" fmla="*/ 107687 w 216733"/>
                <a:gd name="connsiteY11" fmla="*/ 211816 h 211816"/>
                <a:gd name="connsiteX12" fmla="*/ 52570 w 216733"/>
                <a:gd name="connsiteY12" fmla="*/ 198903 h 211816"/>
                <a:gd name="connsiteX13" fmla="*/ 138855 w 216733"/>
                <a:gd name="connsiteY13" fmla="*/ 143894 h 211816"/>
                <a:gd name="connsiteX14" fmla="*/ 151764 w 216733"/>
                <a:gd name="connsiteY14" fmla="*/ 105908 h 211816"/>
                <a:gd name="connsiteX15" fmla="*/ 139280 w 216733"/>
                <a:gd name="connsiteY15" fmla="*/ 67922 h 211816"/>
                <a:gd name="connsiteX16" fmla="*/ 108451 w 216733"/>
                <a:gd name="connsiteY16" fmla="*/ 54673 h 211816"/>
                <a:gd name="connsiteX17" fmla="*/ 77453 w 216733"/>
                <a:gd name="connsiteY17" fmla="*/ 67754 h 211816"/>
                <a:gd name="connsiteX18" fmla="*/ 65139 w 216733"/>
                <a:gd name="connsiteY18" fmla="*/ 105908 h 211816"/>
                <a:gd name="connsiteX19" fmla="*/ 77283 w 216733"/>
                <a:gd name="connsiteY19" fmla="*/ 143894 h 211816"/>
                <a:gd name="connsiteX20" fmla="*/ 107772 w 216733"/>
                <a:gd name="connsiteY20" fmla="*/ 157143 h 211816"/>
                <a:gd name="connsiteX21" fmla="*/ 138940 w 216733"/>
                <a:gd name="connsiteY21" fmla="*/ 143894 h 211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6733" h="211816">
                  <a:moveTo>
                    <a:pt x="52485" y="198903"/>
                  </a:moveTo>
                  <a:cubicBezTo>
                    <a:pt x="36179" y="190266"/>
                    <a:pt x="23355" y="178023"/>
                    <a:pt x="14013" y="162007"/>
                  </a:cubicBezTo>
                  <a:cubicBezTo>
                    <a:pt x="4671" y="145991"/>
                    <a:pt x="0" y="127291"/>
                    <a:pt x="0" y="105908"/>
                  </a:cubicBezTo>
                  <a:cubicBezTo>
                    <a:pt x="0" y="84525"/>
                    <a:pt x="4756" y="66077"/>
                    <a:pt x="14183" y="49977"/>
                  </a:cubicBezTo>
                  <a:cubicBezTo>
                    <a:pt x="23610" y="33877"/>
                    <a:pt x="36603" y="21467"/>
                    <a:pt x="53079" y="12914"/>
                  </a:cubicBezTo>
                  <a:cubicBezTo>
                    <a:pt x="69555" y="4277"/>
                    <a:pt x="87984" y="0"/>
                    <a:pt x="108367" y="0"/>
                  </a:cubicBezTo>
                  <a:cubicBezTo>
                    <a:pt x="128749" y="0"/>
                    <a:pt x="147263" y="4277"/>
                    <a:pt x="163654" y="12914"/>
                  </a:cubicBezTo>
                  <a:cubicBezTo>
                    <a:pt x="180130" y="21551"/>
                    <a:pt x="193038" y="33877"/>
                    <a:pt x="202550" y="49977"/>
                  </a:cubicBezTo>
                  <a:cubicBezTo>
                    <a:pt x="211977" y="66077"/>
                    <a:pt x="216733" y="84693"/>
                    <a:pt x="216733" y="105908"/>
                  </a:cubicBezTo>
                  <a:cubicBezTo>
                    <a:pt x="216733" y="127123"/>
                    <a:pt x="211892" y="145739"/>
                    <a:pt x="202380" y="161839"/>
                  </a:cubicBezTo>
                  <a:cubicBezTo>
                    <a:pt x="192784" y="177939"/>
                    <a:pt x="179705" y="190349"/>
                    <a:pt x="163144" y="198903"/>
                  </a:cubicBezTo>
                  <a:cubicBezTo>
                    <a:pt x="146584" y="207540"/>
                    <a:pt x="128069" y="211816"/>
                    <a:pt x="107687" y="211816"/>
                  </a:cubicBezTo>
                  <a:cubicBezTo>
                    <a:pt x="87305" y="211816"/>
                    <a:pt x="68876" y="207540"/>
                    <a:pt x="52570" y="198903"/>
                  </a:cubicBezTo>
                  <a:close/>
                  <a:moveTo>
                    <a:pt x="138855" y="143894"/>
                  </a:moveTo>
                  <a:cubicBezTo>
                    <a:pt x="147433" y="135006"/>
                    <a:pt x="151764" y="122344"/>
                    <a:pt x="151764" y="105908"/>
                  </a:cubicBezTo>
                  <a:cubicBezTo>
                    <a:pt x="151764" y="89473"/>
                    <a:pt x="147603" y="76727"/>
                    <a:pt x="139280" y="67922"/>
                  </a:cubicBezTo>
                  <a:cubicBezTo>
                    <a:pt x="130957" y="59033"/>
                    <a:pt x="120681" y="54673"/>
                    <a:pt x="108451" y="54673"/>
                  </a:cubicBezTo>
                  <a:cubicBezTo>
                    <a:pt x="96222" y="54673"/>
                    <a:pt x="85691" y="59033"/>
                    <a:pt x="77453" y="67754"/>
                  </a:cubicBezTo>
                  <a:cubicBezTo>
                    <a:pt x="69215" y="76475"/>
                    <a:pt x="65139" y="89221"/>
                    <a:pt x="65139" y="105908"/>
                  </a:cubicBezTo>
                  <a:cubicBezTo>
                    <a:pt x="65139" y="122595"/>
                    <a:pt x="69215" y="135089"/>
                    <a:pt x="77283" y="143894"/>
                  </a:cubicBezTo>
                  <a:cubicBezTo>
                    <a:pt x="85351" y="152783"/>
                    <a:pt x="95543" y="157143"/>
                    <a:pt x="107772" y="157143"/>
                  </a:cubicBezTo>
                  <a:cubicBezTo>
                    <a:pt x="120001" y="157143"/>
                    <a:pt x="130362" y="152699"/>
                    <a:pt x="138940" y="143894"/>
                  </a:cubicBezTo>
                  <a:close/>
                </a:path>
              </a:pathLst>
            </a:custGeom>
            <a:solidFill>
              <a:srgbClr val="FFFFFF"/>
            </a:solidFill>
            <a:ln w="0" cap="flat">
              <a:noFill/>
              <a:prstDash val="solid"/>
              <a:miter/>
            </a:ln>
          </p:spPr>
          <p:txBody>
            <a:bodyPr rtlCol="0" anchor="ctr"/>
            <a:lstStyle/>
            <a:p>
              <a:endParaRPr lang="pt-BR" sz="622"/>
            </a:p>
          </p:txBody>
        </p:sp>
        <p:sp>
          <p:nvSpPr>
            <p:cNvPr id="12" name="Forma Livre 152">
              <a:extLst>
                <a:ext uri="{FF2B5EF4-FFF2-40B4-BE49-F238E27FC236}">
                  <a16:creationId xmlns:a16="http://schemas.microsoft.com/office/drawing/2014/main" id="{7BEDD61C-3192-E67D-1022-C6CAD96378AF}"/>
                </a:ext>
              </a:extLst>
            </p:cNvPr>
            <p:cNvSpPr/>
            <p:nvPr/>
          </p:nvSpPr>
          <p:spPr>
            <a:xfrm>
              <a:off x="2849888"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7"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sz="622"/>
            </a:p>
          </p:txBody>
        </p:sp>
        <p:sp>
          <p:nvSpPr>
            <p:cNvPr id="13" name="Forma Livre 153">
              <a:extLst>
                <a:ext uri="{FF2B5EF4-FFF2-40B4-BE49-F238E27FC236}">
                  <a16:creationId xmlns:a16="http://schemas.microsoft.com/office/drawing/2014/main" id="{C75F0BAA-4344-67F7-9409-DE93566B1C90}"/>
                </a:ext>
              </a:extLst>
            </p:cNvPr>
            <p:cNvSpPr/>
            <p:nvPr/>
          </p:nvSpPr>
          <p:spPr>
            <a:xfrm>
              <a:off x="3086409" y="1906483"/>
              <a:ext cx="131551" cy="256175"/>
            </a:xfrm>
            <a:custGeom>
              <a:avLst/>
              <a:gdLst>
                <a:gd name="connsiteX0" fmla="*/ 131551 w 131551"/>
                <a:gd name="connsiteY0" fmla="*/ 202676 h 256175"/>
                <a:gd name="connsiteX1" fmla="*/ 131551 w 131551"/>
                <a:gd name="connsiteY1" fmla="*/ 256175 h 256175"/>
                <a:gd name="connsiteX2" fmla="*/ 99024 w 131551"/>
                <a:gd name="connsiteY2" fmla="*/ 256175 h 256175"/>
                <a:gd name="connsiteX3" fmla="*/ 44841 w 131551"/>
                <a:gd name="connsiteY3" fmla="*/ 239404 h 256175"/>
                <a:gd name="connsiteX4" fmla="*/ 25393 w 131551"/>
                <a:gd name="connsiteY4" fmla="*/ 184564 h 256175"/>
                <a:gd name="connsiteX5" fmla="*/ 25393 w 131551"/>
                <a:gd name="connsiteY5" fmla="*/ 102638 h 256175"/>
                <a:gd name="connsiteX6" fmla="*/ 0 w 131551"/>
                <a:gd name="connsiteY6" fmla="*/ 102638 h 256175"/>
                <a:gd name="connsiteX7" fmla="*/ 0 w 131551"/>
                <a:gd name="connsiteY7" fmla="*/ 50229 h 256175"/>
                <a:gd name="connsiteX8" fmla="*/ 25393 w 131551"/>
                <a:gd name="connsiteY8" fmla="*/ 50229 h 256175"/>
                <a:gd name="connsiteX9" fmla="*/ 25393 w 131551"/>
                <a:gd name="connsiteY9" fmla="*/ 0 h 256175"/>
                <a:gd name="connsiteX10" fmla="*/ 89343 w 131551"/>
                <a:gd name="connsiteY10" fmla="*/ 0 h 256175"/>
                <a:gd name="connsiteX11" fmla="*/ 89343 w 131551"/>
                <a:gd name="connsiteY11" fmla="*/ 50229 h 256175"/>
                <a:gd name="connsiteX12" fmla="*/ 131212 w 131551"/>
                <a:gd name="connsiteY12" fmla="*/ 50229 h 256175"/>
                <a:gd name="connsiteX13" fmla="*/ 131212 w 131551"/>
                <a:gd name="connsiteY13" fmla="*/ 102638 h 256175"/>
                <a:gd name="connsiteX14" fmla="*/ 89343 w 131551"/>
                <a:gd name="connsiteY14" fmla="*/ 102638 h 256175"/>
                <a:gd name="connsiteX15" fmla="*/ 89343 w 131551"/>
                <a:gd name="connsiteY15" fmla="*/ 185318 h 256175"/>
                <a:gd name="connsiteX16" fmla="*/ 93844 w 131551"/>
                <a:gd name="connsiteY16" fmla="*/ 198567 h 256175"/>
                <a:gd name="connsiteX17" fmla="*/ 108791 w 131551"/>
                <a:gd name="connsiteY17" fmla="*/ 202592 h 256175"/>
                <a:gd name="connsiteX18" fmla="*/ 131551 w 131551"/>
                <a:gd name="connsiteY18" fmla="*/ 202592 h 25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551" h="256175">
                  <a:moveTo>
                    <a:pt x="131551" y="202676"/>
                  </a:moveTo>
                  <a:lnTo>
                    <a:pt x="131551" y="256175"/>
                  </a:lnTo>
                  <a:lnTo>
                    <a:pt x="99024" y="256175"/>
                  </a:lnTo>
                  <a:cubicBezTo>
                    <a:pt x="75839" y="256175"/>
                    <a:pt x="57750" y="250557"/>
                    <a:pt x="44841" y="239404"/>
                  </a:cubicBezTo>
                  <a:cubicBezTo>
                    <a:pt x="31932" y="228252"/>
                    <a:pt x="25393" y="209971"/>
                    <a:pt x="25393" y="184564"/>
                  </a:cubicBezTo>
                  <a:lnTo>
                    <a:pt x="25393" y="102638"/>
                  </a:lnTo>
                  <a:lnTo>
                    <a:pt x="0" y="102638"/>
                  </a:lnTo>
                  <a:lnTo>
                    <a:pt x="0" y="50229"/>
                  </a:lnTo>
                  <a:lnTo>
                    <a:pt x="25393" y="50229"/>
                  </a:lnTo>
                  <a:lnTo>
                    <a:pt x="25393" y="0"/>
                  </a:lnTo>
                  <a:lnTo>
                    <a:pt x="89343" y="0"/>
                  </a:lnTo>
                  <a:lnTo>
                    <a:pt x="89343" y="50229"/>
                  </a:lnTo>
                  <a:lnTo>
                    <a:pt x="131212" y="50229"/>
                  </a:lnTo>
                  <a:lnTo>
                    <a:pt x="131212" y="102638"/>
                  </a:lnTo>
                  <a:lnTo>
                    <a:pt x="89343" y="102638"/>
                  </a:lnTo>
                  <a:lnTo>
                    <a:pt x="89343" y="185318"/>
                  </a:lnTo>
                  <a:cubicBezTo>
                    <a:pt x="89343" y="191440"/>
                    <a:pt x="90872" y="195884"/>
                    <a:pt x="93844" y="198567"/>
                  </a:cubicBezTo>
                  <a:cubicBezTo>
                    <a:pt x="96816" y="201251"/>
                    <a:pt x="101827" y="202592"/>
                    <a:pt x="108791" y="202592"/>
                  </a:cubicBezTo>
                  <a:lnTo>
                    <a:pt x="131551" y="202592"/>
                  </a:lnTo>
                  <a:close/>
                </a:path>
              </a:pathLst>
            </a:custGeom>
            <a:solidFill>
              <a:srgbClr val="FFFFFF"/>
            </a:solidFill>
            <a:ln w="0" cap="flat">
              <a:noFill/>
              <a:prstDash val="solid"/>
              <a:miter/>
            </a:ln>
          </p:spPr>
          <p:txBody>
            <a:bodyPr rtlCol="0" anchor="ctr"/>
            <a:lstStyle/>
            <a:p>
              <a:endParaRPr lang="pt-BR" sz="622"/>
            </a:p>
          </p:txBody>
        </p:sp>
        <p:sp>
          <p:nvSpPr>
            <p:cNvPr id="14" name="Forma Livre 154">
              <a:extLst>
                <a:ext uri="{FF2B5EF4-FFF2-40B4-BE49-F238E27FC236}">
                  <a16:creationId xmlns:a16="http://schemas.microsoft.com/office/drawing/2014/main" id="{829E05A3-4EFA-CA55-5C45-40792C10CB64}"/>
                </a:ext>
              </a:extLst>
            </p:cNvPr>
            <p:cNvSpPr/>
            <p:nvPr/>
          </p:nvSpPr>
          <p:spPr>
            <a:xfrm>
              <a:off x="3247515" y="1866988"/>
              <a:ext cx="75754" cy="295586"/>
            </a:xfrm>
            <a:custGeom>
              <a:avLst/>
              <a:gdLst>
                <a:gd name="connsiteX0" fmla="*/ 10616 w 75754"/>
                <a:gd name="connsiteY0" fmla="*/ 58530 h 295586"/>
                <a:gd name="connsiteX1" fmla="*/ 0 w 75754"/>
                <a:gd name="connsiteY1" fmla="*/ 34380 h 295586"/>
                <a:gd name="connsiteX2" fmla="*/ 10616 w 75754"/>
                <a:gd name="connsiteY2" fmla="*/ 9811 h 295586"/>
                <a:gd name="connsiteX3" fmla="*/ 38047 w 75754"/>
                <a:gd name="connsiteY3" fmla="*/ 0 h 295586"/>
                <a:gd name="connsiteX4" fmla="*/ 65139 w 75754"/>
                <a:gd name="connsiteY4" fmla="*/ 9811 h 295586"/>
                <a:gd name="connsiteX5" fmla="*/ 75755 w 75754"/>
                <a:gd name="connsiteY5" fmla="*/ 34380 h 295586"/>
                <a:gd name="connsiteX6" fmla="*/ 65139 w 75754"/>
                <a:gd name="connsiteY6" fmla="*/ 58530 h 295586"/>
                <a:gd name="connsiteX7" fmla="*/ 38047 w 75754"/>
                <a:gd name="connsiteY7" fmla="*/ 68341 h 295586"/>
                <a:gd name="connsiteX8" fmla="*/ 10616 w 75754"/>
                <a:gd name="connsiteY8" fmla="*/ 58530 h 295586"/>
                <a:gd name="connsiteX9" fmla="*/ 69895 w 75754"/>
                <a:gd name="connsiteY9" fmla="*/ 89724 h 295586"/>
                <a:gd name="connsiteX10" fmla="*/ 69895 w 75754"/>
                <a:gd name="connsiteY10" fmla="*/ 295587 h 295586"/>
                <a:gd name="connsiteX11" fmla="*/ 5945 w 75754"/>
                <a:gd name="connsiteY11" fmla="*/ 295587 h 295586"/>
                <a:gd name="connsiteX12" fmla="*/ 5945 w 75754"/>
                <a:gd name="connsiteY12" fmla="*/ 89724 h 295586"/>
                <a:gd name="connsiteX13" fmla="*/ 69895 w 75754"/>
                <a:gd name="connsiteY13" fmla="*/ 89724 h 295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754" h="295586">
                  <a:moveTo>
                    <a:pt x="10616" y="58530"/>
                  </a:moveTo>
                  <a:cubicBezTo>
                    <a:pt x="3482" y="51990"/>
                    <a:pt x="0" y="43940"/>
                    <a:pt x="0" y="34380"/>
                  </a:cubicBezTo>
                  <a:cubicBezTo>
                    <a:pt x="0" y="24821"/>
                    <a:pt x="3567" y="16352"/>
                    <a:pt x="10616" y="9811"/>
                  </a:cubicBezTo>
                  <a:cubicBezTo>
                    <a:pt x="17665" y="3270"/>
                    <a:pt x="26837" y="0"/>
                    <a:pt x="38047" y="0"/>
                  </a:cubicBezTo>
                  <a:cubicBezTo>
                    <a:pt x="49257" y="0"/>
                    <a:pt x="58005" y="3270"/>
                    <a:pt x="65139" y="9811"/>
                  </a:cubicBezTo>
                  <a:cubicBezTo>
                    <a:pt x="72273" y="16352"/>
                    <a:pt x="75755" y="24485"/>
                    <a:pt x="75755" y="34380"/>
                  </a:cubicBezTo>
                  <a:cubicBezTo>
                    <a:pt x="75755" y="44275"/>
                    <a:pt x="72188" y="52074"/>
                    <a:pt x="65139" y="58530"/>
                  </a:cubicBezTo>
                  <a:cubicBezTo>
                    <a:pt x="58090" y="64987"/>
                    <a:pt x="49003" y="68341"/>
                    <a:pt x="38047" y="68341"/>
                  </a:cubicBezTo>
                  <a:cubicBezTo>
                    <a:pt x="27092" y="68341"/>
                    <a:pt x="17665" y="65071"/>
                    <a:pt x="10616" y="58530"/>
                  </a:cubicBezTo>
                  <a:close/>
                  <a:moveTo>
                    <a:pt x="69895" y="89724"/>
                  </a:moveTo>
                  <a:lnTo>
                    <a:pt x="69895" y="295587"/>
                  </a:lnTo>
                  <a:lnTo>
                    <a:pt x="5945" y="295587"/>
                  </a:lnTo>
                  <a:lnTo>
                    <a:pt x="5945" y="89724"/>
                  </a:lnTo>
                  <a:lnTo>
                    <a:pt x="69895" y="89724"/>
                  </a:lnTo>
                  <a:close/>
                </a:path>
              </a:pathLst>
            </a:custGeom>
            <a:solidFill>
              <a:srgbClr val="FFFFFF"/>
            </a:solidFill>
            <a:ln w="0" cap="flat">
              <a:noFill/>
              <a:prstDash val="solid"/>
              <a:miter/>
            </a:ln>
          </p:spPr>
          <p:txBody>
            <a:bodyPr rtlCol="0" anchor="ctr"/>
            <a:lstStyle/>
            <a:p>
              <a:endParaRPr lang="pt-BR" sz="622"/>
            </a:p>
          </p:txBody>
        </p:sp>
        <p:sp>
          <p:nvSpPr>
            <p:cNvPr id="15" name="Forma Livre 155">
              <a:extLst>
                <a:ext uri="{FF2B5EF4-FFF2-40B4-BE49-F238E27FC236}">
                  <a16:creationId xmlns:a16="http://schemas.microsoft.com/office/drawing/2014/main" id="{8B0C25AF-EDE9-8973-6AB2-1E0BD1050F27}"/>
                </a:ext>
              </a:extLst>
            </p:cNvPr>
            <p:cNvSpPr/>
            <p:nvPr/>
          </p:nvSpPr>
          <p:spPr>
            <a:xfrm>
              <a:off x="3363695"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6"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sz="622"/>
            </a:p>
          </p:txBody>
        </p:sp>
        <p:sp>
          <p:nvSpPr>
            <p:cNvPr id="16" name="Forma Livre 156">
              <a:extLst>
                <a:ext uri="{FF2B5EF4-FFF2-40B4-BE49-F238E27FC236}">
                  <a16:creationId xmlns:a16="http://schemas.microsoft.com/office/drawing/2014/main" id="{7F6CA07A-EE14-FD6D-3199-BAB1E549AADA}"/>
                </a:ext>
              </a:extLst>
            </p:cNvPr>
            <p:cNvSpPr/>
            <p:nvPr/>
          </p:nvSpPr>
          <p:spPr>
            <a:xfrm>
              <a:off x="3613804" y="1956712"/>
              <a:ext cx="207900" cy="208126"/>
            </a:xfrm>
            <a:custGeom>
              <a:avLst/>
              <a:gdLst>
                <a:gd name="connsiteX0" fmla="*/ 207731 w 207900"/>
                <a:gd name="connsiteY0" fmla="*/ 0 h 208126"/>
                <a:gd name="connsiteX1" fmla="*/ 207731 w 207900"/>
                <a:gd name="connsiteY1" fmla="*/ 205863 h 208126"/>
                <a:gd name="connsiteX2" fmla="*/ 143781 w 207900"/>
                <a:gd name="connsiteY2" fmla="*/ 205863 h 208126"/>
                <a:gd name="connsiteX3" fmla="*/ 143781 w 207900"/>
                <a:gd name="connsiteY3" fmla="*/ 177855 h 208126"/>
                <a:gd name="connsiteX4" fmla="*/ 117454 w 207900"/>
                <a:gd name="connsiteY4" fmla="*/ 199825 h 208126"/>
                <a:gd name="connsiteX5" fmla="*/ 80680 w 207900"/>
                <a:gd name="connsiteY5" fmla="*/ 208127 h 208126"/>
                <a:gd name="connsiteX6" fmla="*/ 38472 w 207900"/>
                <a:gd name="connsiteY6" fmla="*/ 197645 h 208126"/>
                <a:gd name="connsiteX7" fmla="*/ 10106 w 207900"/>
                <a:gd name="connsiteY7" fmla="*/ 167206 h 208126"/>
                <a:gd name="connsiteX8" fmla="*/ 0 w 207900"/>
                <a:gd name="connsiteY8" fmla="*/ 120331 h 208126"/>
                <a:gd name="connsiteX9" fmla="*/ 0 w 207900"/>
                <a:gd name="connsiteY9" fmla="*/ 0 h 208126"/>
                <a:gd name="connsiteX10" fmla="*/ 63525 w 207900"/>
                <a:gd name="connsiteY10" fmla="*/ 0 h 208126"/>
                <a:gd name="connsiteX11" fmla="*/ 63525 w 207900"/>
                <a:gd name="connsiteY11" fmla="*/ 111778 h 208126"/>
                <a:gd name="connsiteX12" fmla="*/ 74396 w 207900"/>
                <a:gd name="connsiteY12" fmla="*/ 143894 h 208126"/>
                <a:gd name="connsiteX13" fmla="*/ 103526 w 207900"/>
                <a:gd name="connsiteY13" fmla="*/ 155298 h 208126"/>
                <a:gd name="connsiteX14" fmla="*/ 133080 w 207900"/>
                <a:gd name="connsiteY14" fmla="*/ 143894 h 208126"/>
                <a:gd name="connsiteX15" fmla="*/ 143951 w 207900"/>
                <a:gd name="connsiteY15" fmla="*/ 111778 h 208126"/>
                <a:gd name="connsiteX16" fmla="*/ 143951 w 207900"/>
                <a:gd name="connsiteY16" fmla="*/ 0 h 208126"/>
                <a:gd name="connsiteX17" fmla="*/ 207901 w 207900"/>
                <a:gd name="connsiteY17" fmla="*/ 0 h 208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7900" h="208126">
                  <a:moveTo>
                    <a:pt x="207731" y="0"/>
                  </a:moveTo>
                  <a:lnTo>
                    <a:pt x="207731" y="205863"/>
                  </a:lnTo>
                  <a:lnTo>
                    <a:pt x="143781" y="205863"/>
                  </a:lnTo>
                  <a:lnTo>
                    <a:pt x="143781" y="177855"/>
                  </a:lnTo>
                  <a:cubicBezTo>
                    <a:pt x="137326" y="186995"/>
                    <a:pt x="128494" y="194291"/>
                    <a:pt x="117454" y="199825"/>
                  </a:cubicBezTo>
                  <a:cubicBezTo>
                    <a:pt x="106328" y="205359"/>
                    <a:pt x="94099" y="208127"/>
                    <a:pt x="80680" y="208127"/>
                  </a:cubicBezTo>
                  <a:cubicBezTo>
                    <a:pt x="64714" y="208127"/>
                    <a:pt x="50616" y="204605"/>
                    <a:pt x="38472" y="197645"/>
                  </a:cubicBezTo>
                  <a:cubicBezTo>
                    <a:pt x="26242" y="190601"/>
                    <a:pt x="16816" y="180455"/>
                    <a:pt x="10106" y="167206"/>
                  </a:cubicBezTo>
                  <a:cubicBezTo>
                    <a:pt x="3397" y="153957"/>
                    <a:pt x="0" y="138276"/>
                    <a:pt x="0" y="120331"/>
                  </a:cubicBezTo>
                  <a:lnTo>
                    <a:pt x="0" y="0"/>
                  </a:lnTo>
                  <a:lnTo>
                    <a:pt x="63525" y="0"/>
                  </a:lnTo>
                  <a:lnTo>
                    <a:pt x="63525" y="111778"/>
                  </a:lnTo>
                  <a:cubicBezTo>
                    <a:pt x="63525" y="125530"/>
                    <a:pt x="67092" y="136263"/>
                    <a:pt x="74396" y="143894"/>
                  </a:cubicBezTo>
                  <a:cubicBezTo>
                    <a:pt x="81615" y="151525"/>
                    <a:pt x="91381" y="155298"/>
                    <a:pt x="103526" y="155298"/>
                  </a:cubicBezTo>
                  <a:cubicBezTo>
                    <a:pt x="115670" y="155298"/>
                    <a:pt x="125776" y="151441"/>
                    <a:pt x="133080" y="143894"/>
                  </a:cubicBezTo>
                  <a:cubicBezTo>
                    <a:pt x="140299" y="136263"/>
                    <a:pt x="143951" y="125530"/>
                    <a:pt x="143951" y="111778"/>
                  </a:cubicBezTo>
                  <a:lnTo>
                    <a:pt x="143951" y="0"/>
                  </a:lnTo>
                  <a:lnTo>
                    <a:pt x="207901" y="0"/>
                  </a:lnTo>
                  <a:close/>
                </a:path>
              </a:pathLst>
            </a:custGeom>
            <a:solidFill>
              <a:srgbClr val="FFFFFF"/>
            </a:solidFill>
            <a:ln w="0" cap="flat">
              <a:noFill/>
              <a:prstDash val="solid"/>
              <a:miter/>
            </a:ln>
          </p:spPr>
          <p:txBody>
            <a:bodyPr rtlCol="0" anchor="ctr"/>
            <a:lstStyle/>
            <a:p>
              <a:endParaRPr lang="pt-BR" sz="622"/>
            </a:p>
          </p:txBody>
        </p:sp>
        <p:sp>
          <p:nvSpPr>
            <p:cNvPr id="17" name="Forma Livre 157">
              <a:extLst>
                <a:ext uri="{FF2B5EF4-FFF2-40B4-BE49-F238E27FC236}">
                  <a16:creationId xmlns:a16="http://schemas.microsoft.com/office/drawing/2014/main" id="{D5B792E9-59EF-C080-A0B3-3707533C62E3}"/>
                </a:ext>
              </a:extLst>
            </p:cNvPr>
            <p:cNvSpPr/>
            <p:nvPr/>
          </p:nvSpPr>
          <p:spPr>
            <a:xfrm>
              <a:off x="3854826" y="1953777"/>
              <a:ext cx="220045" cy="211732"/>
            </a:xfrm>
            <a:custGeom>
              <a:avLst/>
              <a:gdLst>
                <a:gd name="connsiteX0" fmla="*/ 12144 w 220045"/>
                <a:gd name="connsiteY0" fmla="*/ 49810 h 211732"/>
                <a:gd name="connsiteX1" fmla="*/ 45181 w 220045"/>
                <a:gd name="connsiteY1" fmla="*/ 12914 h 211732"/>
                <a:gd name="connsiteX2" fmla="*/ 91891 w 220045"/>
                <a:gd name="connsiteY2" fmla="*/ 0 h 211732"/>
                <a:gd name="connsiteX3" fmla="*/ 130532 w 220045"/>
                <a:gd name="connsiteY3" fmla="*/ 8889 h 211732"/>
                <a:gd name="connsiteX4" fmla="*/ 156180 w 220045"/>
                <a:gd name="connsiteY4" fmla="*/ 32116 h 211732"/>
                <a:gd name="connsiteX5" fmla="*/ 156180 w 220045"/>
                <a:gd name="connsiteY5" fmla="*/ 2935 h 211732"/>
                <a:gd name="connsiteX6" fmla="*/ 220045 w 220045"/>
                <a:gd name="connsiteY6" fmla="*/ 2935 h 211732"/>
                <a:gd name="connsiteX7" fmla="*/ 220045 w 220045"/>
                <a:gd name="connsiteY7" fmla="*/ 208797 h 211732"/>
                <a:gd name="connsiteX8" fmla="*/ 156180 w 220045"/>
                <a:gd name="connsiteY8" fmla="*/ 208797 h 211732"/>
                <a:gd name="connsiteX9" fmla="*/ 156180 w 220045"/>
                <a:gd name="connsiteY9" fmla="*/ 179616 h 211732"/>
                <a:gd name="connsiteX10" fmla="*/ 130193 w 220045"/>
                <a:gd name="connsiteY10" fmla="*/ 202844 h 211732"/>
                <a:gd name="connsiteX11" fmla="*/ 91551 w 220045"/>
                <a:gd name="connsiteY11" fmla="*/ 211732 h 211732"/>
                <a:gd name="connsiteX12" fmla="*/ 45181 w 220045"/>
                <a:gd name="connsiteY12" fmla="*/ 198651 h 211732"/>
                <a:gd name="connsiteX13" fmla="*/ 12144 w 220045"/>
                <a:gd name="connsiteY13" fmla="*/ 161420 h 211732"/>
                <a:gd name="connsiteX14" fmla="*/ 0 w 220045"/>
                <a:gd name="connsiteY14" fmla="*/ 105489 h 211732"/>
                <a:gd name="connsiteX15" fmla="*/ 12144 w 220045"/>
                <a:gd name="connsiteY15" fmla="*/ 49726 h 211732"/>
                <a:gd name="connsiteX16" fmla="*/ 142932 w 220045"/>
                <a:gd name="connsiteY16" fmla="*/ 68593 h 211732"/>
                <a:gd name="connsiteX17" fmla="*/ 110575 w 220045"/>
                <a:gd name="connsiteY17" fmla="*/ 54925 h 211732"/>
                <a:gd name="connsiteX18" fmla="*/ 78218 w 220045"/>
                <a:gd name="connsiteY18" fmla="*/ 68425 h 211732"/>
                <a:gd name="connsiteX19" fmla="*/ 64969 w 220045"/>
                <a:gd name="connsiteY19" fmla="*/ 105489 h 211732"/>
                <a:gd name="connsiteX20" fmla="*/ 78218 w 220045"/>
                <a:gd name="connsiteY20" fmla="*/ 142972 h 211732"/>
                <a:gd name="connsiteX21" fmla="*/ 110575 w 220045"/>
                <a:gd name="connsiteY21" fmla="*/ 156808 h 211732"/>
                <a:gd name="connsiteX22" fmla="*/ 142932 w 220045"/>
                <a:gd name="connsiteY22" fmla="*/ 143139 h 211732"/>
                <a:gd name="connsiteX23" fmla="*/ 156180 w 220045"/>
                <a:gd name="connsiteY23" fmla="*/ 105908 h 211732"/>
                <a:gd name="connsiteX24" fmla="*/ 142932 w 220045"/>
                <a:gd name="connsiteY24" fmla="*/ 68677 h 211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0045" h="211732">
                  <a:moveTo>
                    <a:pt x="12144" y="49810"/>
                  </a:moveTo>
                  <a:cubicBezTo>
                    <a:pt x="20213" y="33793"/>
                    <a:pt x="31253" y="21551"/>
                    <a:pt x="45181" y="12914"/>
                  </a:cubicBezTo>
                  <a:cubicBezTo>
                    <a:pt x="59109" y="4277"/>
                    <a:pt x="74736" y="0"/>
                    <a:pt x="91891" y="0"/>
                  </a:cubicBezTo>
                  <a:cubicBezTo>
                    <a:pt x="106583" y="0"/>
                    <a:pt x="119492" y="2935"/>
                    <a:pt x="130532" y="8889"/>
                  </a:cubicBezTo>
                  <a:cubicBezTo>
                    <a:pt x="141658" y="14758"/>
                    <a:pt x="150150" y="22557"/>
                    <a:pt x="156180" y="32116"/>
                  </a:cubicBezTo>
                  <a:lnTo>
                    <a:pt x="156180" y="2935"/>
                  </a:lnTo>
                  <a:lnTo>
                    <a:pt x="220045" y="2935"/>
                  </a:lnTo>
                  <a:lnTo>
                    <a:pt x="220045" y="208797"/>
                  </a:lnTo>
                  <a:lnTo>
                    <a:pt x="156180" y="208797"/>
                  </a:lnTo>
                  <a:lnTo>
                    <a:pt x="156180" y="179616"/>
                  </a:lnTo>
                  <a:cubicBezTo>
                    <a:pt x="149981" y="189175"/>
                    <a:pt x="141318" y="196974"/>
                    <a:pt x="130193" y="202844"/>
                  </a:cubicBezTo>
                  <a:cubicBezTo>
                    <a:pt x="119067" y="208714"/>
                    <a:pt x="106243" y="211732"/>
                    <a:pt x="91551" y="211732"/>
                  </a:cubicBezTo>
                  <a:cubicBezTo>
                    <a:pt x="74566" y="211732"/>
                    <a:pt x="59194" y="207372"/>
                    <a:pt x="45181" y="198651"/>
                  </a:cubicBezTo>
                  <a:cubicBezTo>
                    <a:pt x="31168" y="189930"/>
                    <a:pt x="20213" y="177520"/>
                    <a:pt x="12144" y="161420"/>
                  </a:cubicBezTo>
                  <a:cubicBezTo>
                    <a:pt x="4076" y="145320"/>
                    <a:pt x="0" y="126704"/>
                    <a:pt x="0" y="105489"/>
                  </a:cubicBezTo>
                  <a:cubicBezTo>
                    <a:pt x="0" y="84274"/>
                    <a:pt x="4076" y="65742"/>
                    <a:pt x="12144" y="49726"/>
                  </a:cubicBezTo>
                  <a:close/>
                  <a:moveTo>
                    <a:pt x="142932" y="68593"/>
                  </a:moveTo>
                  <a:cubicBezTo>
                    <a:pt x="134099" y="59537"/>
                    <a:pt x="123314" y="54925"/>
                    <a:pt x="110575" y="54925"/>
                  </a:cubicBezTo>
                  <a:cubicBezTo>
                    <a:pt x="97836" y="54925"/>
                    <a:pt x="87050" y="59453"/>
                    <a:pt x="78218" y="68425"/>
                  </a:cubicBezTo>
                  <a:cubicBezTo>
                    <a:pt x="69385" y="77398"/>
                    <a:pt x="64969" y="89808"/>
                    <a:pt x="64969" y="105489"/>
                  </a:cubicBezTo>
                  <a:cubicBezTo>
                    <a:pt x="64969" y="121170"/>
                    <a:pt x="69385" y="133748"/>
                    <a:pt x="78218" y="142972"/>
                  </a:cubicBezTo>
                  <a:cubicBezTo>
                    <a:pt x="87050" y="152196"/>
                    <a:pt x="97836" y="156808"/>
                    <a:pt x="110575" y="156808"/>
                  </a:cubicBezTo>
                  <a:cubicBezTo>
                    <a:pt x="123314" y="156808"/>
                    <a:pt x="134014" y="152280"/>
                    <a:pt x="142932" y="143139"/>
                  </a:cubicBezTo>
                  <a:cubicBezTo>
                    <a:pt x="151764" y="134083"/>
                    <a:pt x="156180" y="121589"/>
                    <a:pt x="156180" y="105908"/>
                  </a:cubicBezTo>
                  <a:cubicBezTo>
                    <a:pt x="156180" y="90227"/>
                    <a:pt x="151764" y="77733"/>
                    <a:pt x="142932" y="68677"/>
                  </a:cubicBezTo>
                  <a:close/>
                </a:path>
              </a:pathLst>
            </a:custGeom>
            <a:solidFill>
              <a:srgbClr val="FFFFFF"/>
            </a:solidFill>
            <a:ln w="0" cap="flat">
              <a:noFill/>
              <a:prstDash val="solid"/>
              <a:miter/>
            </a:ln>
          </p:spPr>
          <p:txBody>
            <a:bodyPr rtlCol="0" anchor="ctr"/>
            <a:lstStyle/>
            <a:p>
              <a:endParaRPr lang="pt-BR" sz="622"/>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27"/>
        <p:cNvGrpSpPr/>
        <p:nvPr/>
      </p:nvGrpSpPr>
      <p:grpSpPr>
        <a:xfrm>
          <a:off x="0" y="0"/>
          <a:ext cx="0" cy="0"/>
          <a:chOff x="0" y="0"/>
          <a:chExt cx="0" cy="0"/>
        </a:xfrm>
      </p:grpSpPr>
      <p:sp>
        <p:nvSpPr>
          <p:cNvPr id="17" name="Google Shape;458;p35">
            <a:extLst>
              <a:ext uri="{FF2B5EF4-FFF2-40B4-BE49-F238E27FC236}">
                <a16:creationId xmlns:a16="http://schemas.microsoft.com/office/drawing/2014/main" id="{C88081F9-0FF5-74E0-C593-732A4D7BBAF1}"/>
              </a:ext>
            </a:extLst>
          </p:cNvPr>
          <p:cNvSpPr txBox="1"/>
          <p:nvPr/>
        </p:nvSpPr>
        <p:spPr>
          <a:xfrm>
            <a:off x="526579" y="3037884"/>
            <a:ext cx="3612802" cy="196977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4500"/>
              <a:buFont typeface="Arial"/>
              <a:buNone/>
              <a:tabLst/>
              <a:defRPr/>
            </a:pPr>
            <a:r>
              <a:rPr kumimoji="0" lang="pt-BR" sz="3200" b="1" i="0" u="none" strike="noStrike" kern="0" cap="none" spc="0" normalizeH="0" baseline="0" noProof="0" dirty="0">
                <a:ln>
                  <a:noFill/>
                </a:ln>
                <a:solidFill>
                  <a:srgbClr val="FF0000"/>
                </a:solidFill>
                <a:effectLst/>
                <a:uLnTx/>
                <a:uFillTx/>
                <a:latin typeface="Poppins"/>
                <a:ea typeface="Poppins"/>
                <a:cs typeface="Poppins"/>
                <a:sym typeface="Poppins"/>
              </a:rPr>
              <a:t>O que acontece depois da venda?</a:t>
            </a:r>
          </a:p>
          <a:p>
            <a:pPr marL="0" marR="0" lvl="0" indent="0" algn="l" defTabSz="914400" rtl="0" eaLnBrk="1" fontAlgn="auto" latinLnBrk="0" hangingPunct="1">
              <a:lnSpc>
                <a:spcPct val="100000"/>
              </a:lnSpc>
              <a:spcBef>
                <a:spcPts val="0"/>
              </a:spcBef>
              <a:spcAft>
                <a:spcPts val="0"/>
              </a:spcAft>
              <a:buClr>
                <a:srgbClr val="000000"/>
              </a:buClr>
              <a:buSzPts val="4500"/>
              <a:buFont typeface="Arial"/>
              <a:buNone/>
              <a:tabLst/>
              <a:defRPr/>
            </a:pPr>
            <a:endParaRPr kumimoji="0" lang="pt-BR" sz="3200" b="1" i="0" u="none" strike="noStrike" kern="0" cap="none" spc="0" normalizeH="0" baseline="0" noProof="0" dirty="0">
              <a:ln>
                <a:noFill/>
              </a:ln>
              <a:solidFill>
                <a:srgbClr val="FF0000"/>
              </a:solidFill>
              <a:effectLst/>
              <a:uLnTx/>
              <a:uFillTx/>
              <a:latin typeface="Poppins"/>
              <a:ea typeface="Poppins"/>
              <a:cs typeface="Poppins"/>
              <a:sym typeface="Poppins"/>
            </a:endParaRPr>
          </a:p>
        </p:txBody>
      </p:sp>
      <p:sp>
        <p:nvSpPr>
          <p:cNvPr id="54" name="Espaço Reservado para Texto 36">
            <a:extLst>
              <a:ext uri="{FF2B5EF4-FFF2-40B4-BE49-F238E27FC236}">
                <a16:creationId xmlns:a16="http://schemas.microsoft.com/office/drawing/2014/main" id="{5CD15BD1-82DF-AB7F-13A7-CDFD73EE1ADC}"/>
              </a:ext>
            </a:extLst>
          </p:cNvPr>
          <p:cNvSpPr>
            <a:spLocks noGrp="1"/>
          </p:cNvSpPr>
          <p:nvPr>
            <p:ph type="body" sz="quarter" idx="21"/>
          </p:nvPr>
        </p:nvSpPr>
        <p:spPr>
          <a:xfrm>
            <a:off x="5207001" y="1130710"/>
            <a:ext cx="6035675" cy="403302"/>
          </a:xfrm>
          <a:prstGeom prst="rect">
            <a:avLst/>
          </a:prstGeom>
        </p:spPr>
        <p:txBody>
          <a:bodyPr/>
          <a:lstStyle>
            <a:lvl1pPr>
              <a:defRPr sz="1900">
                <a:latin typeface="Poppins" pitchFamily="2" charset="77"/>
                <a:cs typeface="Poppins" pitchFamily="2" charset="77"/>
              </a:defRPr>
            </a:lvl1pPr>
          </a:lstStyle>
          <a:p>
            <a:pPr lvl="0">
              <a:spcAft>
                <a:spcPts val="600"/>
              </a:spcAft>
            </a:pPr>
            <a:r>
              <a:rPr lang="pt-BR" sz="1500" dirty="0"/>
              <a:t>Leiam atentamente a situação proposta no slide anterior.</a:t>
            </a:r>
          </a:p>
        </p:txBody>
      </p:sp>
      <p:sp>
        <p:nvSpPr>
          <p:cNvPr id="55" name="Espaço Reservado para Texto 36">
            <a:extLst>
              <a:ext uri="{FF2B5EF4-FFF2-40B4-BE49-F238E27FC236}">
                <a16:creationId xmlns:a16="http://schemas.microsoft.com/office/drawing/2014/main" id="{F3F22897-1A10-F27B-43F7-FB47984968B4}"/>
              </a:ext>
            </a:extLst>
          </p:cNvPr>
          <p:cNvSpPr>
            <a:spLocks noGrp="1"/>
          </p:cNvSpPr>
          <p:nvPr>
            <p:ph type="body" sz="quarter" idx="22"/>
          </p:nvPr>
        </p:nvSpPr>
        <p:spPr>
          <a:xfrm>
            <a:off x="5207001" y="1946787"/>
            <a:ext cx="6262780" cy="1056261"/>
          </a:xfrm>
          <a:prstGeom prst="rect">
            <a:avLst/>
          </a:prstGeom>
        </p:spPr>
        <p:txBody>
          <a:bodyPr/>
          <a:lstStyle>
            <a:lvl1pPr>
              <a:defRPr sz="1900">
                <a:latin typeface="Poppins" pitchFamily="2" charset="77"/>
                <a:cs typeface="Poppins" pitchFamily="2" charset="77"/>
              </a:defRPr>
            </a:lvl1pPr>
          </a:lstStyle>
          <a:p>
            <a:pPr lvl="0">
              <a:spcAft>
                <a:spcPts val="600"/>
              </a:spcAft>
            </a:pPr>
            <a:r>
              <a:rPr lang="pt-BR" sz="1500" dirty="0"/>
              <a:t>Reflitam sobre: </a:t>
            </a:r>
          </a:p>
          <a:p>
            <a:pPr marL="285750" lvl="0" indent="-285750">
              <a:spcAft>
                <a:spcPts val="600"/>
              </a:spcAft>
              <a:buFont typeface="Arial" panose="020B0604020202020204" pitchFamily="34" charset="0"/>
              <a:buChar char="•"/>
            </a:pPr>
            <a:r>
              <a:rPr lang="pt-BR" sz="1500" dirty="0"/>
              <a:t>Se foram vendidas 3 unidades de Caderno, qual informação deveria aparecer em vendas para que a função de desempenho pudesse considerar essa venda?</a:t>
            </a:r>
          </a:p>
          <a:p>
            <a:pPr lvl="0">
              <a:spcAft>
                <a:spcPts val="600"/>
              </a:spcAft>
            </a:pPr>
            <a:endParaRPr lang="pt-BR" sz="1500" dirty="0"/>
          </a:p>
        </p:txBody>
      </p:sp>
      <p:sp>
        <p:nvSpPr>
          <p:cNvPr id="56" name="Espaço Reservado para Texto 36">
            <a:extLst>
              <a:ext uri="{FF2B5EF4-FFF2-40B4-BE49-F238E27FC236}">
                <a16:creationId xmlns:a16="http://schemas.microsoft.com/office/drawing/2014/main" id="{33264860-C175-72B4-B119-0CC3196F7C18}"/>
              </a:ext>
            </a:extLst>
          </p:cNvPr>
          <p:cNvSpPr>
            <a:spLocks noGrp="1"/>
          </p:cNvSpPr>
          <p:nvPr>
            <p:ph type="body" sz="quarter" idx="23"/>
          </p:nvPr>
        </p:nvSpPr>
        <p:spPr>
          <a:xfrm>
            <a:off x="5207001" y="4031226"/>
            <a:ext cx="6035675" cy="430864"/>
          </a:xfrm>
          <a:prstGeom prst="rect">
            <a:avLst/>
          </a:prstGeom>
        </p:spPr>
        <p:txBody>
          <a:bodyPr/>
          <a:lstStyle>
            <a:lvl1pPr>
              <a:defRPr sz="1900">
                <a:latin typeface="Poppins" pitchFamily="2" charset="77"/>
                <a:cs typeface="Poppins" pitchFamily="2" charset="77"/>
              </a:defRPr>
            </a:lvl1pPr>
          </a:lstStyle>
          <a:p>
            <a:pPr lvl="0">
              <a:spcAft>
                <a:spcPts val="600"/>
              </a:spcAft>
            </a:pPr>
            <a:r>
              <a:rPr lang="pt-BR" sz="1500" dirty="0"/>
              <a:t>Analisem o percurso da venda e preencham o quadro abaixo.</a:t>
            </a:r>
          </a:p>
          <a:p>
            <a:pPr lvl="0">
              <a:spcAft>
                <a:spcPts val="600"/>
              </a:spcAft>
            </a:pPr>
            <a:endParaRPr lang="pt-BR" sz="1500" dirty="0"/>
          </a:p>
        </p:txBody>
      </p:sp>
      <p:grpSp>
        <p:nvGrpSpPr>
          <p:cNvPr id="2" name="Google Shape;474;p35">
            <a:extLst>
              <a:ext uri="{FF2B5EF4-FFF2-40B4-BE49-F238E27FC236}">
                <a16:creationId xmlns:a16="http://schemas.microsoft.com/office/drawing/2014/main" id="{67E0B0D9-1C0A-40C3-AEB6-37E1772518B9}"/>
              </a:ext>
            </a:extLst>
          </p:cNvPr>
          <p:cNvGrpSpPr/>
          <p:nvPr/>
        </p:nvGrpSpPr>
        <p:grpSpPr>
          <a:xfrm>
            <a:off x="464298" y="4726001"/>
            <a:ext cx="284745" cy="286039"/>
            <a:chOff x="11797069" y="2783619"/>
            <a:chExt cx="427118" cy="429059"/>
          </a:xfrm>
          <a:noFill/>
        </p:grpSpPr>
        <p:sp>
          <p:nvSpPr>
            <p:cNvPr id="3" name="Google Shape;475;p35">
              <a:extLst>
                <a:ext uri="{FF2B5EF4-FFF2-40B4-BE49-F238E27FC236}">
                  <a16:creationId xmlns:a16="http://schemas.microsoft.com/office/drawing/2014/main" id="{92165062-55B3-331D-1917-3BF72AB4ED90}"/>
                </a:ext>
              </a:extLst>
            </p:cNvPr>
            <p:cNvSpPr/>
            <p:nvPr/>
          </p:nvSpPr>
          <p:spPr>
            <a:xfrm>
              <a:off x="11797069" y="2931169"/>
              <a:ext cx="427118" cy="281509"/>
            </a:xfrm>
            <a:custGeom>
              <a:avLst/>
              <a:gdLst/>
              <a:ahLst/>
              <a:cxnLst/>
              <a:rect l="l" t="t" r="r" b="b"/>
              <a:pathLst>
                <a:path w="427118" h="281509" extrusionOk="0">
                  <a:moveTo>
                    <a:pt x="0" y="0"/>
                  </a:moveTo>
                  <a:lnTo>
                    <a:pt x="0" y="223266"/>
                  </a:lnTo>
                  <a:cubicBezTo>
                    <a:pt x="0" y="255397"/>
                    <a:pt x="26112" y="281510"/>
                    <a:pt x="58243" y="281510"/>
                  </a:cubicBezTo>
                  <a:lnTo>
                    <a:pt x="368875" y="281510"/>
                  </a:lnTo>
                  <a:cubicBezTo>
                    <a:pt x="401006" y="281510"/>
                    <a:pt x="427118" y="255397"/>
                    <a:pt x="427118" y="223266"/>
                  </a:cubicBezTo>
                  <a:lnTo>
                    <a:pt x="427118" y="0"/>
                  </a:lnTo>
                  <a:lnTo>
                    <a:pt x="0" y="0"/>
                  </a:ln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4" name="Google Shape;476;p35">
              <a:extLst>
                <a:ext uri="{FF2B5EF4-FFF2-40B4-BE49-F238E27FC236}">
                  <a16:creationId xmlns:a16="http://schemas.microsoft.com/office/drawing/2014/main" id="{AE6E4354-A76B-E41C-682B-3BB1F5FE8C47}"/>
                </a:ext>
              </a:extLst>
            </p:cNvPr>
            <p:cNvSpPr/>
            <p:nvPr/>
          </p:nvSpPr>
          <p:spPr>
            <a:xfrm>
              <a:off x="11797069" y="2824389"/>
              <a:ext cx="427118" cy="106779"/>
            </a:xfrm>
            <a:custGeom>
              <a:avLst/>
              <a:gdLst/>
              <a:ahLst/>
              <a:cxnLst/>
              <a:rect l="l" t="t" r="r" b="b"/>
              <a:pathLst>
                <a:path w="427118" h="106779" extrusionOk="0">
                  <a:moveTo>
                    <a:pt x="368875" y="0"/>
                  </a:moveTo>
                  <a:lnTo>
                    <a:pt x="357226" y="0"/>
                  </a:lnTo>
                  <a:lnTo>
                    <a:pt x="357226" y="17473"/>
                  </a:lnTo>
                  <a:cubicBezTo>
                    <a:pt x="357226" y="30384"/>
                    <a:pt x="346839" y="40770"/>
                    <a:pt x="333929" y="40770"/>
                  </a:cubicBezTo>
                  <a:cubicBezTo>
                    <a:pt x="321018" y="40770"/>
                    <a:pt x="310631" y="30384"/>
                    <a:pt x="310631" y="17473"/>
                  </a:cubicBezTo>
                  <a:lnTo>
                    <a:pt x="310631" y="0"/>
                  </a:lnTo>
                  <a:lnTo>
                    <a:pt x="116487" y="0"/>
                  </a:lnTo>
                  <a:lnTo>
                    <a:pt x="116487" y="17473"/>
                  </a:lnTo>
                  <a:cubicBezTo>
                    <a:pt x="116487" y="30384"/>
                    <a:pt x="106100" y="40770"/>
                    <a:pt x="93189" y="40770"/>
                  </a:cubicBezTo>
                  <a:cubicBezTo>
                    <a:pt x="80279" y="40770"/>
                    <a:pt x="69892" y="30384"/>
                    <a:pt x="69892" y="17473"/>
                  </a:cubicBezTo>
                  <a:lnTo>
                    <a:pt x="69892" y="0"/>
                  </a:lnTo>
                  <a:lnTo>
                    <a:pt x="58243" y="0"/>
                  </a:lnTo>
                  <a:cubicBezTo>
                    <a:pt x="26112" y="0"/>
                    <a:pt x="0" y="26112"/>
                    <a:pt x="0" y="58243"/>
                  </a:cubicBezTo>
                  <a:lnTo>
                    <a:pt x="0" y="106780"/>
                  </a:lnTo>
                  <a:lnTo>
                    <a:pt x="427118" y="106780"/>
                  </a:lnTo>
                  <a:lnTo>
                    <a:pt x="427118" y="58243"/>
                  </a:lnTo>
                  <a:cubicBezTo>
                    <a:pt x="427118" y="26112"/>
                    <a:pt x="401006" y="0"/>
                    <a:pt x="368875" y="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5" name="Google Shape;477;p35">
              <a:extLst>
                <a:ext uri="{FF2B5EF4-FFF2-40B4-BE49-F238E27FC236}">
                  <a16:creationId xmlns:a16="http://schemas.microsoft.com/office/drawing/2014/main" id="{31F944EF-CD09-912C-EDED-C5BCAB7EFA8D}"/>
                </a:ext>
              </a:extLst>
            </p:cNvPr>
            <p:cNvSpPr/>
            <p:nvPr/>
          </p:nvSpPr>
          <p:spPr>
            <a:xfrm>
              <a:off x="11866961" y="2783619"/>
              <a:ext cx="46594" cy="81540"/>
            </a:xfrm>
            <a:custGeom>
              <a:avLst/>
              <a:gdLst/>
              <a:ahLst/>
              <a:cxnLst/>
              <a:rect l="l" t="t" r="r" b="b"/>
              <a:pathLst>
                <a:path w="46594" h="81540" extrusionOk="0">
                  <a:moveTo>
                    <a:pt x="23297" y="0"/>
                  </a:moveTo>
                  <a:cubicBezTo>
                    <a:pt x="10387" y="0"/>
                    <a:pt x="0" y="10387"/>
                    <a:pt x="0" y="23297"/>
                  </a:cubicBezTo>
                  <a:lnTo>
                    <a:pt x="0" y="58243"/>
                  </a:lnTo>
                  <a:cubicBezTo>
                    <a:pt x="0" y="71154"/>
                    <a:pt x="10387" y="81541"/>
                    <a:pt x="23297" y="81541"/>
                  </a:cubicBezTo>
                  <a:cubicBezTo>
                    <a:pt x="36208" y="81541"/>
                    <a:pt x="46595" y="71154"/>
                    <a:pt x="46595" y="58243"/>
                  </a:cubicBezTo>
                  <a:lnTo>
                    <a:pt x="46595" y="23297"/>
                  </a:lnTo>
                  <a:cubicBezTo>
                    <a:pt x="46595" y="10387"/>
                    <a:pt x="36208" y="0"/>
                    <a:pt x="23297" y="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7" name="Google Shape;478;p35">
              <a:extLst>
                <a:ext uri="{FF2B5EF4-FFF2-40B4-BE49-F238E27FC236}">
                  <a16:creationId xmlns:a16="http://schemas.microsoft.com/office/drawing/2014/main" id="{A846AB43-7521-02E1-5226-B14D9329B605}"/>
                </a:ext>
              </a:extLst>
            </p:cNvPr>
            <p:cNvSpPr/>
            <p:nvPr/>
          </p:nvSpPr>
          <p:spPr>
            <a:xfrm>
              <a:off x="12107700" y="2783619"/>
              <a:ext cx="46594" cy="81540"/>
            </a:xfrm>
            <a:custGeom>
              <a:avLst/>
              <a:gdLst/>
              <a:ahLst/>
              <a:cxnLst/>
              <a:rect l="l" t="t" r="r" b="b"/>
              <a:pathLst>
                <a:path w="46594" h="81540" extrusionOk="0">
                  <a:moveTo>
                    <a:pt x="23297" y="0"/>
                  </a:moveTo>
                  <a:cubicBezTo>
                    <a:pt x="10387" y="0"/>
                    <a:pt x="0" y="10387"/>
                    <a:pt x="0" y="23297"/>
                  </a:cubicBezTo>
                  <a:lnTo>
                    <a:pt x="0" y="58243"/>
                  </a:lnTo>
                  <a:cubicBezTo>
                    <a:pt x="0" y="71154"/>
                    <a:pt x="10387" y="81541"/>
                    <a:pt x="23297" y="81541"/>
                  </a:cubicBezTo>
                  <a:cubicBezTo>
                    <a:pt x="36208" y="81541"/>
                    <a:pt x="46595" y="71154"/>
                    <a:pt x="46595" y="58243"/>
                  </a:cubicBezTo>
                  <a:lnTo>
                    <a:pt x="46595" y="23297"/>
                  </a:lnTo>
                  <a:cubicBezTo>
                    <a:pt x="46595" y="10387"/>
                    <a:pt x="36208" y="0"/>
                    <a:pt x="23297" y="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pSp>
          <p:nvGrpSpPr>
            <p:cNvPr id="19" name="Google Shape;479;p35">
              <a:extLst>
                <a:ext uri="{FF2B5EF4-FFF2-40B4-BE49-F238E27FC236}">
                  <a16:creationId xmlns:a16="http://schemas.microsoft.com/office/drawing/2014/main" id="{16255BE4-6331-4442-EBBA-4674CD896DA3}"/>
                </a:ext>
              </a:extLst>
            </p:cNvPr>
            <p:cNvGrpSpPr/>
            <p:nvPr/>
          </p:nvGrpSpPr>
          <p:grpSpPr>
            <a:xfrm>
              <a:off x="11889287" y="2999120"/>
              <a:ext cx="262095" cy="145608"/>
              <a:chOff x="11889287" y="2999120"/>
              <a:chExt cx="262095" cy="145608"/>
            </a:xfrm>
            <a:grpFill/>
          </p:grpSpPr>
          <p:sp>
            <p:nvSpPr>
              <p:cNvPr id="20" name="Google Shape;480;p35">
                <a:extLst>
                  <a:ext uri="{FF2B5EF4-FFF2-40B4-BE49-F238E27FC236}">
                    <a16:creationId xmlns:a16="http://schemas.microsoft.com/office/drawing/2014/main" id="{0199600B-AB7E-D69C-F54E-96FBC81AD98F}"/>
                  </a:ext>
                </a:extLst>
              </p:cNvPr>
              <p:cNvSpPr/>
              <p:nvPr/>
            </p:nvSpPr>
            <p:spPr>
              <a:xfrm>
                <a:off x="11966945" y="299912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21" name="Google Shape;481;p35">
                <a:extLst>
                  <a:ext uri="{FF2B5EF4-FFF2-40B4-BE49-F238E27FC236}">
                    <a16:creationId xmlns:a16="http://schemas.microsoft.com/office/drawing/2014/main" id="{8C4BC4EF-3F5D-3EBA-B82D-8758FA71088F}"/>
                  </a:ext>
                </a:extLst>
              </p:cNvPr>
              <p:cNvSpPr/>
              <p:nvPr/>
            </p:nvSpPr>
            <p:spPr>
              <a:xfrm>
                <a:off x="12044603" y="299912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23" name="Google Shape;482;p35">
                <a:extLst>
                  <a:ext uri="{FF2B5EF4-FFF2-40B4-BE49-F238E27FC236}">
                    <a16:creationId xmlns:a16="http://schemas.microsoft.com/office/drawing/2014/main" id="{79886546-6662-9336-4B6E-3095F1580B0A}"/>
                  </a:ext>
                </a:extLst>
              </p:cNvPr>
              <p:cNvSpPr/>
              <p:nvPr/>
            </p:nvSpPr>
            <p:spPr>
              <a:xfrm>
                <a:off x="12122261" y="299912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49" name="Google Shape;483;p35">
                <a:extLst>
                  <a:ext uri="{FF2B5EF4-FFF2-40B4-BE49-F238E27FC236}">
                    <a16:creationId xmlns:a16="http://schemas.microsoft.com/office/drawing/2014/main" id="{50DFD857-F89C-8999-CC7D-465B48AC5550}"/>
                  </a:ext>
                </a:extLst>
              </p:cNvPr>
              <p:cNvSpPr/>
              <p:nvPr/>
            </p:nvSpPr>
            <p:spPr>
              <a:xfrm>
                <a:off x="11889287" y="306707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50" name="Google Shape;484;p35">
                <a:extLst>
                  <a:ext uri="{FF2B5EF4-FFF2-40B4-BE49-F238E27FC236}">
                    <a16:creationId xmlns:a16="http://schemas.microsoft.com/office/drawing/2014/main" id="{EAB6B002-40CE-A319-D50D-B37CF8C4A179}"/>
                  </a:ext>
                </a:extLst>
              </p:cNvPr>
              <p:cNvSpPr/>
              <p:nvPr/>
            </p:nvSpPr>
            <p:spPr>
              <a:xfrm>
                <a:off x="11966945" y="306707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51" name="Google Shape;485;p35">
                <a:extLst>
                  <a:ext uri="{FF2B5EF4-FFF2-40B4-BE49-F238E27FC236}">
                    <a16:creationId xmlns:a16="http://schemas.microsoft.com/office/drawing/2014/main" id="{BBF2DA84-E09E-8FBC-1F7A-8DCA6EA899BD}"/>
                  </a:ext>
                </a:extLst>
              </p:cNvPr>
              <p:cNvSpPr/>
              <p:nvPr/>
            </p:nvSpPr>
            <p:spPr>
              <a:xfrm>
                <a:off x="12044603" y="306707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52" name="Google Shape;486;p35">
                <a:extLst>
                  <a:ext uri="{FF2B5EF4-FFF2-40B4-BE49-F238E27FC236}">
                    <a16:creationId xmlns:a16="http://schemas.microsoft.com/office/drawing/2014/main" id="{B46964FF-FD9B-4332-820B-B8762FDAB980}"/>
                  </a:ext>
                </a:extLst>
              </p:cNvPr>
              <p:cNvSpPr/>
              <p:nvPr/>
            </p:nvSpPr>
            <p:spPr>
              <a:xfrm>
                <a:off x="12102846" y="3047656"/>
                <a:ext cx="48536" cy="48536"/>
              </a:xfrm>
              <a:custGeom>
                <a:avLst/>
                <a:gdLst/>
                <a:ahLst/>
                <a:cxnLst/>
                <a:rect l="l" t="t" r="r" b="b"/>
                <a:pathLst>
                  <a:path w="48536" h="48536" extrusionOk="0">
                    <a:moveTo>
                      <a:pt x="48536" y="24268"/>
                    </a:moveTo>
                    <a:cubicBezTo>
                      <a:pt x="48536" y="37671"/>
                      <a:pt x="37671" y="48536"/>
                      <a:pt x="24268" y="48536"/>
                    </a:cubicBezTo>
                    <a:cubicBezTo>
                      <a:pt x="10865" y="48536"/>
                      <a:pt x="0" y="37671"/>
                      <a:pt x="0" y="24268"/>
                    </a:cubicBezTo>
                    <a:cubicBezTo>
                      <a:pt x="0" y="10865"/>
                      <a:pt x="10865" y="0"/>
                      <a:pt x="24268" y="0"/>
                    </a:cubicBezTo>
                    <a:cubicBezTo>
                      <a:pt x="37671" y="0"/>
                      <a:pt x="48536" y="10865"/>
                      <a:pt x="48536" y="24268"/>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53" name="Google Shape;487;p35">
                <a:extLst>
                  <a:ext uri="{FF2B5EF4-FFF2-40B4-BE49-F238E27FC236}">
                    <a16:creationId xmlns:a16="http://schemas.microsoft.com/office/drawing/2014/main" id="{22FEA136-5A87-6CC6-2665-934BCF12C769}"/>
                  </a:ext>
                </a:extLst>
              </p:cNvPr>
              <p:cNvSpPr/>
              <p:nvPr/>
            </p:nvSpPr>
            <p:spPr>
              <a:xfrm>
                <a:off x="11889287" y="3135021"/>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58" name="Google Shape;488;p35">
                <a:extLst>
                  <a:ext uri="{FF2B5EF4-FFF2-40B4-BE49-F238E27FC236}">
                    <a16:creationId xmlns:a16="http://schemas.microsoft.com/office/drawing/2014/main" id="{2A06129F-FE13-B2A4-BBC0-CD7AEE55405D}"/>
                  </a:ext>
                </a:extLst>
              </p:cNvPr>
              <p:cNvSpPr/>
              <p:nvPr/>
            </p:nvSpPr>
            <p:spPr>
              <a:xfrm>
                <a:off x="11966945" y="3135021"/>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59" name="Google Shape;489;p35">
                <a:extLst>
                  <a:ext uri="{FF2B5EF4-FFF2-40B4-BE49-F238E27FC236}">
                    <a16:creationId xmlns:a16="http://schemas.microsoft.com/office/drawing/2014/main" id="{151759E7-66FB-738D-8846-00B13A94620C}"/>
                  </a:ext>
                </a:extLst>
              </p:cNvPr>
              <p:cNvSpPr/>
              <p:nvPr/>
            </p:nvSpPr>
            <p:spPr>
              <a:xfrm>
                <a:off x="12044603" y="3135021"/>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pSp>
      </p:grpSp>
      <p:grpSp>
        <p:nvGrpSpPr>
          <p:cNvPr id="60" name="Google Shape;490;p35">
            <a:extLst>
              <a:ext uri="{FF2B5EF4-FFF2-40B4-BE49-F238E27FC236}">
                <a16:creationId xmlns:a16="http://schemas.microsoft.com/office/drawing/2014/main" id="{40A0AE5A-FE00-5064-C24B-DD50190CBEDF}"/>
              </a:ext>
            </a:extLst>
          </p:cNvPr>
          <p:cNvGrpSpPr/>
          <p:nvPr/>
        </p:nvGrpSpPr>
        <p:grpSpPr>
          <a:xfrm>
            <a:off x="454351" y="5173639"/>
            <a:ext cx="304639" cy="301465"/>
            <a:chOff x="6941066" y="2777637"/>
            <a:chExt cx="456958" cy="452197"/>
          </a:xfrm>
          <a:noFill/>
        </p:grpSpPr>
        <p:grpSp>
          <p:nvGrpSpPr>
            <p:cNvPr id="61" name="Google Shape;491;p35">
              <a:extLst>
                <a:ext uri="{FF2B5EF4-FFF2-40B4-BE49-F238E27FC236}">
                  <a16:creationId xmlns:a16="http://schemas.microsoft.com/office/drawing/2014/main" id="{FE8A9737-A246-E1CF-6A54-656D03A6EC4D}"/>
                </a:ext>
              </a:extLst>
            </p:cNvPr>
            <p:cNvGrpSpPr/>
            <p:nvPr/>
          </p:nvGrpSpPr>
          <p:grpSpPr>
            <a:xfrm>
              <a:off x="7226665" y="3067995"/>
              <a:ext cx="171359" cy="161839"/>
              <a:chOff x="7226665" y="3067995"/>
              <a:chExt cx="171359" cy="161839"/>
            </a:xfrm>
            <a:grpFill/>
          </p:grpSpPr>
          <p:sp>
            <p:nvSpPr>
              <p:cNvPr id="72" name="Google Shape;492;p35">
                <a:extLst>
                  <a:ext uri="{FF2B5EF4-FFF2-40B4-BE49-F238E27FC236}">
                    <a16:creationId xmlns:a16="http://schemas.microsoft.com/office/drawing/2014/main" id="{3E71315B-4A0E-8B80-220E-C7909783670F}"/>
                  </a:ext>
                </a:extLst>
              </p:cNvPr>
              <p:cNvSpPr/>
              <p:nvPr/>
            </p:nvSpPr>
            <p:spPr>
              <a:xfrm>
                <a:off x="7269504" y="3067995"/>
                <a:ext cx="85679" cy="85679"/>
              </a:xfrm>
              <a:custGeom>
                <a:avLst/>
                <a:gdLst/>
                <a:ahLst/>
                <a:cxnLst/>
                <a:rect l="l" t="t" r="r" b="b"/>
                <a:pathLst>
                  <a:path w="85679" h="85679" extrusionOk="0">
                    <a:moveTo>
                      <a:pt x="85680" y="42840"/>
                    </a:moveTo>
                    <a:cubicBezTo>
                      <a:pt x="85680" y="66500"/>
                      <a:pt x="66500" y="85680"/>
                      <a:pt x="42840" y="85680"/>
                    </a:cubicBezTo>
                    <a:cubicBezTo>
                      <a:pt x="19180" y="85680"/>
                      <a:pt x="0" y="66500"/>
                      <a:pt x="0" y="42840"/>
                    </a:cubicBezTo>
                    <a:cubicBezTo>
                      <a:pt x="0" y="19180"/>
                      <a:pt x="19180" y="0"/>
                      <a:pt x="42840" y="0"/>
                    </a:cubicBezTo>
                    <a:cubicBezTo>
                      <a:pt x="66500" y="0"/>
                      <a:pt x="85680" y="19180"/>
                      <a:pt x="85680" y="4284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73" name="Google Shape;493;p35">
                <a:extLst>
                  <a:ext uri="{FF2B5EF4-FFF2-40B4-BE49-F238E27FC236}">
                    <a16:creationId xmlns:a16="http://schemas.microsoft.com/office/drawing/2014/main" id="{F1F85193-6C8B-9C51-FE5D-7C007C18AA80}"/>
                  </a:ext>
                </a:extLst>
              </p:cNvPr>
              <p:cNvSpPr/>
              <p:nvPr/>
            </p:nvSpPr>
            <p:spPr>
              <a:xfrm>
                <a:off x="7226665" y="3162243"/>
                <a:ext cx="171359" cy="67591"/>
              </a:xfrm>
              <a:custGeom>
                <a:avLst/>
                <a:gdLst/>
                <a:ahLst/>
                <a:cxnLst/>
                <a:rect l="l" t="t" r="r" b="b"/>
                <a:pathLst>
                  <a:path w="171359" h="67591" extrusionOk="0">
                    <a:moveTo>
                      <a:pt x="171359" y="67592"/>
                    </a:moveTo>
                    <a:lnTo>
                      <a:pt x="171359" y="42840"/>
                    </a:lnTo>
                    <a:cubicBezTo>
                      <a:pt x="171359" y="19325"/>
                      <a:pt x="152129" y="0"/>
                      <a:pt x="128519" y="0"/>
                    </a:cubicBezTo>
                    <a:lnTo>
                      <a:pt x="42840" y="0"/>
                    </a:lnTo>
                    <a:cubicBezTo>
                      <a:pt x="19230" y="0"/>
                      <a:pt x="0" y="19325"/>
                      <a:pt x="0" y="42840"/>
                    </a:cubicBezTo>
                    <a:lnTo>
                      <a:pt x="0" y="67592"/>
                    </a:lnTo>
                    <a:lnTo>
                      <a:pt x="171359" y="67592"/>
                    </a:ln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pSp>
        <p:grpSp>
          <p:nvGrpSpPr>
            <p:cNvPr id="62" name="Google Shape;494;p35">
              <a:extLst>
                <a:ext uri="{FF2B5EF4-FFF2-40B4-BE49-F238E27FC236}">
                  <a16:creationId xmlns:a16="http://schemas.microsoft.com/office/drawing/2014/main" id="{B8413C3B-82A5-1EA0-0696-28E9E9468FF8}"/>
                </a:ext>
              </a:extLst>
            </p:cNvPr>
            <p:cNvGrpSpPr/>
            <p:nvPr/>
          </p:nvGrpSpPr>
          <p:grpSpPr>
            <a:xfrm>
              <a:off x="6941066" y="3067995"/>
              <a:ext cx="171359" cy="161839"/>
              <a:chOff x="6941066" y="3067995"/>
              <a:chExt cx="171359" cy="161839"/>
            </a:xfrm>
            <a:grpFill/>
          </p:grpSpPr>
          <p:sp>
            <p:nvSpPr>
              <p:cNvPr id="70" name="Google Shape;495;p35">
                <a:extLst>
                  <a:ext uri="{FF2B5EF4-FFF2-40B4-BE49-F238E27FC236}">
                    <a16:creationId xmlns:a16="http://schemas.microsoft.com/office/drawing/2014/main" id="{270F5B64-CB9D-8518-24B6-C6ABEF4E532E}"/>
                  </a:ext>
                </a:extLst>
              </p:cNvPr>
              <p:cNvSpPr/>
              <p:nvPr/>
            </p:nvSpPr>
            <p:spPr>
              <a:xfrm>
                <a:off x="6983906" y="3067995"/>
                <a:ext cx="85679" cy="85679"/>
              </a:xfrm>
              <a:custGeom>
                <a:avLst/>
                <a:gdLst/>
                <a:ahLst/>
                <a:cxnLst/>
                <a:rect l="l" t="t" r="r" b="b"/>
                <a:pathLst>
                  <a:path w="85679" h="85679" extrusionOk="0">
                    <a:moveTo>
                      <a:pt x="85680" y="42840"/>
                    </a:moveTo>
                    <a:cubicBezTo>
                      <a:pt x="85680" y="66500"/>
                      <a:pt x="66500" y="85680"/>
                      <a:pt x="42840" y="85680"/>
                    </a:cubicBezTo>
                    <a:cubicBezTo>
                      <a:pt x="19180" y="85680"/>
                      <a:pt x="0" y="66500"/>
                      <a:pt x="0" y="42840"/>
                    </a:cubicBezTo>
                    <a:cubicBezTo>
                      <a:pt x="0" y="19180"/>
                      <a:pt x="19180" y="0"/>
                      <a:pt x="42840" y="0"/>
                    </a:cubicBezTo>
                    <a:cubicBezTo>
                      <a:pt x="66500" y="0"/>
                      <a:pt x="85680" y="19180"/>
                      <a:pt x="85680" y="4284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71" name="Google Shape;496;p35">
                <a:extLst>
                  <a:ext uri="{FF2B5EF4-FFF2-40B4-BE49-F238E27FC236}">
                    <a16:creationId xmlns:a16="http://schemas.microsoft.com/office/drawing/2014/main" id="{1F97AC65-4BCE-005E-B133-858E478C0589}"/>
                  </a:ext>
                </a:extLst>
              </p:cNvPr>
              <p:cNvSpPr/>
              <p:nvPr/>
            </p:nvSpPr>
            <p:spPr>
              <a:xfrm>
                <a:off x="6941066" y="3162243"/>
                <a:ext cx="171359" cy="67591"/>
              </a:xfrm>
              <a:custGeom>
                <a:avLst/>
                <a:gdLst/>
                <a:ahLst/>
                <a:cxnLst/>
                <a:rect l="l" t="t" r="r" b="b"/>
                <a:pathLst>
                  <a:path w="171359" h="67591" extrusionOk="0">
                    <a:moveTo>
                      <a:pt x="171359" y="67592"/>
                    </a:moveTo>
                    <a:lnTo>
                      <a:pt x="171359" y="42840"/>
                    </a:lnTo>
                    <a:cubicBezTo>
                      <a:pt x="171359" y="19325"/>
                      <a:pt x="152129" y="0"/>
                      <a:pt x="128519" y="0"/>
                    </a:cubicBezTo>
                    <a:lnTo>
                      <a:pt x="42840" y="0"/>
                    </a:lnTo>
                    <a:cubicBezTo>
                      <a:pt x="19230" y="0"/>
                      <a:pt x="0" y="19325"/>
                      <a:pt x="0" y="42840"/>
                    </a:cubicBezTo>
                    <a:lnTo>
                      <a:pt x="0" y="67592"/>
                    </a:lnTo>
                    <a:lnTo>
                      <a:pt x="171359" y="67592"/>
                    </a:ln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pSp>
        <p:grpSp>
          <p:nvGrpSpPr>
            <p:cNvPr id="63" name="Google Shape;497;p35">
              <a:extLst>
                <a:ext uri="{FF2B5EF4-FFF2-40B4-BE49-F238E27FC236}">
                  <a16:creationId xmlns:a16="http://schemas.microsoft.com/office/drawing/2014/main" id="{6B3A1E72-425B-D56D-B29B-04032EBAF40D}"/>
                </a:ext>
              </a:extLst>
            </p:cNvPr>
            <p:cNvGrpSpPr/>
            <p:nvPr/>
          </p:nvGrpSpPr>
          <p:grpSpPr>
            <a:xfrm>
              <a:off x="7103153" y="2977080"/>
              <a:ext cx="132861" cy="96151"/>
              <a:chOff x="7103153" y="2977080"/>
              <a:chExt cx="132861" cy="96151"/>
            </a:xfrm>
            <a:grpFill/>
          </p:grpSpPr>
          <p:sp>
            <p:nvSpPr>
              <p:cNvPr id="67" name="Google Shape;498;p35">
                <a:extLst>
                  <a:ext uri="{FF2B5EF4-FFF2-40B4-BE49-F238E27FC236}">
                    <a16:creationId xmlns:a16="http://schemas.microsoft.com/office/drawing/2014/main" id="{EC05AFE0-97D8-A932-AF15-2F0B798D7319}"/>
                  </a:ext>
                </a:extLst>
              </p:cNvPr>
              <p:cNvSpPr/>
              <p:nvPr/>
            </p:nvSpPr>
            <p:spPr>
              <a:xfrm>
                <a:off x="7169069" y="2977080"/>
                <a:ext cx="951" cy="58071"/>
              </a:xfrm>
              <a:custGeom>
                <a:avLst/>
                <a:gdLst/>
                <a:ahLst/>
                <a:cxnLst/>
                <a:rect l="l" t="t" r="r" b="b"/>
                <a:pathLst>
                  <a:path w="951" h="58071" extrusionOk="0">
                    <a:moveTo>
                      <a:pt x="476" y="58072"/>
                    </a:moveTo>
                    <a:cubicBezTo>
                      <a:pt x="476" y="58072"/>
                      <a:pt x="0" y="57881"/>
                      <a:pt x="0" y="57596"/>
                    </a:cubicBezTo>
                    <a:lnTo>
                      <a:pt x="0" y="476"/>
                    </a:lnTo>
                    <a:cubicBezTo>
                      <a:pt x="0" y="476"/>
                      <a:pt x="190" y="0"/>
                      <a:pt x="476" y="0"/>
                    </a:cubicBezTo>
                    <a:cubicBezTo>
                      <a:pt x="761" y="0"/>
                      <a:pt x="952" y="190"/>
                      <a:pt x="952" y="476"/>
                    </a:cubicBezTo>
                    <a:lnTo>
                      <a:pt x="952" y="57596"/>
                    </a:lnTo>
                    <a:cubicBezTo>
                      <a:pt x="952" y="57596"/>
                      <a:pt x="761" y="58072"/>
                      <a:pt x="476" y="58072"/>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68" name="Google Shape;499;p35">
                <a:extLst>
                  <a:ext uri="{FF2B5EF4-FFF2-40B4-BE49-F238E27FC236}">
                    <a16:creationId xmlns:a16="http://schemas.microsoft.com/office/drawing/2014/main" id="{4EBEC151-1595-19F7-0732-2797BC88C24B}"/>
                  </a:ext>
                </a:extLst>
              </p:cNvPr>
              <p:cNvSpPr/>
              <p:nvPr/>
            </p:nvSpPr>
            <p:spPr>
              <a:xfrm>
                <a:off x="7169145" y="3034257"/>
                <a:ext cx="66869" cy="38973"/>
              </a:xfrm>
              <a:custGeom>
                <a:avLst/>
                <a:gdLst/>
                <a:ahLst/>
                <a:cxnLst/>
                <a:rect l="l" t="t" r="r" b="b"/>
                <a:pathLst>
                  <a:path w="66869" h="38973" extrusionOk="0">
                    <a:moveTo>
                      <a:pt x="66373" y="38974"/>
                    </a:moveTo>
                    <a:cubicBezTo>
                      <a:pt x="66373" y="38974"/>
                      <a:pt x="66183" y="38974"/>
                      <a:pt x="66183" y="38974"/>
                    </a:cubicBezTo>
                    <a:lnTo>
                      <a:pt x="210" y="894"/>
                    </a:lnTo>
                    <a:cubicBezTo>
                      <a:pt x="210" y="894"/>
                      <a:pt x="-76" y="513"/>
                      <a:pt x="19" y="228"/>
                    </a:cubicBezTo>
                    <a:cubicBezTo>
                      <a:pt x="115" y="37"/>
                      <a:pt x="400" y="-58"/>
                      <a:pt x="686" y="37"/>
                    </a:cubicBezTo>
                    <a:lnTo>
                      <a:pt x="66659" y="38117"/>
                    </a:lnTo>
                    <a:cubicBezTo>
                      <a:pt x="66659" y="38117"/>
                      <a:pt x="66945" y="38498"/>
                      <a:pt x="66850" y="38784"/>
                    </a:cubicBezTo>
                    <a:cubicBezTo>
                      <a:pt x="66850" y="38974"/>
                      <a:pt x="66564" y="38974"/>
                      <a:pt x="66469" y="3897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69" name="Google Shape;500;p35">
                <a:extLst>
                  <a:ext uri="{FF2B5EF4-FFF2-40B4-BE49-F238E27FC236}">
                    <a16:creationId xmlns:a16="http://schemas.microsoft.com/office/drawing/2014/main" id="{8BEABF70-57D2-2757-C27D-2033FF3C29A1}"/>
                  </a:ext>
                </a:extLst>
              </p:cNvPr>
              <p:cNvSpPr/>
              <p:nvPr/>
            </p:nvSpPr>
            <p:spPr>
              <a:xfrm>
                <a:off x="7103153" y="3034295"/>
                <a:ext cx="66904" cy="38936"/>
              </a:xfrm>
              <a:custGeom>
                <a:avLst/>
                <a:gdLst/>
                <a:ahLst/>
                <a:cxnLst/>
                <a:rect l="l" t="t" r="r" b="b"/>
                <a:pathLst>
                  <a:path w="66904" h="38936" extrusionOk="0">
                    <a:moveTo>
                      <a:pt x="418" y="38937"/>
                    </a:moveTo>
                    <a:cubicBezTo>
                      <a:pt x="418" y="38937"/>
                      <a:pt x="133" y="38937"/>
                      <a:pt x="37" y="38746"/>
                    </a:cubicBezTo>
                    <a:cubicBezTo>
                      <a:pt x="-58" y="38556"/>
                      <a:pt x="37" y="38270"/>
                      <a:pt x="228" y="38080"/>
                    </a:cubicBezTo>
                    <a:lnTo>
                      <a:pt x="66201" y="0"/>
                    </a:lnTo>
                    <a:cubicBezTo>
                      <a:pt x="66201" y="0"/>
                      <a:pt x="66677" y="0"/>
                      <a:pt x="66867" y="190"/>
                    </a:cubicBezTo>
                    <a:cubicBezTo>
                      <a:pt x="66963" y="381"/>
                      <a:pt x="66867" y="666"/>
                      <a:pt x="66677" y="857"/>
                    </a:cubicBezTo>
                    <a:lnTo>
                      <a:pt x="704" y="38937"/>
                    </a:lnTo>
                    <a:cubicBezTo>
                      <a:pt x="704" y="38937"/>
                      <a:pt x="513" y="38937"/>
                      <a:pt x="513" y="38937"/>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pSp>
        <p:grpSp>
          <p:nvGrpSpPr>
            <p:cNvPr id="64" name="Google Shape;501;p35">
              <a:extLst>
                <a:ext uri="{FF2B5EF4-FFF2-40B4-BE49-F238E27FC236}">
                  <a16:creationId xmlns:a16="http://schemas.microsoft.com/office/drawing/2014/main" id="{C55A54B7-E7C4-C233-BBA2-4BD7AFCADAAC}"/>
                </a:ext>
              </a:extLst>
            </p:cNvPr>
            <p:cNvGrpSpPr/>
            <p:nvPr/>
          </p:nvGrpSpPr>
          <p:grpSpPr>
            <a:xfrm>
              <a:off x="7083865" y="2777637"/>
              <a:ext cx="171359" cy="161838"/>
              <a:chOff x="7083865" y="2777637"/>
              <a:chExt cx="171359" cy="161838"/>
            </a:xfrm>
            <a:grpFill/>
          </p:grpSpPr>
          <p:sp>
            <p:nvSpPr>
              <p:cNvPr id="65" name="Google Shape;502;p35">
                <a:extLst>
                  <a:ext uri="{FF2B5EF4-FFF2-40B4-BE49-F238E27FC236}">
                    <a16:creationId xmlns:a16="http://schemas.microsoft.com/office/drawing/2014/main" id="{D99034F1-C8A5-CA28-9700-200EB32239E2}"/>
                  </a:ext>
                </a:extLst>
              </p:cNvPr>
              <p:cNvSpPr/>
              <p:nvPr/>
            </p:nvSpPr>
            <p:spPr>
              <a:xfrm>
                <a:off x="7126705" y="2777637"/>
                <a:ext cx="85679" cy="85679"/>
              </a:xfrm>
              <a:custGeom>
                <a:avLst/>
                <a:gdLst/>
                <a:ahLst/>
                <a:cxnLst/>
                <a:rect l="l" t="t" r="r" b="b"/>
                <a:pathLst>
                  <a:path w="85679" h="85679" extrusionOk="0">
                    <a:moveTo>
                      <a:pt x="85680" y="42840"/>
                    </a:moveTo>
                    <a:cubicBezTo>
                      <a:pt x="85680" y="66500"/>
                      <a:pt x="66500" y="85680"/>
                      <a:pt x="42840" y="85680"/>
                    </a:cubicBezTo>
                    <a:cubicBezTo>
                      <a:pt x="19180" y="85680"/>
                      <a:pt x="0" y="66500"/>
                      <a:pt x="0" y="42840"/>
                    </a:cubicBezTo>
                    <a:cubicBezTo>
                      <a:pt x="0" y="19180"/>
                      <a:pt x="19180" y="0"/>
                      <a:pt x="42840" y="0"/>
                    </a:cubicBezTo>
                    <a:cubicBezTo>
                      <a:pt x="66500" y="0"/>
                      <a:pt x="85680" y="19180"/>
                      <a:pt x="85680" y="4284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66" name="Google Shape;503;p35">
                <a:extLst>
                  <a:ext uri="{FF2B5EF4-FFF2-40B4-BE49-F238E27FC236}">
                    <a16:creationId xmlns:a16="http://schemas.microsoft.com/office/drawing/2014/main" id="{06A038D5-09F9-D343-7B6F-8523BC696A3A}"/>
                  </a:ext>
                </a:extLst>
              </p:cNvPr>
              <p:cNvSpPr/>
              <p:nvPr/>
            </p:nvSpPr>
            <p:spPr>
              <a:xfrm>
                <a:off x="7083865" y="2871884"/>
                <a:ext cx="171359" cy="67591"/>
              </a:xfrm>
              <a:custGeom>
                <a:avLst/>
                <a:gdLst/>
                <a:ahLst/>
                <a:cxnLst/>
                <a:rect l="l" t="t" r="r" b="b"/>
                <a:pathLst>
                  <a:path w="171359" h="67591" extrusionOk="0">
                    <a:moveTo>
                      <a:pt x="171359" y="67592"/>
                    </a:moveTo>
                    <a:lnTo>
                      <a:pt x="171359" y="42840"/>
                    </a:lnTo>
                    <a:cubicBezTo>
                      <a:pt x="171359" y="19325"/>
                      <a:pt x="152129" y="0"/>
                      <a:pt x="128519" y="0"/>
                    </a:cubicBezTo>
                    <a:lnTo>
                      <a:pt x="42840" y="0"/>
                    </a:lnTo>
                    <a:cubicBezTo>
                      <a:pt x="19230" y="0"/>
                      <a:pt x="0" y="19325"/>
                      <a:pt x="0" y="42840"/>
                    </a:cubicBezTo>
                    <a:lnTo>
                      <a:pt x="0" y="67592"/>
                    </a:lnTo>
                    <a:lnTo>
                      <a:pt x="171359" y="67592"/>
                    </a:ln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pSp>
      </p:grpSp>
      <p:pic>
        <p:nvPicPr>
          <p:cNvPr id="15" name="Imagem 14">
            <a:extLst>
              <a:ext uri="{FF2B5EF4-FFF2-40B4-BE49-F238E27FC236}">
                <a16:creationId xmlns:a16="http://schemas.microsoft.com/office/drawing/2014/main" id="{4973AEF4-03D9-62AA-4387-2645AC005924}"/>
              </a:ext>
            </a:extLst>
          </p:cNvPr>
          <p:cNvPicPr>
            <a:picLocks noChangeAspect="1"/>
          </p:cNvPicPr>
          <p:nvPr/>
        </p:nvPicPr>
        <p:blipFill>
          <a:blip r:embed="rId3"/>
          <a:stretch>
            <a:fillRect/>
          </a:stretch>
        </p:blipFill>
        <p:spPr>
          <a:xfrm>
            <a:off x="5207001" y="4765206"/>
            <a:ext cx="3976328" cy="1908954"/>
          </a:xfrm>
          <a:prstGeom prst="rect">
            <a:avLst/>
          </a:prstGeom>
        </p:spPr>
      </p:pic>
      <p:sp>
        <p:nvSpPr>
          <p:cNvPr id="26" name="Espaço Reservado para Texto 60">
            <a:extLst>
              <a:ext uri="{FF2B5EF4-FFF2-40B4-BE49-F238E27FC236}">
                <a16:creationId xmlns:a16="http://schemas.microsoft.com/office/drawing/2014/main" id="{9CAC57BD-D433-2BDC-C992-857B460F6AAC}"/>
              </a:ext>
            </a:extLst>
          </p:cNvPr>
          <p:cNvSpPr txBox="1">
            <a:spLocks/>
          </p:cNvSpPr>
          <p:nvPr/>
        </p:nvSpPr>
        <p:spPr>
          <a:xfrm>
            <a:off x="878473" y="5213975"/>
            <a:ext cx="1180177" cy="306793"/>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00" b="1" i="0" u="none" strike="noStrike" cap="none">
                <a:solidFill>
                  <a:srgbClr val="000000"/>
                </a:solidFill>
                <a:latin typeface="Poppins" pitchFamily="2" charset="77"/>
                <a:ea typeface="Arial"/>
                <a:cs typeface="Poppins" pitchFamily="2" charset="77"/>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pt-BR" sz="1100" dirty="0"/>
              <a:t>Em duplas</a:t>
            </a:r>
          </a:p>
        </p:txBody>
      </p:sp>
      <p:sp>
        <p:nvSpPr>
          <p:cNvPr id="27" name="Espaço Reservado para Texto 60">
            <a:extLst>
              <a:ext uri="{FF2B5EF4-FFF2-40B4-BE49-F238E27FC236}">
                <a16:creationId xmlns:a16="http://schemas.microsoft.com/office/drawing/2014/main" id="{D3EFFB87-4F0C-7D9A-E423-674E2BBF3321}"/>
              </a:ext>
            </a:extLst>
          </p:cNvPr>
          <p:cNvSpPr>
            <a:spLocks noGrp="1"/>
          </p:cNvSpPr>
          <p:nvPr>
            <p:ph type="body" sz="quarter" idx="19"/>
          </p:nvPr>
        </p:nvSpPr>
        <p:spPr>
          <a:xfrm>
            <a:off x="878473" y="4765206"/>
            <a:ext cx="1180177" cy="306793"/>
          </a:xfrm>
          <a:prstGeom prst="rect">
            <a:avLst/>
          </a:prstGeom>
        </p:spPr>
        <p:txBody>
          <a:bodyPr anchor="ctr"/>
          <a:lstStyle>
            <a:lvl1pPr>
              <a:defRPr sz="1700" b="1">
                <a:latin typeface="Poppins" pitchFamily="2" charset="77"/>
                <a:cs typeface="Poppins" pitchFamily="2" charset="77"/>
              </a:defRPr>
            </a:lvl1pPr>
          </a:lstStyle>
          <a:p>
            <a:pPr lvl="0"/>
            <a:r>
              <a:rPr lang="pt-BR" sz="1100" dirty="0"/>
              <a:t>20 minutos</a:t>
            </a:r>
          </a:p>
        </p:txBody>
      </p:sp>
    </p:spTree>
    <p:extLst>
      <p:ext uri="{BB962C8B-B14F-4D97-AF65-F5344CB8AC3E}">
        <p14:creationId xmlns:p14="http://schemas.microsoft.com/office/powerpoint/2010/main" val="11619052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3866"/>
        <p:cNvGrpSpPr/>
        <p:nvPr/>
      </p:nvGrpSpPr>
      <p:grpSpPr>
        <a:xfrm>
          <a:off x="0" y="0"/>
          <a:ext cx="0" cy="0"/>
          <a:chOff x="0" y="0"/>
          <a:chExt cx="0" cy="0"/>
        </a:xfrm>
      </p:grpSpPr>
      <p:sp>
        <p:nvSpPr>
          <p:cNvPr id="3867" name="Google Shape;3867;p363"/>
          <p:cNvSpPr txBox="1">
            <a:spLocks noGrp="1"/>
          </p:cNvSpPr>
          <p:nvPr>
            <p:ph type="body" idx="1"/>
          </p:nvPr>
        </p:nvSpPr>
        <p:spPr>
          <a:xfrm>
            <a:off x="500293" y="3098664"/>
            <a:ext cx="2331000" cy="1303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ct val="140000"/>
              <a:buNone/>
            </a:pPr>
            <a:r>
              <a:rPr lang="pt-BR" sz="2500" dirty="0"/>
              <a:t>Analise o percurso da venda e preencha</a:t>
            </a:r>
            <a:endParaRPr sz="2500" dirty="0"/>
          </a:p>
        </p:txBody>
      </p:sp>
      <p:sp>
        <p:nvSpPr>
          <p:cNvPr id="3868" name="Google Shape;3868;p363"/>
          <p:cNvSpPr txBox="1"/>
          <p:nvPr/>
        </p:nvSpPr>
        <p:spPr>
          <a:xfrm>
            <a:off x="7968343" y="-34834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graphicFrame>
        <p:nvGraphicFramePr>
          <p:cNvPr id="3869" name="Google Shape;3869;p363"/>
          <p:cNvGraphicFramePr/>
          <p:nvPr>
            <p:extLst>
              <p:ext uri="{D42A27DB-BD31-4B8C-83A1-F6EECF244321}">
                <p14:modId xmlns:p14="http://schemas.microsoft.com/office/powerpoint/2010/main" val="274329899"/>
              </p:ext>
            </p:extLst>
          </p:nvPr>
        </p:nvGraphicFramePr>
        <p:xfrm>
          <a:off x="2831293" y="1343025"/>
          <a:ext cx="9045484" cy="4686302"/>
        </p:xfrm>
        <a:graphic>
          <a:graphicData uri="http://schemas.openxmlformats.org/drawingml/2006/table">
            <a:tbl>
              <a:tblPr>
                <a:noFill/>
                <a:tableStyleId>{D7CF120E-5B87-4C7C-9629-38861E7C7642}</a:tableStyleId>
              </a:tblPr>
              <a:tblGrid>
                <a:gridCol w="2643509">
                  <a:extLst>
                    <a:ext uri="{9D8B030D-6E8A-4147-A177-3AD203B41FA5}">
                      <a16:colId xmlns:a16="http://schemas.microsoft.com/office/drawing/2014/main" val="20000"/>
                    </a:ext>
                  </a:extLst>
                </a:gridCol>
                <a:gridCol w="6401975">
                  <a:extLst>
                    <a:ext uri="{9D8B030D-6E8A-4147-A177-3AD203B41FA5}">
                      <a16:colId xmlns:a16="http://schemas.microsoft.com/office/drawing/2014/main" val="20001"/>
                    </a:ext>
                  </a:extLst>
                </a:gridCol>
              </a:tblGrid>
              <a:tr h="590931">
                <a:tc>
                  <a:txBody>
                    <a:bodyPr/>
                    <a:lstStyle/>
                    <a:p>
                      <a:pPr marL="0" marR="0" lvl="0" indent="0" algn="ctr" rtl="0">
                        <a:lnSpc>
                          <a:spcPct val="100000"/>
                        </a:lnSpc>
                        <a:spcBef>
                          <a:spcPts val="0"/>
                        </a:spcBef>
                        <a:spcAft>
                          <a:spcPts val="0"/>
                        </a:spcAft>
                        <a:buClr>
                          <a:srgbClr val="000000"/>
                        </a:buClr>
                        <a:buSzPts val="1800"/>
                        <a:buFont typeface="Arial"/>
                        <a:buNone/>
                      </a:pPr>
                      <a:r>
                        <a:rPr lang="pt-BR" sz="1400" b="1" dirty="0">
                          <a:solidFill>
                            <a:schemeClr val="dk1"/>
                          </a:solidFill>
                          <a:latin typeface="Poppins"/>
                          <a:ea typeface="Poppins"/>
                          <a:cs typeface="Poppins"/>
                          <a:sym typeface="Poppins"/>
                        </a:rPr>
                        <a:t>Parte do sistema</a:t>
                      </a:r>
                      <a:endParaRPr sz="1600" u="none" strike="noStrike" cap="none" dirty="0">
                        <a:latin typeface="Poppins"/>
                        <a:ea typeface="Poppins"/>
                        <a:cs typeface="Poppins"/>
                        <a:sym typeface="Poppins"/>
                      </a:endParaRPr>
                    </a:p>
                  </a:txBody>
                  <a:tcPr marL="135731" marR="135731" marT="135731" marB="135731" anchor="ctr">
                    <a:lnL w="9525" cap="flat" cmpd="sng">
                      <a:solidFill>
                        <a:srgbClr val="00000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pt-BR" sz="1400" b="1" dirty="0">
                          <a:solidFill>
                            <a:schemeClr val="dk1"/>
                          </a:solidFill>
                          <a:latin typeface="Poppins"/>
                          <a:ea typeface="Poppins"/>
                          <a:cs typeface="Poppins"/>
                          <a:sym typeface="Poppins"/>
                        </a:rPr>
                        <a:t>O que acontece?</a:t>
                      </a:r>
                      <a:endParaRPr sz="1600" u="none" strike="noStrike" cap="none" dirty="0">
                        <a:latin typeface="Poppins"/>
                        <a:ea typeface="Poppins"/>
                        <a:cs typeface="Poppins"/>
                        <a:sym typeface="Poppins"/>
                      </a:endParaRPr>
                    </a:p>
                  </a:txBody>
                  <a:tcPr marL="135731" marR="135731" marT="135731" marB="135731"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BFBFBF"/>
                    </a:solidFill>
                  </a:tcPr>
                </a:tc>
                <a:extLst>
                  <a:ext uri="{0D108BD9-81ED-4DB2-BD59-A6C34878D82A}">
                    <a16:rowId xmlns:a16="http://schemas.microsoft.com/office/drawing/2014/main" val="10000"/>
                  </a:ext>
                </a:extLst>
              </a:tr>
              <a:tr h="847141">
                <a:tc>
                  <a:txBody>
                    <a:bodyPr/>
                    <a:lstStyle/>
                    <a:p>
                      <a:pPr marL="0" marR="0" lvl="0" indent="0" algn="l" rtl="0">
                        <a:lnSpc>
                          <a:spcPct val="100000"/>
                        </a:lnSpc>
                        <a:spcBef>
                          <a:spcPts val="0"/>
                        </a:spcBef>
                        <a:spcAft>
                          <a:spcPts val="0"/>
                        </a:spcAft>
                        <a:buClr>
                          <a:srgbClr val="000000"/>
                        </a:buClr>
                        <a:buSzPts val="1600"/>
                        <a:buFont typeface="Arial"/>
                        <a:buNone/>
                      </a:pPr>
                      <a:r>
                        <a:rPr lang="pt-BR" sz="1400" dirty="0">
                          <a:solidFill>
                            <a:schemeClr val="dk1"/>
                          </a:solidFill>
                          <a:latin typeface="Poppins"/>
                          <a:ea typeface="Poppins"/>
                          <a:cs typeface="Poppins"/>
                          <a:sym typeface="Poppins"/>
                        </a:rPr>
                        <a:t>Menu</a:t>
                      </a:r>
                      <a:endParaRPr sz="1600" u="none" strike="noStrike" cap="none" dirty="0">
                        <a:latin typeface="Poppins"/>
                        <a:ea typeface="Poppins"/>
                        <a:cs typeface="Poppins"/>
                        <a:sym typeface="Poppins"/>
                      </a:endParaRPr>
                    </a:p>
                  </a:txBody>
                  <a:tcPr marL="135731" marR="135731" marT="135731" marB="135731"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pt-BR" sz="1600" dirty="0">
                          <a:latin typeface="Poppins"/>
                          <a:ea typeface="Poppins"/>
                          <a:cs typeface="Poppins"/>
                          <a:sym typeface="Poppins"/>
                        </a:rPr>
                        <a:t>Recebe a escolha do usuário e chama a função de registrar venda.</a:t>
                      </a:r>
                      <a:endParaRPr sz="1600" u="none" strike="noStrike" cap="none" dirty="0">
                        <a:latin typeface="Poppins"/>
                        <a:ea typeface="Poppins"/>
                        <a:cs typeface="Poppins"/>
                        <a:sym typeface="Poppins"/>
                      </a:endParaRPr>
                    </a:p>
                  </a:txBody>
                  <a:tcPr marL="135731" marR="135731" marT="135731" marB="135731"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1"/>
                  </a:ext>
                </a:extLst>
              </a:tr>
              <a:tr h="776974">
                <a:tc>
                  <a:txBody>
                    <a:bodyPr/>
                    <a:lstStyle/>
                    <a:p>
                      <a:pPr marL="0" marR="0" lvl="0" indent="0" algn="l" rtl="0">
                        <a:lnSpc>
                          <a:spcPct val="100000"/>
                        </a:lnSpc>
                        <a:spcBef>
                          <a:spcPts val="0"/>
                        </a:spcBef>
                        <a:spcAft>
                          <a:spcPts val="0"/>
                        </a:spcAft>
                        <a:buClr>
                          <a:schemeClr val="dk1"/>
                        </a:buClr>
                        <a:buSzPts val="1600"/>
                        <a:buFont typeface="Arial"/>
                        <a:buNone/>
                      </a:pPr>
                      <a:r>
                        <a:rPr lang="pt-BR" sz="1400" dirty="0">
                          <a:solidFill>
                            <a:schemeClr val="dk1"/>
                          </a:solidFill>
                          <a:latin typeface="Poppins"/>
                          <a:ea typeface="Poppins"/>
                          <a:cs typeface="Poppins"/>
                          <a:sym typeface="Poppins"/>
                        </a:rPr>
                        <a:t>Registrar venda</a:t>
                      </a:r>
                      <a:endParaRPr sz="1600" u="none" strike="noStrike" cap="none" dirty="0">
                        <a:latin typeface="Poppins"/>
                        <a:ea typeface="Poppins"/>
                        <a:cs typeface="Poppins"/>
                        <a:sym typeface="Poppins"/>
                      </a:endParaRPr>
                    </a:p>
                  </a:txBody>
                  <a:tcPr marL="135731" marR="135731" marT="135731" marB="135731"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600"/>
                        <a:buFont typeface="Arial"/>
                        <a:buNone/>
                      </a:pPr>
                      <a:r>
                        <a:rPr lang="pt-BR" sz="1600" dirty="0">
                          <a:latin typeface="Poppins"/>
                          <a:ea typeface="Poppins"/>
                          <a:cs typeface="Poppins"/>
                          <a:sym typeface="Poppins"/>
                        </a:rPr>
                        <a:t>Registra a venda realizada e deve atualizar os dados usados pelo histórico de vendas.</a:t>
                      </a:r>
                      <a:endParaRPr sz="1600" u="none" strike="noStrike" cap="none" dirty="0">
                        <a:latin typeface="Poppins"/>
                        <a:ea typeface="Poppins"/>
                        <a:cs typeface="Poppins"/>
                        <a:sym typeface="Poppins"/>
                      </a:endParaRPr>
                    </a:p>
                  </a:txBody>
                  <a:tcPr marL="135731" marR="135731" marT="135731" marB="135731"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D8D8D8"/>
                    </a:solidFill>
                  </a:tcPr>
                </a:tc>
                <a:extLst>
                  <a:ext uri="{0D108BD9-81ED-4DB2-BD59-A6C34878D82A}">
                    <a16:rowId xmlns:a16="http://schemas.microsoft.com/office/drawing/2014/main" val="10002"/>
                  </a:ext>
                </a:extLst>
              </a:tr>
              <a:tr h="847141">
                <a:tc>
                  <a:txBody>
                    <a:bodyPr/>
                    <a:lstStyle/>
                    <a:p>
                      <a:pPr marL="0" marR="0" lvl="0" indent="0" algn="l" rtl="0">
                        <a:lnSpc>
                          <a:spcPct val="100000"/>
                        </a:lnSpc>
                        <a:spcBef>
                          <a:spcPts val="0"/>
                        </a:spcBef>
                        <a:spcAft>
                          <a:spcPts val="0"/>
                        </a:spcAft>
                        <a:buClr>
                          <a:srgbClr val="000000"/>
                        </a:buClr>
                        <a:buSzPts val="1600"/>
                        <a:buFont typeface="Arial"/>
                        <a:buNone/>
                      </a:pPr>
                      <a:r>
                        <a:rPr lang="pt-BR" sz="1400" dirty="0">
                          <a:solidFill>
                            <a:schemeClr val="dk1"/>
                          </a:solidFill>
                          <a:latin typeface="Poppins"/>
                          <a:ea typeface="Poppins"/>
                          <a:cs typeface="Poppins"/>
                          <a:sym typeface="Poppins"/>
                        </a:rPr>
                        <a:t>produtos</a:t>
                      </a:r>
                      <a:endParaRPr sz="1600" u="none" strike="noStrike" cap="none" dirty="0">
                        <a:latin typeface="Poppins"/>
                        <a:ea typeface="Poppins"/>
                        <a:cs typeface="Poppins"/>
                        <a:sym typeface="Poppins"/>
                      </a:endParaRPr>
                    </a:p>
                  </a:txBody>
                  <a:tcPr marL="135731" marR="135731" marT="135731" marB="135731"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pt-BR" sz="1600" dirty="0">
                          <a:latin typeface="Poppins"/>
                          <a:ea typeface="Poppins"/>
                          <a:cs typeface="Poppins"/>
                          <a:sym typeface="Poppins"/>
                        </a:rPr>
                        <a:t>Continua guardando o cadastro do Caderno e de outros produtos.</a:t>
                      </a:r>
                      <a:endParaRPr sz="1600" u="none" strike="noStrike" cap="none" dirty="0">
                        <a:latin typeface="Poppins"/>
                        <a:ea typeface="Poppins"/>
                        <a:cs typeface="Poppins"/>
                        <a:sym typeface="Poppins"/>
                      </a:endParaRPr>
                    </a:p>
                  </a:txBody>
                  <a:tcPr marL="135731" marR="135731" marT="135731" marB="135731"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3"/>
                  </a:ext>
                </a:extLst>
              </a:tr>
              <a:tr h="776974">
                <a:tc>
                  <a:txBody>
                    <a:bodyPr/>
                    <a:lstStyle/>
                    <a:p>
                      <a:pPr marL="0" marR="0" lvl="0" indent="0" algn="l" rtl="0">
                        <a:lnSpc>
                          <a:spcPct val="100000"/>
                        </a:lnSpc>
                        <a:spcBef>
                          <a:spcPts val="0"/>
                        </a:spcBef>
                        <a:spcAft>
                          <a:spcPts val="0"/>
                        </a:spcAft>
                        <a:buClr>
                          <a:schemeClr val="dk1"/>
                        </a:buClr>
                        <a:buSzPts val="1600"/>
                        <a:buFont typeface="Arial"/>
                        <a:buNone/>
                      </a:pPr>
                      <a:r>
                        <a:rPr lang="pt-BR" sz="1400" dirty="0">
                          <a:solidFill>
                            <a:schemeClr val="dk1"/>
                          </a:solidFill>
                          <a:latin typeface="Poppins"/>
                          <a:ea typeface="Poppins"/>
                          <a:cs typeface="Poppins"/>
                          <a:sym typeface="Poppins"/>
                        </a:rPr>
                        <a:t>vendas</a:t>
                      </a:r>
                      <a:endParaRPr sz="1600" u="none" strike="noStrike" cap="none" dirty="0">
                        <a:latin typeface="Poppins"/>
                        <a:ea typeface="Poppins"/>
                        <a:cs typeface="Poppins"/>
                        <a:sym typeface="Poppins"/>
                      </a:endParaRPr>
                    </a:p>
                  </a:txBody>
                  <a:tcPr marL="135731" marR="135731" marT="135731" marB="135731"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600"/>
                        <a:buFont typeface="Arial"/>
                        <a:buNone/>
                      </a:pPr>
                      <a:r>
                        <a:rPr lang="pt-BR" sz="1600" dirty="0">
                          <a:latin typeface="Poppins"/>
                          <a:ea typeface="Poppins"/>
                          <a:cs typeface="Poppins"/>
                          <a:sym typeface="Poppins"/>
                        </a:rPr>
                        <a:t>Deve receber o registro das 3 unidades de Caderno vendidas.</a:t>
                      </a:r>
                      <a:endParaRPr sz="1600" u="none" strike="noStrike" cap="none" dirty="0">
                        <a:latin typeface="Poppins"/>
                        <a:ea typeface="Poppins"/>
                        <a:cs typeface="Poppins"/>
                        <a:sym typeface="Poppins"/>
                      </a:endParaRPr>
                    </a:p>
                  </a:txBody>
                  <a:tcPr marL="135731" marR="135731" marT="135731" marB="135731"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D8D8D8"/>
                    </a:solidFill>
                  </a:tcPr>
                </a:tc>
                <a:extLst>
                  <a:ext uri="{0D108BD9-81ED-4DB2-BD59-A6C34878D82A}">
                    <a16:rowId xmlns:a16="http://schemas.microsoft.com/office/drawing/2014/main" val="10004"/>
                  </a:ext>
                </a:extLst>
              </a:tr>
              <a:tr h="847141">
                <a:tc>
                  <a:txBody>
                    <a:bodyPr/>
                    <a:lstStyle/>
                    <a:p>
                      <a:pPr marL="0" marR="0" lvl="0" indent="0" algn="l" rtl="0">
                        <a:lnSpc>
                          <a:spcPct val="100000"/>
                        </a:lnSpc>
                        <a:spcBef>
                          <a:spcPts val="0"/>
                        </a:spcBef>
                        <a:spcAft>
                          <a:spcPts val="0"/>
                        </a:spcAft>
                        <a:buClr>
                          <a:srgbClr val="000000"/>
                        </a:buClr>
                        <a:buSzPts val="1600"/>
                        <a:buFont typeface="Arial"/>
                        <a:buNone/>
                      </a:pPr>
                      <a:r>
                        <a:rPr lang="pt-BR" sz="1400" dirty="0">
                          <a:solidFill>
                            <a:schemeClr val="dk1"/>
                          </a:solidFill>
                          <a:latin typeface="Poppins"/>
                          <a:ea typeface="Poppins"/>
                          <a:cs typeface="Poppins"/>
                          <a:sym typeface="Poppins"/>
                        </a:rPr>
                        <a:t>Classificar desempenho</a:t>
                      </a:r>
                      <a:endParaRPr sz="1600" u="none" strike="noStrike" cap="none" dirty="0">
                        <a:latin typeface="Poppins"/>
                        <a:ea typeface="Poppins"/>
                        <a:cs typeface="Poppins"/>
                        <a:sym typeface="Poppins"/>
                      </a:endParaRPr>
                    </a:p>
                  </a:txBody>
                  <a:tcPr marL="135731" marR="135731" marT="135731" marB="135731"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pt-BR" sz="1600" dirty="0">
                          <a:latin typeface="Poppins"/>
                          <a:ea typeface="Poppins"/>
                          <a:cs typeface="Poppins"/>
                          <a:sym typeface="Poppins"/>
                        </a:rPr>
                        <a:t>Consulta vendas para encontrar as informações usadas no cálculo do desempenho.</a:t>
                      </a:r>
                      <a:endParaRPr sz="1600" u="none" strike="noStrike" cap="none" dirty="0">
                        <a:latin typeface="Poppins"/>
                        <a:ea typeface="Poppins"/>
                        <a:cs typeface="Poppins"/>
                        <a:sym typeface="Poppins"/>
                      </a:endParaRPr>
                    </a:p>
                  </a:txBody>
                  <a:tcPr marL="135731" marR="135731" marT="135731" marB="135731"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873"/>
        <p:cNvGrpSpPr/>
        <p:nvPr/>
      </p:nvGrpSpPr>
      <p:grpSpPr>
        <a:xfrm>
          <a:off x="0" y="0"/>
          <a:ext cx="0" cy="0"/>
          <a:chOff x="0" y="0"/>
          <a:chExt cx="0" cy="0"/>
        </a:xfrm>
      </p:grpSpPr>
      <p:sp>
        <p:nvSpPr>
          <p:cNvPr id="3874" name="Google Shape;3874;p364"/>
          <p:cNvSpPr txBox="1"/>
          <p:nvPr/>
        </p:nvSpPr>
        <p:spPr>
          <a:xfrm>
            <a:off x="6251667" y="5391940"/>
            <a:ext cx="4692558" cy="353913"/>
          </a:xfrm>
          <a:prstGeom prst="rect">
            <a:avLst/>
          </a:prstGeom>
          <a:noFill/>
          <a:ln>
            <a:noFill/>
          </a:ln>
        </p:spPr>
        <p:txBody>
          <a:bodyPr spcFirstLastPara="1" wrap="square" lIns="91425" tIns="91425" rIns="91425" bIns="91425" anchor="t" anchorCtr="0">
            <a:spAutoFit/>
          </a:bodyPr>
          <a:lstStyle/>
          <a:p>
            <a:pPr marL="0" marR="0" lvl="0" indent="0" rtl="0">
              <a:lnSpc>
                <a:spcPct val="100000"/>
              </a:lnSpc>
              <a:spcBef>
                <a:spcPts val="0"/>
              </a:spcBef>
              <a:spcAft>
                <a:spcPts val="0"/>
              </a:spcAft>
              <a:buClr>
                <a:srgbClr val="000000"/>
              </a:buClr>
              <a:buSzPts val="1000"/>
              <a:buFont typeface="Arial"/>
              <a:buNone/>
            </a:pPr>
            <a:r>
              <a:rPr lang="pt-BR" sz="1100" b="0" i="0" u="none" strike="noStrike" cap="none" dirty="0">
                <a:solidFill>
                  <a:srgbClr val="000000"/>
                </a:solidFill>
                <a:latin typeface="Poppins"/>
                <a:ea typeface="Poppins"/>
                <a:cs typeface="Poppins"/>
                <a:sym typeface="Poppins"/>
              </a:rPr>
              <a:t>Produzido pela SEDUC-SP com apoio da ferramenta ChatGPT.</a:t>
            </a:r>
            <a:endParaRPr sz="1100" b="0" i="0" u="none" strike="noStrike" cap="none" dirty="0">
              <a:solidFill>
                <a:srgbClr val="000000"/>
              </a:solidFill>
              <a:latin typeface="Poppins"/>
              <a:ea typeface="Poppins"/>
              <a:cs typeface="Poppins"/>
              <a:sym typeface="Poppins"/>
            </a:endParaRPr>
          </a:p>
        </p:txBody>
      </p:sp>
      <p:pic>
        <p:nvPicPr>
          <p:cNvPr id="3875" name="Google Shape;3875;p364" title="diagrama (38).png"/>
          <p:cNvPicPr preferRelativeResize="0"/>
          <p:nvPr/>
        </p:nvPicPr>
        <p:blipFill>
          <a:blip r:embed="rId3">
            <a:alphaModFix/>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4188101" y="972472"/>
            <a:ext cx="7717228" cy="441946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879"/>
        <p:cNvGrpSpPr/>
        <p:nvPr/>
      </p:nvGrpSpPr>
      <p:grpSpPr>
        <a:xfrm>
          <a:off x="0" y="0"/>
          <a:ext cx="0" cy="0"/>
          <a:chOff x="0" y="0"/>
          <a:chExt cx="0" cy="0"/>
        </a:xfrm>
      </p:grpSpPr>
      <p:sp>
        <p:nvSpPr>
          <p:cNvPr id="3880" name="Google Shape;3880;p365"/>
          <p:cNvSpPr txBox="1">
            <a:spLocks noGrp="1"/>
          </p:cNvSpPr>
          <p:nvPr>
            <p:ph type="body" idx="1"/>
          </p:nvPr>
        </p:nvSpPr>
        <p:spPr>
          <a:xfrm>
            <a:off x="5570474" y="1508651"/>
            <a:ext cx="5983351" cy="3145549"/>
          </a:xfrm>
          <a:prstGeom prst="rect">
            <a:avLst/>
          </a:prstGeom>
          <a:noFill/>
          <a:ln>
            <a:noFill/>
          </a:ln>
        </p:spPr>
        <p:txBody>
          <a:bodyPr spcFirstLastPara="1" wrap="square" lIns="60950" tIns="30450" rIns="60950" bIns="30450" anchor="t" anchorCtr="0">
            <a:noAutofit/>
          </a:bodyPr>
          <a:lstStyle/>
          <a:p>
            <a:pPr marL="0" lvl="0" indent="0" algn="l" rtl="0">
              <a:spcBef>
                <a:spcPts val="0"/>
              </a:spcBef>
              <a:spcAft>
                <a:spcPts val="1200"/>
              </a:spcAft>
              <a:buClr>
                <a:schemeClr val="dk1"/>
              </a:buClr>
              <a:buSzPts val="1100"/>
              <a:buFont typeface="Arial"/>
              <a:buNone/>
            </a:pPr>
            <a:r>
              <a:rPr lang="pt-BR" sz="1800" b="1" dirty="0"/>
              <a:t>Python: Estruturas de dados, listas</a:t>
            </a:r>
            <a:endParaRPr sz="1800" b="1" dirty="0"/>
          </a:p>
          <a:p>
            <a:pPr marL="0" lvl="0" indent="0" algn="l" rtl="0">
              <a:spcBef>
                <a:spcPts val="0"/>
              </a:spcBef>
              <a:spcAft>
                <a:spcPts val="1200"/>
              </a:spcAft>
              <a:buClr>
                <a:schemeClr val="dk1"/>
              </a:buClr>
              <a:buSzPts val="1100"/>
              <a:buFont typeface="Arial"/>
              <a:buNone/>
            </a:pPr>
            <a:r>
              <a:rPr lang="pt-BR" sz="1800" dirty="0"/>
              <a:t>Explore o recurso oficial da documentação Python em português. Ajuda a revisar como listas armazenam informações e como podem ser consultadas e modificadas pelo programa.</a:t>
            </a:r>
            <a:endParaRPr sz="1800" dirty="0"/>
          </a:p>
          <a:p>
            <a:pPr marL="0" lvl="0" indent="0">
              <a:spcBef>
                <a:spcPts val="0"/>
              </a:spcBef>
              <a:spcAft>
                <a:spcPts val="1200"/>
              </a:spcAft>
              <a:buSzPts val="1100"/>
            </a:pPr>
            <a:r>
              <a:rPr lang="pt-BR" sz="1800" dirty="0"/>
              <a:t>DOCUMENTAÇÃO PYTHON 3.14.7. Estruturas de dados.</a:t>
            </a:r>
            <a:r>
              <a:rPr lang="pt-BR" sz="1800" b="1" dirty="0"/>
              <a:t> O Tutorial do Python</a:t>
            </a:r>
            <a:r>
              <a:rPr lang="pt-BR" sz="1800" dirty="0"/>
              <a:t>,</a:t>
            </a:r>
            <a:r>
              <a:rPr lang="pt-BR" sz="1800" b="1" dirty="0"/>
              <a:t> </a:t>
            </a:r>
            <a:r>
              <a:rPr lang="pt-BR" sz="1800" dirty="0"/>
              <a:t>[s. d.]. Disponível em: </a:t>
            </a:r>
            <a:r>
              <a:rPr lang="pt-BR" sz="1800" dirty="0">
                <a:hlinkClick r:id="rId3"/>
              </a:rPr>
              <a:t>https://docs.python.org/pt-br/3/tutorial/datastructures.html</a:t>
            </a:r>
            <a:r>
              <a:rPr lang="pt-BR" sz="1800" dirty="0"/>
              <a:t>. </a:t>
            </a:r>
            <a:br>
              <a:rPr lang="pt-BR" sz="1800" dirty="0"/>
            </a:br>
            <a:r>
              <a:rPr lang="pt-BR" sz="1800" dirty="0"/>
              <a:t>Acesso em: 02 set. 2026.</a:t>
            </a:r>
          </a:p>
        </p:txBody>
      </p:sp>
      <p:sp>
        <p:nvSpPr>
          <p:cNvPr id="3881" name="Google Shape;3881;p365"/>
          <p:cNvSpPr txBox="1"/>
          <p:nvPr/>
        </p:nvSpPr>
        <p:spPr>
          <a:xfrm>
            <a:off x="1024125" y="1786467"/>
            <a:ext cx="3183000" cy="615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0"/>
              <a:buFont typeface="Arial"/>
              <a:buNone/>
            </a:pPr>
            <a:r>
              <a:rPr lang="pt-BR" sz="4000" b="1" i="0" u="none" strike="noStrike" cap="none" dirty="0">
                <a:solidFill>
                  <a:srgbClr val="FFFFFF"/>
                </a:solidFill>
                <a:latin typeface="Poppins"/>
                <a:ea typeface="Poppins"/>
                <a:cs typeface="Poppins"/>
                <a:sym typeface="Poppins"/>
              </a:rPr>
              <a:t>Saiba mais</a:t>
            </a:r>
            <a:endParaRPr sz="4000" b="0" i="0" u="none" strike="noStrike" cap="none" dirty="0">
              <a:solidFill>
                <a:srgbClr val="FFFFFF"/>
              </a:solidFill>
              <a:latin typeface="Poppins Light"/>
              <a:ea typeface="Poppins Light"/>
              <a:cs typeface="Poppins Light"/>
              <a:sym typeface="Poppins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885"/>
        <p:cNvGrpSpPr/>
        <p:nvPr/>
      </p:nvGrpSpPr>
      <p:grpSpPr>
        <a:xfrm>
          <a:off x="0" y="0"/>
          <a:ext cx="0" cy="0"/>
          <a:chOff x="0" y="0"/>
          <a:chExt cx="0" cy="0"/>
        </a:xfrm>
      </p:grpSpPr>
      <p:sp>
        <p:nvSpPr>
          <p:cNvPr id="3886" name="Google Shape;3886;p366"/>
          <p:cNvSpPr txBox="1">
            <a:spLocks noGrp="1"/>
          </p:cNvSpPr>
          <p:nvPr>
            <p:ph type="body" idx="1"/>
          </p:nvPr>
        </p:nvSpPr>
        <p:spPr>
          <a:xfrm>
            <a:off x="555150" y="1530350"/>
            <a:ext cx="11081700" cy="2298700"/>
          </a:xfrm>
          <a:prstGeom prst="rect">
            <a:avLst/>
          </a:prstGeom>
          <a:noFill/>
          <a:ln>
            <a:noFill/>
          </a:ln>
        </p:spPr>
        <p:txBody>
          <a:bodyPr spcFirstLastPara="1" wrap="square" lIns="91425" tIns="45700" rIns="91425" bIns="45700" anchor="t" anchorCtr="0">
            <a:noAutofit/>
          </a:bodyPr>
          <a:lstStyle/>
          <a:p>
            <a:pPr marL="0" indent="0">
              <a:spcBef>
                <a:spcPts val="0"/>
              </a:spcBef>
              <a:spcAft>
                <a:spcPts val="1200"/>
              </a:spcAft>
              <a:buSzPts val="1100"/>
            </a:pPr>
            <a:r>
              <a:rPr lang="pt-BR" dirty="0"/>
              <a:t>DOCUMENTAÇÃO PYTHON 3.14.7. Mais ferramentas de controle de fluxo. </a:t>
            </a:r>
            <a:r>
              <a:rPr lang="pt-BR" b="1" dirty="0"/>
              <a:t>O Tutorial do Python</a:t>
            </a:r>
            <a:r>
              <a:rPr lang="pt-BR" dirty="0"/>
              <a:t>, [s.d.]. Disponível em:</a:t>
            </a:r>
            <a:r>
              <a:rPr lang="pt-BR" dirty="0">
                <a:solidFill>
                  <a:schemeClr val="hlink"/>
                </a:solidFill>
                <a:uFill>
                  <a:noFill/>
                </a:uFill>
                <a:hlinkClick r:id="rId3"/>
              </a:rPr>
              <a:t> </a:t>
            </a:r>
            <a:r>
              <a:rPr lang="pt-BR" u="sng" dirty="0">
                <a:solidFill>
                  <a:schemeClr val="hlink"/>
                </a:solidFill>
                <a:hlinkClick r:id="rId3"/>
              </a:rPr>
              <a:t>https://docs.python.org/pt-br/3/tutorial/controlflow.html</a:t>
            </a:r>
            <a:r>
              <a:rPr lang="pt-BR" dirty="0"/>
              <a:t>. Acesso em: 08 ago. 2026.</a:t>
            </a:r>
          </a:p>
          <a:p>
            <a:pPr marL="0" lvl="0" indent="0" algn="l" rtl="0">
              <a:spcBef>
                <a:spcPts val="0"/>
              </a:spcBef>
              <a:spcAft>
                <a:spcPts val="1200"/>
              </a:spcAft>
              <a:buClr>
                <a:schemeClr val="dk1"/>
              </a:buClr>
              <a:buSzPts val="1100"/>
              <a:buFont typeface="Arial"/>
              <a:buNone/>
            </a:pPr>
            <a:r>
              <a:rPr lang="pt-BR" dirty="0"/>
              <a:t>GIRELI, T. Do caos à conversão: como a integração de estoques redefine o varejo de moda. </a:t>
            </a:r>
            <a:r>
              <a:rPr lang="pt-BR" b="1" dirty="0"/>
              <a:t>E-commerce Brasil</a:t>
            </a:r>
            <a:r>
              <a:rPr lang="pt-BR" dirty="0"/>
              <a:t>, 03 abr. 2025. Disponível em: </a:t>
            </a:r>
            <a:r>
              <a:rPr lang="pt-BR" u="sng" dirty="0">
                <a:solidFill>
                  <a:schemeClr val="hlink"/>
                </a:solidFill>
                <a:hlinkClick r:id="rId4"/>
              </a:rPr>
              <a:t>https://www.ecommercebrasil.com.br/artigos/do-caos-a-conversao-como-a-integracao-de-estoques-redefine-o-varejo-de-moda</a:t>
            </a:r>
            <a:r>
              <a:rPr lang="pt-BR" dirty="0"/>
              <a:t>. </a:t>
            </a:r>
            <a:br>
              <a:rPr lang="pt-BR" dirty="0"/>
            </a:br>
            <a:r>
              <a:rPr lang="pt-BR" dirty="0"/>
              <a:t>Acesso em: 12 ago. 2026.</a:t>
            </a:r>
            <a:endParaRPr dirty="0"/>
          </a:p>
          <a:p>
            <a:pPr marL="0" lvl="0" indent="0" algn="l" rtl="0">
              <a:spcBef>
                <a:spcPts val="0"/>
              </a:spcBef>
              <a:spcAft>
                <a:spcPts val="1200"/>
              </a:spcAft>
              <a:buClr>
                <a:schemeClr val="dk1"/>
              </a:buClr>
              <a:buSzPts val="2600"/>
              <a:buFont typeface="Arial"/>
              <a:buNone/>
            </a:pPr>
            <a:r>
              <a:rPr lang="pt-BR" dirty="0"/>
              <a:t>Identidade visual: imagens © Getty Images</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Shape 3892"/>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Shape 3897"/>
        <p:cNvGrpSpPr/>
        <p:nvPr/>
      </p:nvGrpSpPr>
      <p:grpSpPr>
        <a:xfrm>
          <a:off x="0" y="0"/>
          <a:ext cx="0" cy="0"/>
          <a:chOff x="0" y="0"/>
          <a:chExt cx="0" cy="0"/>
        </a:xfrm>
      </p:grpSpPr>
      <p:sp>
        <p:nvSpPr>
          <p:cNvPr id="3898" name="Google Shape;3898;p368"/>
          <p:cNvSpPr/>
          <p:nvPr/>
        </p:nvSpPr>
        <p:spPr>
          <a:xfrm>
            <a:off x="0" y="785592"/>
            <a:ext cx="12192000" cy="493200"/>
          </a:xfrm>
          <a:prstGeom prst="rect">
            <a:avLst/>
          </a:prstGeom>
          <a:solidFill>
            <a:srgbClr val="28566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FFFFFF"/>
              </a:solidFill>
              <a:latin typeface="Arial"/>
              <a:ea typeface="Arial"/>
              <a:cs typeface="Arial"/>
              <a:sym typeface="Arial"/>
            </a:endParaRPr>
          </a:p>
        </p:txBody>
      </p:sp>
      <p:sp>
        <p:nvSpPr>
          <p:cNvPr id="3899" name="Google Shape;3899;p368"/>
          <p:cNvSpPr txBox="1"/>
          <p:nvPr/>
        </p:nvSpPr>
        <p:spPr>
          <a:xfrm>
            <a:off x="985520" y="795752"/>
            <a:ext cx="5923200" cy="613500"/>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pt-BR" sz="3000" b="1" i="0" u="none" strike="noStrike" cap="none" dirty="0">
                <a:solidFill>
                  <a:srgbClr val="FFFFFF"/>
                </a:solidFill>
                <a:latin typeface="Poppins"/>
                <a:ea typeface="Poppins"/>
                <a:cs typeface="Poppins"/>
                <a:sym typeface="Poppins"/>
              </a:rPr>
              <a:t>Slide 6</a:t>
            </a:r>
            <a:endParaRPr sz="1400" b="0" i="0" u="none" strike="noStrike" cap="none" dirty="0">
              <a:solidFill>
                <a:srgbClr val="000000"/>
              </a:solidFill>
              <a:latin typeface="Arial"/>
              <a:ea typeface="Arial"/>
              <a:cs typeface="Arial"/>
              <a:sym typeface="Arial"/>
            </a:endParaRPr>
          </a:p>
        </p:txBody>
      </p:sp>
      <p:cxnSp>
        <p:nvCxnSpPr>
          <p:cNvPr id="3900" name="Google Shape;3900;p368"/>
          <p:cNvCxnSpPr>
            <a:cxnSpLocks/>
          </p:cNvCxnSpPr>
          <p:nvPr/>
        </p:nvCxnSpPr>
        <p:spPr>
          <a:xfrm flipV="1">
            <a:off x="690891" y="947552"/>
            <a:ext cx="0" cy="3872098"/>
          </a:xfrm>
          <a:prstGeom prst="straightConnector1">
            <a:avLst/>
          </a:prstGeom>
          <a:noFill/>
          <a:ln w="19050" cap="flat" cmpd="sng">
            <a:solidFill>
              <a:schemeClr val="dk1"/>
            </a:solidFill>
            <a:prstDash val="solid"/>
            <a:round/>
            <a:headEnd type="oval" w="med" len="med"/>
            <a:tailEnd type="oval" w="med" len="med"/>
          </a:ln>
        </p:spPr>
      </p:cxnSp>
      <p:sp>
        <p:nvSpPr>
          <p:cNvPr id="3902" name="Google Shape;3902;p368"/>
          <p:cNvSpPr/>
          <p:nvPr/>
        </p:nvSpPr>
        <p:spPr>
          <a:xfrm>
            <a:off x="497841" y="2537273"/>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3903" name="Google Shape;3903;p368"/>
          <p:cNvSpPr/>
          <p:nvPr/>
        </p:nvSpPr>
        <p:spPr>
          <a:xfrm>
            <a:off x="497841" y="131860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3904" name="Google Shape;3904;p368"/>
          <p:cNvSpPr/>
          <p:nvPr/>
        </p:nvSpPr>
        <p:spPr>
          <a:xfrm>
            <a:off x="572019" y="1417160"/>
            <a:ext cx="237744" cy="201168"/>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3905" name="Google Shape;3905;p368"/>
          <p:cNvSpPr/>
          <p:nvPr/>
        </p:nvSpPr>
        <p:spPr>
          <a:xfrm>
            <a:off x="568304" y="2615703"/>
            <a:ext cx="245174" cy="226314"/>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3906" name="Google Shape;3906;p368"/>
          <p:cNvSpPr txBox="1"/>
          <p:nvPr/>
        </p:nvSpPr>
        <p:spPr>
          <a:xfrm>
            <a:off x="956025" y="1390500"/>
            <a:ext cx="10738134" cy="3293199"/>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a:ea typeface="Poppins"/>
                <a:cs typeface="Poppins"/>
                <a:sym typeface="Poppins"/>
              </a:rPr>
              <a:t>Orientações:</a:t>
            </a:r>
            <a:r>
              <a:rPr lang="pt-BR" sz="1000" b="0" i="0" u="none" strike="noStrike" cap="none" dirty="0">
                <a:solidFill>
                  <a:srgbClr val="000000"/>
                </a:solidFill>
                <a:latin typeface="Poppins"/>
                <a:ea typeface="Poppins"/>
                <a:cs typeface="Poppins"/>
                <a:sym typeface="Poppins"/>
              </a:rPr>
              <a:t> </a:t>
            </a:r>
            <a:r>
              <a:rPr lang="pt-BR" sz="1000" dirty="0">
                <a:latin typeface="Poppins"/>
                <a:ea typeface="Poppins"/>
                <a:cs typeface="Poppins"/>
                <a:sym typeface="Poppins"/>
              </a:rPr>
              <a:t>abra com o caso do varejo de moda: a peça aparece indisponível na internet e pode existir em outro ponto da loja. O objetivo é ouvir, nas palavras da turma, como a mesma loja informa duas coisas diferentes sobre o mesmo produto. </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lang="pt-B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rgbClr val="000000"/>
                </a:solidFill>
                <a:latin typeface="Poppins"/>
                <a:ea typeface="Poppins"/>
                <a:cs typeface="Poppins"/>
                <a:sym typeface="Poppins"/>
              </a:rPr>
              <a:t>Tempo previsto:</a:t>
            </a:r>
            <a:r>
              <a:rPr lang="pt-BR" sz="1000" dirty="0">
                <a:latin typeface="Poppins"/>
                <a:ea typeface="Poppins"/>
                <a:cs typeface="Poppins"/>
                <a:sym typeface="Poppins"/>
              </a:rPr>
              <a:t> </a:t>
            </a:r>
          </a:p>
          <a:p>
            <a:pPr marL="0" marR="0" lvl="0" indent="0" algn="l" rtl="0">
              <a:lnSpc>
                <a:spcPct val="100000"/>
              </a:lnSpc>
              <a:spcBef>
                <a:spcPts val="0"/>
              </a:spcBef>
              <a:spcAft>
                <a:spcPts val="0"/>
              </a:spcAft>
              <a:buClr>
                <a:schemeClr val="dk1"/>
              </a:buClr>
              <a:buSzPts val="1100"/>
              <a:buFont typeface="Arial"/>
              <a:buNone/>
            </a:pPr>
            <a:r>
              <a:rPr lang="pt-BR" sz="1000" b="0" i="0" u="none" strike="noStrike" cap="none" dirty="0">
                <a:solidFill>
                  <a:srgbClr val="000000"/>
                </a:solidFill>
                <a:latin typeface="Poppins"/>
                <a:ea typeface="Poppins"/>
                <a:cs typeface="Poppins"/>
                <a:sym typeface="Poppins"/>
              </a:rPr>
              <a:t>8 minutos.</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lang="pt-B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rgbClr val="000000"/>
                </a:solidFill>
                <a:latin typeface="Poppins"/>
                <a:ea typeface="Poppins"/>
                <a:cs typeface="Poppins"/>
                <a:sym typeface="Poppins"/>
              </a:rPr>
              <a:t>Gestão de sala de aula:</a:t>
            </a:r>
          </a:p>
          <a:p>
            <a:pPr marL="171450" marR="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a:ea typeface="Poppins"/>
                <a:cs typeface="Poppins"/>
                <a:sym typeface="Poppins"/>
              </a:rPr>
              <a:t>conduza a discussão com a turma toda; </a:t>
            </a:r>
          </a:p>
          <a:p>
            <a:pPr marL="171450" marR="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a:ea typeface="Poppins"/>
                <a:cs typeface="Poppins"/>
                <a:sym typeface="Poppins"/>
              </a:rPr>
              <a:t>ouça as contribuições em voz alta e organize no quadro o que a turma disser (onde a informação aparece, onde ela some, quem usa cada informação).</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lang="pt-BR" sz="1000" b="1" dirty="0">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sz="1000" b="1" dirty="0">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rgbClr val="000000"/>
                </a:solidFill>
                <a:latin typeface="Poppins"/>
                <a:ea typeface="Poppins"/>
                <a:cs typeface="Poppins"/>
                <a:sym typeface="Poppins"/>
              </a:rPr>
              <a:t>Condução da dinâmica:</a:t>
            </a:r>
          </a:p>
          <a:p>
            <a:pPr marL="171450" marR="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a:ea typeface="Poppins"/>
                <a:cs typeface="Poppins"/>
                <a:sym typeface="Poppins"/>
              </a:rPr>
              <a:t>apresente o caso e a tensão: o produto existe, mas o cliente não consegue comprá-lo naquele canal. Lance a pergunta do material (como a mesma loja pode ter o produto disponível e, ao mesmo tempo, informar que ele está indisponível) e recolha respostas; </a:t>
            </a:r>
          </a:p>
          <a:p>
            <a:pPr marL="171450" marR="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a:ea typeface="Poppins"/>
                <a:cs typeface="Poppins"/>
                <a:sym typeface="Poppins"/>
              </a:rPr>
              <a:t>se alguém falar só de “falta de estoque” ou de “site ruim”, redirecione: a peça pode estar em outro lugar; o problema é a informação não ser a mesma; </a:t>
            </a:r>
          </a:p>
          <a:p>
            <a:pPr marL="171450" marR="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a:ea typeface="Poppins"/>
                <a:cs typeface="Poppins"/>
                <a:sym typeface="Poppins"/>
              </a:rPr>
              <a:t>feche o bloco com o que ficou no quadro. Não antecipe o vocabulário das partes do programa.</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sz="1000" b="1" dirty="0">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rgbClr val="000000"/>
                </a:solidFill>
                <a:latin typeface="Poppins"/>
                <a:ea typeface="Poppins"/>
                <a:cs typeface="Poppins"/>
                <a:sym typeface="Poppins"/>
              </a:rPr>
              <a:t>Expectativas de respostas:</a:t>
            </a:r>
            <a:r>
              <a:rPr lang="pt-BR" sz="1000" b="1" dirty="0">
                <a:latin typeface="Poppins"/>
                <a:ea typeface="Poppins"/>
                <a:cs typeface="Poppins"/>
                <a:sym typeface="Poppins"/>
              </a:rPr>
              <a:t> </a:t>
            </a:r>
            <a:r>
              <a:rPr lang="pt-BR" sz="1000" dirty="0">
                <a:latin typeface="Poppins"/>
                <a:ea typeface="Poppins"/>
                <a:cs typeface="Poppins"/>
                <a:sym typeface="Poppins"/>
              </a:rPr>
              <a:t>a loja guarda a informação em mais de um lugar, ou um canal não vê o que o outro vê. Ainda não se espera o esquema formal das quatro partes.</a:t>
            </a:r>
            <a:endParaRPr sz="1000" b="0" i="0" u="none" strike="noStrike" cap="none" dirty="0">
              <a:solidFill>
                <a:srgbClr val="000000"/>
              </a:solidFill>
              <a:latin typeface="Poppins"/>
              <a:ea typeface="Poppins"/>
              <a:cs typeface="Poppins"/>
              <a:sym typeface="Poppins"/>
            </a:endParaRPr>
          </a:p>
        </p:txBody>
      </p:sp>
      <p:sp>
        <p:nvSpPr>
          <p:cNvPr id="3907" name="Google Shape;3907;p368"/>
          <p:cNvSpPr/>
          <p:nvPr/>
        </p:nvSpPr>
        <p:spPr>
          <a:xfrm>
            <a:off x="497841" y="1900670"/>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dk1"/>
              </a:solidFill>
              <a:latin typeface="Arial"/>
              <a:ea typeface="Arial"/>
              <a:cs typeface="Arial"/>
              <a:sym typeface="Arial"/>
            </a:endParaRPr>
          </a:p>
        </p:txBody>
      </p:sp>
      <p:pic>
        <p:nvPicPr>
          <p:cNvPr id="3908" name="Google Shape;3908;p368"/>
          <p:cNvPicPr preferRelativeResize="0"/>
          <p:nvPr/>
        </p:nvPicPr>
        <p:blipFill rotWithShape="1">
          <a:blip r:embed="rId3">
            <a:alphaModFix/>
          </a:blip>
          <a:srcRect/>
          <a:stretch/>
        </p:blipFill>
        <p:spPr>
          <a:xfrm>
            <a:off x="613669" y="1994376"/>
            <a:ext cx="154445" cy="193056"/>
          </a:xfrm>
          <a:prstGeom prst="rect">
            <a:avLst/>
          </a:prstGeom>
          <a:noFill/>
          <a:ln>
            <a:noFill/>
          </a:ln>
        </p:spPr>
      </p:pic>
      <p:grpSp>
        <p:nvGrpSpPr>
          <p:cNvPr id="3909" name="Google Shape;3909;p368"/>
          <p:cNvGrpSpPr/>
          <p:nvPr/>
        </p:nvGrpSpPr>
        <p:grpSpPr>
          <a:xfrm>
            <a:off x="497841" y="3286016"/>
            <a:ext cx="386100" cy="382500"/>
            <a:chOff x="497841" y="3037886"/>
            <a:chExt cx="386100" cy="382500"/>
          </a:xfrm>
        </p:grpSpPr>
        <p:sp>
          <p:nvSpPr>
            <p:cNvPr id="3910" name="Google Shape;3910;p368"/>
            <p:cNvSpPr/>
            <p:nvPr/>
          </p:nvSpPr>
          <p:spPr>
            <a:xfrm>
              <a:off x="497841" y="3037886"/>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3911" name="Google Shape;3911;p368"/>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565906" y="3108341"/>
              <a:ext cx="235296" cy="240643"/>
            </a:xfrm>
            <a:prstGeom prst="rect">
              <a:avLst/>
            </a:prstGeom>
            <a:noFill/>
            <a:ln>
              <a:noFill/>
            </a:ln>
          </p:spPr>
        </p:pic>
      </p:grpSp>
      <p:grpSp>
        <p:nvGrpSpPr>
          <p:cNvPr id="3912" name="Google Shape;3912;p368"/>
          <p:cNvGrpSpPr/>
          <p:nvPr/>
        </p:nvGrpSpPr>
        <p:grpSpPr>
          <a:xfrm>
            <a:off x="497841" y="4219381"/>
            <a:ext cx="386100" cy="382500"/>
            <a:chOff x="497841" y="3801694"/>
            <a:chExt cx="386100" cy="382500"/>
          </a:xfrm>
        </p:grpSpPr>
        <p:sp>
          <p:nvSpPr>
            <p:cNvPr id="3913" name="Google Shape;3913;p368"/>
            <p:cNvSpPr/>
            <p:nvPr/>
          </p:nvSpPr>
          <p:spPr>
            <a:xfrm>
              <a:off x="497841" y="380169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3901" name="Google Shape;3901;p368"/>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a:off x="581782" y="3855815"/>
              <a:ext cx="208026" cy="266700"/>
            </a:xfrm>
            <a:prstGeom prst="rect">
              <a:avLst/>
            </a:prstGeom>
            <a:noFill/>
            <a:ln>
              <a:noFill/>
            </a:ln>
          </p:spPr>
        </p:pic>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Shape 3918"/>
        <p:cNvGrpSpPr/>
        <p:nvPr/>
      </p:nvGrpSpPr>
      <p:grpSpPr>
        <a:xfrm>
          <a:off x="0" y="0"/>
          <a:ext cx="0" cy="0"/>
          <a:chOff x="0" y="0"/>
          <a:chExt cx="0" cy="0"/>
        </a:xfrm>
      </p:grpSpPr>
      <p:sp>
        <p:nvSpPr>
          <p:cNvPr id="3919" name="Google Shape;3919;p369"/>
          <p:cNvSpPr/>
          <p:nvPr/>
        </p:nvSpPr>
        <p:spPr>
          <a:xfrm>
            <a:off x="0" y="785592"/>
            <a:ext cx="12192000" cy="493200"/>
          </a:xfrm>
          <a:prstGeom prst="rect">
            <a:avLst/>
          </a:prstGeom>
          <a:solidFill>
            <a:srgbClr val="28566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FFFFFF"/>
              </a:solidFill>
              <a:latin typeface="Arial"/>
              <a:ea typeface="Arial"/>
              <a:cs typeface="Arial"/>
              <a:sym typeface="Arial"/>
            </a:endParaRPr>
          </a:p>
        </p:txBody>
      </p:sp>
      <p:sp>
        <p:nvSpPr>
          <p:cNvPr id="3920" name="Google Shape;3920;p369"/>
          <p:cNvSpPr txBox="1"/>
          <p:nvPr/>
        </p:nvSpPr>
        <p:spPr>
          <a:xfrm>
            <a:off x="985520" y="795752"/>
            <a:ext cx="5923200" cy="613500"/>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pt-BR" sz="3000" b="1" i="0" u="none" strike="noStrike" cap="none" dirty="0">
                <a:solidFill>
                  <a:srgbClr val="FFFFFF"/>
                </a:solidFill>
                <a:latin typeface="Poppins"/>
                <a:ea typeface="Poppins"/>
                <a:cs typeface="Poppins"/>
                <a:sym typeface="Poppins"/>
              </a:rPr>
              <a:t>Slide 7</a:t>
            </a:r>
            <a:endParaRPr sz="1400" b="0" i="0" u="none" strike="noStrike" cap="none" dirty="0">
              <a:solidFill>
                <a:srgbClr val="000000"/>
              </a:solidFill>
              <a:latin typeface="Arial"/>
              <a:ea typeface="Arial"/>
              <a:cs typeface="Arial"/>
              <a:sym typeface="Arial"/>
            </a:endParaRPr>
          </a:p>
        </p:txBody>
      </p:sp>
      <p:sp>
        <p:nvSpPr>
          <p:cNvPr id="3927" name="Google Shape;3927;p369"/>
          <p:cNvSpPr txBox="1"/>
          <p:nvPr/>
        </p:nvSpPr>
        <p:spPr>
          <a:xfrm>
            <a:off x="956025" y="1400025"/>
            <a:ext cx="10726500" cy="2831534"/>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a:ea typeface="Poppins"/>
                <a:cs typeface="Poppins"/>
                <a:sym typeface="Poppins"/>
              </a:rPr>
              <a:t>Orientações:</a:t>
            </a:r>
            <a:r>
              <a:rPr lang="pt-BR" sz="1000" b="0" i="0" u="none" strike="noStrike" cap="none" dirty="0">
                <a:solidFill>
                  <a:srgbClr val="000000"/>
                </a:solidFill>
                <a:latin typeface="Poppins"/>
                <a:ea typeface="Poppins"/>
                <a:cs typeface="Poppins"/>
                <a:sym typeface="Poppins"/>
              </a:rPr>
              <a:t> </a:t>
            </a:r>
            <a:r>
              <a:rPr lang="pt-BR" sz="1000" dirty="0">
                <a:latin typeface="Poppins"/>
                <a:ea typeface="Poppins"/>
                <a:cs typeface="Poppins"/>
                <a:sym typeface="Poppins"/>
              </a:rPr>
              <a:t>use o </a:t>
            </a:r>
            <a:r>
              <a:rPr lang="pt-BR" sz="1000" b="1" dirty="0">
                <a:latin typeface="Poppins"/>
                <a:ea typeface="Poppins"/>
                <a:cs typeface="Poppins"/>
                <a:sym typeface="Poppins"/>
              </a:rPr>
              <a:t>Relembre</a:t>
            </a:r>
            <a:r>
              <a:rPr lang="pt-BR" sz="1000" dirty="0">
                <a:latin typeface="Poppins"/>
                <a:ea typeface="Poppins"/>
                <a:cs typeface="Poppins"/>
                <a:sym typeface="Poppins"/>
              </a:rPr>
              <a:t> só para reativar o que a turma já tem na Papelaria: menu, funções, lista de produtos e lista de vendas. O ponto é a pergunta do material: ao escolher uma opção no menu, quais partes precisam trabalhar juntas. </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lang="pt-B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rgbClr val="000000"/>
                </a:solidFill>
                <a:latin typeface="Poppins"/>
                <a:ea typeface="Poppins"/>
                <a:cs typeface="Poppins"/>
                <a:sym typeface="Poppins"/>
              </a:rPr>
              <a:t>Tempo previsto:</a:t>
            </a:r>
            <a:r>
              <a:rPr lang="pt-BR" sz="1000" dirty="0">
                <a:latin typeface="Poppins"/>
                <a:ea typeface="Poppins"/>
                <a:cs typeface="Poppins"/>
                <a:sym typeface="Poppins"/>
              </a:rPr>
              <a:t> </a:t>
            </a:r>
          </a:p>
          <a:p>
            <a:pPr marL="0" marR="0" lvl="0" indent="0" algn="l" rtl="0">
              <a:lnSpc>
                <a:spcPct val="100000"/>
              </a:lnSpc>
              <a:spcBef>
                <a:spcPts val="0"/>
              </a:spcBef>
              <a:spcAft>
                <a:spcPts val="0"/>
              </a:spcAft>
              <a:buClr>
                <a:schemeClr val="dk1"/>
              </a:buClr>
              <a:buSzPts val="1100"/>
              <a:buFont typeface="Arial"/>
              <a:buNone/>
            </a:pPr>
            <a:r>
              <a:rPr lang="pt-BR" sz="1000" b="0" i="0" u="none" strike="noStrike" cap="none" dirty="0">
                <a:solidFill>
                  <a:srgbClr val="000000"/>
                </a:solidFill>
                <a:latin typeface="Poppins"/>
                <a:ea typeface="Poppins"/>
                <a:cs typeface="Poppins"/>
                <a:sym typeface="Poppins"/>
              </a:rPr>
              <a:t>5 minutos.</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lang="pt-B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sz="1000" b="0" i="0" u="none" strike="noStrike" cap="none" dirty="0">
              <a:solidFill>
                <a:srgbClr val="000000"/>
              </a:solidFill>
              <a:latin typeface="Poppins"/>
              <a:ea typeface="Poppins"/>
              <a:cs typeface="Poppins"/>
              <a:sym typeface="Poppins"/>
            </a:endParaRPr>
          </a:p>
          <a:p>
            <a:pPr marR="0" lvl="0" algn="l" rtl="0">
              <a:lnSpc>
                <a:spcPct val="100000"/>
              </a:lnSpc>
              <a:spcBef>
                <a:spcPts val="0"/>
              </a:spcBef>
              <a:spcAft>
                <a:spcPts val="0"/>
              </a:spcAft>
              <a:buClr>
                <a:schemeClr val="dk1"/>
              </a:buClr>
              <a:buSzPts val="1100"/>
            </a:pPr>
            <a:r>
              <a:rPr lang="pt-BR" sz="1000" b="1" i="0" u="none" strike="noStrike" cap="none" dirty="0">
                <a:solidFill>
                  <a:srgbClr val="000000"/>
                </a:solidFill>
                <a:latin typeface="Poppins"/>
                <a:ea typeface="Poppins"/>
                <a:cs typeface="Poppins"/>
                <a:sym typeface="Poppins"/>
              </a:rPr>
              <a:t>Gestão de sala de aula: </a:t>
            </a:r>
            <a:r>
              <a:rPr lang="pt-BR" sz="1000" dirty="0">
                <a:latin typeface="Poppins"/>
                <a:ea typeface="Poppins"/>
                <a:cs typeface="Poppins"/>
                <a:sym typeface="Poppins"/>
              </a:rPr>
              <a:t>continue com a turma toda. Leia os quatro itens do material e lance a pergunta. Anote no quadro as partes que a turma citar.</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lang="pt-BR" sz="1000" b="1" dirty="0">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sz="1000" b="1" dirty="0">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rgbClr val="000000"/>
                </a:solidFill>
                <a:latin typeface="Poppins"/>
                <a:ea typeface="Poppins"/>
                <a:cs typeface="Poppins"/>
                <a:sym typeface="Poppins"/>
              </a:rPr>
              <a:t>Condução da dinâmica:</a:t>
            </a:r>
          </a:p>
          <a:p>
            <a:pPr marL="171450" marR="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a:ea typeface="Poppins"/>
                <a:cs typeface="Poppins"/>
                <a:sym typeface="Poppins"/>
              </a:rPr>
              <a:t>projete o </a:t>
            </a:r>
            <a:r>
              <a:rPr lang="pt-BR" sz="1000" b="1" dirty="0">
                <a:latin typeface="Poppins"/>
                <a:ea typeface="Poppins"/>
                <a:cs typeface="Poppins"/>
                <a:sym typeface="Poppins"/>
              </a:rPr>
              <a:t>Relembre</a:t>
            </a:r>
            <a:r>
              <a:rPr lang="pt-BR" sz="1000" dirty="0">
                <a:latin typeface="Poppins"/>
                <a:ea typeface="Poppins"/>
                <a:cs typeface="Poppins"/>
                <a:sym typeface="Poppins"/>
              </a:rPr>
              <a:t> e leia, em voz alta, o que o programa já possui. Pause na lista de produtos e na lista de vendas para a turma perceber que são duas memórias diferentes, sem ainda formalizar catálogo e histórico; </a:t>
            </a:r>
          </a:p>
          <a:p>
            <a:pPr marL="171450" marR="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a:ea typeface="Poppins"/>
                <a:cs typeface="Poppins"/>
                <a:sym typeface="Poppins"/>
              </a:rPr>
              <a:t>lance a pergunta do material e recolha 2 ou 3 falas. Agrupe no quadro o que aparecer: menu, função, produtos, vendas.</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sz="1000" b="1" dirty="0">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rgbClr val="000000"/>
                </a:solidFill>
                <a:latin typeface="Poppins"/>
                <a:ea typeface="Poppins"/>
                <a:cs typeface="Poppins"/>
                <a:sym typeface="Poppins"/>
              </a:rPr>
              <a:t>Expectativas de respostas: </a:t>
            </a:r>
            <a:r>
              <a:rPr lang="pt-BR" sz="1000" dirty="0">
                <a:latin typeface="Poppins"/>
                <a:ea typeface="Poppins"/>
                <a:cs typeface="Poppins"/>
                <a:sym typeface="Poppins"/>
              </a:rPr>
              <a:t>menu, função e as duas listas entram na mesma tarefa. Respostas fracas: citar só o menu, ou dizer que “o programa faz tudo sozinho”. Redirecione: uma opção do menu precisa de função e de dados para terminar.</a:t>
            </a:r>
            <a:endParaRPr sz="1000" b="0" i="0" u="none" strike="noStrike" cap="none" dirty="0">
              <a:solidFill>
                <a:srgbClr val="000000"/>
              </a:solidFill>
              <a:latin typeface="Poppins"/>
              <a:ea typeface="Poppins"/>
              <a:cs typeface="Poppins"/>
              <a:sym typeface="Poppins"/>
            </a:endParaRPr>
          </a:p>
        </p:txBody>
      </p:sp>
      <p:cxnSp>
        <p:nvCxnSpPr>
          <p:cNvPr id="2" name="Google Shape;3900;p368">
            <a:extLst>
              <a:ext uri="{FF2B5EF4-FFF2-40B4-BE49-F238E27FC236}">
                <a16:creationId xmlns:a16="http://schemas.microsoft.com/office/drawing/2014/main" id="{2B6A4F96-10C7-FB6F-A35E-BE2754D748D0}"/>
              </a:ext>
            </a:extLst>
          </p:cNvPr>
          <p:cNvCxnSpPr>
            <a:cxnSpLocks/>
          </p:cNvCxnSpPr>
          <p:nvPr/>
        </p:nvCxnSpPr>
        <p:spPr>
          <a:xfrm flipV="1">
            <a:off x="690891" y="947552"/>
            <a:ext cx="0" cy="3472048"/>
          </a:xfrm>
          <a:prstGeom prst="straightConnector1">
            <a:avLst/>
          </a:prstGeom>
          <a:noFill/>
          <a:ln w="19050" cap="flat" cmpd="sng">
            <a:solidFill>
              <a:schemeClr val="dk1"/>
            </a:solidFill>
            <a:prstDash val="solid"/>
            <a:round/>
            <a:headEnd type="oval" w="med" len="med"/>
            <a:tailEnd type="oval" w="med" len="med"/>
          </a:ln>
        </p:spPr>
      </p:cxnSp>
      <p:sp>
        <p:nvSpPr>
          <p:cNvPr id="3" name="Google Shape;3902;p368">
            <a:extLst>
              <a:ext uri="{FF2B5EF4-FFF2-40B4-BE49-F238E27FC236}">
                <a16:creationId xmlns:a16="http://schemas.microsoft.com/office/drawing/2014/main" id="{2B8CE8EC-00DA-1F8B-ECE4-FA33D2638898}"/>
              </a:ext>
            </a:extLst>
          </p:cNvPr>
          <p:cNvSpPr/>
          <p:nvPr/>
        </p:nvSpPr>
        <p:spPr>
          <a:xfrm>
            <a:off x="497841" y="2518223"/>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4" name="Google Shape;3903;p368">
            <a:extLst>
              <a:ext uri="{FF2B5EF4-FFF2-40B4-BE49-F238E27FC236}">
                <a16:creationId xmlns:a16="http://schemas.microsoft.com/office/drawing/2014/main" id="{A87E8ECB-D324-D9CA-20E4-E796DBB47B9D}"/>
              </a:ext>
            </a:extLst>
          </p:cNvPr>
          <p:cNvSpPr/>
          <p:nvPr/>
        </p:nvSpPr>
        <p:spPr>
          <a:xfrm>
            <a:off x="497841" y="131860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5" name="Google Shape;3904;p368">
            <a:extLst>
              <a:ext uri="{FF2B5EF4-FFF2-40B4-BE49-F238E27FC236}">
                <a16:creationId xmlns:a16="http://schemas.microsoft.com/office/drawing/2014/main" id="{3614EBDC-BBC0-499B-3F4F-0450A6EAADEA}"/>
              </a:ext>
            </a:extLst>
          </p:cNvPr>
          <p:cNvSpPr/>
          <p:nvPr/>
        </p:nvSpPr>
        <p:spPr>
          <a:xfrm>
            <a:off x="572019" y="1417160"/>
            <a:ext cx="237744" cy="201168"/>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6" name="Google Shape;3905;p368">
            <a:extLst>
              <a:ext uri="{FF2B5EF4-FFF2-40B4-BE49-F238E27FC236}">
                <a16:creationId xmlns:a16="http://schemas.microsoft.com/office/drawing/2014/main" id="{25F7E1AD-5B1D-BD54-B896-4E40544B44D2}"/>
              </a:ext>
            </a:extLst>
          </p:cNvPr>
          <p:cNvSpPr/>
          <p:nvPr/>
        </p:nvSpPr>
        <p:spPr>
          <a:xfrm>
            <a:off x="568304" y="2596653"/>
            <a:ext cx="245174" cy="226314"/>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7" name="Google Shape;3907;p368">
            <a:extLst>
              <a:ext uri="{FF2B5EF4-FFF2-40B4-BE49-F238E27FC236}">
                <a16:creationId xmlns:a16="http://schemas.microsoft.com/office/drawing/2014/main" id="{7681B671-7FBF-83DC-62F5-166547AB1CC4}"/>
              </a:ext>
            </a:extLst>
          </p:cNvPr>
          <p:cNvSpPr/>
          <p:nvPr/>
        </p:nvSpPr>
        <p:spPr>
          <a:xfrm>
            <a:off x="497841" y="1900670"/>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dk1"/>
              </a:solidFill>
              <a:latin typeface="Arial"/>
              <a:ea typeface="Arial"/>
              <a:cs typeface="Arial"/>
              <a:sym typeface="Arial"/>
            </a:endParaRPr>
          </a:p>
        </p:txBody>
      </p:sp>
      <p:pic>
        <p:nvPicPr>
          <p:cNvPr id="8" name="Google Shape;3908;p368">
            <a:extLst>
              <a:ext uri="{FF2B5EF4-FFF2-40B4-BE49-F238E27FC236}">
                <a16:creationId xmlns:a16="http://schemas.microsoft.com/office/drawing/2014/main" id="{0FAF6B6C-ACE4-0E82-1C40-B1B92A0B52A2}"/>
              </a:ext>
            </a:extLst>
          </p:cNvPr>
          <p:cNvPicPr preferRelativeResize="0"/>
          <p:nvPr/>
        </p:nvPicPr>
        <p:blipFill rotWithShape="1">
          <a:blip r:embed="rId3">
            <a:alphaModFix/>
          </a:blip>
          <a:srcRect/>
          <a:stretch/>
        </p:blipFill>
        <p:spPr>
          <a:xfrm>
            <a:off x="613669" y="1994376"/>
            <a:ext cx="154445" cy="193056"/>
          </a:xfrm>
          <a:prstGeom prst="rect">
            <a:avLst/>
          </a:prstGeom>
          <a:noFill/>
          <a:ln>
            <a:noFill/>
          </a:ln>
        </p:spPr>
      </p:pic>
      <p:grpSp>
        <p:nvGrpSpPr>
          <p:cNvPr id="9" name="Google Shape;3909;p368">
            <a:extLst>
              <a:ext uri="{FF2B5EF4-FFF2-40B4-BE49-F238E27FC236}">
                <a16:creationId xmlns:a16="http://schemas.microsoft.com/office/drawing/2014/main" id="{C58FF89C-59A0-A672-21E7-30DB6E6F5B57}"/>
              </a:ext>
            </a:extLst>
          </p:cNvPr>
          <p:cNvGrpSpPr/>
          <p:nvPr/>
        </p:nvGrpSpPr>
        <p:grpSpPr>
          <a:xfrm>
            <a:off x="497841" y="2990741"/>
            <a:ext cx="386100" cy="382500"/>
            <a:chOff x="497841" y="3037886"/>
            <a:chExt cx="386100" cy="382500"/>
          </a:xfrm>
        </p:grpSpPr>
        <p:sp>
          <p:nvSpPr>
            <p:cNvPr id="10" name="Google Shape;3910;p368">
              <a:extLst>
                <a:ext uri="{FF2B5EF4-FFF2-40B4-BE49-F238E27FC236}">
                  <a16:creationId xmlns:a16="http://schemas.microsoft.com/office/drawing/2014/main" id="{596B2C85-67C2-9F0E-85EF-7C8942E50BC8}"/>
                </a:ext>
              </a:extLst>
            </p:cNvPr>
            <p:cNvSpPr/>
            <p:nvPr/>
          </p:nvSpPr>
          <p:spPr>
            <a:xfrm>
              <a:off x="497841" y="3037886"/>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11" name="Google Shape;3911;p368">
              <a:extLst>
                <a:ext uri="{FF2B5EF4-FFF2-40B4-BE49-F238E27FC236}">
                  <a16:creationId xmlns:a16="http://schemas.microsoft.com/office/drawing/2014/main" id="{C079038F-E52B-EB5E-B953-3FD0A5067310}"/>
                </a:ext>
              </a:extLst>
            </p:cNvPr>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565906" y="3108341"/>
              <a:ext cx="235296" cy="240643"/>
            </a:xfrm>
            <a:prstGeom prst="rect">
              <a:avLst/>
            </a:prstGeom>
            <a:noFill/>
            <a:ln>
              <a:noFill/>
            </a:ln>
          </p:spPr>
        </p:pic>
      </p:grpSp>
      <p:grpSp>
        <p:nvGrpSpPr>
          <p:cNvPr id="12" name="Google Shape;3912;p368">
            <a:extLst>
              <a:ext uri="{FF2B5EF4-FFF2-40B4-BE49-F238E27FC236}">
                <a16:creationId xmlns:a16="http://schemas.microsoft.com/office/drawing/2014/main" id="{214E5994-27EF-44DD-5ECE-4EFF84513754}"/>
              </a:ext>
            </a:extLst>
          </p:cNvPr>
          <p:cNvGrpSpPr/>
          <p:nvPr/>
        </p:nvGrpSpPr>
        <p:grpSpPr>
          <a:xfrm>
            <a:off x="497841" y="3809806"/>
            <a:ext cx="386100" cy="382500"/>
            <a:chOff x="497841" y="3801694"/>
            <a:chExt cx="386100" cy="382500"/>
          </a:xfrm>
        </p:grpSpPr>
        <p:sp>
          <p:nvSpPr>
            <p:cNvPr id="13" name="Google Shape;3913;p368">
              <a:extLst>
                <a:ext uri="{FF2B5EF4-FFF2-40B4-BE49-F238E27FC236}">
                  <a16:creationId xmlns:a16="http://schemas.microsoft.com/office/drawing/2014/main" id="{E70C2EF2-5980-08A4-41B6-54B5B483B09D}"/>
                </a:ext>
              </a:extLst>
            </p:cNvPr>
            <p:cNvSpPr/>
            <p:nvPr/>
          </p:nvSpPr>
          <p:spPr>
            <a:xfrm>
              <a:off x="497841" y="380169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14" name="Google Shape;3901;p368">
              <a:extLst>
                <a:ext uri="{FF2B5EF4-FFF2-40B4-BE49-F238E27FC236}">
                  <a16:creationId xmlns:a16="http://schemas.microsoft.com/office/drawing/2014/main" id="{5D597595-6466-624C-4483-69FE8E7026DD}"/>
                </a:ext>
              </a:extLst>
            </p:cNvPr>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a:off x="581782" y="3855815"/>
              <a:ext cx="208026" cy="266700"/>
            </a:xfrm>
            <a:prstGeom prst="rect">
              <a:avLst/>
            </a:prstGeom>
            <a:noFill/>
            <a:ln>
              <a:noFill/>
            </a:ln>
          </p:spPr>
        </p:pic>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Shape 3939"/>
        <p:cNvGrpSpPr/>
        <p:nvPr/>
      </p:nvGrpSpPr>
      <p:grpSpPr>
        <a:xfrm>
          <a:off x="0" y="0"/>
          <a:ext cx="0" cy="0"/>
          <a:chOff x="0" y="0"/>
          <a:chExt cx="0" cy="0"/>
        </a:xfrm>
      </p:grpSpPr>
      <p:sp>
        <p:nvSpPr>
          <p:cNvPr id="3940" name="Google Shape;3940;p370"/>
          <p:cNvSpPr/>
          <p:nvPr/>
        </p:nvSpPr>
        <p:spPr>
          <a:xfrm>
            <a:off x="0" y="785592"/>
            <a:ext cx="12192000" cy="493200"/>
          </a:xfrm>
          <a:prstGeom prst="rect">
            <a:avLst/>
          </a:prstGeom>
          <a:solidFill>
            <a:srgbClr val="28566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FFFFFF"/>
              </a:solidFill>
              <a:latin typeface="Arial"/>
              <a:ea typeface="Arial"/>
              <a:cs typeface="Arial"/>
              <a:sym typeface="Arial"/>
            </a:endParaRPr>
          </a:p>
        </p:txBody>
      </p:sp>
      <p:sp>
        <p:nvSpPr>
          <p:cNvPr id="3941" name="Google Shape;3941;p370"/>
          <p:cNvSpPr txBox="1"/>
          <p:nvPr/>
        </p:nvSpPr>
        <p:spPr>
          <a:xfrm>
            <a:off x="985526" y="795750"/>
            <a:ext cx="7586100" cy="613500"/>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pt-BR" sz="3000" b="1" i="0" u="none" strike="noStrike" cap="none" dirty="0">
                <a:solidFill>
                  <a:srgbClr val="FFFFFF"/>
                </a:solidFill>
                <a:latin typeface="Poppins"/>
                <a:ea typeface="Poppins"/>
                <a:cs typeface="Poppins"/>
                <a:sym typeface="Poppins"/>
              </a:rPr>
              <a:t>Slides 8</a:t>
            </a:r>
            <a:r>
              <a:rPr lang="pt-BR" sz="3000" b="1" i="0" u="none" strike="noStrike" cap="none" dirty="0">
                <a:solidFill>
                  <a:schemeClr val="lt1"/>
                </a:solidFill>
                <a:latin typeface="Poppins"/>
                <a:ea typeface="Poppins"/>
                <a:cs typeface="Poppins"/>
                <a:sym typeface="Poppins"/>
              </a:rPr>
              <a:t> a 11</a:t>
            </a:r>
            <a:endParaRPr sz="1400" b="0" i="0" u="none" strike="noStrike" cap="none" dirty="0">
              <a:solidFill>
                <a:srgbClr val="000000"/>
              </a:solidFill>
              <a:latin typeface="Arial"/>
              <a:ea typeface="Arial"/>
              <a:cs typeface="Arial"/>
              <a:sym typeface="Arial"/>
            </a:endParaRPr>
          </a:p>
        </p:txBody>
      </p:sp>
      <p:sp>
        <p:nvSpPr>
          <p:cNvPr id="3942" name="Google Shape;3942;p370"/>
          <p:cNvSpPr txBox="1"/>
          <p:nvPr/>
        </p:nvSpPr>
        <p:spPr>
          <a:xfrm>
            <a:off x="956025" y="1352400"/>
            <a:ext cx="10726500" cy="4370417"/>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a:ea typeface="Poppins"/>
                <a:cs typeface="Poppins"/>
                <a:sym typeface="Poppins"/>
              </a:rPr>
              <a:t>Orientações: </a:t>
            </a:r>
            <a:r>
              <a:rPr lang="pt-BR" sz="1000" dirty="0">
                <a:latin typeface="Poppins"/>
                <a:ea typeface="Poppins"/>
                <a:cs typeface="Poppins"/>
                <a:sym typeface="Poppins"/>
              </a:rPr>
              <a:t>conduza o bloco como um fio único. Primeiro, nomeie as quatro partes (menu, funções, dados, fluxo) sobre o que a turma já listou no </a:t>
            </a:r>
            <a:r>
              <a:rPr lang="pt-BR" sz="1000" b="1" dirty="0">
                <a:latin typeface="Poppins"/>
                <a:ea typeface="Poppins"/>
                <a:cs typeface="Poppins"/>
                <a:sym typeface="Poppins"/>
              </a:rPr>
              <a:t>Relembre</a:t>
            </a:r>
            <a:r>
              <a:rPr lang="pt-BR" sz="1000" dirty="0">
                <a:latin typeface="Poppins"/>
                <a:ea typeface="Poppins"/>
                <a:cs typeface="Poppins"/>
                <a:sym typeface="Poppins"/>
              </a:rPr>
              <a:t>. Depois, mostre o percurso de consultar produto: o menu recebe a escolha, a função executa, a lista produtos alimenta o resultado. Em seguida, deixe visível que produtos e vendas são listas diferentes, usadas por funções diferentes. Feche com o Lápis: o cadastro funciona, o menu volta, o desempenho responde Sem histórico. O ponto não é reensinar cadastrar ou classificar: é ver que cada função usa a lista que recebe.</a:t>
            </a:r>
            <a:endParaRPr sz="1000" dirty="0">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lang="pt-BR" sz="1000" dirty="0">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sz="1000" dirty="0">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rgbClr val="000000"/>
                </a:solidFill>
                <a:latin typeface="Poppins"/>
                <a:ea typeface="Poppins"/>
                <a:cs typeface="Poppins"/>
                <a:sym typeface="Poppins"/>
              </a:rPr>
              <a:t>Tempo previsto: </a:t>
            </a:r>
          </a:p>
          <a:p>
            <a:pPr marL="0" marR="0" lvl="0" indent="0" algn="l" rtl="0">
              <a:lnSpc>
                <a:spcPct val="100000"/>
              </a:lnSpc>
              <a:spcBef>
                <a:spcPts val="0"/>
              </a:spcBef>
              <a:spcAft>
                <a:spcPts val="0"/>
              </a:spcAft>
              <a:buClr>
                <a:schemeClr val="dk1"/>
              </a:buClr>
              <a:buSzPts val="1100"/>
              <a:buFont typeface="Arial"/>
              <a:buNone/>
            </a:pPr>
            <a:r>
              <a:rPr lang="pt-BR" sz="1000" dirty="0">
                <a:latin typeface="Poppins"/>
                <a:ea typeface="Poppins"/>
                <a:cs typeface="Poppins"/>
                <a:sym typeface="Poppins"/>
              </a:rPr>
              <a:t>17</a:t>
            </a:r>
            <a:r>
              <a:rPr lang="pt-BR" sz="1000" b="0" i="0" u="none" strike="noStrike" cap="none" dirty="0">
                <a:solidFill>
                  <a:srgbClr val="000000"/>
                </a:solidFill>
                <a:latin typeface="Poppins"/>
                <a:ea typeface="Poppins"/>
                <a:cs typeface="Poppins"/>
                <a:sym typeface="Poppins"/>
              </a:rPr>
              <a:t> minutos.</a:t>
            </a:r>
          </a:p>
          <a:p>
            <a:pPr marL="0" marR="0" lvl="0" indent="0" algn="l" rtl="0">
              <a:lnSpc>
                <a:spcPct val="100000"/>
              </a:lnSpc>
              <a:spcBef>
                <a:spcPts val="0"/>
              </a:spcBef>
              <a:spcAft>
                <a:spcPts val="0"/>
              </a:spcAft>
              <a:buClr>
                <a:schemeClr val="dk1"/>
              </a:buClr>
              <a:buSzPts val="1100"/>
              <a:buFont typeface="Arial"/>
              <a:buNone/>
            </a:pP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sz="1000" b="1" dirty="0">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rgbClr val="000000"/>
                </a:solidFill>
                <a:latin typeface="Poppins"/>
                <a:ea typeface="Poppins"/>
                <a:cs typeface="Poppins"/>
                <a:sym typeface="Poppins"/>
              </a:rPr>
              <a:t>Gestão de sala de aula:</a:t>
            </a:r>
          </a:p>
          <a:p>
            <a:pPr marL="171450" marR="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a:ea typeface="Poppins"/>
                <a:cs typeface="Poppins"/>
                <a:sym typeface="Poppins"/>
              </a:rPr>
              <a:t>mantenha a turma participando. A cada ideia, peça que antecipem o próximo passo antes de avançar; </a:t>
            </a:r>
          </a:p>
          <a:p>
            <a:pPr marL="171450" marR="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a:ea typeface="Poppins"/>
                <a:cs typeface="Poppins"/>
                <a:sym typeface="Poppins"/>
              </a:rPr>
              <a:t>no exemplo das duas listas, escreva no quadro listar_produtos() de um lado e classificar_desempenho() do outro, ligando cada uma à lista correspondente. No caso do Lápis, ouça duas ou três hipóteses em voz alta antes de confirmar o motivo.</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sz="1000" b="1"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rgbClr val="000000"/>
                </a:solidFill>
                <a:latin typeface="Poppins"/>
                <a:ea typeface="Poppins"/>
                <a:cs typeface="Poppins"/>
                <a:sym typeface="Poppins"/>
              </a:rPr>
              <a:t>Condução da dinâmica:</a:t>
            </a:r>
          </a:p>
          <a:p>
            <a:pPr marL="171450" marR="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a:ea typeface="Poppins"/>
                <a:cs typeface="Poppins"/>
                <a:sym typeface="Poppins"/>
              </a:rPr>
              <a:t>comece amarrando o </a:t>
            </a:r>
            <a:r>
              <a:rPr lang="pt-BR" sz="1000" b="1" dirty="0">
                <a:latin typeface="Poppins"/>
                <a:ea typeface="Poppins"/>
                <a:cs typeface="Poppins"/>
                <a:sym typeface="Poppins"/>
              </a:rPr>
              <a:t>Relembre</a:t>
            </a:r>
            <a:r>
              <a:rPr lang="pt-BR" sz="1000" dirty="0">
                <a:latin typeface="Poppins"/>
                <a:ea typeface="Poppins"/>
                <a:cs typeface="Poppins"/>
                <a:sym typeface="Poppins"/>
              </a:rPr>
              <a:t> às quatro partes: o menu apresenta e encaminha; a função executa; os dados guardam; o fluxo organiza a volta. Use consultar produto para tornar isso concreto, sem pedir que digitem código; </a:t>
            </a:r>
          </a:p>
          <a:p>
            <a:pPr marL="171450" marR="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a:ea typeface="Poppins"/>
                <a:cs typeface="Poppins"/>
                <a:sym typeface="Poppins"/>
              </a:rPr>
              <a:t>avance para as duas listas: produtos guarda o cadastro da loja; vendas guarda o histórico. listar_produtos() consulta uma; classificar_desempenho() consulta a outra. Só então apresente o Lápis: cadastrar alterou produtos; nenhuma venda desse item entrou em vendas; classificar desempenho lê vendas. Lance a pergunta do material (se o cadastro funcionou, por que o desempenho continua sem informação) e deixe a turma formular. Erro comum: achar que o menu “não voltou” ou que a consulta apagou o produto. Redirecione: o fluxo voltou; a segunda lista não mudou. Retome o fio: partes nomeadas → cada função lê a lista dela → o cadastro não atualiza o histórico.</a:t>
            </a:r>
            <a:endParaRPr sz="1000" dirty="0">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rgbClr val="000000"/>
                </a:solidFill>
                <a:latin typeface="Poppins"/>
                <a:ea typeface="Poppins"/>
                <a:cs typeface="Poppins"/>
                <a:sym typeface="Poppins"/>
              </a:rPr>
              <a:t>Expectativas de respostas: </a:t>
            </a:r>
            <a:r>
              <a:rPr lang="pt-BR" sz="1000" dirty="0">
                <a:latin typeface="Poppins"/>
                <a:ea typeface="Poppins"/>
                <a:cs typeface="Poppins"/>
                <a:sym typeface="Poppins"/>
              </a:rPr>
              <a:t>distinguem menu (direciona), função (executa) e listas (guardam). Ligam listar_produtos() a produtos e classificar_desempenho() a vendas. No Lápis, apontam que Sem histórico aparece porque vendas não tem registro desse produto. Erro comum: dizer que o cadastro falhou ou que falta “salvar o arquivo”.</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sz="1000" b="0" i="0" u="none" strike="noStrike" cap="none" dirty="0">
              <a:solidFill>
                <a:srgbClr val="000000"/>
              </a:solidFill>
              <a:latin typeface="Poppins"/>
              <a:ea typeface="Poppins"/>
              <a:cs typeface="Poppins"/>
              <a:sym typeface="Poppins"/>
            </a:endParaRPr>
          </a:p>
        </p:txBody>
      </p:sp>
      <p:cxnSp>
        <p:nvCxnSpPr>
          <p:cNvPr id="15" name="Google Shape;3900;p368">
            <a:extLst>
              <a:ext uri="{FF2B5EF4-FFF2-40B4-BE49-F238E27FC236}">
                <a16:creationId xmlns:a16="http://schemas.microsoft.com/office/drawing/2014/main" id="{EFC1AE4B-8718-8FD5-C9CA-FA6C213D1426}"/>
              </a:ext>
            </a:extLst>
          </p:cNvPr>
          <p:cNvCxnSpPr>
            <a:cxnSpLocks/>
          </p:cNvCxnSpPr>
          <p:nvPr/>
        </p:nvCxnSpPr>
        <p:spPr>
          <a:xfrm flipV="1">
            <a:off x="690891" y="947552"/>
            <a:ext cx="0" cy="4691248"/>
          </a:xfrm>
          <a:prstGeom prst="straightConnector1">
            <a:avLst/>
          </a:prstGeom>
          <a:noFill/>
          <a:ln w="19050" cap="flat" cmpd="sng">
            <a:solidFill>
              <a:schemeClr val="dk1"/>
            </a:solidFill>
            <a:prstDash val="solid"/>
            <a:round/>
            <a:headEnd type="oval" w="med" len="med"/>
            <a:tailEnd type="oval" w="med" len="med"/>
          </a:ln>
        </p:spPr>
      </p:cxnSp>
      <p:sp>
        <p:nvSpPr>
          <p:cNvPr id="16" name="Google Shape;3902;p368">
            <a:extLst>
              <a:ext uri="{FF2B5EF4-FFF2-40B4-BE49-F238E27FC236}">
                <a16:creationId xmlns:a16="http://schemas.microsoft.com/office/drawing/2014/main" id="{B87CAD6C-64CD-9195-32DA-CAF621639D89}"/>
              </a:ext>
            </a:extLst>
          </p:cNvPr>
          <p:cNvSpPr/>
          <p:nvPr/>
        </p:nvSpPr>
        <p:spPr>
          <a:xfrm>
            <a:off x="497841" y="2803973"/>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17" name="Google Shape;3903;p368">
            <a:extLst>
              <a:ext uri="{FF2B5EF4-FFF2-40B4-BE49-F238E27FC236}">
                <a16:creationId xmlns:a16="http://schemas.microsoft.com/office/drawing/2014/main" id="{366588A4-EAFB-5B98-5C0E-70455C693D93}"/>
              </a:ext>
            </a:extLst>
          </p:cNvPr>
          <p:cNvSpPr/>
          <p:nvPr/>
        </p:nvSpPr>
        <p:spPr>
          <a:xfrm>
            <a:off x="497841" y="131860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18" name="Google Shape;3904;p368">
            <a:extLst>
              <a:ext uri="{FF2B5EF4-FFF2-40B4-BE49-F238E27FC236}">
                <a16:creationId xmlns:a16="http://schemas.microsoft.com/office/drawing/2014/main" id="{3A72315B-A0A6-E93D-B901-DFFA0841CB54}"/>
              </a:ext>
            </a:extLst>
          </p:cNvPr>
          <p:cNvSpPr/>
          <p:nvPr/>
        </p:nvSpPr>
        <p:spPr>
          <a:xfrm>
            <a:off x="572019" y="1417160"/>
            <a:ext cx="237744" cy="201168"/>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19" name="Google Shape;3905;p368">
            <a:extLst>
              <a:ext uri="{FF2B5EF4-FFF2-40B4-BE49-F238E27FC236}">
                <a16:creationId xmlns:a16="http://schemas.microsoft.com/office/drawing/2014/main" id="{D7470721-14E1-CDC6-0CB8-99F790A2D895}"/>
              </a:ext>
            </a:extLst>
          </p:cNvPr>
          <p:cNvSpPr/>
          <p:nvPr/>
        </p:nvSpPr>
        <p:spPr>
          <a:xfrm>
            <a:off x="568304" y="2882403"/>
            <a:ext cx="245174" cy="226314"/>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20" name="Google Shape;3907;p368">
            <a:extLst>
              <a:ext uri="{FF2B5EF4-FFF2-40B4-BE49-F238E27FC236}">
                <a16:creationId xmlns:a16="http://schemas.microsoft.com/office/drawing/2014/main" id="{2F062F97-609D-EF5A-F277-3B2E80AAFF2A}"/>
              </a:ext>
            </a:extLst>
          </p:cNvPr>
          <p:cNvSpPr/>
          <p:nvPr/>
        </p:nvSpPr>
        <p:spPr>
          <a:xfrm>
            <a:off x="497841" y="2205470"/>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dk1"/>
              </a:solidFill>
              <a:latin typeface="Arial"/>
              <a:ea typeface="Arial"/>
              <a:cs typeface="Arial"/>
              <a:sym typeface="Arial"/>
            </a:endParaRPr>
          </a:p>
        </p:txBody>
      </p:sp>
      <p:pic>
        <p:nvPicPr>
          <p:cNvPr id="21" name="Google Shape;3908;p368">
            <a:extLst>
              <a:ext uri="{FF2B5EF4-FFF2-40B4-BE49-F238E27FC236}">
                <a16:creationId xmlns:a16="http://schemas.microsoft.com/office/drawing/2014/main" id="{10D21F7A-FA25-62EF-878E-E8CC8DA434AC}"/>
              </a:ext>
            </a:extLst>
          </p:cNvPr>
          <p:cNvPicPr preferRelativeResize="0"/>
          <p:nvPr/>
        </p:nvPicPr>
        <p:blipFill rotWithShape="1">
          <a:blip r:embed="rId3">
            <a:alphaModFix/>
          </a:blip>
          <a:srcRect/>
          <a:stretch/>
        </p:blipFill>
        <p:spPr>
          <a:xfrm>
            <a:off x="613669" y="2299176"/>
            <a:ext cx="154445" cy="193056"/>
          </a:xfrm>
          <a:prstGeom prst="rect">
            <a:avLst/>
          </a:prstGeom>
          <a:noFill/>
          <a:ln>
            <a:noFill/>
          </a:ln>
        </p:spPr>
      </p:pic>
      <p:grpSp>
        <p:nvGrpSpPr>
          <p:cNvPr id="22" name="Google Shape;3909;p368">
            <a:extLst>
              <a:ext uri="{FF2B5EF4-FFF2-40B4-BE49-F238E27FC236}">
                <a16:creationId xmlns:a16="http://schemas.microsoft.com/office/drawing/2014/main" id="{E9CE2752-D6B6-5FC8-E26B-35399065A504}"/>
              </a:ext>
            </a:extLst>
          </p:cNvPr>
          <p:cNvGrpSpPr/>
          <p:nvPr/>
        </p:nvGrpSpPr>
        <p:grpSpPr>
          <a:xfrm>
            <a:off x="497841" y="3562241"/>
            <a:ext cx="386100" cy="382500"/>
            <a:chOff x="497841" y="3037886"/>
            <a:chExt cx="386100" cy="382500"/>
          </a:xfrm>
        </p:grpSpPr>
        <p:sp>
          <p:nvSpPr>
            <p:cNvPr id="23" name="Google Shape;3910;p368">
              <a:extLst>
                <a:ext uri="{FF2B5EF4-FFF2-40B4-BE49-F238E27FC236}">
                  <a16:creationId xmlns:a16="http://schemas.microsoft.com/office/drawing/2014/main" id="{C284CCEF-98D4-7EAE-FC35-08E27643B183}"/>
                </a:ext>
              </a:extLst>
            </p:cNvPr>
            <p:cNvSpPr/>
            <p:nvPr/>
          </p:nvSpPr>
          <p:spPr>
            <a:xfrm>
              <a:off x="497841" y="3037886"/>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24" name="Google Shape;3911;p368">
              <a:extLst>
                <a:ext uri="{FF2B5EF4-FFF2-40B4-BE49-F238E27FC236}">
                  <a16:creationId xmlns:a16="http://schemas.microsoft.com/office/drawing/2014/main" id="{C323CA9B-76DB-9429-5DD4-EB0F0ADE847E}"/>
                </a:ext>
              </a:extLst>
            </p:cNvPr>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565906" y="3108341"/>
              <a:ext cx="235296" cy="240643"/>
            </a:xfrm>
            <a:prstGeom prst="rect">
              <a:avLst/>
            </a:prstGeom>
            <a:noFill/>
            <a:ln>
              <a:noFill/>
            </a:ln>
          </p:spPr>
        </p:pic>
      </p:grpSp>
      <p:grpSp>
        <p:nvGrpSpPr>
          <p:cNvPr id="25" name="Google Shape;3912;p368">
            <a:extLst>
              <a:ext uri="{FF2B5EF4-FFF2-40B4-BE49-F238E27FC236}">
                <a16:creationId xmlns:a16="http://schemas.microsoft.com/office/drawing/2014/main" id="{785A043C-563D-CE70-694B-1023659A15F7}"/>
              </a:ext>
            </a:extLst>
          </p:cNvPr>
          <p:cNvGrpSpPr/>
          <p:nvPr/>
        </p:nvGrpSpPr>
        <p:grpSpPr>
          <a:xfrm>
            <a:off x="497841" y="4952806"/>
            <a:ext cx="386100" cy="382500"/>
            <a:chOff x="497841" y="3801694"/>
            <a:chExt cx="386100" cy="382500"/>
          </a:xfrm>
        </p:grpSpPr>
        <p:sp>
          <p:nvSpPr>
            <p:cNvPr id="26" name="Google Shape;3913;p368">
              <a:extLst>
                <a:ext uri="{FF2B5EF4-FFF2-40B4-BE49-F238E27FC236}">
                  <a16:creationId xmlns:a16="http://schemas.microsoft.com/office/drawing/2014/main" id="{47301B13-DDCF-10E6-BFB9-2CDBCB067DDB}"/>
                </a:ext>
              </a:extLst>
            </p:cNvPr>
            <p:cNvSpPr/>
            <p:nvPr/>
          </p:nvSpPr>
          <p:spPr>
            <a:xfrm>
              <a:off x="497841" y="380169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27" name="Google Shape;3901;p368">
              <a:extLst>
                <a:ext uri="{FF2B5EF4-FFF2-40B4-BE49-F238E27FC236}">
                  <a16:creationId xmlns:a16="http://schemas.microsoft.com/office/drawing/2014/main" id="{4BEC1BDB-D0AB-0C3F-E5E8-89C3B2D79652}"/>
                </a:ext>
              </a:extLst>
            </p:cNvPr>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a:off x="581782" y="3855815"/>
              <a:ext cx="208026" cy="266700"/>
            </a:xfrm>
            <a:prstGeom prst="rect">
              <a:avLst/>
            </a:prstGeom>
            <a:noFill/>
            <a:ln>
              <a:noFill/>
            </a:ln>
          </p:spPr>
        </p:pic>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Shape 3960"/>
        <p:cNvGrpSpPr/>
        <p:nvPr/>
      </p:nvGrpSpPr>
      <p:grpSpPr>
        <a:xfrm>
          <a:off x="0" y="0"/>
          <a:ext cx="0" cy="0"/>
          <a:chOff x="0" y="0"/>
          <a:chExt cx="0" cy="0"/>
        </a:xfrm>
      </p:grpSpPr>
      <p:sp>
        <p:nvSpPr>
          <p:cNvPr id="3961" name="Google Shape;3961;p371"/>
          <p:cNvSpPr/>
          <p:nvPr/>
        </p:nvSpPr>
        <p:spPr>
          <a:xfrm>
            <a:off x="0" y="785592"/>
            <a:ext cx="12192000" cy="493200"/>
          </a:xfrm>
          <a:prstGeom prst="rect">
            <a:avLst/>
          </a:prstGeom>
          <a:solidFill>
            <a:srgbClr val="28566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FFFFFF"/>
              </a:solidFill>
              <a:latin typeface="Arial"/>
              <a:ea typeface="Arial"/>
              <a:cs typeface="Arial"/>
              <a:sym typeface="Arial"/>
            </a:endParaRPr>
          </a:p>
        </p:txBody>
      </p:sp>
      <p:sp>
        <p:nvSpPr>
          <p:cNvPr id="3962" name="Google Shape;3962;p371"/>
          <p:cNvSpPr txBox="1"/>
          <p:nvPr/>
        </p:nvSpPr>
        <p:spPr>
          <a:xfrm>
            <a:off x="985520" y="795752"/>
            <a:ext cx="5923200" cy="613500"/>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pt-BR" sz="3000" b="1" i="0" u="none" strike="noStrike" cap="none" dirty="0">
                <a:solidFill>
                  <a:srgbClr val="FFFFFF"/>
                </a:solidFill>
                <a:latin typeface="Poppins"/>
                <a:ea typeface="Poppins"/>
                <a:cs typeface="Poppins"/>
                <a:sym typeface="Poppins"/>
              </a:rPr>
              <a:t>Slides 12 e 13</a:t>
            </a:r>
            <a:endParaRPr sz="1400" b="0" i="0" u="none" strike="noStrike" cap="none" dirty="0">
              <a:solidFill>
                <a:srgbClr val="000000"/>
              </a:solidFill>
              <a:latin typeface="Arial"/>
              <a:ea typeface="Arial"/>
              <a:cs typeface="Arial"/>
              <a:sym typeface="Arial"/>
            </a:endParaRPr>
          </a:p>
        </p:txBody>
      </p:sp>
      <p:sp>
        <p:nvSpPr>
          <p:cNvPr id="3968" name="Google Shape;3968;p371"/>
          <p:cNvSpPr txBox="1"/>
          <p:nvPr/>
        </p:nvSpPr>
        <p:spPr>
          <a:xfrm>
            <a:off x="985524" y="1432475"/>
            <a:ext cx="10624694" cy="1508095"/>
          </a:xfrm>
          <a:prstGeom prst="rect">
            <a:avLst/>
          </a:prstGeom>
          <a:noFill/>
          <a:ln>
            <a:noFill/>
          </a:ln>
        </p:spPr>
        <p:txBody>
          <a:bodyPr spcFirstLastPara="1" wrap="square" lIns="60950" tIns="30475" rIns="60950" bIns="30475" anchor="t" anchorCtr="0">
            <a:spAutoFit/>
          </a:bodyPr>
          <a:lstStyle/>
          <a:p>
            <a:pPr lvl="0">
              <a:buSzPts val="1000"/>
            </a:pPr>
            <a:r>
              <a:rPr lang="pt-BR" sz="1000" b="1" dirty="0">
                <a:latin typeface="Poppins"/>
                <a:ea typeface="Poppins"/>
                <a:cs typeface="Poppins"/>
                <a:sym typeface="Poppins"/>
              </a:rPr>
              <a:t>Orientações: </a:t>
            </a:r>
            <a:r>
              <a:rPr lang="pt-BR" sz="1000" dirty="0">
                <a:latin typeface="Poppins"/>
                <a:ea typeface="Poppins"/>
                <a:cs typeface="Poppins"/>
                <a:sym typeface="Poppins"/>
              </a:rPr>
              <a:t>o objetivo da seção </a:t>
            </a:r>
            <a:r>
              <a:rPr lang="pt-BR" sz="1000" b="1" dirty="0">
                <a:latin typeface="Poppins"/>
                <a:ea typeface="Poppins"/>
                <a:cs typeface="Poppins"/>
                <a:sym typeface="Poppins"/>
              </a:rPr>
              <a:t>Pause e responda </a:t>
            </a:r>
            <a:r>
              <a:rPr lang="pt-BR" sz="1000" dirty="0">
                <a:latin typeface="Poppins"/>
                <a:ea typeface="Poppins"/>
                <a:cs typeface="Poppins"/>
                <a:sym typeface="Poppins"/>
              </a:rPr>
              <a:t>é mobilizar os estudantes em relação aos conhecimentos apresentados e construídos em aula. É registro.</a:t>
            </a:r>
          </a:p>
          <a:p>
            <a:pPr lvl="0"/>
            <a:endParaRPr lang="pt-BR" sz="1000" b="1" dirty="0">
              <a:latin typeface="Poppins"/>
              <a:ea typeface="Poppins"/>
              <a:cs typeface="Poppins"/>
              <a:sym typeface="Poppins"/>
            </a:endParaRPr>
          </a:p>
          <a:p>
            <a:pPr lvl="0"/>
            <a:r>
              <a:rPr lang="pt-BR" sz="1000" b="1" i="0" u="none" strike="noStrike" cap="none" dirty="0">
                <a:solidFill>
                  <a:srgbClr val="000000"/>
                </a:solidFill>
                <a:latin typeface="Poppins"/>
                <a:ea typeface="Poppins"/>
                <a:cs typeface="Poppins"/>
                <a:sym typeface="Poppins"/>
              </a:rPr>
              <a:t>Tempo previsto:</a:t>
            </a:r>
            <a:r>
              <a:rPr lang="pt-BR" dirty="0">
                <a:ea typeface="Poppins"/>
              </a:rPr>
              <a:t> </a:t>
            </a:r>
          </a:p>
          <a:p>
            <a:pPr lvl="0"/>
            <a:r>
              <a:rPr lang="pt-BR" sz="1000" dirty="0">
                <a:latin typeface="Poppins"/>
                <a:ea typeface="Poppins"/>
                <a:cs typeface="Poppins"/>
                <a:sym typeface="Poppins"/>
              </a:rPr>
              <a:t>2</a:t>
            </a:r>
            <a:r>
              <a:rPr lang="pt-BR" sz="1000" b="0" i="0" u="none" strike="noStrike" cap="none" dirty="0">
                <a:solidFill>
                  <a:srgbClr val="000000"/>
                </a:solidFill>
                <a:latin typeface="Poppins"/>
                <a:ea typeface="Poppins"/>
                <a:cs typeface="Poppins"/>
                <a:sym typeface="Poppins"/>
              </a:rPr>
              <a:t> minutos.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lang="pt-BR" sz="1000" b="1"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a:ea typeface="Poppins"/>
                <a:cs typeface="Poppins"/>
                <a:sym typeface="Poppins"/>
              </a:rPr>
              <a:t>Expectativa de resposta: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a:ea typeface="Poppins"/>
                <a:cs typeface="Poppins"/>
                <a:sym typeface="Poppins"/>
              </a:rPr>
              <a:t>Alternativa correta: </a:t>
            </a:r>
            <a:r>
              <a:rPr lang="pt-BR" sz="1000" dirty="0">
                <a:latin typeface="Poppins"/>
                <a:ea typeface="Poppins"/>
                <a:cs typeface="Poppins"/>
                <a:sym typeface="Poppins"/>
              </a:rPr>
              <a:t>As duas listas não foram atualizadas juntas.</a:t>
            </a:r>
            <a:endParaRPr sz="1000" dirty="0">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r>
              <a:rPr lang="pt-BR" sz="1000" dirty="0">
                <a:latin typeface="Poppins"/>
                <a:ea typeface="Poppins"/>
                <a:cs typeface="Poppins"/>
                <a:sym typeface="Poppins"/>
              </a:rPr>
              <a:t>Feedback: o menu só direciona. Cada função usa a lista que recebe. Se nenhuma função altera a segunda lista, o item novo não aparece nela.</a:t>
            </a:r>
            <a:endParaRPr sz="1000" dirty="0">
              <a:latin typeface="Poppins"/>
              <a:ea typeface="Poppins"/>
              <a:cs typeface="Poppins"/>
              <a:sym typeface="Poppins"/>
            </a:endParaRPr>
          </a:p>
        </p:txBody>
      </p:sp>
      <p:cxnSp>
        <p:nvCxnSpPr>
          <p:cNvPr id="5" name="Google Shape;3900;p368">
            <a:extLst>
              <a:ext uri="{FF2B5EF4-FFF2-40B4-BE49-F238E27FC236}">
                <a16:creationId xmlns:a16="http://schemas.microsoft.com/office/drawing/2014/main" id="{6228C2A4-C40B-DDD6-C843-667350777396}"/>
              </a:ext>
            </a:extLst>
          </p:cNvPr>
          <p:cNvCxnSpPr>
            <a:cxnSpLocks/>
          </p:cNvCxnSpPr>
          <p:nvPr/>
        </p:nvCxnSpPr>
        <p:spPr>
          <a:xfrm flipV="1">
            <a:off x="690891" y="947552"/>
            <a:ext cx="0" cy="2176648"/>
          </a:xfrm>
          <a:prstGeom prst="straightConnector1">
            <a:avLst/>
          </a:prstGeom>
          <a:noFill/>
          <a:ln w="19050" cap="flat" cmpd="sng">
            <a:solidFill>
              <a:schemeClr val="dk1"/>
            </a:solidFill>
            <a:prstDash val="solid"/>
            <a:round/>
            <a:headEnd type="oval" w="med" len="med"/>
            <a:tailEnd type="oval" w="med" len="med"/>
          </a:ln>
        </p:spPr>
      </p:cxnSp>
      <p:sp>
        <p:nvSpPr>
          <p:cNvPr id="7" name="Google Shape;3903;p368">
            <a:extLst>
              <a:ext uri="{FF2B5EF4-FFF2-40B4-BE49-F238E27FC236}">
                <a16:creationId xmlns:a16="http://schemas.microsoft.com/office/drawing/2014/main" id="{3C51329E-BDD1-CF71-6438-69C551A49144}"/>
              </a:ext>
            </a:extLst>
          </p:cNvPr>
          <p:cNvSpPr/>
          <p:nvPr/>
        </p:nvSpPr>
        <p:spPr>
          <a:xfrm>
            <a:off x="497841" y="1347179"/>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8" name="Google Shape;3904;p368">
            <a:extLst>
              <a:ext uri="{FF2B5EF4-FFF2-40B4-BE49-F238E27FC236}">
                <a16:creationId xmlns:a16="http://schemas.microsoft.com/office/drawing/2014/main" id="{8776B870-1D2A-B658-A4EE-7D55BBFF6E5F}"/>
              </a:ext>
            </a:extLst>
          </p:cNvPr>
          <p:cNvSpPr/>
          <p:nvPr/>
        </p:nvSpPr>
        <p:spPr>
          <a:xfrm>
            <a:off x="572019" y="1445735"/>
            <a:ext cx="237744" cy="201168"/>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10" name="Google Shape;3907;p368">
            <a:extLst>
              <a:ext uri="{FF2B5EF4-FFF2-40B4-BE49-F238E27FC236}">
                <a16:creationId xmlns:a16="http://schemas.microsoft.com/office/drawing/2014/main" id="{306BC903-67C7-5837-22DE-DCB595550D1F}"/>
              </a:ext>
            </a:extLst>
          </p:cNvPr>
          <p:cNvSpPr/>
          <p:nvPr/>
        </p:nvSpPr>
        <p:spPr>
          <a:xfrm>
            <a:off x="497841" y="1786370"/>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dk1"/>
              </a:solidFill>
              <a:latin typeface="Arial"/>
              <a:ea typeface="Arial"/>
              <a:cs typeface="Arial"/>
              <a:sym typeface="Arial"/>
            </a:endParaRPr>
          </a:p>
        </p:txBody>
      </p:sp>
      <p:pic>
        <p:nvPicPr>
          <p:cNvPr id="11" name="Google Shape;3908;p368">
            <a:extLst>
              <a:ext uri="{FF2B5EF4-FFF2-40B4-BE49-F238E27FC236}">
                <a16:creationId xmlns:a16="http://schemas.microsoft.com/office/drawing/2014/main" id="{8D791F11-1541-768B-7778-15BF58348328}"/>
              </a:ext>
            </a:extLst>
          </p:cNvPr>
          <p:cNvPicPr preferRelativeResize="0"/>
          <p:nvPr/>
        </p:nvPicPr>
        <p:blipFill rotWithShape="1">
          <a:blip r:embed="rId3">
            <a:alphaModFix/>
          </a:blip>
          <a:srcRect/>
          <a:stretch/>
        </p:blipFill>
        <p:spPr>
          <a:xfrm>
            <a:off x="613669" y="1880076"/>
            <a:ext cx="154445" cy="193056"/>
          </a:xfrm>
          <a:prstGeom prst="rect">
            <a:avLst/>
          </a:prstGeom>
          <a:noFill/>
          <a:ln>
            <a:noFill/>
          </a:ln>
        </p:spPr>
      </p:pic>
      <p:grpSp>
        <p:nvGrpSpPr>
          <p:cNvPr id="15" name="Google Shape;3912;p368">
            <a:extLst>
              <a:ext uri="{FF2B5EF4-FFF2-40B4-BE49-F238E27FC236}">
                <a16:creationId xmlns:a16="http://schemas.microsoft.com/office/drawing/2014/main" id="{8015DBBD-164F-72A1-5A9D-C2D8432693E7}"/>
              </a:ext>
            </a:extLst>
          </p:cNvPr>
          <p:cNvGrpSpPr/>
          <p:nvPr/>
        </p:nvGrpSpPr>
        <p:grpSpPr>
          <a:xfrm>
            <a:off x="497841" y="2390581"/>
            <a:ext cx="386100" cy="382500"/>
            <a:chOff x="497841" y="3801694"/>
            <a:chExt cx="386100" cy="382500"/>
          </a:xfrm>
        </p:grpSpPr>
        <p:sp>
          <p:nvSpPr>
            <p:cNvPr id="16" name="Google Shape;3913;p368">
              <a:extLst>
                <a:ext uri="{FF2B5EF4-FFF2-40B4-BE49-F238E27FC236}">
                  <a16:creationId xmlns:a16="http://schemas.microsoft.com/office/drawing/2014/main" id="{0644350B-AF2D-1B19-7D78-0C57E2C87258}"/>
                </a:ext>
              </a:extLst>
            </p:cNvPr>
            <p:cNvSpPr/>
            <p:nvPr/>
          </p:nvSpPr>
          <p:spPr>
            <a:xfrm>
              <a:off x="497841" y="380169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17" name="Google Shape;3901;p368">
              <a:extLst>
                <a:ext uri="{FF2B5EF4-FFF2-40B4-BE49-F238E27FC236}">
                  <a16:creationId xmlns:a16="http://schemas.microsoft.com/office/drawing/2014/main" id="{9DA6DCE8-2C94-CAD3-2C77-EC9CA7FB2159}"/>
                </a:ext>
              </a:extLst>
            </p:cNvPr>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581782" y="3855815"/>
              <a:ext cx="208026" cy="266700"/>
            </a:xfrm>
            <a:prstGeom prst="rect">
              <a:avLst/>
            </a:prstGeom>
            <a:noFill/>
            <a:ln>
              <a:noFill/>
            </a:ln>
          </p:spPr>
        </p:pic>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Shape 3976"/>
        <p:cNvGrpSpPr/>
        <p:nvPr/>
      </p:nvGrpSpPr>
      <p:grpSpPr>
        <a:xfrm>
          <a:off x="0" y="0"/>
          <a:ext cx="0" cy="0"/>
          <a:chOff x="0" y="0"/>
          <a:chExt cx="0" cy="0"/>
        </a:xfrm>
      </p:grpSpPr>
      <p:sp>
        <p:nvSpPr>
          <p:cNvPr id="3977" name="Google Shape;3977;p372"/>
          <p:cNvSpPr/>
          <p:nvPr/>
        </p:nvSpPr>
        <p:spPr>
          <a:xfrm>
            <a:off x="0" y="785592"/>
            <a:ext cx="12192000" cy="493200"/>
          </a:xfrm>
          <a:prstGeom prst="rect">
            <a:avLst/>
          </a:prstGeom>
          <a:solidFill>
            <a:srgbClr val="28566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FFFFFF"/>
              </a:solidFill>
              <a:latin typeface="Arial"/>
              <a:ea typeface="Arial"/>
              <a:cs typeface="Arial"/>
              <a:sym typeface="Arial"/>
            </a:endParaRPr>
          </a:p>
        </p:txBody>
      </p:sp>
      <p:sp>
        <p:nvSpPr>
          <p:cNvPr id="3978" name="Google Shape;3978;p372"/>
          <p:cNvSpPr txBox="1"/>
          <p:nvPr/>
        </p:nvSpPr>
        <p:spPr>
          <a:xfrm>
            <a:off x="955053" y="769850"/>
            <a:ext cx="7869000" cy="613500"/>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pt-BR" sz="3000" b="1" i="0" u="none" strike="noStrike" cap="none" dirty="0">
                <a:solidFill>
                  <a:srgbClr val="FFFFFF"/>
                </a:solidFill>
                <a:latin typeface="Poppins"/>
                <a:ea typeface="Poppins"/>
                <a:cs typeface="Poppins"/>
                <a:sym typeface="Poppins"/>
              </a:rPr>
              <a:t>Slides 14 a 16</a:t>
            </a:r>
            <a:endParaRPr sz="1400" b="0" i="0" u="none" strike="noStrike" cap="none" dirty="0">
              <a:solidFill>
                <a:srgbClr val="000000"/>
              </a:solidFill>
              <a:latin typeface="Arial"/>
              <a:ea typeface="Arial"/>
              <a:cs typeface="Arial"/>
              <a:sym typeface="Arial"/>
            </a:endParaRPr>
          </a:p>
        </p:txBody>
      </p:sp>
      <p:sp>
        <p:nvSpPr>
          <p:cNvPr id="3979" name="Google Shape;3979;p372"/>
          <p:cNvSpPr txBox="1"/>
          <p:nvPr/>
        </p:nvSpPr>
        <p:spPr>
          <a:xfrm>
            <a:off x="985520" y="1372059"/>
            <a:ext cx="10251300" cy="3754864"/>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rPr>
              <a:t>Orientações:</a:t>
            </a:r>
            <a:r>
              <a:rPr lang="pt-BR" sz="1000" b="0" i="0" u="none" strike="noStrike" cap="none" dirty="0">
                <a:solidFill>
                  <a:srgbClr val="000000"/>
                </a:solidFill>
                <a:latin typeface="Poppins" panose="00000500000000000000" pitchFamily="2" charset="0"/>
                <a:cs typeface="Poppins" panose="00000500000000000000" pitchFamily="2" charset="0"/>
                <a:sym typeface="Arial"/>
              </a:rPr>
              <a:t> </a:t>
            </a:r>
            <a:r>
              <a:rPr lang="pt-BR" sz="1000" dirty="0">
                <a:latin typeface="Poppins" panose="00000500000000000000" pitchFamily="2" charset="0"/>
                <a:ea typeface="Poppins"/>
                <a:cs typeface="Poppins" panose="00000500000000000000" pitchFamily="2" charset="0"/>
                <a:sym typeface="Poppins"/>
              </a:rPr>
              <a:t>a atividade pede análise, não código novo. Um cliente compra 3 unidades de Caderno; o programa volta ao menu; as listas mostradas ainda não trazem essa venda. As duplas preenchem a tabela (menu, registrar venda, produtos, vendas, classificar desempenho) e respondem qual informação deveria aparecer em vendas. Use a resolvida só depois que a maioria tiver preenchido a tabela.</a:t>
            </a:r>
            <a:endParaRPr sz="1000" b="0" i="0" u="none" strike="noStrike" cap="none" dirty="0">
              <a:solidFill>
                <a:srgbClr val="000000"/>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Clr>
                <a:schemeClr val="dk1"/>
              </a:buClr>
              <a:buSzPts val="1100"/>
              <a:buFont typeface="Arial"/>
              <a:buNone/>
            </a:pPr>
            <a:endPar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Clr>
                <a:schemeClr val="dk1"/>
              </a:buClr>
              <a:buSzPts val="1100"/>
              <a:buFont typeface="Arial"/>
              <a:buNone/>
            </a:pPr>
            <a:endParaRPr sz="1000" b="1" i="0" u="none" strike="noStrike" cap="none" dirty="0">
              <a:solidFill>
                <a:srgbClr val="000000"/>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rPr>
              <a:t>Tempo previsto:</a:t>
            </a:r>
            <a:r>
              <a:rPr lang="pt-BR" sz="1000" dirty="0">
                <a:latin typeface="Poppins" panose="00000500000000000000" pitchFamily="2" charset="0"/>
                <a:ea typeface="Poppins"/>
                <a:cs typeface="Poppins" panose="00000500000000000000" pitchFamily="2" charset="0"/>
                <a:sym typeface="Poppins"/>
              </a:rPr>
              <a:t> </a:t>
            </a:r>
          </a:p>
          <a:p>
            <a:pPr marL="0" marR="0" lvl="0" indent="0" algn="l" rtl="0">
              <a:lnSpc>
                <a:spcPct val="100000"/>
              </a:lnSpc>
              <a:spcBef>
                <a:spcPts val="0"/>
              </a:spcBef>
              <a:spcAft>
                <a:spcPts val="0"/>
              </a:spcAft>
              <a:buClr>
                <a:schemeClr val="dk1"/>
              </a:buClr>
              <a:buSzPts val="1100"/>
              <a:buFont typeface="Arial"/>
              <a:buNone/>
            </a:pPr>
            <a:r>
              <a:rPr lang="pt-BR" sz="1000" dirty="0">
                <a:latin typeface="Poppins" panose="00000500000000000000" pitchFamily="2" charset="0"/>
                <a:ea typeface="Poppins"/>
                <a:cs typeface="Poppins" panose="00000500000000000000" pitchFamily="2" charset="0"/>
                <a:sym typeface="Poppins"/>
              </a:rPr>
              <a:t>15</a:t>
            </a:r>
            <a:r>
              <a:rPr lang="pt-BR" sz="1000" b="0" i="0" u="none" strike="noStrike" cap="none" dirty="0">
                <a:solidFill>
                  <a:srgbClr val="000000"/>
                </a:solidFill>
                <a:latin typeface="Poppins" panose="00000500000000000000" pitchFamily="2" charset="0"/>
                <a:ea typeface="Poppins"/>
                <a:cs typeface="Poppins" panose="00000500000000000000" pitchFamily="2" charset="0"/>
                <a:sym typeface="Poppins"/>
              </a:rPr>
              <a:t> minutos.</a:t>
            </a:r>
            <a:endParaRPr sz="1000" b="0" i="0" u="none" strike="noStrike" cap="none" dirty="0">
              <a:solidFill>
                <a:srgbClr val="000000"/>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Clr>
                <a:schemeClr val="dk1"/>
              </a:buClr>
              <a:buSzPts val="1100"/>
              <a:buFont typeface="Arial"/>
              <a:buNone/>
            </a:pPr>
            <a:endPar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Clr>
                <a:schemeClr val="dk1"/>
              </a:buClr>
              <a:buSzPts val="1100"/>
              <a:buFont typeface="Arial"/>
              <a:buNone/>
            </a:pPr>
            <a:endParaRPr sz="1000" b="1" i="0" u="none" strike="noStrike" cap="none" dirty="0">
              <a:solidFill>
                <a:srgbClr val="000000"/>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rPr>
              <a:t>Gestão de sala de aula:</a:t>
            </a:r>
          </a:p>
          <a:p>
            <a:pPr marL="171450" marR="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panose="00000500000000000000" pitchFamily="2" charset="0"/>
                <a:ea typeface="Poppins"/>
                <a:cs typeface="Poppins" panose="00000500000000000000" pitchFamily="2" charset="0"/>
                <a:sym typeface="Poppins"/>
              </a:rPr>
              <a:t>organize os estudantes em duplas, com um registro por dupla; </a:t>
            </a:r>
          </a:p>
          <a:p>
            <a:pPr marL="171450" marR="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panose="00000500000000000000" pitchFamily="2" charset="0"/>
                <a:ea typeface="Poppins"/>
                <a:cs typeface="Poppins" panose="00000500000000000000" pitchFamily="2" charset="0"/>
                <a:sym typeface="Poppins"/>
              </a:rPr>
              <a:t>circule verificando se separam o que acontece em produtos do que deveria acontecer em vendas. Se travarem, pergunte “essa função lê qual lista?” em vez de completar a linha. Quem terminar cedo pode escrever, sem código, o registro das 3 unidades no formato da lista.</a:t>
            </a:r>
            <a:endParaRPr sz="1000" b="0" i="0" u="none" strike="noStrike" cap="none" dirty="0">
              <a:solidFill>
                <a:srgbClr val="000000"/>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Clr>
                <a:schemeClr val="dk1"/>
              </a:buClr>
              <a:buSzPts val="1100"/>
              <a:buFont typeface="Arial"/>
              <a:buNone/>
            </a:pPr>
            <a:endParaRPr sz="1000" b="0" i="0" u="none" strike="noStrike" cap="none" dirty="0">
              <a:solidFill>
                <a:srgbClr val="000000"/>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rPr>
              <a:t>Condução da dinâmica:</a:t>
            </a:r>
          </a:p>
          <a:p>
            <a:pPr marL="171450" marR="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panose="00000500000000000000" pitchFamily="2" charset="0"/>
                <a:ea typeface="Poppins"/>
                <a:cs typeface="Poppins" panose="00000500000000000000" pitchFamily="2" charset="0"/>
                <a:sym typeface="Poppins"/>
              </a:rPr>
              <a:t>leia a situação com a turma: o Caderno já está no cadastro; a venda de 3 unidades acontece; as listas projetadas ainda mostram só o histórico antigo. Confirme o formato da tabela e deixe as duplas trabalharem; </a:t>
            </a:r>
          </a:p>
          <a:p>
            <a:pPr marL="171450" marR="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panose="00000500000000000000" pitchFamily="2" charset="0"/>
                <a:ea typeface="Poppins"/>
                <a:cs typeface="Poppins" panose="00000500000000000000" pitchFamily="2" charset="0"/>
                <a:sym typeface="Poppins"/>
              </a:rPr>
              <a:t>socialize uma dupla no quadro e complete lacunas coletivamente se precisar. Mostre o contraste da resolvida: a resposta forte percorre menu → função → dados → classificação e percebe que cadastrar o produto não é o mesmo que registrar a venda; a fraca diz só que “a venda precisa ser salva” ou fala de estoque, sem dizer qual lista recebe o registro. Feche com o exemplo Caderno | 3 | 12/08/2026: é isso que classificar_desempenho() passaria a consultar.</a:t>
            </a:r>
            <a:endParaRPr sz="1000" dirty="0">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Clr>
                <a:schemeClr val="dk1"/>
              </a:buClr>
              <a:buSzPts val="1100"/>
              <a:buFont typeface="Arial"/>
              <a:buNone/>
            </a:pPr>
            <a:endParaRPr sz="1000" dirty="0">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rPr>
              <a:t>Expectativas de respostas</a:t>
            </a:r>
            <a:r>
              <a:rPr lang="pt-BR" sz="1000" b="1" dirty="0">
                <a:latin typeface="Poppins" panose="00000500000000000000" pitchFamily="2" charset="0"/>
                <a:ea typeface="Poppins"/>
                <a:cs typeface="Poppins" panose="00000500000000000000" pitchFamily="2" charset="0"/>
                <a:sym typeface="Poppins"/>
              </a:rPr>
              <a:t>: </a:t>
            </a:r>
            <a:r>
              <a:rPr lang="pt-BR" sz="1000" dirty="0">
                <a:latin typeface="Poppins" panose="00000500000000000000" pitchFamily="2" charset="0"/>
                <a:ea typeface="Poppins"/>
                <a:cs typeface="Poppins" panose="00000500000000000000" pitchFamily="2" charset="0"/>
                <a:sym typeface="Poppins"/>
              </a:rPr>
              <a:t>menu chama a função; registrar venda deveria incluir as 3 unidades em vendas; produtos continua com o cadastro; classificar desempenho consulta vendas. Na pergunta final, um registro novo de Caderno com quantidade 3. Erro comum: alterar o preço em produtos no lugar de acrescentar linha em vendas, ou achar que voltar ao menu já atualiza o histórico.</a:t>
            </a:r>
            <a:endParaRPr sz="1000" b="0" i="0" u="none" strike="noStrike" cap="none" dirty="0">
              <a:solidFill>
                <a:srgbClr val="000000"/>
              </a:solidFill>
              <a:latin typeface="Poppins" panose="00000500000000000000" pitchFamily="2" charset="0"/>
              <a:ea typeface="Poppins"/>
              <a:cs typeface="Poppins" panose="00000500000000000000" pitchFamily="2" charset="0"/>
              <a:sym typeface="Poppins"/>
            </a:endParaRPr>
          </a:p>
        </p:txBody>
      </p:sp>
      <p:cxnSp>
        <p:nvCxnSpPr>
          <p:cNvPr id="2" name="Google Shape;3900;p368">
            <a:extLst>
              <a:ext uri="{FF2B5EF4-FFF2-40B4-BE49-F238E27FC236}">
                <a16:creationId xmlns:a16="http://schemas.microsoft.com/office/drawing/2014/main" id="{20EFDD7C-4AD0-8CDB-B18F-689261A3C5F4}"/>
              </a:ext>
            </a:extLst>
          </p:cNvPr>
          <p:cNvCxnSpPr>
            <a:cxnSpLocks/>
          </p:cNvCxnSpPr>
          <p:nvPr/>
        </p:nvCxnSpPr>
        <p:spPr>
          <a:xfrm flipV="1">
            <a:off x="690891" y="947552"/>
            <a:ext cx="0" cy="4376923"/>
          </a:xfrm>
          <a:prstGeom prst="straightConnector1">
            <a:avLst/>
          </a:prstGeom>
          <a:noFill/>
          <a:ln w="19050" cap="flat" cmpd="sng">
            <a:solidFill>
              <a:schemeClr val="dk1"/>
            </a:solidFill>
            <a:prstDash val="solid"/>
            <a:round/>
            <a:headEnd type="oval" w="med" len="med"/>
            <a:tailEnd type="oval" w="med" len="med"/>
          </a:ln>
        </p:spPr>
      </p:cxnSp>
      <p:sp>
        <p:nvSpPr>
          <p:cNvPr id="3" name="Google Shape;3902;p368">
            <a:extLst>
              <a:ext uri="{FF2B5EF4-FFF2-40B4-BE49-F238E27FC236}">
                <a16:creationId xmlns:a16="http://schemas.microsoft.com/office/drawing/2014/main" id="{53AE5279-4DB1-2F38-743A-3D68E18254D1}"/>
              </a:ext>
            </a:extLst>
          </p:cNvPr>
          <p:cNvSpPr/>
          <p:nvPr/>
        </p:nvSpPr>
        <p:spPr>
          <a:xfrm>
            <a:off x="497841" y="2680148"/>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4" name="Google Shape;3903;p368">
            <a:extLst>
              <a:ext uri="{FF2B5EF4-FFF2-40B4-BE49-F238E27FC236}">
                <a16:creationId xmlns:a16="http://schemas.microsoft.com/office/drawing/2014/main" id="{9BB2A846-4663-2E29-FA89-463FB8E700AE}"/>
              </a:ext>
            </a:extLst>
          </p:cNvPr>
          <p:cNvSpPr/>
          <p:nvPr/>
        </p:nvSpPr>
        <p:spPr>
          <a:xfrm>
            <a:off x="497841" y="131860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5" name="Google Shape;3904;p368">
            <a:extLst>
              <a:ext uri="{FF2B5EF4-FFF2-40B4-BE49-F238E27FC236}">
                <a16:creationId xmlns:a16="http://schemas.microsoft.com/office/drawing/2014/main" id="{C094D24F-51E8-6A32-0208-F3630D5793C0}"/>
              </a:ext>
            </a:extLst>
          </p:cNvPr>
          <p:cNvSpPr/>
          <p:nvPr/>
        </p:nvSpPr>
        <p:spPr>
          <a:xfrm>
            <a:off x="572019" y="1417160"/>
            <a:ext cx="237744" cy="201168"/>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6" name="Google Shape;3905;p368">
            <a:extLst>
              <a:ext uri="{FF2B5EF4-FFF2-40B4-BE49-F238E27FC236}">
                <a16:creationId xmlns:a16="http://schemas.microsoft.com/office/drawing/2014/main" id="{9D1BFF16-05EB-588A-388F-8A39CD0E936D}"/>
              </a:ext>
            </a:extLst>
          </p:cNvPr>
          <p:cNvSpPr/>
          <p:nvPr/>
        </p:nvSpPr>
        <p:spPr>
          <a:xfrm>
            <a:off x="568304" y="2758578"/>
            <a:ext cx="245174" cy="226314"/>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7" name="Google Shape;3907;p368">
            <a:extLst>
              <a:ext uri="{FF2B5EF4-FFF2-40B4-BE49-F238E27FC236}">
                <a16:creationId xmlns:a16="http://schemas.microsoft.com/office/drawing/2014/main" id="{D81BCDD9-099F-83F5-E7D9-B95CED1F00B1}"/>
              </a:ext>
            </a:extLst>
          </p:cNvPr>
          <p:cNvSpPr/>
          <p:nvPr/>
        </p:nvSpPr>
        <p:spPr>
          <a:xfrm>
            <a:off x="497841" y="2091170"/>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dk1"/>
              </a:solidFill>
              <a:latin typeface="Arial"/>
              <a:ea typeface="Arial"/>
              <a:cs typeface="Arial"/>
              <a:sym typeface="Arial"/>
            </a:endParaRPr>
          </a:p>
        </p:txBody>
      </p:sp>
      <p:pic>
        <p:nvPicPr>
          <p:cNvPr id="8" name="Google Shape;3908;p368">
            <a:extLst>
              <a:ext uri="{FF2B5EF4-FFF2-40B4-BE49-F238E27FC236}">
                <a16:creationId xmlns:a16="http://schemas.microsoft.com/office/drawing/2014/main" id="{F5D41596-7977-9953-6B6C-8C3FFA91C261}"/>
              </a:ext>
            </a:extLst>
          </p:cNvPr>
          <p:cNvPicPr preferRelativeResize="0"/>
          <p:nvPr/>
        </p:nvPicPr>
        <p:blipFill rotWithShape="1">
          <a:blip r:embed="rId3">
            <a:alphaModFix/>
          </a:blip>
          <a:srcRect/>
          <a:stretch/>
        </p:blipFill>
        <p:spPr>
          <a:xfrm>
            <a:off x="613669" y="2184876"/>
            <a:ext cx="154445" cy="193056"/>
          </a:xfrm>
          <a:prstGeom prst="rect">
            <a:avLst/>
          </a:prstGeom>
          <a:noFill/>
          <a:ln>
            <a:noFill/>
          </a:ln>
        </p:spPr>
      </p:pic>
      <p:grpSp>
        <p:nvGrpSpPr>
          <p:cNvPr id="9" name="Google Shape;3909;p368">
            <a:extLst>
              <a:ext uri="{FF2B5EF4-FFF2-40B4-BE49-F238E27FC236}">
                <a16:creationId xmlns:a16="http://schemas.microsoft.com/office/drawing/2014/main" id="{EB24D731-1C72-5EC1-E430-6A9956D68159}"/>
              </a:ext>
            </a:extLst>
          </p:cNvPr>
          <p:cNvGrpSpPr/>
          <p:nvPr/>
        </p:nvGrpSpPr>
        <p:grpSpPr>
          <a:xfrm>
            <a:off x="497841" y="3438416"/>
            <a:ext cx="386100" cy="382500"/>
            <a:chOff x="497841" y="3037886"/>
            <a:chExt cx="386100" cy="382500"/>
          </a:xfrm>
        </p:grpSpPr>
        <p:sp>
          <p:nvSpPr>
            <p:cNvPr id="10" name="Google Shape;3910;p368">
              <a:extLst>
                <a:ext uri="{FF2B5EF4-FFF2-40B4-BE49-F238E27FC236}">
                  <a16:creationId xmlns:a16="http://schemas.microsoft.com/office/drawing/2014/main" id="{040D77FB-361B-F0A5-992E-D8253F409EF5}"/>
                </a:ext>
              </a:extLst>
            </p:cNvPr>
            <p:cNvSpPr/>
            <p:nvPr/>
          </p:nvSpPr>
          <p:spPr>
            <a:xfrm>
              <a:off x="497841" y="3037886"/>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11" name="Google Shape;3911;p368">
              <a:extLst>
                <a:ext uri="{FF2B5EF4-FFF2-40B4-BE49-F238E27FC236}">
                  <a16:creationId xmlns:a16="http://schemas.microsoft.com/office/drawing/2014/main" id="{3A3D0328-D797-F785-A054-8BE039DAD259}"/>
                </a:ext>
              </a:extLst>
            </p:cNvPr>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565906" y="3108341"/>
              <a:ext cx="235296" cy="240643"/>
            </a:xfrm>
            <a:prstGeom prst="rect">
              <a:avLst/>
            </a:prstGeom>
            <a:noFill/>
            <a:ln>
              <a:noFill/>
            </a:ln>
          </p:spPr>
        </p:pic>
      </p:grpSp>
      <p:grpSp>
        <p:nvGrpSpPr>
          <p:cNvPr id="12" name="Google Shape;3912;p368">
            <a:extLst>
              <a:ext uri="{FF2B5EF4-FFF2-40B4-BE49-F238E27FC236}">
                <a16:creationId xmlns:a16="http://schemas.microsoft.com/office/drawing/2014/main" id="{A1900AAF-4846-53E4-94C0-2C1DBC896DE8}"/>
              </a:ext>
            </a:extLst>
          </p:cNvPr>
          <p:cNvGrpSpPr/>
          <p:nvPr/>
        </p:nvGrpSpPr>
        <p:grpSpPr>
          <a:xfrm>
            <a:off x="497841" y="4495606"/>
            <a:ext cx="386100" cy="382500"/>
            <a:chOff x="497841" y="3801694"/>
            <a:chExt cx="386100" cy="382500"/>
          </a:xfrm>
        </p:grpSpPr>
        <p:sp>
          <p:nvSpPr>
            <p:cNvPr id="13" name="Google Shape;3913;p368">
              <a:extLst>
                <a:ext uri="{FF2B5EF4-FFF2-40B4-BE49-F238E27FC236}">
                  <a16:creationId xmlns:a16="http://schemas.microsoft.com/office/drawing/2014/main" id="{AA9398E1-6F4F-5044-4C5D-08B62402C8D3}"/>
                </a:ext>
              </a:extLst>
            </p:cNvPr>
            <p:cNvSpPr/>
            <p:nvPr/>
          </p:nvSpPr>
          <p:spPr>
            <a:xfrm>
              <a:off x="497841" y="380169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14" name="Google Shape;3901;p368">
              <a:extLst>
                <a:ext uri="{FF2B5EF4-FFF2-40B4-BE49-F238E27FC236}">
                  <a16:creationId xmlns:a16="http://schemas.microsoft.com/office/drawing/2014/main" id="{5B0A335B-4ABF-8B13-577C-83099ED0DB5D}"/>
                </a:ext>
              </a:extLst>
            </p:cNvPr>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a:off x="581782" y="3855815"/>
              <a:ext cx="208026" cy="266700"/>
            </a:xfrm>
            <a:prstGeom prst="rect">
              <a:avLst/>
            </a:prstGeom>
            <a:noFill/>
            <a:ln>
              <a:noFill/>
            </a:ln>
          </p:spPr>
        </p:pic>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Shape 4000"/>
        <p:cNvGrpSpPr/>
        <p:nvPr/>
      </p:nvGrpSpPr>
      <p:grpSpPr>
        <a:xfrm>
          <a:off x="0" y="0"/>
          <a:ext cx="0" cy="0"/>
          <a:chOff x="0" y="0"/>
          <a:chExt cx="0" cy="0"/>
        </a:xfrm>
      </p:grpSpPr>
      <p:sp>
        <p:nvSpPr>
          <p:cNvPr id="4001" name="Google Shape;4001;p373"/>
          <p:cNvSpPr/>
          <p:nvPr/>
        </p:nvSpPr>
        <p:spPr>
          <a:xfrm>
            <a:off x="0" y="528417"/>
            <a:ext cx="12192000" cy="493200"/>
          </a:xfrm>
          <a:prstGeom prst="rect">
            <a:avLst/>
          </a:prstGeom>
          <a:solidFill>
            <a:srgbClr val="28566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FFFFFF"/>
              </a:solidFill>
              <a:latin typeface="Arial"/>
              <a:ea typeface="Arial"/>
              <a:cs typeface="Arial"/>
              <a:sym typeface="Arial"/>
            </a:endParaRPr>
          </a:p>
        </p:txBody>
      </p:sp>
      <p:sp>
        <p:nvSpPr>
          <p:cNvPr id="4002" name="Google Shape;4002;p373"/>
          <p:cNvSpPr txBox="1"/>
          <p:nvPr/>
        </p:nvSpPr>
        <p:spPr>
          <a:xfrm>
            <a:off x="985527" y="538575"/>
            <a:ext cx="8560500" cy="613500"/>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pt-BR" sz="3000" b="1" i="0" u="none" strike="noStrike" cap="none" dirty="0">
                <a:solidFill>
                  <a:srgbClr val="FFFFFF"/>
                </a:solidFill>
                <a:latin typeface="Poppins"/>
                <a:ea typeface="Poppins"/>
                <a:cs typeface="Poppins"/>
                <a:sym typeface="Poppins"/>
              </a:rPr>
              <a:t>Slide 17</a:t>
            </a:r>
            <a:endParaRPr sz="933" b="0" i="0" u="none" strike="noStrike" cap="none" dirty="0">
              <a:solidFill>
                <a:srgbClr val="000000"/>
              </a:solidFill>
              <a:latin typeface="Arial"/>
              <a:ea typeface="Arial"/>
              <a:cs typeface="Arial"/>
              <a:sym typeface="Arial"/>
            </a:endParaRPr>
          </a:p>
        </p:txBody>
      </p:sp>
      <p:sp>
        <p:nvSpPr>
          <p:cNvPr id="4003" name="Google Shape;4003;p373"/>
          <p:cNvSpPr txBox="1"/>
          <p:nvPr/>
        </p:nvSpPr>
        <p:spPr>
          <a:xfrm>
            <a:off x="985519" y="1095220"/>
            <a:ext cx="10783800" cy="3447087"/>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a:ea typeface="Poppins"/>
                <a:cs typeface="Poppins"/>
                <a:sym typeface="Poppins"/>
              </a:rPr>
              <a:t>Orientações: </a:t>
            </a:r>
            <a:r>
              <a:rPr lang="pt-BR" sz="1000" b="0" i="0" u="none" strike="noStrike" cap="none" dirty="0">
                <a:solidFill>
                  <a:srgbClr val="000000"/>
                </a:solidFill>
                <a:latin typeface="Poppins"/>
                <a:ea typeface="Poppins"/>
                <a:cs typeface="Poppins"/>
                <a:sym typeface="Poppins"/>
              </a:rPr>
              <a:t>a seção </a:t>
            </a:r>
            <a:r>
              <a:rPr lang="pt-BR" sz="1000" b="1" i="0" u="none" strike="noStrike" cap="none" dirty="0">
                <a:solidFill>
                  <a:srgbClr val="000000"/>
                </a:solidFill>
                <a:latin typeface="Poppins"/>
                <a:ea typeface="Poppins"/>
                <a:cs typeface="Poppins"/>
                <a:sym typeface="Poppins"/>
              </a:rPr>
              <a:t>O que nós aprendemos hoje? </a:t>
            </a:r>
            <a:r>
              <a:rPr lang="pt-BR" sz="1000" b="0" i="0" u="none" strike="noStrike" cap="none" dirty="0">
                <a:solidFill>
                  <a:srgbClr val="000000"/>
                </a:solidFill>
                <a:latin typeface="Poppins"/>
                <a:ea typeface="Poppins"/>
                <a:cs typeface="Poppins"/>
                <a:sym typeface="Poppins"/>
              </a:rPr>
              <a:t>tem o objetivo de reforçar e esclarecer os principais conceitos discutidos, incentivando os estudantes a recordarem e articularem os principais pontos da aula. </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lang="pt-BR" sz="1000" b="1"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a:ea typeface="Poppins"/>
                <a:cs typeface="Poppins"/>
                <a:sym typeface="Poppins"/>
              </a:rPr>
              <a:t>Tempo previsto: </a:t>
            </a:r>
          </a:p>
          <a:p>
            <a:pPr marL="0" marR="0" lvl="0" indent="0" algn="l" rtl="0">
              <a:lnSpc>
                <a:spcPct val="100000"/>
              </a:lnSpc>
              <a:spcBef>
                <a:spcPts val="0"/>
              </a:spcBef>
              <a:spcAft>
                <a:spcPts val="0"/>
              </a:spcAft>
              <a:buClr>
                <a:srgbClr val="000000"/>
              </a:buClr>
              <a:buSzPts val="1000"/>
              <a:buFont typeface="Arial"/>
              <a:buNone/>
            </a:pPr>
            <a:r>
              <a:rPr lang="pt-BR" sz="1000" b="0" i="0" u="none" strike="noStrike" cap="none" dirty="0">
                <a:solidFill>
                  <a:srgbClr val="000000"/>
                </a:solidFill>
                <a:latin typeface="Poppins"/>
                <a:ea typeface="Poppins"/>
                <a:cs typeface="Poppins"/>
                <a:sym typeface="Poppins"/>
              </a:rPr>
              <a:t>2 minutos. </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lang="pt-BR" sz="1000" b="1"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a:ea typeface="Poppins"/>
                <a:cs typeface="Poppins"/>
                <a:sym typeface="Poppins"/>
              </a:rPr>
              <a:t>Gestão de sala de aula:</a:t>
            </a:r>
            <a:endParaRPr sz="1000" b="1" i="0" u="none" strike="noStrike" cap="none" dirty="0">
              <a:solidFill>
                <a:srgbClr val="000000"/>
              </a:solidFill>
              <a:latin typeface="Poppins"/>
              <a:ea typeface="Poppins"/>
              <a:cs typeface="Poppins"/>
              <a:sym typeface="Poppins"/>
            </a:endParaRPr>
          </a:p>
          <a:p>
            <a:pPr marL="171450" marR="0" lvl="0" indent="-171450" algn="l" rtl="0">
              <a:lnSpc>
                <a:spcPct val="100000"/>
              </a:lnSpc>
              <a:spcBef>
                <a:spcPts val="0"/>
              </a:spcBef>
              <a:spcAft>
                <a:spcPts val="0"/>
              </a:spcAft>
              <a:buClr>
                <a:srgbClr val="000000"/>
              </a:buClr>
              <a:buSzPts val="1000"/>
              <a:buFont typeface="Arial" panose="020B0604020202020204" pitchFamily="34" charset="0"/>
              <a:buChar char="•"/>
            </a:pPr>
            <a:r>
              <a:rPr lang="pt-BR" sz="1000" b="0" i="0" u="none" strike="noStrike" cap="none" dirty="0">
                <a:solidFill>
                  <a:srgbClr val="000000"/>
                </a:solidFill>
                <a:latin typeface="Poppins"/>
                <a:ea typeface="Poppins"/>
                <a:cs typeface="Poppins"/>
                <a:sym typeface="Poppins"/>
              </a:rPr>
              <a:t>mantenha um tom positivo e construtivo, reforçando o aprendizado</a:t>
            </a:r>
            <a:r>
              <a:rPr lang="pt-BR" sz="1000" dirty="0">
                <a:latin typeface="Poppins"/>
                <a:ea typeface="Poppins"/>
                <a:cs typeface="Poppins"/>
                <a:sym typeface="Poppins"/>
              </a:rPr>
              <a:t>;</a:t>
            </a:r>
            <a:endParaRPr sz="1000" b="0" i="0" u="none" strike="noStrike" cap="none" dirty="0">
              <a:solidFill>
                <a:srgbClr val="000000"/>
              </a:solidFill>
              <a:latin typeface="Poppins"/>
              <a:ea typeface="Poppins"/>
              <a:cs typeface="Poppins"/>
              <a:sym typeface="Poppins"/>
            </a:endParaRPr>
          </a:p>
          <a:p>
            <a:pPr marL="171450" marR="0" lvl="0" indent="-171450" algn="l" rtl="0">
              <a:lnSpc>
                <a:spcPct val="100000"/>
              </a:lnSpc>
              <a:spcBef>
                <a:spcPts val="0"/>
              </a:spcBef>
              <a:spcAft>
                <a:spcPts val="0"/>
              </a:spcAft>
              <a:buClr>
                <a:srgbClr val="000000"/>
              </a:buClr>
              <a:buSzPts val="1000"/>
              <a:buFont typeface="Arial" panose="020B0604020202020204" pitchFamily="34" charset="0"/>
              <a:buChar char="•"/>
            </a:pPr>
            <a:r>
              <a:rPr lang="pt-BR" sz="1000" b="0" i="0" u="none" strike="noStrike" cap="none" dirty="0">
                <a:solidFill>
                  <a:srgbClr val="000000"/>
                </a:solidFill>
                <a:latin typeface="Poppins"/>
                <a:ea typeface="Poppins"/>
                <a:cs typeface="Poppins"/>
                <a:sym typeface="Poppins"/>
              </a:rPr>
              <a:t>seja direto e objetivo nas explicações para manter a atividade dentro do tempo estipulado; </a:t>
            </a:r>
            <a:endParaRPr sz="1000" b="0" i="0" u="none" strike="noStrike" cap="none" dirty="0">
              <a:solidFill>
                <a:srgbClr val="000000"/>
              </a:solidFill>
              <a:latin typeface="Poppins"/>
              <a:ea typeface="Poppins"/>
              <a:cs typeface="Poppins"/>
              <a:sym typeface="Poppins"/>
            </a:endParaRPr>
          </a:p>
          <a:p>
            <a:pPr marL="171450" marR="0" lvl="0" indent="-171450" algn="l" rtl="0">
              <a:lnSpc>
                <a:spcPct val="100000"/>
              </a:lnSpc>
              <a:spcBef>
                <a:spcPts val="0"/>
              </a:spcBef>
              <a:spcAft>
                <a:spcPts val="0"/>
              </a:spcAft>
              <a:buClr>
                <a:srgbClr val="000000"/>
              </a:buClr>
              <a:buSzPts val="1000"/>
              <a:buFont typeface="Arial" panose="020B0604020202020204" pitchFamily="34" charset="0"/>
              <a:buChar char="•"/>
            </a:pPr>
            <a:r>
              <a:rPr lang="pt-BR" sz="1000" b="0" i="0" u="none" strike="noStrike" cap="none" dirty="0">
                <a:solidFill>
                  <a:srgbClr val="000000"/>
                </a:solidFill>
                <a:latin typeface="Poppins"/>
                <a:ea typeface="Poppins"/>
                <a:cs typeface="Poppins"/>
                <a:sym typeface="Poppins"/>
              </a:rPr>
              <a:t>engaje os estudantes rapidamente, pedindo confirmações ou reações breves às definições apresentadas. </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a:ea typeface="Poppins"/>
                <a:cs typeface="Poppins"/>
                <a:sym typeface="Poppins"/>
              </a:rPr>
              <a:t>Condução da dinâmica:</a:t>
            </a:r>
            <a:endParaRPr sz="1000" b="1" i="0" u="none" strike="noStrike" cap="none" dirty="0">
              <a:solidFill>
                <a:srgbClr val="000000"/>
              </a:solidFill>
              <a:latin typeface="Poppins"/>
              <a:ea typeface="Poppins"/>
              <a:cs typeface="Poppins"/>
              <a:sym typeface="Poppins"/>
            </a:endParaRPr>
          </a:p>
          <a:p>
            <a:pPr marL="171450" marR="0" lvl="0" indent="-171450" algn="l" rtl="0">
              <a:lnSpc>
                <a:spcPct val="100000"/>
              </a:lnSpc>
              <a:spcBef>
                <a:spcPts val="0"/>
              </a:spcBef>
              <a:spcAft>
                <a:spcPts val="0"/>
              </a:spcAft>
              <a:buClr>
                <a:srgbClr val="000000"/>
              </a:buClr>
              <a:buSzPts val="1000"/>
              <a:buFont typeface="Arial" panose="020B0604020202020204" pitchFamily="34" charset="0"/>
              <a:buChar char="•"/>
            </a:pPr>
            <a:r>
              <a:rPr lang="pt-BR" sz="1000" b="0" i="0" u="none" strike="noStrike" cap="none" dirty="0">
                <a:solidFill>
                  <a:srgbClr val="000000"/>
                </a:solidFill>
                <a:latin typeface="Poppins"/>
                <a:ea typeface="Poppins"/>
                <a:cs typeface="Poppins"/>
                <a:sym typeface="Poppins"/>
              </a:rPr>
              <a:t>explique aos estudantes que esse é um momento de reflexão e esclarecimento sobre os conceitos abordados na aula; </a:t>
            </a:r>
            <a:endParaRPr sz="1000" b="0" i="0" u="none" strike="noStrike" cap="none" dirty="0">
              <a:solidFill>
                <a:srgbClr val="000000"/>
              </a:solidFill>
              <a:latin typeface="Poppins"/>
              <a:ea typeface="Poppins"/>
              <a:cs typeface="Poppins"/>
              <a:sym typeface="Poppins"/>
            </a:endParaRPr>
          </a:p>
          <a:p>
            <a:pPr marL="171450" marR="0" lvl="0" indent="-171450" algn="l" rtl="0">
              <a:lnSpc>
                <a:spcPct val="100000"/>
              </a:lnSpc>
              <a:spcBef>
                <a:spcPts val="0"/>
              </a:spcBef>
              <a:spcAft>
                <a:spcPts val="0"/>
              </a:spcAft>
              <a:buClr>
                <a:srgbClr val="000000"/>
              </a:buClr>
              <a:buSzPts val="1000"/>
              <a:buFont typeface="Arial" panose="020B0604020202020204" pitchFamily="34" charset="0"/>
              <a:buChar char="•"/>
            </a:pPr>
            <a:r>
              <a:rPr lang="pt-BR" sz="1000" b="0" i="0" u="none" strike="noStrike" cap="none" dirty="0">
                <a:solidFill>
                  <a:srgbClr val="000000"/>
                </a:solidFill>
                <a:latin typeface="Poppins"/>
                <a:ea typeface="Poppins"/>
                <a:cs typeface="Poppins"/>
                <a:sym typeface="Poppins"/>
              </a:rPr>
              <a:t>informe que será feita uma rápida revisão para assegurar o entendimento correto das definições e dos conceitos; </a:t>
            </a:r>
            <a:endParaRPr sz="1000" b="0" i="0" u="none" strike="noStrike" cap="none" dirty="0">
              <a:solidFill>
                <a:srgbClr val="000000"/>
              </a:solidFill>
              <a:latin typeface="Poppins"/>
              <a:ea typeface="Poppins"/>
              <a:cs typeface="Poppins"/>
              <a:sym typeface="Poppins"/>
            </a:endParaRPr>
          </a:p>
          <a:p>
            <a:pPr marL="171450" marR="0" lvl="0" indent="-171450" algn="l" rtl="0">
              <a:lnSpc>
                <a:spcPct val="100000"/>
              </a:lnSpc>
              <a:spcBef>
                <a:spcPts val="0"/>
              </a:spcBef>
              <a:spcAft>
                <a:spcPts val="0"/>
              </a:spcAft>
              <a:buClr>
                <a:srgbClr val="000000"/>
              </a:buClr>
              <a:buSzPts val="1000"/>
              <a:buFont typeface="Arial" panose="020B0604020202020204" pitchFamily="34" charset="0"/>
              <a:buChar char="•"/>
            </a:pPr>
            <a:r>
              <a:rPr lang="pt-BR" sz="1000" b="0" i="0" u="none" strike="noStrike" cap="none" dirty="0">
                <a:solidFill>
                  <a:srgbClr val="000000"/>
                </a:solidFill>
                <a:latin typeface="Poppins"/>
                <a:ea typeface="Poppins"/>
                <a:cs typeface="Poppins"/>
                <a:sym typeface="Poppins"/>
              </a:rPr>
              <a:t>apresente o slide com os principais tópicos da aula. E retome rapidamente os conceitos representados no esquema, reiterando a importância de cada um deles e como ele se encaixa no contexto maior da aula e na vida profissional.</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a:ea typeface="Poppins"/>
                <a:cs typeface="Poppins"/>
                <a:sym typeface="Poppins"/>
              </a:rPr>
              <a:t>O que é esperado:</a:t>
            </a:r>
            <a:r>
              <a:rPr lang="pt-BR" sz="1000" b="1" dirty="0">
                <a:latin typeface="Poppins"/>
                <a:ea typeface="Poppins"/>
                <a:cs typeface="Poppins"/>
                <a:sym typeface="Poppins"/>
              </a:rPr>
              <a:t> </a:t>
            </a:r>
            <a:r>
              <a:rPr lang="pt-BR" sz="1000" b="0" i="0" u="none" strike="noStrike" cap="none" dirty="0">
                <a:solidFill>
                  <a:srgbClr val="000000"/>
                </a:solidFill>
                <a:latin typeface="Poppins"/>
                <a:ea typeface="Poppins"/>
                <a:cs typeface="Poppins"/>
                <a:sym typeface="Poppins"/>
              </a:rPr>
              <a:t>os estudantes devem sair da aula com um entendimento claro e preciso dos conceitos principais. </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dirty="0">
              <a:solidFill>
                <a:srgbClr val="000000"/>
              </a:solidFill>
              <a:latin typeface="Poppins"/>
              <a:ea typeface="Poppins"/>
              <a:cs typeface="Poppins"/>
              <a:sym typeface="Poppins"/>
            </a:endParaRPr>
          </a:p>
        </p:txBody>
      </p:sp>
      <p:sp>
        <p:nvSpPr>
          <p:cNvPr id="4020" name="Google Shape;4020;p373"/>
          <p:cNvSpPr/>
          <p:nvPr/>
        </p:nvSpPr>
        <p:spPr>
          <a:xfrm>
            <a:off x="0" y="4709892"/>
            <a:ext cx="12192000" cy="493200"/>
          </a:xfrm>
          <a:prstGeom prst="rect">
            <a:avLst/>
          </a:prstGeom>
          <a:solidFill>
            <a:srgbClr val="28566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FFFFFF"/>
              </a:solidFill>
              <a:latin typeface="Arial"/>
              <a:ea typeface="Arial"/>
              <a:cs typeface="Arial"/>
              <a:sym typeface="Arial"/>
            </a:endParaRPr>
          </a:p>
        </p:txBody>
      </p:sp>
      <p:sp>
        <p:nvSpPr>
          <p:cNvPr id="4021" name="Google Shape;4021;p373"/>
          <p:cNvSpPr txBox="1"/>
          <p:nvPr/>
        </p:nvSpPr>
        <p:spPr>
          <a:xfrm>
            <a:off x="985520" y="4720052"/>
            <a:ext cx="5923200" cy="613500"/>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pt-BR" sz="3000" b="1" i="0" u="none" strike="noStrike" cap="none" dirty="0">
                <a:solidFill>
                  <a:srgbClr val="FFFFFF"/>
                </a:solidFill>
                <a:latin typeface="Poppins"/>
                <a:ea typeface="Poppins"/>
                <a:cs typeface="Poppins"/>
                <a:sym typeface="Poppins"/>
              </a:rPr>
              <a:t>Slide 18</a:t>
            </a:r>
            <a:endParaRPr sz="933" b="0" i="0" u="none" strike="noStrike" cap="none" dirty="0">
              <a:solidFill>
                <a:srgbClr val="000000"/>
              </a:solidFill>
              <a:latin typeface="Arial"/>
              <a:ea typeface="Arial"/>
              <a:cs typeface="Arial"/>
              <a:sym typeface="Arial"/>
            </a:endParaRPr>
          </a:p>
        </p:txBody>
      </p:sp>
      <p:cxnSp>
        <p:nvCxnSpPr>
          <p:cNvPr id="4022" name="Google Shape;4022;p373"/>
          <p:cNvCxnSpPr>
            <a:cxnSpLocks/>
          </p:cNvCxnSpPr>
          <p:nvPr/>
        </p:nvCxnSpPr>
        <p:spPr>
          <a:xfrm flipV="1">
            <a:off x="690876" y="4960514"/>
            <a:ext cx="0" cy="1369069"/>
          </a:xfrm>
          <a:prstGeom prst="straightConnector1">
            <a:avLst/>
          </a:prstGeom>
          <a:noFill/>
          <a:ln w="19050" cap="flat" cmpd="sng">
            <a:solidFill>
              <a:schemeClr val="dk1"/>
            </a:solidFill>
            <a:prstDash val="solid"/>
            <a:round/>
            <a:headEnd type="oval" w="med" len="med"/>
            <a:tailEnd type="oval" w="med" len="med"/>
          </a:ln>
        </p:spPr>
      </p:cxnSp>
      <p:sp>
        <p:nvSpPr>
          <p:cNvPr id="4024" name="Google Shape;4024;p373"/>
          <p:cNvSpPr/>
          <p:nvPr/>
        </p:nvSpPr>
        <p:spPr>
          <a:xfrm>
            <a:off x="497841" y="524290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4025" name="Google Shape;4025;p373"/>
          <p:cNvSpPr/>
          <p:nvPr/>
        </p:nvSpPr>
        <p:spPr>
          <a:xfrm>
            <a:off x="569897" y="5341460"/>
            <a:ext cx="237744" cy="201168"/>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4026" name="Google Shape;4026;p373"/>
          <p:cNvSpPr txBox="1"/>
          <p:nvPr/>
        </p:nvSpPr>
        <p:spPr>
          <a:xfrm>
            <a:off x="985525" y="5324325"/>
            <a:ext cx="8988300" cy="830987"/>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a:ea typeface="Poppins"/>
                <a:cs typeface="Poppins"/>
                <a:sym typeface="Poppins"/>
              </a:rPr>
              <a:t>Orientações: </a:t>
            </a:r>
            <a:r>
              <a:rPr lang="pt-BR" sz="1000" b="0" i="0" u="none" strike="noStrike" cap="none" dirty="0">
                <a:solidFill>
                  <a:srgbClr val="000000"/>
                </a:solidFill>
                <a:latin typeface="Poppins"/>
                <a:ea typeface="Poppins"/>
                <a:cs typeface="Poppins"/>
                <a:sym typeface="Poppins"/>
              </a:rPr>
              <a:t>a seção </a:t>
            </a:r>
            <a:r>
              <a:rPr lang="pt-BR" sz="1000" b="1" i="0" u="none" strike="noStrike" cap="none" dirty="0">
                <a:solidFill>
                  <a:srgbClr val="000000"/>
                </a:solidFill>
                <a:latin typeface="Poppins"/>
                <a:ea typeface="Poppins"/>
                <a:cs typeface="Poppins"/>
                <a:sym typeface="Poppins"/>
              </a:rPr>
              <a:t>Saiba mais </a:t>
            </a:r>
            <a:r>
              <a:rPr lang="pt-BR" sz="1000" b="0" i="0" u="none" strike="noStrike" cap="none" dirty="0">
                <a:solidFill>
                  <a:srgbClr val="000000"/>
                </a:solidFill>
                <a:latin typeface="Poppins"/>
                <a:ea typeface="Poppins"/>
                <a:cs typeface="Poppins"/>
                <a:sym typeface="Poppins"/>
              </a:rPr>
              <a:t>apresenta recursos extraclasse para que os estudantes complementem sua formação. Incentive-os a continuar explorando o tema da aula.</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a:ea typeface="Poppins"/>
                <a:cs typeface="Poppins"/>
                <a:sym typeface="Poppins"/>
              </a:rPr>
              <a:t>Tempo previsto: </a:t>
            </a:r>
            <a:r>
              <a:rPr lang="pt-BR" sz="1000" b="0" i="0" u="none" strike="noStrike" cap="none" dirty="0">
                <a:solidFill>
                  <a:srgbClr val="000000"/>
                </a:solidFill>
                <a:latin typeface="Poppins"/>
                <a:ea typeface="Poppins"/>
                <a:cs typeface="Poppins"/>
                <a:sym typeface="Poppins"/>
              </a:rPr>
              <a:t>1 minuto.</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dirty="0">
              <a:solidFill>
                <a:srgbClr val="000000"/>
              </a:solidFill>
              <a:latin typeface="Poppins"/>
              <a:ea typeface="Poppins"/>
              <a:cs typeface="Poppins"/>
              <a:sym typeface="Poppins"/>
            </a:endParaRPr>
          </a:p>
        </p:txBody>
      </p:sp>
      <p:sp>
        <p:nvSpPr>
          <p:cNvPr id="4023" name="Google Shape;4023;p373"/>
          <p:cNvSpPr/>
          <p:nvPr/>
        </p:nvSpPr>
        <p:spPr>
          <a:xfrm>
            <a:off x="495426" y="570541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dk1"/>
              </a:solidFill>
              <a:latin typeface="Arial"/>
              <a:ea typeface="Arial"/>
              <a:cs typeface="Arial"/>
              <a:sym typeface="Arial"/>
            </a:endParaRPr>
          </a:p>
        </p:txBody>
      </p:sp>
      <p:pic>
        <p:nvPicPr>
          <p:cNvPr id="4027" name="Google Shape;4027;p373"/>
          <p:cNvPicPr preferRelativeResize="0"/>
          <p:nvPr/>
        </p:nvPicPr>
        <p:blipFill rotWithShape="1">
          <a:blip r:embed="rId3">
            <a:alphaModFix/>
          </a:blip>
          <a:srcRect/>
          <a:stretch/>
        </p:blipFill>
        <p:spPr>
          <a:xfrm>
            <a:off x="613657" y="5799120"/>
            <a:ext cx="154445" cy="193056"/>
          </a:xfrm>
          <a:prstGeom prst="rect">
            <a:avLst/>
          </a:prstGeom>
          <a:noFill/>
          <a:ln>
            <a:noFill/>
          </a:ln>
        </p:spPr>
      </p:pic>
      <p:cxnSp>
        <p:nvCxnSpPr>
          <p:cNvPr id="2" name="Google Shape;3900;p368">
            <a:extLst>
              <a:ext uri="{FF2B5EF4-FFF2-40B4-BE49-F238E27FC236}">
                <a16:creationId xmlns:a16="http://schemas.microsoft.com/office/drawing/2014/main" id="{DCD40D25-4A70-C256-F706-F8DA4E9ACF9B}"/>
              </a:ext>
            </a:extLst>
          </p:cNvPr>
          <p:cNvCxnSpPr>
            <a:cxnSpLocks/>
          </p:cNvCxnSpPr>
          <p:nvPr/>
        </p:nvCxnSpPr>
        <p:spPr>
          <a:xfrm flipV="1">
            <a:off x="690891" y="690377"/>
            <a:ext cx="0" cy="3738748"/>
          </a:xfrm>
          <a:prstGeom prst="straightConnector1">
            <a:avLst/>
          </a:prstGeom>
          <a:noFill/>
          <a:ln w="19050" cap="flat" cmpd="sng">
            <a:solidFill>
              <a:schemeClr val="dk1"/>
            </a:solidFill>
            <a:prstDash val="solid"/>
            <a:round/>
            <a:headEnd type="oval" w="med" len="med"/>
            <a:tailEnd type="oval" w="med" len="med"/>
          </a:ln>
        </p:spPr>
      </p:cxnSp>
      <p:sp>
        <p:nvSpPr>
          <p:cNvPr id="3" name="Google Shape;3902;p368">
            <a:extLst>
              <a:ext uri="{FF2B5EF4-FFF2-40B4-BE49-F238E27FC236}">
                <a16:creationId xmlns:a16="http://schemas.microsoft.com/office/drawing/2014/main" id="{88E73138-D4F2-7084-074A-82B6E57ECC6C}"/>
              </a:ext>
            </a:extLst>
          </p:cNvPr>
          <p:cNvSpPr/>
          <p:nvPr/>
        </p:nvSpPr>
        <p:spPr>
          <a:xfrm>
            <a:off x="497841" y="2213423"/>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4" name="Google Shape;3903;p368">
            <a:extLst>
              <a:ext uri="{FF2B5EF4-FFF2-40B4-BE49-F238E27FC236}">
                <a16:creationId xmlns:a16="http://schemas.microsoft.com/office/drawing/2014/main" id="{159407D2-74C7-3A83-D7E3-E682713511A1}"/>
              </a:ext>
            </a:extLst>
          </p:cNvPr>
          <p:cNvSpPr/>
          <p:nvPr/>
        </p:nvSpPr>
        <p:spPr>
          <a:xfrm>
            <a:off x="497841" y="1061429"/>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5" name="Google Shape;3904;p368">
            <a:extLst>
              <a:ext uri="{FF2B5EF4-FFF2-40B4-BE49-F238E27FC236}">
                <a16:creationId xmlns:a16="http://schemas.microsoft.com/office/drawing/2014/main" id="{AE62FE53-2CD3-52A5-1CEC-D4E505C352C6}"/>
              </a:ext>
            </a:extLst>
          </p:cNvPr>
          <p:cNvSpPr/>
          <p:nvPr/>
        </p:nvSpPr>
        <p:spPr>
          <a:xfrm>
            <a:off x="572019" y="1159985"/>
            <a:ext cx="237744" cy="201168"/>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6" name="Google Shape;3905;p368">
            <a:extLst>
              <a:ext uri="{FF2B5EF4-FFF2-40B4-BE49-F238E27FC236}">
                <a16:creationId xmlns:a16="http://schemas.microsoft.com/office/drawing/2014/main" id="{60BF7C85-3285-64F4-D251-904A3619E54F}"/>
              </a:ext>
            </a:extLst>
          </p:cNvPr>
          <p:cNvSpPr/>
          <p:nvPr/>
        </p:nvSpPr>
        <p:spPr>
          <a:xfrm>
            <a:off x="568304" y="2291853"/>
            <a:ext cx="245174" cy="226314"/>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7" name="Google Shape;3907;p368">
            <a:extLst>
              <a:ext uri="{FF2B5EF4-FFF2-40B4-BE49-F238E27FC236}">
                <a16:creationId xmlns:a16="http://schemas.microsoft.com/office/drawing/2014/main" id="{BDBE46F5-2F00-17A7-B598-E6A04F1A9AF0}"/>
              </a:ext>
            </a:extLst>
          </p:cNvPr>
          <p:cNvSpPr/>
          <p:nvPr/>
        </p:nvSpPr>
        <p:spPr>
          <a:xfrm>
            <a:off x="497841" y="1643495"/>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dk1"/>
              </a:solidFill>
              <a:latin typeface="Arial"/>
              <a:ea typeface="Arial"/>
              <a:cs typeface="Arial"/>
              <a:sym typeface="Arial"/>
            </a:endParaRPr>
          </a:p>
        </p:txBody>
      </p:sp>
      <p:pic>
        <p:nvPicPr>
          <p:cNvPr id="8" name="Google Shape;3908;p368">
            <a:extLst>
              <a:ext uri="{FF2B5EF4-FFF2-40B4-BE49-F238E27FC236}">
                <a16:creationId xmlns:a16="http://schemas.microsoft.com/office/drawing/2014/main" id="{EC9AF73C-2951-D32E-1E63-B09F84980BF3}"/>
              </a:ext>
            </a:extLst>
          </p:cNvPr>
          <p:cNvPicPr preferRelativeResize="0"/>
          <p:nvPr/>
        </p:nvPicPr>
        <p:blipFill rotWithShape="1">
          <a:blip r:embed="rId3">
            <a:alphaModFix/>
          </a:blip>
          <a:srcRect/>
          <a:stretch/>
        </p:blipFill>
        <p:spPr>
          <a:xfrm>
            <a:off x="613669" y="1737201"/>
            <a:ext cx="154445" cy="193056"/>
          </a:xfrm>
          <a:prstGeom prst="rect">
            <a:avLst/>
          </a:prstGeom>
          <a:noFill/>
          <a:ln>
            <a:noFill/>
          </a:ln>
        </p:spPr>
      </p:pic>
      <p:grpSp>
        <p:nvGrpSpPr>
          <p:cNvPr id="9" name="Google Shape;3909;p368">
            <a:extLst>
              <a:ext uri="{FF2B5EF4-FFF2-40B4-BE49-F238E27FC236}">
                <a16:creationId xmlns:a16="http://schemas.microsoft.com/office/drawing/2014/main" id="{C70531BE-2046-D952-D4A7-94782E68C0A4}"/>
              </a:ext>
            </a:extLst>
          </p:cNvPr>
          <p:cNvGrpSpPr/>
          <p:nvPr/>
        </p:nvGrpSpPr>
        <p:grpSpPr>
          <a:xfrm>
            <a:off x="497841" y="2971691"/>
            <a:ext cx="386100" cy="382500"/>
            <a:chOff x="497841" y="3037886"/>
            <a:chExt cx="386100" cy="382500"/>
          </a:xfrm>
        </p:grpSpPr>
        <p:sp>
          <p:nvSpPr>
            <p:cNvPr id="10" name="Google Shape;3910;p368">
              <a:extLst>
                <a:ext uri="{FF2B5EF4-FFF2-40B4-BE49-F238E27FC236}">
                  <a16:creationId xmlns:a16="http://schemas.microsoft.com/office/drawing/2014/main" id="{178E2175-06AF-51D0-71F8-8B0791AE1B0D}"/>
                </a:ext>
              </a:extLst>
            </p:cNvPr>
            <p:cNvSpPr/>
            <p:nvPr/>
          </p:nvSpPr>
          <p:spPr>
            <a:xfrm>
              <a:off x="497841" y="3037886"/>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11" name="Google Shape;3911;p368">
              <a:extLst>
                <a:ext uri="{FF2B5EF4-FFF2-40B4-BE49-F238E27FC236}">
                  <a16:creationId xmlns:a16="http://schemas.microsoft.com/office/drawing/2014/main" id="{60958FCC-9925-F5B6-AFA6-03733FC9D39B}"/>
                </a:ext>
              </a:extLst>
            </p:cNvPr>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565906" y="3108341"/>
              <a:ext cx="235296" cy="240643"/>
            </a:xfrm>
            <a:prstGeom prst="rect">
              <a:avLst/>
            </a:prstGeom>
            <a:noFill/>
            <a:ln>
              <a:noFill/>
            </a:ln>
          </p:spPr>
        </p:pic>
      </p:grpSp>
      <p:grpSp>
        <p:nvGrpSpPr>
          <p:cNvPr id="12" name="Google Shape;3912;p368">
            <a:extLst>
              <a:ext uri="{FF2B5EF4-FFF2-40B4-BE49-F238E27FC236}">
                <a16:creationId xmlns:a16="http://schemas.microsoft.com/office/drawing/2014/main" id="{1248B1D2-100F-D513-4E16-F4130986E36A}"/>
              </a:ext>
            </a:extLst>
          </p:cNvPr>
          <p:cNvGrpSpPr/>
          <p:nvPr/>
        </p:nvGrpSpPr>
        <p:grpSpPr>
          <a:xfrm>
            <a:off x="497841" y="3886006"/>
            <a:ext cx="386100" cy="382500"/>
            <a:chOff x="497841" y="3801694"/>
            <a:chExt cx="386100" cy="382500"/>
          </a:xfrm>
        </p:grpSpPr>
        <p:sp>
          <p:nvSpPr>
            <p:cNvPr id="13" name="Google Shape;3913;p368">
              <a:extLst>
                <a:ext uri="{FF2B5EF4-FFF2-40B4-BE49-F238E27FC236}">
                  <a16:creationId xmlns:a16="http://schemas.microsoft.com/office/drawing/2014/main" id="{72A0E3C1-548C-530F-81D7-96DFB3AA6104}"/>
                </a:ext>
              </a:extLst>
            </p:cNvPr>
            <p:cNvSpPr/>
            <p:nvPr/>
          </p:nvSpPr>
          <p:spPr>
            <a:xfrm>
              <a:off x="497841" y="380169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14" name="Google Shape;3901;p368">
              <a:extLst>
                <a:ext uri="{FF2B5EF4-FFF2-40B4-BE49-F238E27FC236}">
                  <a16:creationId xmlns:a16="http://schemas.microsoft.com/office/drawing/2014/main" id="{D59E6C13-AAA6-B3BB-11EB-ADDAD480F766}"/>
                </a:ext>
              </a:extLst>
            </p:cNvPr>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a:off x="581782" y="3855815"/>
              <a:ext cx="208026" cy="266700"/>
            </a:xfrm>
            <a:prstGeom prst="rect">
              <a:avLst/>
            </a:prstGeom>
            <a:noFill/>
            <a:ln>
              <a:noFill/>
            </a:ln>
          </p:spPr>
        </p:pic>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032"/>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a:noFill/>
        </a:ln>
      </a:spPr>
      <a:bodyPr spcFirstLastPara="1" wrap="square" lIns="91425" tIns="45700" rIns="91425" bIns="45700" anchor="t" anchorCtr="0">
        <a:normAutofit/>
      </a:bodyPr>
      <a:lstStyle>
        <a:defPPr algn="l">
          <a:defRPr sz="2400" dirty="0"/>
        </a:defPPr>
      </a:lstStyle>
    </a:txDef>
  </a:objectDefaults>
  <a:extraClrSchemeLst/>
</a:theme>
</file>

<file path=ppt/theme/theme7.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606</TotalTime>
  <Words>2879</Words>
  <Application>Microsoft Office PowerPoint</Application>
  <PresentationFormat>Ecrã Panorâmico</PresentationFormat>
  <Paragraphs>267</Paragraphs>
  <Slides>27</Slides>
  <Notes>27</Notes>
  <HiddenSlides>9</HiddenSlides>
  <MMClips>0</MMClips>
  <ScaleCrop>false</ScaleCrop>
  <HeadingPairs>
    <vt:vector size="6" baseType="variant">
      <vt:variant>
        <vt:lpstr>Tipos de letra usados</vt:lpstr>
      </vt:variant>
      <vt:variant>
        <vt:i4>6</vt:i4>
      </vt:variant>
      <vt:variant>
        <vt:lpstr>Tema</vt:lpstr>
      </vt:variant>
      <vt:variant>
        <vt:i4>6</vt:i4>
      </vt:variant>
      <vt:variant>
        <vt:lpstr>Títulos dos diapositivos</vt:lpstr>
      </vt:variant>
      <vt:variant>
        <vt:i4>27</vt:i4>
      </vt:variant>
    </vt:vector>
  </HeadingPairs>
  <TitlesOfParts>
    <vt:vector size="39" baseType="lpstr">
      <vt:lpstr>Calibri</vt:lpstr>
      <vt:lpstr>Poppins Light</vt:lpstr>
      <vt:lpstr>Poppins</vt:lpstr>
      <vt:lpstr>Poppins Medium</vt:lpstr>
      <vt:lpstr>Arial</vt:lpstr>
      <vt:lpstr>Poppins Bold</vt:lpstr>
      <vt:lpstr>Office Theme</vt:lpstr>
      <vt:lpstr>Office Theme</vt:lpstr>
      <vt:lpstr>Office Theme</vt:lpstr>
      <vt:lpstr>1_Office Theme</vt:lpstr>
      <vt:lpstr>Office Theme</vt:lpstr>
      <vt:lpstr>2_Office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Gustavo Henrique da Silva Oliveira</cp:lastModifiedBy>
  <cp:revision>15</cp:revision>
  <dcterms:modified xsi:type="dcterms:W3CDTF">2026-09-11T14:42:45Z</dcterms:modified>
</cp:coreProperties>
</file>