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990" r:id="rId1"/>
  </p:sldMasterIdLst>
  <p:notesMasterIdLst>
    <p:notesMasterId r:id="rId15"/>
  </p:notesMasterIdLst>
  <p:sldIdLst>
    <p:sldId id="330" r:id="rId2"/>
    <p:sldId id="331" r:id="rId3"/>
    <p:sldId id="332" r:id="rId4"/>
    <p:sldId id="333" r:id="rId5"/>
    <p:sldId id="334" r:id="rId6"/>
    <p:sldId id="335" r:id="rId7"/>
    <p:sldId id="336" r:id="rId8"/>
    <p:sldId id="337" r:id="rId9"/>
    <p:sldId id="338" r:id="rId10"/>
    <p:sldId id="339" r:id="rId11"/>
    <p:sldId id="340" r:id="rId12"/>
    <p:sldId id="629" r:id="rId13"/>
    <p:sldId id="342" r:id="rId14"/>
  </p:sldIdLst>
  <p:sldSz cx="12192000" cy="6858000"/>
  <p:notesSz cx="6858000" cy="9144000"/>
  <p:embeddedFontLst>
    <p:embeddedFont>
      <p:font typeface="Poppins" panose="00000500000000000000" pitchFamily="2" charset="0"/>
      <p:regular r:id="rId16"/>
      <p:bold r:id="rId17"/>
      <p:italic r:id="rId18"/>
      <p:boldItalic r:id="rId19"/>
    </p:embeddedFont>
    <p:embeddedFont>
      <p:font typeface="Poppins Light" panose="00000400000000000000" pitchFamily="2" charset="0"/>
      <p:regular r:id="rId20"/>
      <p:bold r:id="rId21"/>
      <p:italic r:id="rId22"/>
      <p:boldItalic r:id="rId23"/>
    </p:embeddedFont>
    <p:embeddedFont>
      <p:font typeface="Poppins Medium" panose="00000600000000000000" pitchFamily="2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Aula 4" id="{0798CB3C-7C16-43F1-BAD0-C4438AF557C2}">
          <p14:sldIdLst>
            <p14:sldId id="330"/>
            <p14:sldId id="331"/>
            <p14:sldId id="332"/>
            <p14:sldId id="333"/>
            <p14:sldId id="334"/>
            <p14:sldId id="335"/>
            <p14:sldId id="336"/>
            <p14:sldId id="337"/>
            <p14:sldId id="338"/>
            <p14:sldId id="339"/>
            <p14:sldId id="340"/>
            <p14:sldId id="629"/>
            <p14:sldId id="34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251">
          <p15:clr>
            <a:srgbClr val="747775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CER" initials="A" lastIdx="35" clrIdx="0">
    <p:extLst>
      <p:ext uri="{19B8F6BF-5375-455C-9EA6-DF929625EA0E}">
        <p15:presenceInfo xmlns:p15="http://schemas.microsoft.com/office/powerpoint/2012/main" userId="ACER" providerId="None"/>
      </p:ext>
    </p:extLst>
  </p:cmAuthor>
  <p:cmAuthor id="2" name="Soraia Novaes" initials="SN" lastIdx="19" clrIdx="1">
    <p:extLst>
      <p:ext uri="{19B8F6BF-5375-455C-9EA6-DF929625EA0E}">
        <p15:presenceInfo xmlns:p15="http://schemas.microsoft.com/office/powerpoint/2012/main" userId="S::soraia.novaes@apoiofde.sp.gov.br::f517fece-32b1-4449-a5a1-33836cdfbea7" providerId="AD"/>
      </p:ext>
    </p:extLst>
  </p:cmAuthor>
  <p:cmAuthor id="3" name="Daniel Paiva" initials="DP" lastIdx="8" clrIdx="2">
    <p:extLst>
      <p:ext uri="{19B8F6BF-5375-455C-9EA6-DF929625EA0E}">
        <p15:presenceInfo xmlns:p15="http://schemas.microsoft.com/office/powerpoint/2012/main" userId="8a33842c199de2d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566E"/>
    <a:srgbClr val="529A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39E6EF-522B-48FC-9BC4-9D5ECF2A86BA}" v="62" dt="2026-09-02T11:34:05.3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994" autoAdjust="0"/>
    <p:restoredTop sz="69801" autoAdjust="0"/>
  </p:normalViewPr>
  <p:slideViewPr>
    <p:cSldViewPr snapToGrid="0">
      <p:cViewPr varScale="1">
        <p:scale>
          <a:sx n="107" d="100"/>
          <a:sy n="107" d="100"/>
        </p:scale>
        <p:origin x="1074" y="102"/>
      </p:cViewPr>
      <p:guideLst>
        <p:guide orient="horz" pos="3251"/>
        <p:guide pos="3840"/>
      </p:guideLst>
    </p:cSldViewPr>
  </p:slideViewPr>
  <p:outlineViewPr>
    <p:cViewPr>
      <p:scale>
        <a:sx n="33" d="100"/>
        <a:sy n="33" d="100"/>
      </p:scale>
      <p:origin x="0" y="-226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 Paiva" userId="8a33842c199de2dd" providerId="LiveId" clId="{03B7172A-24DE-4F15-9EEA-ACEE23D13517}"/>
    <pc:docChg chg="undo custSel modSld delMainMaster modMainMaster">
      <pc:chgData name="Daniel Paiva" userId="8a33842c199de2dd" providerId="LiveId" clId="{03B7172A-24DE-4F15-9EEA-ACEE23D13517}" dt="2026-09-02T12:03:17.806" v="1302" actId="20577"/>
      <pc:docMkLst>
        <pc:docMk/>
      </pc:docMkLst>
      <pc:sldChg chg="modNotesTx">
        <pc:chgData name="Daniel Paiva" userId="8a33842c199de2dd" providerId="LiveId" clId="{03B7172A-24DE-4F15-9EEA-ACEE23D13517}" dt="2026-09-01T18:18:58.621" v="1" actId="20577"/>
        <pc:sldMkLst>
          <pc:docMk/>
          <pc:sldMk cId="0" sldId="256"/>
        </pc:sldMkLst>
      </pc:sldChg>
      <pc:sldChg chg="modSp mod">
        <pc:chgData name="Daniel Paiva" userId="8a33842c199de2dd" providerId="LiveId" clId="{03B7172A-24DE-4F15-9EEA-ACEE23D13517}" dt="2026-09-01T18:27:00.359" v="145" actId="13926"/>
        <pc:sldMkLst>
          <pc:docMk/>
          <pc:sldMk cId="0" sldId="257"/>
        </pc:sldMkLst>
        <pc:spChg chg="mod">
          <ac:chgData name="Daniel Paiva" userId="8a33842c199de2dd" providerId="LiveId" clId="{03B7172A-24DE-4F15-9EEA-ACEE23D13517}" dt="2026-09-01T18:27:00.359" v="145" actId="13926"/>
          <ac:spMkLst>
            <pc:docMk/>
            <pc:sldMk cId="0" sldId="257"/>
            <ac:spMk id="3625" creationId="{00000000-0000-0000-0000-000000000000}"/>
          </ac:spMkLst>
        </pc:spChg>
      </pc:sldChg>
      <pc:sldChg chg="modSp mod modCm">
        <pc:chgData name="Daniel Paiva" userId="8a33842c199de2dd" providerId="LiveId" clId="{03B7172A-24DE-4F15-9EEA-ACEE23D13517}" dt="2026-09-01T18:28:30.703" v="153"/>
        <pc:sldMkLst>
          <pc:docMk/>
          <pc:sldMk cId="0" sldId="258"/>
        </pc:sldMkLst>
        <pc:spChg chg="mod">
          <ac:chgData name="Daniel Paiva" userId="8a33842c199de2dd" providerId="LiveId" clId="{03B7172A-24DE-4F15-9EEA-ACEE23D13517}" dt="2026-09-01T18:27:29.092" v="151" actId="13926"/>
          <ac:spMkLst>
            <pc:docMk/>
            <pc:sldMk cId="0" sldId="258"/>
            <ac:spMk id="3663" creationId="{00000000-0000-0000-0000-000000000000}"/>
          </ac:spMkLst>
        </pc:spChg>
        <pc:spChg chg="mod">
          <ac:chgData name="Daniel Paiva" userId="8a33842c199de2dd" providerId="LiveId" clId="{03B7172A-24DE-4F15-9EEA-ACEE23D13517}" dt="2026-09-01T18:27:14.263" v="147" actId="13926"/>
          <ac:spMkLst>
            <pc:docMk/>
            <pc:sldMk cId="0" sldId="258"/>
            <ac:spMk id="3666" creationId="{00000000-0000-0000-0000-000000000000}"/>
          </ac:spMkLst>
        </pc:spChg>
      </pc:sldChg>
      <pc:sldChg chg="modSp mod">
        <pc:chgData name="Daniel Paiva" userId="8a33842c199de2dd" providerId="LiveId" clId="{03B7172A-24DE-4F15-9EEA-ACEE23D13517}" dt="2026-09-01T18:28:50.711" v="155" actId="13926"/>
        <pc:sldMkLst>
          <pc:docMk/>
          <pc:sldMk cId="0" sldId="259"/>
        </pc:sldMkLst>
        <pc:spChg chg="mod">
          <ac:chgData name="Daniel Paiva" userId="8a33842c199de2dd" providerId="LiveId" clId="{03B7172A-24DE-4F15-9EEA-ACEE23D13517}" dt="2026-09-01T18:28:50.711" v="155" actId="13926"/>
          <ac:spMkLst>
            <pc:docMk/>
            <pc:sldMk cId="0" sldId="259"/>
            <ac:spMk id="3692" creationId="{00000000-0000-0000-0000-000000000000}"/>
          </ac:spMkLst>
        </pc:spChg>
      </pc:sldChg>
      <pc:sldChg chg="modSp mod">
        <pc:chgData name="Daniel Paiva" userId="8a33842c199de2dd" providerId="LiveId" clId="{03B7172A-24DE-4F15-9EEA-ACEE23D13517}" dt="2026-09-01T18:30:59.735" v="180" actId="13926"/>
        <pc:sldMkLst>
          <pc:docMk/>
          <pc:sldMk cId="0" sldId="261"/>
        </pc:sldMkLst>
        <pc:spChg chg="mod">
          <ac:chgData name="Daniel Paiva" userId="8a33842c199de2dd" providerId="LiveId" clId="{03B7172A-24DE-4F15-9EEA-ACEE23D13517}" dt="2026-09-01T18:30:59.735" v="180" actId="13926"/>
          <ac:spMkLst>
            <pc:docMk/>
            <pc:sldMk cId="0" sldId="261"/>
            <ac:spMk id="3" creationId="{20EE5CF9-7176-C58D-F903-E748BFEF6EC8}"/>
          </ac:spMkLst>
        </pc:spChg>
        <pc:spChg chg="mod">
          <ac:chgData name="Daniel Paiva" userId="8a33842c199de2dd" providerId="LiveId" clId="{03B7172A-24DE-4F15-9EEA-ACEE23D13517}" dt="2026-09-01T18:30:28.817" v="167" actId="20577"/>
          <ac:spMkLst>
            <pc:docMk/>
            <pc:sldMk cId="0" sldId="261"/>
            <ac:spMk id="3707" creationId="{00000000-0000-0000-0000-000000000000}"/>
          </ac:spMkLst>
        </pc:spChg>
      </pc:sldChg>
      <pc:sldChg chg="addSp delSp modSp mod">
        <pc:chgData name="Daniel Paiva" userId="8a33842c199de2dd" providerId="LiveId" clId="{03B7172A-24DE-4F15-9EEA-ACEE23D13517}" dt="2026-09-02T11:37:19.795" v="1225" actId="13926"/>
        <pc:sldMkLst>
          <pc:docMk/>
          <pc:sldMk cId="0" sldId="262"/>
        </pc:sldMkLst>
        <pc:spChg chg="add del mod">
          <ac:chgData name="Daniel Paiva" userId="8a33842c199de2dd" providerId="LiveId" clId="{03B7172A-24DE-4F15-9EEA-ACEE23D13517}" dt="2026-09-01T18:42:33.343" v="207"/>
          <ac:spMkLst>
            <pc:docMk/>
            <pc:sldMk cId="0" sldId="262"/>
            <ac:spMk id="2" creationId="{F90EEED7-3901-E0E6-83D3-11E8F9122BF9}"/>
          </ac:spMkLst>
        </pc:spChg>
        <pc:spChg chg="add del mod">
          <ac:chgData name="Daniel Paiva" userId="8a33842c199de2dd" providerId="LiveId" clId="{03B7172A-24DE-4F15-9EEA-ACEE23D13517}" dt="2026-09-01T18:42:34.790" v="210"/>
          <ac:spMkLst>
            <pc:docMk/>
            <pc:sldMk cId="0" sldId="262"/>
            <ac:spMk id="8" creationId="{F09428AA-C277-0780-9858-EB06C746C25E}"/>
          </ac:spMkLst>
        </pc:spChg>
        <pc:spChg chg="add del mod">
          <ac:chgData name="Daniel Paiva" userId="8a33842c199de2dd" providerId="LiveId" clId="{03B7172A-24DE-4F15-9EEA-ACEE23D13517}" dt="2026-09-01T18:42:35.782" v="213"/>
          <ac:spMkLst>
            <pc:docMk/>
            <pc:sldMk cId="0" sldId="262"/>
            <ac:spMk id="9" creationId="{A709AA54-3B47-5BE5-9A5B-0950DED1DFCF}"/>
          </ac:spMkLst>
        </pc:spChg>
        <pc:spChg chg="add del mod">
          <ac:chgData name="Daniel Paiva" userId="8a33842c199de2dd" providerId="LiveId" clId="{03B7172A-24DE-4F15-9EEA-ACEE23D13517}" dt="2026-09-01T18:42:37.184" v="216"/>
          <ac:spMkLst>
            <pc:docMk/>
            <pc:sldMk cId="0" sldId="262"/>
            <ac:spMk id="10" creationId="{56E04DFB-7549-BDAD-EA5A-743C6F1185DA}"/>
          </ac:spMkLst>
        </pc:spChg>
        <pc:spChg chg="mod">
          <ac:chgData name="Daniel Paiva" userId="8a33842c199de2dd" providerId="LiveId" clId="{03B7172A-24DE-4F15-9EEA-ACEE23D13517}" dt="2026-09-02T11:36:43.137" v="1223" actId="13926"/>
          <ac:spMkLst>
            <pc:docMk/>
            <pc:sldMk cId="0" sldId="262"/>
            <ac:spMk id="3731" creationId="{00000000-0000-0000-0000-000000000000}"/>
          </ac:spMkLst>
        </pc:spChg>
        <pc:spChg chg="mod">
          <ac:chgData name="Daniel Paiva" userId="8a33842c199de2dd" providerId="LiveId" clId="{03B7172A-24DE-4F15-9EEA-ACEE23D13517}" dt="2026-09-01T18:33:37.569" v="182" actId="13926"/>
          <ac:spMkLst>
            <pc:docMk/>
            <pc:sldMk cId="0" sldId="262"/>
            <ac:spMk id="3732" creationId="{00000000-0000-0000-0000-000000000000}"/>
          </ac:spMkLst>
        </pc:spChg>
        <pc:spChg chg="mod">
          <ac:chgData name="Daniel Paiva" userId="8a33842c199de2dd" providerId="LiveId" clId="{03B7172A-24DE-4F15-9EEA-ACEE23D13517}" dt="2026-09-01T18:33:59.181" v="184" actId="13926"/>
          <ac:spMkLst>
            <pc:docMk/>
            <pc:sldMk cId="0" sldId="262"/>
            <ac:spMk id="3736" creationId="{00000000-0000-0000-0000-000000000000}"/>
          </ac:spMkLst>
        </pc:spChg>
        <pc:spChg chg="mod">
          <ac:chgData name="Daniel Paiva" userId="8a33842c199de2dd" providerId="LiveId" clId="{03B7172A-24DE-4F15-9EEA-ACEE23D13517}" dt="2026-09-02T11:37:19.795" v="1225" actId="13926"/>
          <ac:spMkLst>
            <pc:docMk/>
            <pc:sldMk cId="0" sldId="262"/>
            <ac:spMk id="3742" creationId="{00000000-0000-0000-0000-000000000000}"/>
          </ac:spMkLst>
        </pc:spChg>
      </pc:sldChg>
      <pc:sldChg chg="modSp mod modNotesTx">
        <pc:chgData name="Daniel Paiva" userId="8a33842c199de2dd" providerId="LiveId" clId="{03B7172A-24DE-4F15-9EEA-ACEE23D13517}" dt="2026-09-02T11:39:59.320" v="1226" actId="6549"/>
        <pc:sldMkLst>
          <pc:docMk/>
          <pc:sldMk cId="0" sldId="266"/>
        </pc:sldMkLst>
        <pc:spChg chg="mod">
          <ac:chgData name="Daniel Paiva" userId="8a33842c199de2dd" providerId="LiveId" clId="{03B7172A-24DE-4F15-9EEA-ACEE23D13517}" dt="2026-09-02T11:39:59.320" v="1226" actId="6549"/>
          <ac:spMkLst>
            <pc:docMk/>
            <pc:sldMk cId="0" sldId="266"/>
            <ac:spMk id="3789" creationId="{00000000-0000-0000-0000-000000000000}"/>
          </ac:spMkLst>
        </pc:spChg>
      </pc:sldChg>
      <pc:sldChg chg="modSp mod modNotesTx">
        <pc:chgData name="Daniel Paiva" userId="8a33842c199de2dd" providerId="LiveId" clId="{03B7172A-24DE-4F15-9EEA-ACEE23D13517}" dt="2026-09-01T18:52:00.416" v="247" actId="13926"/>
        <pc:sldMkLst>
          <pc:docMk/>
          <pc:sldMk cId="0" sldId="268"/>
        </pc:sldMkLst>
        <pc:spChg chg="mod">
          <ac:chgData name="Daniel Paiva" userId="8a33842c199de2dd" providerId="LiveId" clId="{03B7172A-24DE-4F15-9EEA-ACEE23D13517}" dt="2026-09-01T18:52:00.416" v="247" actId="13926"/>
          <ac:spMkLst>
            <pc:docMk/>
            <pc:sldMk cId="0" sldId="268"/>
            <ac:spMk id="3" creationId="{81C54AC2-09B3-4E8A-DCE4-ED018239A4F3}"/>
          </ac:spMkLst>
        </pc:spChg>
      </pc:sldChg>
      <pc:sldChg chg="modNotesTx">
        <pc:chgData name="Daniel Paiva" userId="8a33842c199de2dd" providerId="LiveId" clId="{03B7172A-24DE-4F15-9EEA-ACEE23D13517}" dt="2026-09-01T18:19:23.598" v="6" actId="120"/>
        <pc:sldMkLst>
          <pc:docMk/>
          <pc:sldMk cId="0" sldId="272"/>
        </pc:sldMkLst>
      </pc:sldChg>
      <pc:sldChg chg="modSp mod modNotesTx">
        <pc:chgData name="Daniel Paiva" userId="8a33842c199de2dd" providerId="LiveId" clId="{03B7172A-24DE-4F15-9EEA-ACEE23D13517}" dt="2026-09-02T11:41:28.209" v="1227" actId="113"/>
        <pc:sldMkLst>
          <pc:docMk/>
          <pc:sldMk cId="0" sldId="273"/>
        </pc:sldMkLst>
        <pc:spChg chg="mod">
          <ac:chgData name="Daniel Paiva" userId="8a33842c199de2dd" providerId="LiveId" clId="{03B7172A-24DE-4F15-9EEA-ACEE23D13517}" dt="2026-09-02T11:41:28.209" v="1227" actId="113"/>
          <ac:spMkLst>
            <pc:docMk/>
            <pc:sldMk cId="0" sldId="273"/>
            <ac:spMk id="3" creationId="{64FEA1A6-944A-B092-0B05-1887E8C9A767}"/>
          </ac:spMkLst>
        </pc:spChg>
      </pc:sldChg>
      <pc:sldChg chg="modSp mod modNotesTx">
        <pc:chgData name="Daniel Paiva" userId="8a33842c199de2dd" providerId="LiveId" clId="{03B7172A-24DE-4F15-9EEA-ACEE23D13517}" dt="2026-09-01T18:54:40.950" v="265" actId="13926"/>
        <pc:sldMkLst>
          <pc:docMk/>
          <pc:sldMk cId="0" sldId="275"/>
        </pc:sldMkLst>
        <pc:spChg chg="mod">
          <ac:chgData name="Daniel Paiva" userId="8a33842c199de2dd" providerId="LiveId" clId="{03B7172A-24DE-4F15-9EEA-ACEE23D13517}" dt="2026-09-01T18:54:40.950" v="265" actId="13926"/>
          <ac:spMkLst>
            <pc:docMk/>
            <pc:sldMk cId="0" sldId="275"/>
            <ac:spMk id="3907" creationId="{00000000-0000-0000-0000-000000000000}"/>
          </ac:spMkLst>
        </pc:spChg>
      </pc:sldChg>
      <pc:sldChg chg="modSp mod">
        <pc:chgData name="Daniel Paiva" userId="8a33842c199de2dd" providerId="LiveId" clId="{03B7172A-24DE-4F15-9EEA-ACEE23D13517}" dt="2026-09-01T18:57:48.130" v="279" actId="13926"/>
        <pc:sldMkLst>
          <pc:docMk/>
          <pc:sldMk cId="0" sldId="276"/>
        </pc:sldMkLst>
        <pc:spChg chg="mod">
          <ac:chgData name="Daniel Paiva" userId="8a33842c199de2dd" providerId="LiveId" clId="{03B7172A-24DE-4F15-9EEA-ACEE23D13517}" dt="2026-09-01T18:57:48.130" v="279" actId="13926"/>
          <ac:spMkLst>
            <pc:docMk/>
            <pc:sldMk cId="0" sldId="276"/>
            <ac:spMk id="3913" creationId="{00000000-0000-0000-0000-000000000000}"/>
          </ac:spMkLst>
        </pc:spChg>
      </pc:sldChg>
      <pc:sldChg chg="modSp mod">
        <pc:chgData name="Daniel Paiva" userId="8a33842c199de2dd" providerId="LiveId" clId="{03B7172A-24DE-4F15-9EEA-ACEE23D13517}" dt="2026-09-02T11:16:03.683" v="961" actId="20577"/>
        <pc:sldMkLst>
          <pc:docMk/>
          <pc:sldMk cId="0" sldId="277"/>
        </pc:sldMkLst>
        <pc:spChg chg="mod">
          <ac:chgData name="Daniel Paiva" userId="8a33842c199de2dd" providerId="LiveId" clId="{03B7172A-24DE-4F15-9EEA-ACEE23D13517}" dt="2026-09-02T11:16:03.683" v="961" actId="20577"/>
          <ac:spMkLst>
            <pc:docMk/>
            <pc:sldMk cId="0" sldId="277"/>
            <ac:spMk id="3919" creationId="{00000000-0000-0000-0000-000000000000}"/>
          </ac:spMkLst>
        </pc:spChg>
      </pc:sldChg>
      <pc:sldChg chg="modNotesTx">
        <pc:chgData name="Daniel Paiva" userId="8a33842c199de2dd" providerId="LiveId" clId="{03B7172A-24DE-4F15-9EEA-ACEE23D13517}" dt="2026-09-01T18:19:39.708" v="14" actId="20577"/>
        <pc:sldMkLst>
          <pc:docMk/>
          <pc:sldMk cId="0" sldId="278"/>
        </pc:sldMkLst>
      </pc:sldChg>
      <pc:sldChg chg="modSp mod modNotesTx">
        <pc:chgData name="Daniel Paiva" userId="8a33842c199de2dd" providerId="LiveId" clId="{03B7172A-24DE-4F15-9EEA-ACEE23D13517}" dt="2026-09-01T19:05:21.929" v="396" actId="13926"/>
        <pc:sldMkLst>
          <pc:docMk/>
          <pc:sldMk cId="0" sldId="279"/>
        </pc:sldMkLst>
        <pc:spChg chg="mod">
          <ac:chgData name="Daniel Paiva" userId="8a33842c199de2dd" providerId="LiveId" clId="{03B7172A-24DE-4F15-9EEA-ACEE23D13517}" dt="2026-09-01T19:05:21.929" v="396" actId="13926"/>
          <ac:spMkLst>
            <pc:docMk/>
            <pc:sldMk cId="0" sldId="279"/>
            <ac:spMk id="3939" creationId="{00000000-0000-0000-0000-000000000000}"/>
          </ac:spMkLst>
        </pc:spChg>
      </pc:sldChg>
      <pc:sldChg chg="modSp mod modNotesTx">
        <pc:chgData name="Daniel Paiva" userId="8a33842c199de2dd" providerId="LiveId" clId="{03B7172A-24DE-4F15-9EEA-ACEE23D13517}" dt="2026-09-01T19:07:33.452" v="408" actId="13926"/>
        <pc:sldMkLst>
          <pc:docMk/>
          <pc:sldMk cId="0" sldId="280"/>
        </pc:sldMkLst>
        <pc:spChg chg="mod">
          <ac:chgData name="Daniel Paiva" userId="8a33842c199de2dd" providerId="LiveId" clId="{03B7172A-24DE-4F15-9EEA-ACEE23D13517}" dt="2026-09-01T19:07:33.452" v="408" actId="13926"/>
          <ac:spMkLst>
            <pc:docMk/>
            <pc:sldMk cId="0" sldId="280"/>
            <ac:spMk id="3952" creationId="{00000000-0000-0000-0000-000000000000}"/>
          </ac:spMkLst>
        </pc:spChg>
        <pc:spChg chg="mod">
          <ac:chgData name="Daniel Paiva" userId="8a33842c199de2dd" providerId="LiveId" clId="{03B7172A-24DE-4F15-9EEA-ACEE23D13517}" dt="2026-09-01T19:05:59.229" v="400" actId="13926"/>
          <ac:spMkLst>
            <pc:docMk/>
            <pc:sldMk cId="0" sldId="280"/>
            <ac:spMk id="3954" creationId="{00000000-0000-0000-0000-000000000000}"/>
          </ac:spMkLst>
        </pc:spChg>
      </pc:sldChg>
      <pc:sldChg chg="modSp mod modCm modNotesTx">
        <pc:chgData name="Daniel Paiva" userId="8a33842c199de2dd" providerId="LiveId" clId="{03B7172A-24DE-4F15-9EEA-ACEE23D13517}" dt="2026-09-02T11:45:51.916" v="1235" actId="13926"/>
        <pc:sldMkLst>
          <pc:docMk/>
          <pc:sldMk cId="0" sldId="281"/>
        </pc:sldMkLst>
        <pc:spChg chg="mod">
          <ac:chgData name="Daniel Paiva" userId="8a33842c199de2dd" providerId="LiveId" clId="{03B7172A-24DE-4F15-9EEA-ACEE23D13517}" dt="2026-09-01T19:08:02.880" v="412" actId="13926"/>
          <ac:spMkLst>
            <pc:docMk/>
            <pc:sldMk cId="0" sldId="281"/>
            <ac:spMk id="3977" creationId="{00000000-0000-0000-0000-000000000000}"/>
          </ac:spMkLst>
        </pc:spChg>
        <pc:spChg chg="mod">
          <ac:chgData name="Daniel Paiva" userId="8a33842c199de2dd" providerId="LiveId" clId="{03B7172A-24DE-4F15-9EEA-ACEE23D13517}" dt="2026-09-02T11:45:51.916" v="1235" actId="13926"/>
          <ac:spMkLst>
            <pc:docMk/>
            <pc:sldMk cId="0" sldId="281"/>
            <ac:spMk id="3978" creationId="{00000000-0000-0000-0000-000000000000}"/>
          </ac:spMkLst>
        </pc:spChg>
      </pc:sldChg>
      <pc:sldChg chg="modSp mod modNotesTx">
        <pc:chgData name="Daniel Paiva" userId="8a33842c199de2dd" providerId="LiveId" clId="{03B7172A-24DE-4F15-9EEA-ACEE23D13517}" dt="2026-09-01T19:14:28.732" v="524" actId="13926"/>
        <pc:sldMkLst>
          <pc:docMk/>
          <pc:sldMk cId="0" sldId="282"/>
        </pc:sldMkLst>
        <pc:spChg chg="mod">
          <ac:chgData name="Daniel Paiva" userId="8a33842c199de2dd" providerId="LiveId" clId="{03B7172A-24DE-4F15-9EEA-ACEE23D13517}" dt="2026-09-01T19:14:28.732" v="524" actId="13926"/>
          <ac:spMkLst>
            <pc:docMk/>
            <pc:sldMk cId="0" sldId="282"/>
            <ac:spMk id="5" creationId="{16B6C4F3-DC1B-6BFF-AA1A-0869A7B098CB}"/>
          </ac:spMkLst>
        </pc:spChg>
      </pc:sldChg>
      <pc:sldChg chg="modNotesTx">
        <pc:chgData name="Daniel Paiva" userId="8a33842c199de2dd" providerId="LiveId" clId="{03B7172A-24DE-4F15-9EEA-ACEE23D13517}" dt="2026-09-01T18:20:08.640" v="46" actId="20577"/>
        <pc:sldMkLst>
          <pc:docMk/>
          <pc:sldMk cId="0" sldId="284"/>
        </pc:sldMkLst>
      </pc:sldChg>
      <pc:sldChg chg="modNotesTx">
        <pc:chgData name="Daniel Paiva" userId="8a33842c199de2dd" providerId="LiveId" clId="{03B7172A-24DE-4F15-9EEA-ACEE23D13517}" dt="2026-09-01T18:20:13.745" v="48" actId="20577"/>
        <pc:sldMkLst>
          <pc:docMk/>
          <pc:sldMk cId="0" sldId="285"/>
        </pc:sldMkLst>
      </pc:sldChg>
      <pc:sldChg chg="modSp mod">
        <pc:chgData name="Daniel Paiva" userId="8a33842c199de2dd" providerId="LiveId" clId="{03B7172A-24DE-4F15-9EEA-ACEE23D13517}" dt="2026-09-02T10:45:40.693" v="572" actId="13926"/>
        <pc:sldMkLst>
          <pc:docMk/>
          <pc:sldMk cId="0" sldId="286"/>
        </pc:sldMkLst>
        <pc:spChg chg="mod">
          <ac:chgData name="Daniel Paiva" userId="8a33842c199de2dd" providerId="LiveId" clId="{03B7172A-24DE-4F15-9EEA-ACEE23D13517}" dt="2026-09-01T19:18:08.726" v="570" actId="20577"/>
          <ac:spMkLst>
            <pc:docMk/>
            <pc:sldMk cId="0" sldId="286"/>
            <ac:spMk id="4054" creationId="{00000000-0000-0000-0000-000000000000}"/>
          </ac:spMkLst>
        </pc:spChg>
        <pc:spChg chg="mod">
          <ac:chgData name="Daniel Paiva" userId="8a33842c199de2dd" providerId="LiveId" clId="{03B7172A-24DE-4F15-9EEA-ACEE23D13517}" dt="2026-09-02T10:45:40.693" v="572" actId="13926"/>
          <ac:spMkLst>
            <pc:docMk/>
            <pc:sldMk cId="0" sldId="286"/>
            <ac:spMk id="4056" creationId="{00000000-0000-0000-0000-000000000000}"/>
          </ac:spMkLst>
        </pc:spChg>
      </pc:sldChg>
      <pc:sldChg chg="modSp mod modCm">
        <pc:chgData name="Daniel Paiva" userId="8a33842c199de2dd" providerId="LiveId" clId="{03B7172A-24DE-4F15-9EEA-ACEE23D13517}" dt="2026-09-02T10:46:19.430" v="578"/>
        <pc:sldMkLst>
          <pc:docMk/>
          <pc:sldMk cId="0" sldId="287"/>
        </pc:sldMkLst>
        <pc:spChg chg="mod">
          <ac:chgData name="Daniel Paiva" userId="8a33842c199de2dd" providerId="LiveId" clId="{03B7172A-24DE-4F15-9EEA-ACEE23D13517}" dt="2026-09-02T10:45:59.950" v="576" actId="13926"/>
          <ac:spMkLst>
            <pc:docMk/>
            <pc:sldMk cId="0" sldId="287"/>
            <ac:spMk id="4094" creationId="{00000000-0000-0000-0000-000000000000}"/>
          </ac:spMkLst>
        </pc:spChg>
        <pc:spChg chg="mod">
          <ac:chgData name="Daniel Paiva" userId="8a33842c199de2dd" providerId="LiveId" clId="{03B7172A-24DE-4F15-9EEA-ACEE23D13517}" dt="2026-09-02T10:45:52.991" v="574" actId="13926"/>
          <ac:spMkLst>
            <pc:docMk/>
            <pc:sldMk cId="0" sldId="287"/>
            <ac:spMk id="4097" creationId="{00000000-0000-0000-0000-000000000000}"/>
          </ac:spMkLst>
        </pc:spChg>
      </pc:sldChg>
      <pc:sldChg chg="modSp mod">
        <pc:chgData name="Daniel Paiva" userId="8a33842c199de2dd" providerId="LiveId" clId="{03B7172A-24DE-4F15-9EEA-ACEE23D13517}" dt="2026-09-02T10:46:29.180" v="580" actId="13926"/>
        <pc:sldMkLst>
          <pc:docMk/>
          <pc:sldMk cId="0" sldId="288"/>
        </pc:sldMkLst>
        <pc:spChg chg="mod">
          <ac:chgData name="Daniel Paiva" userId="8a33842c199de2dd" providerId="LiveId" clId="{03B7172A-24DE-4F15-9EEA-ACEE23D13517}" dt="2026-09-02T10:46:29.180" v="580" actId="13926"/>
          <ac:spMkLst>
            <pc:docMk/>
            <pc:sldMk cId="0" sldId="288"/>
            <ac:spMk id="4123" creationId="{00000000-0000-0000-0000-000000000000}"/>
          </ac:spMkLst>
        </pc:spChg>
      </pc:sldChg>
      <pc:sldChg chg="modSp mod modCm">
        <pc:chgData name="Daniel Paiva" userId="8a33842c199de2dd" providerId="LiveId" clId="{03B7172A-24DE-4F15-9EEA-ACEE23D13517}" dt="2026-09-02T10:50:47.825" v="583"/>
        <pc:sldMkLst>
          <pc:docMk/>
          <pc:sldMk cId="0" sldId="290"/>
        </pc:sldMkLst>
        <pc:spChg chg="mod">
          <ac:chgData name="Daniel Paiva" userId="8a33842c199de2dd" providerId="LiveId" clId="{03B7172A-24DE-4F15-9EEA-ACEE23D13517}" dt="2026-09-02T10:48:57.538" v="581" actId="20577"/>
          <ac:spMkLst>
            <pc:docMk/>
            <pc:sldMk cId="0" sldId="290"/>
            <ac:spMk id="4138" creationId="{00000000-0000-0000-0000-000000000000}"/>
          </ac:spMkLst>
        </pc:spChg>
      </pc:sldChg>
      <pc:sldChg chg="modNotesTx">
        <pc:chgData name="Daniel Paiva" userId="8a33842c199de2dd" providerId="LiveId" clId="{03B7172A-24DE-4F15-9EEA-ACEE23D13517}" dt="2026-09-01T18:20:23.658" v="49" actId="120"/>
        <pc:sldMkLst>
          <pc:docMk/>
          <pc:sldMk cId="0" sldId="292"/>
        </pc:sldMkLst>
      </pc:sldChg>
      <pc:sldChg chg="modNotesTx">
        <pc:chgData name="Daniel Paiva" userId="8a33842c199de2dd" providerId="LiveId" clId="{03B7172A-24DE-4F15-9EEA-ACEE23D13517}" dt="2026-09-01T18:20:28.001" v="50" actId="120"/>
        <pc:sldMkLst>
          <pc:docMk/>
          <pc:sldMk cId="0" sldId="293"/>
        </pc:sldMkLst>
      </pc:sldChg>
      <pc:sldChg chg="modNotesTx">
        <pc:chgData name="Daniel Paiva" userId="8a33842c199de2dd" providerId="LiveId" clId="{03B7172A-24DE-4F15-9EEA-ACEE23D13517}" dt="2026-09-01T18:20:32.277" v="51" actId="120"/>
        <pc:sldMkLst>
          <pc:docMk/>
          <pc:sldMk cId="0" sldId="295"/>
        </pc:sldMkLst>
      </pc:sldChg>
      <pc:sldChg chg="modNotesTx">
        <pc:chgData name="Daniel Paiva" userId="8a33842c199de2dd" providerId="LiveId" clId="{03B7172A-24DE-4F15-9EEA-ACEE23D13517}" dt="2026-09-01T18:20:36.157" v="52" actId="120"/>
        <pc:sldMkLst>
          <pc:docMk/>
          <pc:sldMk cId="0" sldId="296"/>
        </pc:sldMkLst>
      </pc:sldChg>
      <pc:sldChg chg="modSp mod">
        <pc:chgData name="Daniel Paiva" userId="8a33842c199de2dd" providerId="LiveId" clId="{03B7172A-24DE-4F15-9EEA-ACEE23D13517}" dt="2026-09-02T10:54:42.535" v="614" actId="13926"/>
        <pc:sldMkLst>
          <pc:docMk/>
          <pc:sldMk cId="0" sldId="301"/>
        </pc:sldMkLst>
        <pc:spChg chg="mod">
          <ac:chgData name="Daniel Paiva" userId="8a33842c199de2dd" providerId="LiveId" clId="{03B7172A-24DE-4F15-9EEA-ACEE23D13517}" dt="2026-09-02T10:54:42.535" v="614" actId="13926"/>
          <ac:spMkLst>
            <pc:docMk/>
            <pc:sldMk cId="0" sldId="301"/>
            <ac:spMk id="4295" creationId="{00000000-0000-0000-0000-000000000000}"/>
          </ac:spMkLst>
        </pc:spChg>
      </pc:sldChg>
      <pc:sldChg chg="modNotesTx">
        <pc:chgData name="Daniel Paiva" userId="8a33842c199de2dd" providerId="LiveId" clId="{03B7172A-24DE-4F15-9EEA-ACEE23D13517}" dt="2026-09-01T18:20:44.374" v="53" actId="20577"/>
        <pc:sldMkLst>
          <pc:docMk/>
          <pc:sldMk cId="0" sldId="302"/>
        </pc:sldMkLst>
      </pc:sldChg>
      <pc:sldChg chg="modSp mod">
        <pc:chgData name="Daniel Paiva" userId="8a33842c199de2dd" providerId="LiveId" clId="{03B7172A-24DE-4F15-9EEA-ACEE23D13517}" dt="2026-09-02T10:57:13.100" v="632" actId="13926"/>
        <pc:sldMkLst>
          <pc:docMk/>
          <pc:sldMk cId="0" sldId="303"/>
        </pc:sldMkLst>
        <pc:spChg chg="mod">
          <ac:chgData name="Daniel Paiva" userId="8a33842c199de2dd" providerId="LiveId" clId="{03B7172A-24DE-4F15-9EEA-ACEE23D13517}" dt="2026-09-02T10:57:13.100" v="632" actId="13926"/>
          <ac:spMkLst>
            <pc:docMk/>
            <pc:sldMk cId="0" sldId="303"/>
            <ac:spMk id="4307" creationId="{00000000-0000-0000-0000-000000000000}"/>
          </ac:spMkLst>
        </pc:spChg>
      </pc:sldChg>
      <pc:sldChg chg="modSp mod">
        <pc:chgData name="Daniel Paiva" userId="8a33842c199de2dd" providerId="LiveId" clId="{03B7172A-24DE-4F15-9EEA-ACEE23D13517}" dt="2026-09-02T11:17:27.277" v="966" actId="20577"/>
        <pc:sldMkLst>
          <pc:docMk/>
          <pc:sldMk cId="0" sldId="304"/>
        </pc:sldMkLst>
        <pc:spChg chg="mod">
          <ac:chgData name="Daniel Paiva" userId="8a33842c199de2dd" providerId="LiveId" clId="{03B7172A-24DE-4F15-9EEA-ACEE23D13517}" dt="2026-09-02T11:17:27.277" v="966" actId="20577"/>
          <ac:spMkLst>
            <pc:docMk/>
            <pc:sldMk cId="0" sldId="304"/>
            <ac:spMk id="4313" creationId="{00000000-0000-0000-0000-000000000000}"/>
          </ac:spMkLst>
        </pc:spChg>
      </pc:sldChg>
      <pc:sldChg chg="modNotesTx">
        <pc:chgData name="Daniel Paiva" userId="8a33842c199de2dd" providerId="LiveId" clId="{03B7172A-24DE-4F15-9EEA-ACEE23D13517}" dt="2026-09-01T18:20:54.764" v="59" actId="20577"/>
        <pc:sldMkLst>
          <pc:docMk/>
          <pc:sldMk cId="0" sldId="305"/>
        </pc:sldMkLst>
      </pc:sldChg>
      <pc:sldChg chg="modSp mod modNotesTx">
        <pc:chgData name="Daniel Paiva" userId="8a33842c199de2dd" providerId="LiveId" clId="{03B7172A-24DE-4F15-9EEA-ACEE23D13517}" dt="2026-09-02T11:00:17.503" v="677" actId="6549"/>
        <pc:sldMkLst>
          <pc:docMk/>
          <pc:sldMk cId="0" sldId="306"/>
        </pc:sldMkLst>
        <pc:spChg chg="mod">
          <ac:chgData name="Daniel Paiva" userId="8a33842c199de2dd" providerId="LiveId" clId="{03B7172A-24DE-4F15-9EEA-ACEE23D13517}" dt="2026-09-02T11:00:17.503" v="677" actId="6549"/>
          <ac:spMkLst>
            <pc:docMk/>
            <pc:sldMk cId="0" sldId="306"/>
            <ac:spMk id="4333" creationId="{00000000-0000-0000-0000-000000000000}"/>
          </ac:spMkLst>
        </pc:spChg>
      </pc:sldChg>
      <pc:sldChg chg="modSp mod modNotesTx">
        <pc:chgData name="Daniel Paiva" userId="8a33842c199de2dd" providerId="LiveId" clId="{03B7172A-24DE-4F15-9EEA-ACEE23D13517}" dt="2026-09-02T11:53:03.824" v="1272" actId="6549"/>
        <pc:sldMkLst>
          <pc:docMk/>
          <pc:sldMk cId="0" sldId="307"/>
        </pc:sldMkLst>
        <pc:spChg chg="mod">
          <ac:chgData name="Daniel Paiva" userId="8a33842c199de2dd" providerId="LiveId" clId="{03B7172A-24DE-4F15-9EEA-ACEE23D13517}" dt="2026-09-02T11:53:03.824" v="1272" actId="6549"/>
          <ac:spMkLst>
            <pc:docMk/>
            <pc:sldMk cId="0" sldId="307"/>
            <ac:spMk id="4348" creationId="{00000000-0000-0000-0000-000000000000}"/>
          </ac:spMkLst>
        </pc:spChg>
      </pc:sldChg>
      <pc:sldChg chg="modSp mod modNotesTx">
        <pc:chgData name="Daniel Paiva" userId="8a33842c199de2dd" providerId="LiveId" clId="{03B7172A-24DE-4F15-9EEA-ACEE23D13517}" dt="2026-09-02T11:06:42.865" v="771" actId="13926"/>
        <pc:sldMkLst>
          <pc:docMk/>
          <pc:sldMk cId="0" sldId="308"/>
        </pc:sldMkLst>
        <pc:spChg chg="mod">
          <ac:chgData name="Daniel Paiva" userId="8a33842c199de2dd" providerId="LiveId" clId="{03B7172A-24DE-4F15-9EEA-ACEE23D13517}" dt="2026-09-02T11:06:42.865" v="771" actId="13926"/>
          <ac:spMkLst>
            <pc:docMk/>
            <pc:sldMk cId="0" sldId="308"/>
            <ac:spMk id="5" creationId="{88841209-D0D5-062E-3FAC-DCC59E5D9B53}"/>
          </ac:spMkLst>
        </pc:spChg>
      </pc:sldChg>
      <pc:sldChg chg="modSp mod modNotesTx">
        <pc:chgData name="Daniel Paiva" userId="8a33842c199de2dd" providerId="LiveId" clId="{03B7172A-24DE-4F15-9EEA-ACEE23D13517}" dt="2026-09-02T11:53:53.809" v="1275" actId="13926"/>
        <pc:sldMkLst>
          <pc:docMk/>
          <pc:sldMk cId="0" sldId="309"/>
        </pc:sldMkLst>
        <pc:spChg chg="mod">
          <ac:chgData name="Daniel Paiva" userId="8a33842c199de2dd" providerId="LiveId" clId="{03B7172A-24DE-4F15-9EEA-ACEE23D13517}" dt="2026-09-02T11:53:53.809" v="1275" actId="13926"/>
          <ac:spMkLst>
            <pc:docMk/>
            <pc:sldMk cId="0" sldId="309"/>
            <ac:spMk id="4385" creationId="{00000000-0000-0000-0000-000000000000}"/>
          </ac:spMkLst>
        </pc:spChg>
      </pc:sldChg>
      <pc:sldChg chg="modNotesTx">
        <pc:chgData name="Daniel Paiva" userId="8a33842c199de2dd" providerId="LiveId" clId="{03B7172A-24DE-4F15-9EEA-ACEE23D13517}" dt="2026-09-01T18:21:28.298" v="91" actId="20577"/>
        <pc:sldMkLst>
          <pc:docMk/>
          <pc:sldMk cId="0" sldId="311"/>
        </pc:sldMkLst>
      </pc:sldChg>
      <pc:sldChg chg="modNotesTx">
        <pc:chgData name="Daniel Paiva" userId="8a33842c199de2dd" providerId="LiveId" clId="{03B7172A-24DE-4F15-9EEA-ACEE23D13517}" dt="2026-09-01T18:21:32.598" v="93" actId="20577"/>
        <pc:sldMkLst>
          <pc:docMk/>
          <pc:sldMk cId="0" sldId="312"/>
        </pc:sldMkLst>
      </pc:sldChg>
      <pc:sldChg chg="modSp mod">
        <pc:chgData name="Daniel Paiva" userId="8a33842c199de2dd" providerId="LiveId" clId="{03B7172A-24DE-4F15-9EEA-ACEE23D13517}" dt="2026-09-02T11:10:41.403" v="856" actId="13926"/>
        <pc:sldMkLst>
          <pc:docMk/>
          <pc:sldMk cId="0" sldId="313"/>
        </pc:sldMkLst>
        <pc:spChg chg="mod">
          <ac:chgData name="Daniel Paiva" userId="8a33842c199de2dd" providerId="LiveId" clId="{03B7172A-24DE-4F15-9EEA-ACEE23D13517}" dt="2026-09-02T11:10:41.403" v="856" actId="13926"/>
          <ac:spMkLst>
            <pc:docMk/>
            <pc:sldMk cId="0" sldId="313"/>
            <ac:spMk id="4450" creationId="{00000000-0000-0000-0000-000000000000}"/>
          </ac:spMkLst>
        </pc:spChg>
      </pc:sldChg>
      <pc:sldChg chg="modSp mod modCm">
        <pc:chgData name="Daniel Paiva" userId="8a33842c199de2dd" providerId="LiveId" clId="{03B7172A-24DE-4F15-9EEA-ACEE23D13517}" dt="2026-09-02T11:11:07.582" v="861"/>
        <pc:sldMkLst>
          <pc:docMk/>
          <pc:sldMk cId="0" sldId="314"/>
        </pc:sldMkLst>
        <pc:spChg chg="mod">
          <ac:chgData name="Daniel Paiva" userId="8a33842c199de2dd" providerId="LiveId" clId="{03B7172A-24DE-4F15-9EEA-ACEE23D13517}" dt="2026-09-02T11:10:55.406" v="860" actId="13926"/>
          <ac:spMkLst>
            <pc:docMk/>
            <pc:sldMk cId="0" sldId="314"/>
            <ac:spMk id="4488" creationId="{00000000-0000-0000-0000-000000000000}"/>
          </ac:spMkLst>
        </pc:spChg>
        <pc:spChg chg="mod">
          <ac:chgData name="Daniel Paiva" userId="8a33842c199de2dd" providerId="LiveId" clId="{03B7172A-24DE-4F15-9EEA-ACEE23D13517}" dt="2026-09-02T11:10:49.757" v="858" actId="13926"/>
          <ac:spMkLst>
            <pc:docMk/>
            <pc:sldMk cId="0" sldId="314"/>
            <ac:spMk id="4491" creationId="{00000000-0000-0000-0000-000000000000}"/>
          </ac:spMkLst>
        </pc:spChg>
      </pc:sldChg>
      <pc:sldChg chg="modSp mod">
        <pc:chgData name="Daniel Paiva" userId="8a33842c199de2dd" providerId="LiveId" clId="{03B7172A-24DE-4F15-9EEA-ACEE23D13517}" dt="2026-09-02T11:11:17.925" v="863" actId="13926"/>
        <pc:sldMkLst>
          <pc:docMk/>
          <pc:sldMk cId="0" sldId="315"/>
        </pc:sldMkLst>
        <pc:spChg chg="mod">
          <ac:chgData name="Daniel Paiva" userId="8a33842c199de2dd" providerId="LiveId" clId="{03B7172A-24DE-4F15-9EEA-ACEE23D13517}" dt="2026-09-02T11:11:17.925" v="863" actId="13926"/>
          <ac:spMkLst>
            <pc:docMk/>
            <pc:sldMk cId="0" sldId="315"/>
            <ac:spMk id="4517" creationId="{00000000-0000-0000-0000-000000000000}"/>
          </ac:spMkLst>
        </pc:spChg>
      </pc:sldChg>
      <pc:sldChg chg="modSp mod">
        <pc:chgData name="Daniel Paiva" userId="8a33842c199de2dd" providerId="LiveId" clId="{03B7172A-24DE-4F15-9EEA-ACEE23D13517}" dt="2026-09-02T11:11:39.795" v="867" actId="13926"/>
        <pc:sldMkLst>
          <pc:docMk/>
          <pc:sldMk cId="0" sldId="316"/>
        </pc:sldMkLst>
        <pc:spChg chg="mod">
          <ac:chgData name="Daniel Paiva" userId="8a33842c199de2dd" providerId="LiveId" clId="{03B7172A-24DE-4F15-9EEA-ACEE23D13517}" dt="2026-09-02T11:11:39.795" v="867" actId="13926"/>
          <ac:spMkLst>
            <pc:docMk/>
            <pc:sldMk cId="0" sldId="316"/>
            <ac:spMk id="4527" creationId="{00000000-0000-0000-0000-000000000000}"/>
          </ac:spMkLst>
        </pc:spChg>
      </pc:sldChg>
      <pc:sldChg chg="modSp mod">
        <pc:chgData name="Daniel Paiva" userId="8a33842c199de2dd" providerId="LiveId" clId="{03B7172A-24DE-4F15-9EEA-ACEE23D13517}" dt="2026-09-02T11:55:53.372" v="1278" actId="13926"/>
        <pc:sldMkLst>
          <pc:docMk/>
          <pc:sldMk cId="0" sldId="318"/>
        </pc:sldMkLst>
        <pc:spChg chg="mod">
          <ac:chgData name="Daniel Paiva" userId="8a33842c199de2dd" providerId="LiveId" clId="{03B7172A-24DE-4F15-9EEA-ACEE23D13517}" dt="2026-09-02T11:08:03.311" v="795" actId="14100"/>
          <ac:spMkLst>
            <pc:docMk/>
            <pc:sldMk cId="0" sldId="318"/>
            <ac:spMk id="8" creationId="{E059D2AE-5A09-FBF4-7B17-86A81C963DBC}"/>
          </ac:spMkLst>
        </pc:spChg>
        <pc:spChg chg="mod">
          <ac:chgData name="Daniel Paiva" userId="8a33842c199de2dd" providerId="LiveId" clId="{03B7172A-24DE-4F15-9EEA-ACEE23D13517}" dt="2026-09-02T11:12:58.106" v="886" actId="6549"/>
          <ac:spMkLst>
            <pc:docMk/>
            <pc:sldMk cId="0" sldId="318"/>
            <ac:spMk id="41" creationId="{BB645F27-091F-C16C-3404-C3E671F33460}"/>
          </ac:spMkLst>
        </pc:spChg>
        <pc:spChg chg="mod">
          <ac:chgData name="Daniel Paiva" userId="8a33842c199de2dd" providerId="LiveId" clId="{03B7172A-24DE-4F15-9EEA-ACEE23D13517}" dt="2026-09-02T11:55:53.372" v="1278" actId="13926"/>
          <ac:spMkLst>
            <pc:docMk/>
            <pc:sldMk cId="0" sldId="318"/>
            <ac:spMk id="42" creationId="{985092F7-38E3-A00E-3A5D-9768108DD635}"/>
          </ac:spMkLst>
        </pc:spChg>
      </pc:sldChg>
      <pc:sldChg chg="modNotesTx">
        <pc:chgData name="Daniel Paiva" userId="8a33842c199de2dd" providerId="LiveId" clId="{03B7172A-24DE-4F15-9EEA-ACEE23D13517}" dt="2026-09-01T18:21:43.926" v="94" actId="20577"/>
        <pc:sldMkLst>
          <pc:docMk/>
          <pc:sldMk cId="0" sldId="321"/>
        </pc:sldMkLst>
      </pc:sldChg>
      <pc:sldChg chg="modSp mod">
        <pc:chgData name="Daniel Paiva" userId="8a33842c199de2dd" providerId="LiveId" clId="{03B7172A-24DE-4F15-9EEA-ACEE23D13517}" dt="2026-09-02T11:57:29.811" v="1280" actId="207"/>
        <pc:sldMkLst>
          <pc:docMk/>
          <pc:sldMk cId="0" sldId="322"/>
        </pc:sldMkLst>
        <pc:spChg chg="mod">
          <ac:chgData name="Daniel Paiva" userId="8a33842c199de2dd" providerId="LiveId" clId="{03B7172A-24DE-4F15-9EEA-ACEE23D13517}" dt="2026-09-02T11:57:29.811" v="1280" actId="207"/>
          <ac:spMkLst>
            <pc:docMk/>
            <pc:sldMk cId="0" sldId="322"/>
            <ac:spMk id="4637" creationId="{00000000-0000-0000-0000-000000000000}"/>
          </ac:spMkLst>
        </pc:spChg>
      </pc:sldChg>
      <pc:sldChg chg="modSp mod modCm">
        <pc:chgData name="Daniel Paiva" userId="8a33842c199de2dd" providerId="LiveId" clId="{03B7172A-24DE-4F15-9EEA-ACEE23D13517}" dt="2026-09-02T11:29:37.542" v="1161"/>
        <pc:sldMkLst>
          <pc:docMk/>
          <pc:sldMk cId="0" sldId="323"/>
        </pc:sldMkLst>
        <pc:spChg chg="mod">
          <ac:chgData name="Daniel Paiva" userId="8a33842c199de2dd" providerId="LiveId" clId="{03B7172A-24DE-4F15-9EEA-ACEE23D13517}" dt="2026-09-02T11:19:23.888" v="990"/>
          <ac:spMkLst>
            <pc:docMk/>
            <pc:sldMk cId="0" sldId="323"/>
            <ac:spMk id="4643" creationId="{00000000-0000-0000-0000-000000000000}"/>
          </ac:spMkLst>
        </pc:spChg>
      </pc:sldChg>
      <pc:sldChg chg="modNotesTx">
        <pc:chgData name="Daniel Paiva" userId="8a33842c199de2dd" providerId="LiveId" clId="{03B7172A-24DE-4F15-9EEA-ACEE23D13517}" dt="2026-09-01T18:21:52.257" v="100" actId="20577"/>
        <pc:sldMkLst>
          <pc:docMk/>
          <pc:sldMk cId="0" sldId="324"/>
        </pc:sldMkLst>
      </pc:sldChg>
      <pc:sldChg chg="modSp mod modNotesTx">
        <pc:chgData name="Daniel Paiva" userId="8a33842c199de2dd" providerId="LiveId" clId="{03B7172A-24DE-4F15-9EEA-ACEE23D13517}" dt="2026-09-02T11:58:14.745" v="1283" actId="6549"/>
        <pc:sldMkLst>
          <pc:docMk/>
          <pc:sldMk cId="0" sldId="325"/>
        </pc:sldMkLst>
        <pc:spChg chg="mod">
          <ac:chgData name="Daniel Paiva" userId="8a33842c199de2dd" providerId="LiveId" clId="{03B7172A-24DE-4F15-9EEA-ACEE23D13517}" dt="2026-09-02T11:58:14.745" v="1283" actId="6549"/>
          <ac:spMkLst>
            <pc:docMk/>
            <pc:sldMk cId="0" sldId="325"/>
            <ac:spMk id="4657" creationId="{00000000-0000-0000-0000-000000000000}"/>
          </ac:spMkLst>
        </pc:spChg>
      </pc:sldChg>
      <pc:sldChg chg="modSp mod modNotesTx">
        <pc:chgData name="Daniel Paiva" userId="8a33842c199de2dd" providerId="LiveId" clId="{03B7172A-24DE-4F15-9EEA-ACEE23D13517}" dt="2026-09-02T11:59:51.475" v="1290" actId="113"/>
        <pc:sldMkLst>
          <pc:docMk/>
          <pc:sldMk cId="0" sldId="326"/>
        </pc:sldMkLst>
        <pc:spChg chg="mod">
          <ac:chgData name="Daniel Paiva" userId="8a33842c199de2dd" providerId="LiveId" clId="{03B7172A-24DE-4F15-9EEA-ACEE23D13517}" dt="2026-09-02T11:59:51.475" v="1290" actId="113"/>
          <ac:spMkLst>
            <pc:docMk/>
            <pc:sldMk cId="0" sldId="326"/>
            <ac:spMk id="6" creationId="{EBBF54E1-7D50-9CD3-4EB4-D3D24FD781B0}"/>
          </ac:spMkLst>
        </pc:spChg>
        <pc:spChg chg="mod">
          <ac:chgData name="Daniel Paiva" userId="8a33842c199de2dd" providerId="LiveId" clId="{03B7172A-24DE-4F15-9EEA-ACEE23D13517}" dt="2026-09-02T11:59:20.886" v="1289" actId="13926"/>
          <ac:spMkLst>
            <pc:docMk/>
            <pc:sldMk cId="0" sldId="326"/>
            <ac:spMk id="4681" creationId="{00000000-0000-0000-0000-000000000000}"/>
          </ac:spMkLst>
        </pc:spChg>
      </pc:sldChg>
      <pc:sldChg chg="modNotesTx">
        <pc:chgData name="Daniel Paiva" userId="8a33842c199de2dd" providerId="LiveId" clId="{03B7172A-24DE-4F15-9EEA-ACEE23D13517}" dt="2026-09-01T18:24:23.736" v="120" actId="20577"/>
        <pc:sldMkLst>
          <pc:docMk/>
          <pc:sldMk cId="0" sldId="329"/>
        </pc:sldMkLst>
      </pc:sldChg>
      <pc:sldChg chg="modNotesTx">
        <pc:chgData name="Daniel Paiva" userId="8a33842c199de2dd" providerId="LiveId" clId="{03B7172A-24DE-4F15-9EEA-ACEE23D13517}" dt="2026-09-01T18:25:36.100" v="122" actId="20577"/>
        <pc:sldMkLst>
          <pc:docMk/>
          <pc:sldMk cId="0" sldId="330"/>
        </pc:sldMkLst>
      </pc:sldChg>
      <pc:sldChg chg="modSp mod">
        <pc:chgData name="Daniel Paiva" userId="8a33842c199de2dd" providerId="LiveId" clId="{03B7172A-24DE-4F15-9EEA-ACEE23D13517}" dt="2026-09-02T11:23:29.954" v="1066" actId="13926"/>
        <pc:sldMkLst>
          <pc:docMk/>
          <pc:sldMk cId="0" sldId="331"/>
        </pc:sldMkLst>
        <pc:spChg chg="mod">
          <ac:chgData name="Daniel Paiva" userId="8a33842c199de2dd" providerId="LiveId" clId="{03B7172A-24DE-4F15-9EEA-ACEE23D13517}" dt="2026-09-02T11:23:29.954" v="1066" actId="13926"/>
          <ac:spMkLst>
            <pc:docMk/>
            <pc:sldMk cId="0" sldId="331"/>
            <ac:spMk id="4762" creationId="{00000000-0000-0000-0000-000000000000}"/>
          </ac:spMkLst>
        </pc:spChg>
      </pc:sldChg>
      <pc:sldChg chg="modSp mod modCm">
        <pc:chgData name="Daniel Paiva" userId="8a33842c199de2dd" providerId="LiveId" clId="{03B7172A-24DE-4F15-9EEA-ACEE23D13517}" dt="2026-09-02T11:23:55.795" v="1071"/>
        <pc:sldMkLst>
          <pc:docMk/>
          <pc:sldMk cId="0" sldId="332"/>
        </pc:sldMkLst>
        <pc:spChg chg="mod">
          <ac:chgData name="Daniel Paiva" userId="8a33842c199de2dd" providerId="LiveId" clId="{03B7172A-24DE-4F15-9EEA-ACEE23D13517}" dt="2026-09-02T11:23:43.053" v="1070" actId="13926"/>
          <ac:spMkLst>
            <pc:docMk/>
            <pc:sldMk cId="0" sldId="332"/>
            <ac:spMk id="4800" creationId="{00000000-0000-0000-0000-000000000000}"/>
          </ac:spMkLst>
        </pc:spChg>
        <pc:spChg chg="mod">
          <ac:chgData name="Daniel Paiva" userId="8a33842c199de2dd" providerId="LiveId" clId="{03B7172A-24DE-4F15-9EEA-ACEE23D13517}" dt="2026-09-02T11:23:38.951" v="1068" actId="13926"/>
          <ac:spMkLst>
            <pc:docMk/>
            <pc:sldMk cId="0" sldId="332"/>
            <ac:spMk id="4803" creationId="{00000000-0000-0000-0000-000000000000}"/>
          </ac:spMkLst>
        </pc:spChg>
      </pc:sldChg>
      <pc:sldChg chg="modSp mod">
        <pc:chgData name="Daniel Paiva" userId="8a33842c199de2dd" providerId="LiveId" clId="{03B7172A-24DE-4F15-9EEA-ACEE23D13517}" dt="2026-09-02T11:24:07.140" v="1073" actId="13926"/>
        <pc:sldMkLst>
          <pc:docMk/>
          <pc:sldMk cId="0" sldId="333"/>
        </pc:sldMkLst>
        <pc:spChg chg="mod">
          <ac:chgData name="Daniel Paiva" userId="8a33842c199de2dd" providerId="LiveId" clId="{03B7172A-24DE-4F15-9EEA-ACEE23D13517}" dt="2026-09-02T11:24:07.140" v="1073" actId="13926"/>
          <ac:spMkLst>
            <pc:docMk/>
            <pc:sldMk cId="0" sldId="333"/>
            <ac:spMk id="4829" creationId="{00000000-0000-0000-0000-000000000000}"/>
          </ac:spMkLst>
        </pc:spChg>
      </pc:sldChg>
      <pc:sldChg chg="modSp mod">
        <pc:chgData name="Daniel Paiva" userId="8a33842c199de2dd" providerId="LiveId" clId="{03B7172A-24DE-4F15-9EEA-ACEE23D13517}" dt="2026-09-02T11:24:22.667" v="1077" actId="13926"/>
        <pc:sldMkLst>
          <pc:docMk/>
          <pc:sldMk cId="0" sldId="334"/>
        </pc:sldMkLst>
        <pc:spChg chg="mod">
          <ac:chgData name="Daniel Paiva" userId="8a33842c199de2dd" providerId="LiveId" clId="{03B7172A-24DE-4F15-9EEA-ACEE23D13517}" dt="2026-09-02T11:24:22.667" v="1077" actId="13926"/>
          <ac:spMkLst>
            <pc:docMk/>
            <pc:sldMk cId="0" sldId="334"/>
            <ac:spMk id="4839" creationId="{00000000-0000-0000-0000-000000000000}"/>
          </ac:spMkLst>
        </pc:spChg>
      </pc:sldChg>
      <pc:sldChg chg="modSp mod">
        <pc:chgData name="Daniel Paiva" userId="8a33842c199de2dd" providerId="LiveId" clId="{03B7172A-24DE-4F15-9EEA-ACEE23D13517}" dt="2026-09-02T12:01:15.190" v="1291" actId="20577"/>
        <pc:sldMkLst>
          <pc:docMk/>
          <pc:sldMk cId="0" sldId="335"/>
        </pc:sldMkLst>
        <pc:spChg chg="mod">
          <ac:chgData name="Daniel Paiva" userId="8a33842c199de2dd" providerId="LiveId" clId="{03B7172A-24DE-4F15-9EEA-ACEE23D13517}" dt="2026-09-02T12:01:15.190" v="1291" actId="20577"/>
          <ac:spMkLst>
            <pc:docMk/>
            <pc:sldMk cId="0" sldId="335"/>
            <ac:spMk id="36" creationId="{9F094ABE-B0FC-2464-51CD-C61AD6DAB32F}"/>
          </ac:spMkLst>
        </pc:spChg>
        <pc:spChg chg="mod">
          <ac:chgData name="Daniel Paiva" userId="8a33842c199de2dd" providerId="LiveId" clId="{03B7172A-24DE-4F15-9EEA-ACEE23D13517}" dt="2026-09-02T11:24:55.402" v="1090" actId="13926"/>
          <ac:spMkLst>
            <pc:docMk/>
            <pc:sldMk cId="0" sldId="335"/>
            <ac:spMk id="37" creationId="{397F38AC-2FA5-FB92-7379-78AA0B3C345A}"/>
          </ac:spMkLst>
        </pc:spChg>
      </pc:sldChg>
      <pc:sldChg chg="modNotesTx">
        <pc:chgData name="Daniel Paiva" userId="8a33842c199de2dd" providerId="LiveId" clId="{03B7172A-24DE-4F15-9EEA-ACEE23D13517}" dt="2026-09-01T18:25:44.304" v="123" actId="20577"/>
        <pc:sldMkLst>
          <pc:docMk/>
          <pc:sldMk cId="0" sldId="336"/>
        </pc:sldMkLst>
      </pc:sldChg>
      <pc:sldChg chg="modSp mod">
        <pc:chgData name="Daniel Paiva" userId="8a33842c199de2dd" providerId="LiveId" clId="{03B7172A-24DE-4F15-9EEA-ACEE23D13517}" dt="2026-09-02T11:26:18.472" v="1127" actId="113"/>
        <pc:sldMkLst>
          <pc:docMk/>
          <pc:sldMk cId="0" sldId="337"/>
        </pc:sldMkLst>
        <pc:spChg chg="mod">
          <ac:chgData name="Daniel Paiva" userId="8a33842c199de2dd" providerId="LiveId" clId="{03B7172A-24DE-4F15-9EEA-ACEE23D13517}" dt="2026-09-02T11:26:18.472" v="1127" actId="113"/>
          <ac:spMkLst>
            <pc:docMk/>
            <pc:sldMk cId="0" sldId="337"/>
            <ac:spMk id="4879" creationId="{00000000-0000-0000-0000-000000000000}"/>
          </ac:spMkLst>
        </pc:spChg>
      </pc:sldChg>
      <pc:sldChg chg="modSp mod modCm">
        <pc:chgData name="Daniel Paiva" userId="8a33842c199de2dd" providerId="LiveId" clId="{03B7172A-24DE-4F15-9EEA-ACEE23D13517}" dt="2026-09-02T11:30:03.346" v="1163"/>
        <pc:sldMkLst>
          <pc:docMk/>
          <pc:sldMk cId="0" sldId="338"/>
        </pc:sldMkLst>
        <pc:spChg chg="mod">
          <ac:chgData name="Daniel Paiva" userId="8a33842c199de2dd" providerId="LiveId" clId="{03B7172A-24DE-4F15-9EEA-ACEE23D13517}" dt="2026-09-02T11:28:46.670" v="1160" actId="20577"/>
          <ac:spMkLst>
            <pc:docMk/>
            <pc:sldMk cId="0" sldId="338"/>
            <ac:spMk id="4885" creationId="{00000000-0000-0000-0000-000000000000}"/>
          </ac:spMkLst>
        </pc:spChg>
      </pc:sldChg>
      <pc:sldChg chg="modNotesTx">
        <pc:chgData name="Daniel Paiva" userId="8a33842c199de2dd" providerId="LiveId" clId="{03B7172A-24DE-4F15-9EEA-ACEE23D13517}" dt="2026-09-01T18:25:51.266" v="129" actId="20577"/>
        <pc:sldMkLst>
          <pc:docMk/>
          <pc:sldMk cId="0" sldId="339"/>
        </pc:sldMkLst>
      </pc:sldChg>
      <pc:sldChg chg="modSp mod modNotesTx">
        <pc:chgData name="Daniel Paiva" userId="8a33842c199de2dd" providerId="LiveId" clId="{03B7172A-24DE-4F15-9EEA-ACEE23D13517}" dt="2026-09-02T12:03:17.806" v="1302" actId="20577"/>
        <pc:sldMkLst>
          <pc:docMk/>
          <pc:sldMk cId="0" sldId="340"/>
        </pc:sldMkLst>
        <pc:spChg chg="mod">
          <ac:chgData name="Daniel Paiva" userId="8a33842c199de2dd" providerId="LiveId" clId="{03B7172A-24DE-4F15-9EEA-ACEE23D13517}" dt="2026-09-02T12:03:17.806" v="1302" actId="20577"/>
          <ac:spMkLst>
            <pc:docMk/>
            <pc:sldMk cId="0" sldId="340"/>
            <ac:spMk id="4899" creationId="{00000000-0000-0000-0000-000000000000}"/>
          </ac:spMkLst>
        </pc:spChg>
      </pc:sldChg>
      <pc:sldChg chg="modNotesTx">
        <pc:chgData name="Daniel Paiva" userId="8a33842c199de2dd" providerId="LiveId" clId="{03B7172A-24DE-4F15-9EEA-ACEE23D13517}" dt="2026-09-01T18:26:04.388" v="143" actId="20577"/>
        <pc:sldMkLst>
          <pc:docMk/>
          <pc:sldMk cId="0" sldId="342"/>
        </pc:sldMkLst>
      </pc:sldChg>
      <pc:sldChg chg="modSp mod">
        <pc:chgData name="Daniel Paiva" userId="8a33842c199de2dd" providerId="LiveId" clId="{03B7172A-24DE-4F15-9EEA-ACEE23D13517}" dt="2026-09-01T18:52:36.249" v="253" actId="13926"/>
        <pc:sldMkLst>
          <pc:docMk/>
          <pc:sldMk cId="348024202" sldId="587"/>
        </pc:sldMkLst>
        <pc:spChg chg="mod">
          <ac:chgData name="Daniel Paiva" userId="8a33842c199de2dd" providerId="LiveId" clId="{03B7172A-24DE-4F15-9EEA-ACEE23D13517}" dt="2026-09-01T18:52:36.249" v="253" actId="13926"/>
          <ac:spMkLst>
            <pc:docMk/>
            <pc:sldMk cId="348024202" sldId="587"/>
            <ac:spMk id="5" creationId="{3B30F271-3498-D5A4-79C6-693642042D8E}"/>
          </ac:spMkLst>
        </pc:spChg>
        <pc:spChg chg="mod">
          <ac:chgData name="Daniel Paiva" userId="8a33842c199de2dd" providerId="LiveId" clId="{03B7172A-24DE-4F15-9EEA-ACEE23D13517}" dt="2026-09-01T18:52:19.137" v="249" actId="13926"/>
          <ac:spMkLst>
            <pc:docMk/>
            <pc:sldMk cId="348024202" sldId="587"/>
            <ac:spMk id="11" creationId="{ABA620DC-69AF-7B74-22BE-7462CA958E3F}"/>
          </ac:spMkLst>
        </pc:spChg>
        <pc:spChg chg="mod">
          <ac:chgData name="Daniel Paiva" userId="8a33842c199de2dd" providerId="LiveId" clId="{03B7172A-24DE-4F15-9EEA-ACEE23D13517}" dt="2026-09-01T18:52:30.995" v="251" actId="13926"/>
          <ac:spMkLst>
            <pc:docMk/>
            <pc:sldMk cId="348024202" sldId="587"/>
            <ac:spMk id="20" creationId="{32B59E54-585A-5342-A0C6-7CEF0F74353A}"/>
          </ac:spMkLst>
        </pc:spChg>
      </pc:sldChg>
      <pc:sldChg chg="modSp mod">
        <pc:chgData name="Daniel Paiva" userId="8a33842c199de2dd" providerId="LiveId" clId="{03B7172A-24DE-4F15-9EEA-ACEE23D13517}" dt="2026-09-01T18:52:54.688" v="259" actId="13926"/>
        <pc:sldMkLst>
          <pc:docMk/>
          <pc:sldMk cId="895442015" sldId="588"/>
        </pc:sldMkLst>
        <pc:spChg chg="mod">
          <ac:chgData name="Daniel Paiva" userId="8a33842c199de2dd" providerId="LiveId" clId="{03B7172A-24DE-4F15-9EEA-ACEE23D13517}" dt="2026-09-01T18:52:54.688" v="259" actId="13926"/>
          <ac:spMkLst>
            <pc:docMk/>
            <pc:sldMk cId="895442015" sldId="588"/>
            <ac:spMk id="5" creationId="{34B78DE3-2DE9-54BE-884F-D9AB7B047554}"/>
          </ac:spMkLst>
        </pc:spChg>
        <pc:spChg chg="mod">
          <ac:chgData name="Daniel Paiva" userId="8a33842c199de2dd" providerId="LiveId" clId="{03B7172A-24DE-4F15-9EEA-ACEE23D13517}" dt="2026-09-01T18:52:42.855" v="255" actId="13926"/>
          <ac:spMkLst>
            <pc:docMk/>
            <pc:sldMk cId="895442015" sldId="588"/>
            <ac:spMk id="11" creationId="{63DB72FF-6D0F-61F0-41FC-A09E096DDA3A}"/>
          </ac:spMkLst>
        </pc:spChg>
        <pc:spChg chg="mod">
          <ac:chgData name="Daniel Paiva" userId="8a33842c199de2dd" providerId="LiveId" clId="{03B7172A-24DE-4F15-9EEA-ACEE23D13517}" dt="2026-09-01T18:52:49.803" v="257" actId="13926"/>
          <ac:spMkLst>
            <pc:docMk/>
            <pc:sldMk cId="895442015" sldId="588"/>
            <ac:spMk id="20" creationId="{57FA8D28-758F-5FB2-1980-F4867B429648}"/>
          </ac:spMkLst>
        </pc:spChg>
      </pc:sldChg>
      <pc:sldChg chg="modSp mod">
        <pc:chgData name="Daniel Paiva" userId="8a33842c199de2dd" providerId="LiveId" clId="{03B7172A-24DE-4F15-9EEA-ACEE23D13517}" dt="2026-09-02T10:52:40.452" v="591" actId="13926"/>
        <pc:sldMkLst>
          <pc:docMk/>
          <pc:sldMk cId="2654924718" sldId="589"/>
        </pc:sldMkLst>
        <pc:spChg chg="mod">
          <ac:chgData name="Daniel Paiva" userId="8a33842c199de2dd" providerId="LiveId" clId="{03B7172A-24DE-4F15-9EEA-ACEE23D13517}" dt="2026-09-02T10:52:29.842" v="587" actId="13926"/>
          <ac:spMkLst>
            <pc:docMk/>
            <pc:sldMk cId="2654924718" sldId="589"/>
            <ac:spMk id="2" creationId="{40D9303F-0657-E6D2-4352-6A83C83EF2A4}"/>
          </ac:spMkLst>
        </pc:spChg>
        <pc:spChg chg="mod">
          <ac:chgData name="Daniel Paiva" userId="8a33842c199de2dd" providerId="LiveId" clId="{03B7172A-24DE-4F15-9EEA-ACEE23D13517}" dt="2026-09-02T10:52:40.452" v="591" actId="13926"/>
          <ac:spMkLst>
            <pc:docMk/>
            <pc:sldMk cId="2654924718" sldId="589"/>
            <ac:spMk id="5" creationId="{3B30F271-3498-D5A4-79C6-693642042D8E}"/>
          </ac:spMkLst>
        </pc:spChg>
        <pc:spChg chg="mod">
          <ac:chgData name="Daniel Paiva" userId="8a33842c199de2dd" providerId="LiveId" clId="{03B7172A-24DE-4F15-9EEA-ACEE23D13517}" dt="2026-09-02T10:52:24.173" v="585" actId="13926"/>
          <ac:spMkLst>
            <pc:docMk/>
            <pc:sldMk cId="2654924718" sldId="589"/>
            <ac:spMk id="11" creationId="{ABA620DC-69AF-7B74-22BE-7462CA958E3F}"/>
          </ac:spMkLst>
        </pc:spChg>
        <pc:spChg chg="mod">
          <ac:chgData name="Daniel Paiva" userId="8a33842c199de2dd" providerId="LiveId" clId="{03B7172A-24DE-4F15-9EEA-ACEE23D13517}" dt="2026-09-02T10:52:35.759" v="589" actId="13926"/>
          <ac:spMkLst>
            <pc:docMk/>
            <pc:sldMk cId="2654924718" sldId="589"/>
            <ac:spMk id="20" creationId="{32B59E54-585A-5342-A0C6-7CEF0F74353A}"/>
          </ac:spMkLst>
        </pc:spChg>
      </pc:sldChg>
      <pc:sldChg chg="modSp mod">
        <pc:chgData name="Daniel Paiva" userId="8a33842c199de2dd" providerId="LiveId" clId="{03B7172A-24DE-4F15-9EEA-ACEE23D13517}" dt="2026-09-02T10:53:01.755" v="599" actId="13926"/>
        <pc:sldMkLst>
          <pc:docMk/>
          <pc:sldMk cId="2943960376" sldId="590"/>
        </pc:sldMkLst>
        <pc:spChg chg="mod">
          <ac:chgData name="Daniel Paiva" userId="8a33842c199de2dd" providerId="LiveId" clId="{03B7172A-24DE-4F15-9EEA-ACEE23D13517}" dt="2026-09-02T10:52:52.488" v="595" actId="13926"/>
          <ac:spMkLst>
            <pc:docMk/>
            <pc:sldMk cId="2943960376" sldId="590"/>
            <ac:spMk id="2" creationId="{D0CBF1E8-8E62-F247-C729-A8B7FF2A721D}"/>
          </ac:spMkLst>
        </pc:spChg>
        <pc:spChg chg="mod">
          <ac:chgData name="Daniel Paiva" userId="8a33842c199de2dd" providerId="LiveId" clId="{03B7172A-24DE-4F15-9EEA-ACEE23D13517}" dt="2026-09-02T10:53:01.755" v="599" actId="13926"/>
          <ac:spMkLst>
            <pc:docMk/>
            <pc:sldMk cId="2943960376" sldId="590"/>
            <ac:spMk id="5" creationId="{870455FE-6C12-2928-CFCA-44576A94482A}"/>
          </ac:spMkLst>
        </pc:spChg>
        <pc:spChg chg="mod">
          <ac:chgData name="Daniel Paiva" userId="8a33842c199de2dd" providerId="LiveId" clId="{03B7172A-24DE-4F15-9EEA-ACEE23D13517}" dt="2026-09-02T10:52:48.144" v="593" actId="13926"/>
          <ac:spMkLst>
            <pc:docMk/>
            <pc:sldMk cId="2943960376" sldId="590"/>
            <ac:spMk id="11" creationId="{D521CB81-A2C9-202B-D63C-C2C16F5E9053}"/>
          </ac:spMkLst>
        </pc:spChg>
        <pc:spChg chg="mod">
          <ac:chgData name="Daniel Paiva" userId="8a33842c199de2dd" providerId="LiveId" clId="{03B7172A-24DE-4F15-9EEA-ACEE23D13517}" dt="2026-09-02T10:52:57.220" v="597" actId="13926"/>
          <ac:spMkLst>
            <pc:docMk/>
            <pc:sldMk cId="2943960376" sldId="590"/>
            <ac:spMk id="20" creationId="{5146F13B-FD88-F884-A6D4-B21CBD285E4B}"/>
          </ac:spMkLst>
        </pc:spChg>
      </pc:sldChg>
      <pc:sldChg chg="modSp mod">
        <pc:chgData name="Daniel Paiva" userId="8a33842c199de2dd" providerId="LiveId" clId="{03B7172A-24DE-4F15-9EEA-ACEE23D13517}" dt="2026-09-02T11:13:32.647" v="894" actId="13926"/>
        <pc:sldMkLst>
          <pc:docMk/>
          <pc:sldMk cId="2156771623" sldId="591"/>
        </pc:sldMkLst>
        <pc:spChg chg="mod">
          <ac:chgData name="Daniel Paiva" userId="8a33842c199de2dd" providerId="LiveId" clId="{03B7172A-24DE-4F15-9EEA-ACEE23D13517}" dt="2026-09-02T11:13:22.218" v="890" actId="13926"/>
          <ac:spMkLst>
            <pc:docMk/>
            <pc:sldMk cId="2156771623" sldId="591"/>
            <ac:spMk id="2" creationId="{40D9303F-0657-E6D2-4352-6A83C83EF2A4}"/>
          </ac:spMkLst>
        </pc:spChg>
        <pc:spChg chg="mod">
          <ac:chgData name="Daniel Paiva" userId="8a33842c199de2dd" providerId="LiveId" clId="{03B7172A-24DE-4F15-9EEA-ACEE23D13517}" dt="2026-09-02T11:13:32.647" v="894" actId="13926"/>
          <ac:spMkLst>
            <pc:docMk/>
            <pc:sldMk cId="2156771623" sldId="591"/>
            <ac:spMk id="5" creationId="{3B30F271-3498-D5A4-79C6-693642042D8E}"/>
          </ac:spMkLst>
        </pc:spChg>
        <pc:spChg chg="mod">
          <ac:chgData name="Daniel Paiva" userId="8a33842c199de2dd" providerId="LiveId" clId="{03B7172A-24DE-4F15-9EEA-ACEE23D13517}" dt="2026-09-02T11:13:16.845" v="888" actId="13926"/>
          <ac:spMkLst>
            <pc:docMk/>
            <pc:sldMk cId="2156771623" sldId="591"/>
            <ac:spMk id="11" creationId="{ABA620DC-69AF-7B74-22BE-7462CA958E3F}"/>
          </ac:spMkLst>
        </pc:spChg>
        <pc:spChg chg="mod">
          <ac:chgData name="Daniel Paiva" userId="8a33842c199de2dd" providerId="LiveId" clId="{03B7172A-24DE-4F15-9EEA-ACEE23D13517}" dt="2026-09-02T11:13:28.048" v="892" actId="13926"/>
          <ac:spMkLst>
            <pc:docMk/>
            <pc:sldMk cId="2156771623" sldId="591"/>
            <ac:spMk id="20" creationId="{32B59E54-585A-5342-A0C6-7CEF0F74353A}"/>
          </ac:spMkLst>
        </pc:spChg>
      </pc:sldChg>
      <pc:sldChg chg="modSp mod">
        <pc:chgData name="Daniel Paiva" userId="8a33842c199de2dd" providerId="LiveId" clId="{03B7172A-24DE-4F15-9EEA-ACEE23D13517}" dt="2026-09-02T11:13:53.437" v="902" actId="13926"/>
        <pc:sldMkLst>
          <pc:docMk/>
          <pc:sldMk cId="2951632948" sldId="592"/>
        </pc:sldMkLst>
        <pc:spChg chg="mod">
          <ac:chgData name="Daniel Paiva" userId="8a33842c199de2dd" providerId="LiveId" clId="{03B7172A-24DE-4F15-9EEA-ACEE23D13517}" dt="2026-09-02T11:13:43.961" v="898" actId="13926"/>
          <ac:spMkLst>
            <pc:docMk/>
            <pc:sldMk cId="2951632948" sldId="592"/>
            <ac:spMk id="2" creationId="{CA1CEA8A-24BE-CD78-9490-A8F92DD865C4}"/>
          </ac:spMkLst>
        </pc:spChg>
        <pc:spChg chg="mod">
          <ac:chgData name="Daniel Paiva" userId="8a33842c199de2dd" providerId="LiveId" clId="{03B7172A-24DE-4F15-9EEA-ACEE23D13517}" dt="2026-09-02T11:13:53.437" v="902" actId="13926"/>
          <ac:spMkLst>
            <pc:docMk/>
            <pc:sldMk cId="2951632948" sldId="592"/>
            <ac:spMk id="5" creationId="{EC070E76-BA85-83D4-33C3-2DEAC4A6A387}"/>
          </ac:spMkLst>
        </pc:spChg>
        <pc:spChg chg="mod">
          <ac:chgData name="Daniel Paiva" userId="8a33842c199de2dd" providerId="LiveId" clId="{03B7172A-24DE-4F15-9EEA-ACEE23D13517}" dt="2026-09-02T11:13:39.373" v="896" actId="13926"/>
          <ac:spMkLst>
            <pc:docMk/>
            <pc:sldMk cId="2951632948" sldId="592"/>
            <ac:spMk id="11" creationId="{31B35155-9D3D-1496-6C19-2C22452863C0}"/>
          </ac:spMkLst>
        </pc:spChg>
        <pc:spChg chg="mod">
          <ac:chgData name="Daniel Paiva" userId="8a33842c199de2dd" providerId="LiveId" clId="{03B7172A-24DE-4F15-9EEA-ACEE23D13517}" dt="2026-09-02T11:13:48.647" v="900" actId="13926"/>
          <ac:spMkLst>
            <pc:docMk/>
            <pc:sldMk cId="2951632948" sldId="592"/>
            <ac:spMk id="20" creationId="{88842736-5332-5DBF-7F0B-CFAE3E55D32A}"/>
          </ac:spMkLst>
        </pc:spChg>
      </pc:sldChg>
      <pc:sldChg chg="modSp mod">
        <pc:chgData name="Daniel Paiva" userId="8a33842c199de2dd" providerId="LiveId" clId="{03B7172A-24DE-4F15-9EEA-ACEE23D13517}" dt="2026-09-01T18:44:05.249" v="239" actId="13926"/>
        <pc:sldMkLst>
          <pc:docMk/>
          <pc:sldMk cId="3366533767" sldId="593"/>
        </pc:sldMkLst>
        <pc:spChg chg="mod">
          <ac:chgData name="Daniel Paiva" userId="8a33842c199de2dd" providerId="LiveId" clId="{03B7172A-24DE-4F15-9EEA-ACEE23D13517}" dt="2026-09-01T18:43:14.340" v="220" actId="13926"/>
          <ac:spMkLst>
            <pc:docMk/>
            <pc:sldMk cId="3366533767" sldId="593"/>
            <ac:spMk id="29" creationId="{18AC2D7E-F467-E756-3E8B-3E537995B62A}"/>
          </ac:spMkLst>
        </pc:spChg>
        <pc:spChg chg="mod">
          <ac:chgData name="Daniel Paiva" userId="8a33842c199de2dd" providerId="LiveId" clId="{03B7172A-24DE-4F15-9EEA-ACEE23D13517}" dt="2026-09-01T18:44:05.249" v="239" actId="13926"/>
          <ac:spMkLst>
            <pc:docMk/>
            <pc:sldMk cId="3366533767" sldId="593"/>
            <ac:spMk id="32" creationId="{4EC32E19-D213-FA23-54A5-98E55508751B}"/>
          </ac:spMkLst>
        </pc:spChg>
      </pc:sldChg>
      <pc:sldChg chg="modSp mod">
        <pc:chgData name="Daniel Paiva" userId="8a33842c199de2dd" providerId="LiveId" clId="{03B7172A-24DE-4F15-9EEA-ACEE23D13517}" dt="2026-09-01T18:45:57.053" v="245" actId="13926"/>
        <pc:sldMkLst>
          <pc:docMk/>
          <pc:sldMk cId="3564415047" sldId="594"/>
        </pc:sldMkLst>
        <pc:spChg chg="mod">
          <ac:chgData name="Daniel Paiva" userId="8a33842c199de2dd" providerId="LiveId" clId="{03B7172A-24DE-4F15-9EEA-ACEE23D13517}" dt="2026-09-01T18:45:57.053" v="245" actId="13926"/>
          <ac:spMkLst>
            <pc:docMk/>
            <pc:sldMk cId="3564415047" sldId="594"/>
            <ac:spMk id="3766" creationId="{E9A057F3-A237-6DB3-00A2-7CA0D7EB6850}"/>
          </ac:spMkLst>
        </pc:spChg>
        <pc:spChg chg="mod">
          <ac:chgData name="Daniel Paiva" userId="8a33842c199de2dd" providerId="LiveId" clId="{03B7172A-24DE-4F15-9EEA-ACEE23D13517}" dt="2026-09-01T18:45:41.493" v="243" actId="13926"/>
          <ac:spMkLst>
            <pc:docMk/>
            <pc:sldMk cId="3564415047" sldId="594"/>
            <ac:spMk id="3768" creationId="{F72E41E9-1D0C-0FFD-03FF-5E3CB0AB91C2}"/>
          </ac:spMkLst>
        </pc:spChg>
      </pc:sldChg>
      <pc:sldChg chg="modSp mod">
        <pc:chgData name="Daniel Paiva" userId="8a33842c199de2dd" providerId="LiveId" clId="{03B7172A-24DE-4F15-9EEA-ACEE23D13517}" dt="2026-09-02T11:42:06.726" v="1228" actId="14100"/>
        <pc:sldMkLst>
          <pc:docMk/>
          <pc:sldMk cId="0" sldId="597"/>
        </pc:sldMkLst>
        <pc:spChg chg="mod">
          <ac:chgData name="Daniel Paiva" userId="8a33842c199de2dd" providerId="LiveId" clId="{03B7172A-24DE-4F15-9EEA-ACEE23D13517}" dt="2026-09-01T18:54:20.650" v="263" actId="13926"/>
          <ac:spMkLst>
            <pc:docMk/>
            <pc:sldMk cId="0" sldId="597"/>
            <ac:spMk id="4" creationId="{0133D691-AA8F-884B-2DF5-F713AF420BF6}"/>
          </ac:spMkLst>
        </pc:spChg>
        <pc:spChg chg="mod">
          <ac:chgData name="Daniel Paiva" userId="8a33842c199de2dd" providerId="LiveId" clId="{03B7172A-24DE-4F15-9EEA-ACEE23D13517}" dt="2026-09-02T11:42:06.726" v="1228" actId="14100"/>
          <ac:spMkLst>
            <pc:docMk/>
            <pc:sldMk cId="0" sldId="597"/>
            <ac:spMk id="6" creationId="{3D92F862-C156-BDF1-1A02-774497A40944}"/>
          </ac:spMkLst>
        </pc:spChg>
      </pc:sldChg>
      <pc:sldChg chg="modSp mod">
        <pc:chgData name="Daniel Paiva" userId="8a33842c199de2dd" providerId="LiveId" clId="{03B7172A-24DE-4F15-9EEA-ACEE23D13517}" dt="2026-09-02T10:54:12.784" v="610" actId="6549"/>
        <pc:sldMkLst>
          <pc:docMk/>
          <pc:sldMk cId="3826706446" sldId="598"/>
        </pc:sldMkLst>
        <pc:spChg chg="mod">
          <ac:chgData name="Daniel Paiva" userId="8a33842c199de2dd" providerId="LiveId" clId="{03B7172A-24DE-4F15-9EEA-ACEE23D13517}" dt="2026-09-02T10:54:12.784" v="610" actId="6549"/>
          <ac:spMkLst>
            <pc:docMk/>
            <pc:sldMk cId="3826706446" sldId="598"/>
            <ac:spMk id="46" creationId="{6A106ABF-D4A2-5049-2A71-D8BE2827270D}"/>
          </ac:spMkLst>
        </pc:spChg>
        <pc:spChg chg="mod">
          <ac:chgData name="Daniel Paiva" userId="8a33842c199de2dd" providerId="LiveId" clId="{03B7172A-24DE-4F15-9EEA-ACEE23D13517}" dt="2026-09-02T10:53:38.090" v="606" actId="13926"/>
          <ac:spMkLst>
            <pc:docMk/>
            <pc:sldMk cId="3826706446" sldId="598"/>
            <ac:spMk id="4277" creationId="{1C704428-482C-F657-CEF8-427340898085}"/>
          </ac:spMkLst>
        </pc:spChg>
      </pc:sldChg>
      <pc:sldChg chg="modSp mod modNotesTx">
        <pc:chgData name="Daniel Paiva" userId="8a33842c199de2dd" providerId="LiveId" clId="{03B7172A-24DE-4F15-9EEA-ACEE23D13517}" dt="2026-09-01T19:17:53.776" v="568" actId="6549"/>
        <pc:sldMkLst>
          <pc:docMk/>
          <pc:sldMk cId="0" sldId="626"/>
        </pc:sldMkLst>
        <pc:spChg chg="mod">
          <ac:chgData name="Daniel Paiva" userId="8a33842c199de2dd" providerId="LiveId" clId="{03B7172A-24DE-4F15-9EEA-ACEE23D13517}" dt="2026-09-01T19:17:53.776" v="568" actId="6549"/>
          <ac:spMkLst>
            <pc:docMk/>
            <pc:sldMk cId="0" sldId="626"/>
            <ac:spMk id="17" creationId="{A98B4930-1249-FA4C-31DB-16D940173436}"/>
          </ac:spMkLst>
        </pc:spChg>
      </pc:sldChg>
      <pc:sldChg chg="modSp mod modNotesTx">
        <pc:chgData name="Daniel Paiva" userId="8a33842c199de2dd" providerId="LiveId" clId="{03B7172A-24DE-4F15-9EEA-ACEE23D13517}" dt="2026-09-02T11:10:26.228" v="854" actId="13926"/>
        <pc:sldMkLst>
          <pc:docMk/>
          <pc:sldMk cId="785036831" sldId="627"/>
        </pc:sldMkLst>
        <pc:spChg chg="mod">
          <ac:chgData name="Daniel Paiva" userId="8a33842c199de2dd" providerId="LiveId" clId="{03B7172A-24DE-4F15-9EEA-ACEE23D13517}" dt="2026-09-02T11:10:26.228" v="854" actId="13926"/>
          <ac:spMkLst>
            <pc:docMk/>
            <pc:sldMk cId="785036831" sldId="627"/>
            <ac:spMk id="17" creationId="{473EFC5B-00C7-5806-4FDD-DF111AF56C7F}"/>
          </ac:spMkLst>
        </pc:spChg>
      </pc:sldChg>
      <pc:sldChg chg="modSp mod modNotesTx">
        <pc:chgData name="Daniel Paiva" userId="8a33842c199de2dd" providerId="LiveId" clId="{03B7172A-24DE-4F15-9EEA-ACEE23D13517}" dt="2026-09-02T11:23:17.085" v="1064" actId="20577"/>
        <pc:sldMkLst>
          <pc:docMk/>
          <pc:sldMk cId="142255791" sldId="628"/>
        </pc:sldMkLst>
        <pc:spChg chg="mod">
          <ac:chgData name="Daniel Paiva" userId="8a33842c199de2dd" providerId="LiveId" clId="{03B7172A-24DE-4F15-9EEA-ACEE23D13517}" dt="2026-09-02T11:23:17.085" v="1064" actId="20577"/>
          <ac:spMkLst>
            <pc:docMk/>
            <pc:sldMk cId="142255791" sldId="628"/>
            <ac:spMk id="17" creationId="{B94138A0-C1C7-9D43-810A-FBC61735E3BA}"/>
          </ac:spMkLst>
        </pc:spChg>
      </pc:sldChg>
      <pc:sldChg chg="modSp mod modNotesTx">
        <pc:chgData name="Daniel Paiva" userId="8a33842c199de2dd" providerId="LiveId" clId="{03B7172A-24DE-4F15-9EEA-ACEE23D13517}" dt="2026-09-02T11:32:42.818" v="1221" actId="20577"/>
        <pc:sldMkLst>
          <pc:docMk/>
          <pc:sldMk cId="1823796871" sldId="629"/>
        </pc:sldMkLst>
        <pc:spChg chg="mod">
          <ac:chgData name="Daniel Paiva" userId="8a33842c199de2dd" providerId="LiveId" clId="{03B7172A-24DE-4F15-9EEA-ACEE23D13517}" dt="2026-09-02T11:32:42.818" v="1221" actId="20577"/>
          <ac:spMkLst>
            <pc:docMk/>
            <pc:sldMk cId="1823796871" sldId="629"/>
            <ac:spMk id="17" creationId="{8E2F80D2-1D59-13BA-3B4A-F34042BA632E}"/>
          </ac:spMkLst>
        </pc:spChg>
      </pc:sldChg>
      <pc:sldMasterChg chg="modSldLayout sldLayoutOrd">
        <pc:chgData name="Daniel Paiva" userId="8a33842c199de2dd" providerId="LiveId" clId="{03B7172A-24DE-4F15-9EEA-ACEE23D13517}" dt="2026-09-01T18:53:50.140" v="261" actId="13926"/>
        <pc:sldMasterMkLst>
          <pc:docMk/>
          <pc:sldMasterMk cId="0" sldId="2147483990"/>
        </pc:sldMasterMkLst>
        <pc:sldLayoutChg chg="modSp mod">
          <pc:chgData name="Daniel Paiva" userId="8a33842c199de2dd" providerId="LiveId" clId="{03B7172A-24DE-4F15-9EEA-ACEE23D13517}" dt="2026-09-01T18:40:33.245" v="192" actId="13926"/>
          <pc:sldLayoutMkLst>
            <pc:docMk/>
            <pc:sldMasterMk cId="0" sldId="2147483990"/>
            <pc:sldLayoutMk cId="0" sldId="2147483658"/>
          </pc:sldLayoutMkLst>
          <pc:spChg chg="mod">
            <ac:chgData name="Daniel Paiva" userId="8a33842c199de2dd" providerId="LiveId" clId="{03B7172A-24DE-4F15-9EEA-ACEE23D13517}" dt="2026-09-01T18:40:33.245" v="192" actId="13926"/>
            <ac:spMkLst>
              <pc:docMk/>
              <pc:sldMasterMk cId="0" sldId="2147483990"/>
              <pc:sldLayoutMk cId="0" sldId="2147483658"/>
              <ac:spMk id="135" creationId="{00000000-0000-0000-0000-000000000000}"/>
            </ac:spMkLst>
          </pc:spChg>
        </pc:sldLayoutChg>
        <pc:sldLayoutChg chg="modSp mod">
          <pc:chgData name="Daniel Paiva" userId="8a33842c199de2dd" providerId="LiveId" clId="{03B7172A-24DE-4F15-9EEA-ACEE23D13517}" dt="2026-09-01T18:40:45.252" v="194" actId="13926"/>
          <pc:sldLayoutMkLst>
            <pc:docMk/>
            <pc:sldMasterMk cId="0" sldId="2147483990"/>
            <pc:sldLayoutMk cId="0" sldId="2147483662"/>
          </pc:sldLayoutMkLst>
          <pc:spChg chg="mod">
            <ac:chgData name="Daniel Paiva" userId="8a33842c199de2dd" providerId="LiveId" clId="{03B7172A-24DE-4F15-9EEA-ACEE23D13517}" dt="2026-09-01T18:40:45.252" v="194" actId="13926"/>
            <ac:spMkLst>
              <pc:docMk/>
              <pc:sldMasterMk cId="0" sldId="2147483990"/>
              <pc:sldLayoutMk cId="0" sldId="2147483662"/>
              <ac:spMk id="185" creationId="{00000000-0000-0000-0000-000000000000}"/>
            </ac:spMkLst>
          </pc:spChg>
        </pc:sldLayoutChg>
        <pc:sldLayoutChg chg="modSp mod">
          <pc:chgData name="Daniel Paiva" userId="8a33842c199de2dd" providerId="LiveId" clId="{03B7172A-24DE-4F15-9EEA-ACEE23D13517}" dt="2026-09-01T18:41:04.180" v="196" actId="13926"/>
          <pc:sldLayoutMkLst>
            <pc:docMk/>
            <pc:sldMasterMk cId="0" sldId="2147483990"/>
            <pc:sldLayoutMk cId="0" sldId="2147483679"/>
          </pc:sldLayoutMkLst>
          <pc:spChg chg="mod">
            <ac:chgData name="Daniel Paiva" userId="8a33842c199de2dd" providerId="LiveId" clId="{03B7172A-24DE-4F15-9EEA-ACEE23D13517}" dt="2026-09-01T18:41:04.180" v="196" actId="13926"/>
            <ac:spMkLst>
              <pc:docMk/>
              <pc:sldMasterMk cId="0" sldId="2147483990"/>
              <pc:sldLayoutMk cId="0" sldId="2147483679"/>
              <ac:spMk id="334" creationId="{00000000-0000-0000-0000-000000000000}"/>
            </ac:spMkLst>
          </pc:spChg>
        </pc:sldLayoutChg>
        <pc:sldLayoutChg chg="modSp mod">
          <pc:chgData name="Daniel Paiva" userId="8a33842c199de2dd" providerId="LiveId" clId="{03B7172A-24DE-4F15-9EEA-ACEE23D13517}" dt="2026-09-01T18:41:19.677" v="198" actId="13926"/>
          <pc:sldLayoutMkLst>
            <pc:docMk/>
            <pc:sldMasterMk cId="0" sldId="2147483990"/>
            <pc:sldLayoutMk cId="0" sldId="2147483692"/>
          </pc:sldLayoutMkLst>
          <pc:spChg chg="mod">
            <ac:chgData name="Daniel Paiva" userId="8a33842c199de2dd" providerId="LiveId" clId="{03B7172A-24DE-4F15-9EEA-ACEE23D13517}" dt="2026-09-01T18:41:19.677" v="198" actId="13926"/>
            <ac:spMkLst>
              <pc:docMk/>
              <pc:sldMasterMk cId="0" sldId="2147483990"/>
              <pc:sldLayoutMk cId="0" sldId="2147483692"/>
              <ac:spMk id="496" creationId="{00000000-0000-0000-0000-000000000000}"/>
            </ac:spMkLst>
          </pc:spChg>
        </pc:sldLayoutChg>
        <pc:sldLayoutChg chg="modSp mod">
          <pc:chgData name="Daniel Paiva" userId="8a33842c199de2dd" providerId="LiveId" clId="{03B7172A-24DE-4F15-9EEA-ACEE23D13517}" dt="2026-09-01T18:41:29.201" v="200" actId="13926"/>
          <pc:sldLayoutMkLst>
            <pc:docMk/>
            <pc:sldMasterMk cId="0" sldId="2147483990"/>
            <pc:sldLayoutMk cId="0" sldId="2147483694"/>
          </pc:sldLayoutMkLst>
          <pc:spChg chg="mod">
            <ac:chgData name="Daniel Paiva" userId="8a33842c199de2dd" providerId="LiveId" clId="{03B7172A-24DE-4F15-9EEA-ACEE23D13517}" dt="2026-09-01T18:41:29.201" v="200" actId="13926"/>
            <ac:spMkLst>
              <pc:docMk/>
              <pc:sldMasterMk cId="0" sldId="2147483990"/>
              <pc:sldLayoutMk cId="0" sldId="2147483694"/>
              <ac:spMk id="509" creationId="{00000000-0000-0000-0000-000000000000}"/>
            </ac:spMkLst>
          </pc:spChg>
        </pc:sldLayoutChg>
        <pc:sldLayoutChg chg="modSp mod">
          <pc:chgData name="Daniel Paiva" userId="8a33842c199de2dd" providerId="LiveId" clId="{03B7172A-24DE-4F15-9EEA-ACEE23D13517}" dt="2026-09-01T18:41:38.150" v="202" actId="13926"/>
          <pc:sldLayoutMkLst>
            <pc:docMk/>
            <pc:sldMasterMk cId="0" sldId="2147483990"/>
            <pc:sldLayoutMk cId="0" sldId="2147483697"/>
          </pc:sldLayoutMkLst>
          <pc:spChg chg="mod">
            <ac:chgData name="Daniel Paiva" userId="8a33842c199de2dd" providerId="LiveId" clId="{03B7172A-24DE-4F15-9EEA-ACEE23D13517}" dt="2026-09-01T18:41:38.150" v="202" actId="13926"/>
            <ac:spMkLst>
              <pc:docMk/>
              <pc:sldMasterMk cId="0" sldId="2147483990"/>
              <pc:sldLayoutMk cId="0" sldId="2147483697"/>
              <ac:spMk id="533" creationId="{00000000-0000-0000-0000-000000000000}"/>
            </ac:spMkLst>
          </pc:spChg>
        </pc:sldLayoutChg>
        <pc:sldLayoutChg chg="modSp mod">
          <pc:chgData name="Daniel Paiva" userId="8a33842c199de2dd" providerId="LiveId" clId="{03B7172A-24DE-4F15-9EEA-ACEE23D13517}" dt="2026-09-01T18:41:48.951" v="204" actId="13926"/>
          <pc:sldLayoutMkLst>
            <pc:docMk/>
            <pc:sldMasterMk cId="0" sldId="2147483990"/>
            <pc:sldLayoutMk cId="0" sldId="2147483699"/>
          </pc:sldLayoutMkLst>
          <pc:spChg chg="mod">
            <ac:chgData name="Daniel Paiva" userId="8a33842c199de2dd" providerId="LiveId" clId="{03B7172A-24DE-4F15-9EEA-ACEE23D13517}" dt="2026-09-01T18:41:48.951" v="204" actId="13926"/>
            <ac:spMkLst>
              <pc:docMk/>
              <pc:sldMasterMk cId="0" sldId="2147483990"/>
              <pc:sldLayoutMk cId="0" sldId="2147483699"/>
              <ac:spMk id="554" creationId="{00000000-0000-0000-0000-000000000000}"/>
            </ac:spMkLst>
          </pc:spChg>
        </pc:sldLayoutChg>
        <pc:sldLayoutChg chg="modSp mod">
          <pc:chgData name="Daniel Paiva" userId="8a33842c199de2dd" providerId="LiveId" clId="{03B7172A-24DE-4F15-9EEA-ACEE23D13517}" dt="2026-09-01T18:40:12.274" v="190" actId="13926"/>
          <pc:sldLayoutMkLst>
            <pc:docMk/>
            <pc:sldMasterMk cId="0" sldId="2147483990"/>
            <pc:sldLayoutMk cId="0" sldId="2147483701"/>
          </pc:sldLayoutMkLst>
          <pc:spChg chg="mod">
            <ac:chgData name="Daniel Paiva" userId="8a33842c199de2dd" providerId="LiveId" clId="{03B7172A-24DE-4F15-9EEA-ACEE23D13517}" dt="2026-09-01T18:40:12.274" v="190" actId="13926"/>
            <ac:spMkLst>
              <pc:docMk/>
              <pc:sldMasterMk cId="0" sldId="2147483990"/>
              <pc:sldLayoutMk cId="0" sldId="2147483701"/>
              <ac:spMk id="578" creationId="{00000000-0000-0000-0000-000000000000}"/>
            </ac:spMkLst>
          </pc:spChg>
        </pc:sldLayoutChg>
        <pc:sldLayoutChg chg="modSp mod">
          <pc:chgData name="Daniel Paiva" userId="8a33842c199de2dd" providerId="LiveId" clId="{03B7172A-24DE-4F15-9EEA-ACEE23D13517}" dt="2026-09-01T18:40:01.929" v="188" actId="13926"/>
          <pc:sldLayoutMkLst>
            <pc:docMk/>
            <pc:sldMasterMk cId="0" sldId="2147483990"/>
            <pc:sldLayoutMk cId="0" sldId="2147483703"/>
          </pc:sldLayoutMkLst>
          <pc:spChg chg="mod">
            <ac:chgData name="Daniel Paiva" userId="8a33842c199de2dd" providerId="LiveId" clId="{03B7172A-24DE-4F15-9EEA-ACEE23D13517}" dt="2026-09-01T18:40:01.929" v="188" actId="13926"/>
            <ac:spMkLst>
              <pc:docMk/>
              <pc:sldMasterMk cId="0" sldId="2147483990"/>
              <pc:sldLayoutMk cId="0" sldId="2147483703"/>
              <ac:spMk id="596" creationId="{00000000-0000-0000-0000-000000000000}"/>
            </ac:spMkLst>
          </pc:spChg>
        </pc:sldLayoutChg>
        <pc:sldLayoutChg chg="modSp mod ord">
          <pc:chgData name="Daniel Paiva" userId="8a33842c199de2dd" providerId="LiveId" clId="{03B7172A-24DE-4F15-9EEA-ACEE23D13517}" dt="2026-09-01T18:19:07.343" v="2"/>
          <pc:sldLayoutMkLst>
            <pc:docMk/>
            <pc:sldMasterMk cId="0" sldId="2147483990"/>
            <pc:sldLayoutMk cId="0" sldId="2147483789"/>
          </pc:sldLayoutMkLst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789"/>
              <ac:spMk id="1511" creationId="{00000000-0000-0000-0000-000000000000}"/>
            </ac:spMkLst>
          </pc:spChg>
        </pc:sldLayoutChg>
        <pc:sldLayoutChg chg="modSp mod ord">
          <pc:chgData name="Daniel Paiva" userId="8a33842c199de2dd" providerId="LiveId" clId="{03B7172A-24DE-4F15-9EEA-ACEE23D13517}" dt="2026-09-01T18:19:07.343" v="2"/>
          <pc:sldLayoutMkLst>
            <pc:docMk/>
            <pc:sldMasterMk cId="0" sldId="2147483990"/>
            <pc:sldLayoutMk cId="0" sldId="2147483790"/>
          </pc:sldLayoutMkLst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790"/>
              <ac:spMk id="1517" creationId="{00000000-0000-0000-0000-000000000000}"/>
            </ac:spMkLst>
          </pc:spChg>
        </pc:sldLayoutChg>
        <pc:sldLayoutChg chg="modSp mod ord">
          <pc:chgData name="Daniel Paiva" userId="8a33842c199de2dd" providerId="LiveId" clId="{03B7172A-24DE-4F15-9EEA-ACEE23D13517}" dt="2026-09-01T18:19:07.343" v="2"/>
          <pc:sldLayoutMkLst>
            <pc:docMk/>
            <pc:sldMasterMk cId="0" sldId="2147483990"/>
            <pc:sldLayoutMk cId="0" sldId="2147483792"/>
          </pc:sldLayoutMkLst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792"/>
              <ac:spMk id="1531" creationId="{00000000-0000-0000-0000-000000000000}"/>
            </ac:spMkLst>
          </pc:spChg>
        </pc:sldLayoutChg>
        <pc:sldLayoutChg chg="modSp mod ord">
          <pc:chgData name="Daniel Paiva" userId="8a33842c199de2dd" providerId="LiveId" clId="{03B7172A-24DE-4F15-9EEA-ACEE23D13517}" dt="2026-09-01T18:19:07.343" v="2"/>
          <pc:sldLayoutMkLst>
            <pc:docMk/>
            <pc:sldMasterMk cId="0" sldId="2147483990"/>
            <pc:sldLayoutMk cId="0" sldId="2147483793"/>
          </pc:sldLayoutMkLst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793"/>
              <ac:spMk id="1537" creationId="{00000000-0000-0000-0000-000000000000}"/>
            </ac:spMkLst>
          </pc:spChg>
        </pc:sldLayoutChg>
        <pc:sldLayoutChg chg="modSp mod ord">
          <pc:chgData name="Daniel Paiva" userId="8a33842c199de2dd" providerId="LiveId" clId="{03B7172A-24DE-4F15-9EEA-ACEE23D13517}" dt="2026-09-01T18:19:07.343" v="2"/>
          <pc:sldLayoutMkLst>
            <pc:docMk/>
            <pc:sldMasterMk cId="0" sldId="2147483990"/>
            <pc:sldLayoutMk cId="0" sldId="2147483794"/>
          </pc:sldLayoutMkLst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794"/>
              <ac:spMk id="1542" creationId="{00000000-0000-0000-0000-000000000000}"/>
            </ac:spMkLst>
          </pc:spChg>
        </pc:sldLayoutChg>
        <pc:sldLayoutChg chg="modSp mod ord">
          <pc:chgData name="Daniel Paiva" userId="8a33842c199de2dd" providerId="LiveId" clId="{03B7172A-24DE-4F15-9EEA-ACEE23D13517}" dt="2026-09-01T18:39:38.597" v="186" actId="13926"/>
          <pc:sldLayoutMkLst>
            <pc:docMk/>
            <pc:sldMasterMk cId="0" sldId="2147483990"/>
            <pc:sldLayoutMk cId="0" sldId="2147483795"/>
          </pc:sldLayoutMkLst>
          <pc:spChg chg="mod">
            <ac:chgData name="Daniel Paiva" userId="8a33842c199de2dd" providerId="LiveId" clId="{03B7172A-24DE-4F15-9EEA-ACEE23D13517}" dt="2026-09-01T18:39:38.597" v="186" actId="13926"/>
            <ac:spMkLst>
              <pc:docMk/>
              <pc:sldMasterMk cId="0" sldId="2147483990"/>
              <pc:sldLayoutMk cId="0" sldId="2147483795"/>
              <ac:spMk id="1551" creationId="{00000000-0000-0000-0000-000000000000}"/>
            </ac:spMkLst>
          </pc:spChg>
        </pc:sldLayoutChg>
        <pc:sldLayoutChg chg="mod ord">
          <pc:chgData name="Daniel Paiva" userId="8a33842c199de2dd" providerId="LiveId" clId="{03B7172A-24DE-4F15-9EEA-ACEE23D13517}" dt="2026-09-01T18:19:07.343" v="2"/>
          <pc:sldLayoutMkLst>
            <pc:docMk/>
            <pc:sldMasterMk cId="0" sldId="2147483990"/>
            <pc:sldLayoutMk cId="0" sldId="2147483796"/>
          </pc:sldLayoutMkLst>
        </pc:sldLayoutChg>
        <pc:sldLayoutChg chg="modSp mod ord">
          <pc:chgData name="Daniel Paiva" userId="8a33842c199de2dd" providerId="LiveId" clId="{03B7172A-24DE-4F15-9EEA-ACEE23D13517}" dt="2026-09-01T18:19:07.343" v="2"/>
          <pc:sldLayoutMkLst>
            <pc:docMk/>
            <pc:sldMasterMk cId="0" sldId="2147483990"/>
            <pc:sldLayoutMk cId="0" sldId="2147483797"/>
          </pc:sldLayoutMkLst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797"/>
              <ac:spMk id="1559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797"/>
              <ac:spMk id="1560" creationId="{00000000-0000-0000-0000-000000000000}"/>
            </ac:spMkLst>
          </pc:spChg>
        </pc:sldLayoutChg>
        <pc:sldLayoutChg chg="modSp mod ord">
          <pc:chgData name="Daniel Paiva" userId="8a33842c199de2dd" providerId="LiveId" clId="{03B7172A-24DE-4F15-9EEA-ACEE23D13517}" dt="2026-09-01T18:19:07.343" v="2"/>
          <pc:sldLayoutMkLst>
            <pc:docMk/>
            <pc:sldMasterMk cId="0" sldId="2147483990"/>
            <pc:sldLayoutMk cId="0" sldId="2147483798"/>
          </pc:sldLayoutMkLst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798"/>
              <ac:spMk id="1568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798"/>
              <ac:spMk id="1569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798"/>
              <ac:spMk id="1570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798"/>
              <ac:spMk id="1571" creationId="{00000000-0000-0000-0000-000000000000}"/>
            </ac:spMkLst>
          </pc:spChg>
        </pc:sldLayoutChg>
        <pc:sldLayoutChg chg="mod ord">
          <pc:chgData name="Daniel Paiva" userId="8a33842c199de2dd" providerId="LiveId" clId="{03B7172A-24DE-4F15-9EEA-ACEE23D13517}" dt="2026-09-01T18:19:07.343" v="2"/>
          <pc:sldLayoutMkLst>
            <pc:docMk/>
            <pc:sldMasterMk cId="0" sldId="2147483990"/>
            <pc:sldLayoutMk cId="0" sldId="2147483799"/>
          </pc:sldLayoutMkLst>
        </pc:sldLayoutChg>
        <pc:sldLayoutChg chg="mod ord">
          <pc:chgData name="Daniel Paiva" userId="8a33842c199de2dd" providerId="LiveId" clId="{03B7172A-24DE-4F15-9EEA-ACEE23D13517}" dt="2026-09-01T18:19:07.343" v="2"/>
          <pc:sldLayoutMkLst>
            <pc:docMk/>
            <pc:sldMasterMk cId="0" sldId="2147483990"/>
            <pc:sldLayoutMk cId="0" sldId="2147483800"/>
          </pc:sldLayoutMkLst>
        </pc:sldLayoutChg>
        <pc:sldLayoutChg chg="modSp mod ord">
          <pc:chgData name="Daniel Paiva" userId="8a33842c199de2dd" providerId="LiveId" clId="{03B7172A-24DE-4F15-9EEA-ACEE23D13517}" dt="2026-09-01T18:19:07.343" v="2"/>
          <pc:sldLayoutMkLst>
            <pc:docMk/>
            <pc:sldMasterMk cId="0" sldId="2147483990"/>
            <pc:sldLayoutMk cId="0" sldId="2147483801"/>
          </pc:sldLayoutMkLst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01"/>
              <ac:spMk id="1603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01"/>
              <ac:spMk id="1604" creationId="{00000000-0000-0000-0000-000000000000}"/>
            </ac:spMkLst>
          </pc:spChg>
        </pc:sldLayoutChg>
        <pc:sldLayoutChg chg="modSp mod ord">
          <pc:chgData name="Daniel Paiva" userId="8a33842c199de2dd" providerId="LiveId" clId="{03B7172A-24DE-4F15-9EEA-ACEE23D13517}" dt="2026-09-01T18:19:07.343" v="2"/>
          <pc:sldLayoutMkLst>
            <pc:docMk/>
            <pc:sldMasterMk cId="0" sldId="2147483990"/>
            <pc:sldLayoutMk cId="0" sldId="2147483802"/>
          </pc:sldLayoutMkLst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02"/>
              <ac:spMk id="1614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02"/>
              <ac:spMk id="1615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02"/>
              <ac:spMk id="1616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02"/>
              <ac:spMk id="1617" creationId="{00000000-0000-0000-0000-000000000000}"/>
            </ac:spMkLst>
          </pc:spChg>
        </pc:sldLayoutChg>
        <pc:sldLayoutChg chg="modSp mod ord">
          <pc:chgData name="Daniel Paiva" userId="8a33842c199de2dd" providerId="LiveId" clId="{03B7172A-24DE-4F15-9EEA-ACEE23D13517}" dt="2026-09-01T18:19:07.343" v="2"/>
          <pc:sldLayoutMkLst>
            <pc:docMk/>
            <pc:sldMasterMk cId="0" sldId="2147483990"/>
            <pc:sldLayoutMk cId="0" sldId="2147483803"/>
          </pc:sldLayoutMkLst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03"/>
              <ac:spMk id="1658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03"/>
              <ac:spMk id="1659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03"/>
              <ac:spMk id="1660" creationId="{00000000-0000-0000-0000-000000000000}"/>
            </ac:spMkLst>
          </pc:spChg>
        </pc:sldLayoutChg>
        <pc:sldLayoutChg chg="mod ord">
          <pc:chgData name="Daniel Paiva" userId="8a33842c199de2dd" providerId="LiveId" clId="{03B7172A-24DE-4F15-9EEA-ACEE23D13517}" dt="2026-09-01T18:19:07.343" v="2"/>
          <pc:sldLayoutMkLst>
            <pc:docMk/>
            <pc:sldMasterMk cId="0" sldId="2147483990"/>
            <pc:sldLayoutMk cId="0" sldId="2147483804"/>
          </pc:sldLayoutMkLst>
        </pc:sldLayoutChg>
        <pc:sldLayoutChg chg="modSp mod ord">
          <pc:chgData name="Daniel Paiva" userId="8a33842c199de2dd" providerId="LiveId" clId="{03B7172A-24DE-4F15-9EEA-ACEE23D13517}" dt="2026-09-01T18:45:19.911" v="241" actId="13926"/>
          <pc:sldLayoutMkLst>
            <pc:docMk/>
            <pc:sldMasterMk cId="0" sldId="2147483990"/>
            <pc:sldLayoutMk cId="0" sldId="2147483836"/>
          </pc:sldLayoutMkLst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36"/>
              <ac:spMk id="2009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36"/>
              <ac:spMk id="2010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36"/>
              <ac:spMk id="2011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45:19.911" v="241" actId="13926"/>
            <ac:spMkLst>
              <pc:docMk/>
              <pc:sldMasterMk cId="0" sldId="2147483990"/>
              <pc:sldLayoutMk cId="0" sldId="2147483836"/>
              <ac:spMk id="2013" creationId="{00000000-0000-0000-0000-000000000000}"/>
            </ac:spMkLst>
          </pc:spChg>
        </pc:sldLayoutChg>
        <pc:sldLayoutChg chg="modSp mod ord">
          <pc:chgData name="Daniel Paiva" userId="8a33842c199de2dd" providerId="LiveId" clId="{03B7172A-24DE-4F15-9EEA-ACEE23D13517}" dt="2026-09-01T18:42:57.657" v="218" actId="13926"/>
          <pc:sldLayoutMkLst>
            <pc:docMk/>
            <pc:sldMasterMk cId="0" sldId="2147483990"/>
            <pc:sldLayoutMk cId="0" sldId="2147483839"/>
          </pc:sldLayoutMkLst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39"/>
              <ac:spMk id="2033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39"/>
              <ac:spMk id="2034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39"/>
              <ac:spMk id="2035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42:57.657" v="218" actId="13926"/>
            <ac:spMkLst>
              <pc:docMk/>
              <pc:sldMasterMk cId="0" sldId="2147483990"/>
              <pc:sldLayoutMk cId="0" sldId="2147483839"/>
              <ac:spMk id="2037" creationId="{00000000-0000-0000-0000-000000000000}"/>
            </ac:spMkLst>
          </pc:spChg>
        </pc:sldLayoutChg>
        <pc:sldLayoutChg chg="modSp mod ord">
          <pc:chgData name="Daniel Paiva" userId="8a33842c199de2dd" providerId="LiveId" clId="{03B7172A-24DE-4F15-9EEA-ACEE23D13517}" dt="2026-09-01T18:19:07.343" v="2"/>
          <pc:sldLayoutMkLst>
            <pc:docMk/>
            <pc:sldMasterMk cId="0" sldId="2147483990"/>
            <pc:sldLayoutMk cId="0" sldId="2147483848"/>
          </pc:sldLayoutMkLst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48"/>
              <ac:spMk id="2111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48"/>
              <ac:spMk id="2112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48"/>
              <ac:spMk id="2113" creationId="{00000000-0000-0000-0000-000000000000}"/>
            </ac:spMkLst>
          </pc:spChg>
        </pc:sldLayoutChg>
        <pc:sldLayoutChg chg="modSp mod ord">
          <pc:chgData name="Daniel Paiva" userId="8a33842c199de2dd" providerId="LiveId" clId="{03B7172A-24DE-4F15-9EEA-ACEE23D13517}" dt="2026-09-01T18:19:07.343" v="2"/>
          <pc:sldLayoutMkLst>
            <pc:docMk/>
            <pc:sldMasterMk cId="0" sldId="2147483990"/>
            <pc:sldLayoutMk cId="0" sldId="2147483849"/>
          </pc:sldLayoutMkLst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49"/>
              <ac:spMk id="2119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49"/>
              <ac:spMk id="2120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49"/>
              <ac:spMk id="2121" creationId="{00000000-0000-0000-0000-000000000000}"/>
            </ac:spMkLst>
          </pc:spChg>
        </pc:sldLayoutChg>
        <pc:sldLayoutChg chg="modSp mod ord">
          <pc:chgData name="Daniel Paiva" userId="8a33842c199de2dd" providerId="LiveId" clId="{03B7172A-24DE-4F15-9EEA-ACEE23D13517}" dt="2026-09-01T18:19:07.343" v="2"/>
          <pc:sldLayoutMkLst>
            <pc:docMk/>
            <pc:sldMasterMk cId="0" sldId="2147483990"/>
            <pc:sldLayoutMk cId="0" sldId="2147483850"/>
          </pc:sldLayoutMkLst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50"/>
              <ac:spMk id="2129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50"/>
              <ac:spMk id="2130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50"/>
              <ac:spMk id="2131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50"/>
              <ac:spMk id="2132" creationId="{00000000-0000-0000-0000-000000000000}"/>
            </ac:spMkLst>
          </pc:spChg>
        </pc:sldLayoutChg>
        <pc:sldLayoutChg chg="mod ord">
          <pc:chgData name="Daniel Paiva" userId="8a33842c199de2dd" providerId="LiveId" clId="{03B7172A-24DE-4F15-9EEA-ACEE23D13517}" dt="2026-09-01T18:19:07.343" v="2"/>
          <pc:sldLayoutMkLst>
            <pc:docMk/>
            <pc:sldMasterMk cId="0" sldId="2147483990"/>
            <pc:sldLayoutMk cId="0" sldId="2147483851"/>
          </pc:sldLayoutMkLst>
        </pc:sldLayoutChg>
        <pc:sldLayoutChg chg="mod ord">
          <pc:chgData name="Daniel Paiva" userId="8a33842c199de2dd" providerId="LiveId" clId="{03B7172A-24DE-4F15-9EEA-ACEE23D13517}" dt="2026-09-01T18:19:07.343" v="2"/>
          <pc:sldLayoutMkLst>
            <pc:docMk/>
            <pc:sldMasterMk cId="0" sldId="2147483990"/>
            <pc:sldLayoutMk cId="0" sldId="2147483852"/>
          </pc:sldLayoutMkLst>
        </pc:sldLayoutChg>
        <pc:sldLayoutChg chg="mod ord">
          <pc:chgData name="Daniel Paiva" userId="8a33842c199de2dd" providerId="LiveId" clId="{03B7172A-24DE-4F15-9EEA-ACEE23D13517}" dt="2026-09-01T18:19:07.343" v="2"/>
          <pc:sldLayoutMkLst>
            <pc:docMk/>
            <pc:sldMasterMk cId="0" sldId="2147483990"/>
            <pc:sldLayoutMk cId="0" sldId="2147483853"/>
          </pc:sldLayoutMkLst>
        </pc:sldLayoutChg>
        <pc:sldLayoutChg chg="modSp mod ord">
          <pc:chgData name="Daniel Paiva" userId="8a33842c199de2dd" providerId="LiveId" clId="{03B7172A-24DE-4F15-9EEA-ACEE23D13517}" dt="2026-09-01T18:19:07.343" v="2"/>
          <pc:sldLayoutMkLst>
            <pc:docMk/>
            <pc:sldMasterMk cId="0" sldId="2147483990"/>
            <pc:sldLayoutMk cId="0" sldId="2147483854"/>
          </pc:sldLayoutMkLst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54"/>
              <ac:spMk id="2175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54"/>
              <ac:spMk id="2176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54"/>
              <ac:spMk id="2178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54"/>
              <ac:spMk id="2180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54"/>
              <ac:spMk id="2182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54"/>
              <ac:spMk id="2183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54"/>
              <ac:spMk id="2184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54"/>
              <ac:spMk id="2185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54"/>
              <ac:spMk id="2186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54"/>
              <ac:spMk id="2187" creationId="{00000000-0000-0000-0000-000000000000}"/>
            </ac:spMkLst>
          </pc:spChg>
        </pc:sldLayoutChg>
        <pc:sldLayoutChg chg="modSp mod ord">
          <pc:chgData name="Daniel Paiva" userId="8a33842c199de2dd" providerId="LiveId" clId="{03B7172A-24DE-4F15-9EEA-ACEE23D13517}" dt="2026-09-01T18:19:07.343" v="2"/>
          <pc:sldLayoutMkLst>
            <pc:docMk/>
            <pc:sldMasterMk cId="0" sldId="2147483990"/>
            <pc:sldLayoutMk cId="0" sldId="2147483855"/>
          </pc:sldLayoutMkLst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55"/>
              <ac:spMk id="2194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55"/>
              <ac:spMk id="2197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55"/>
              <ac:spMk id="2198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55"/>
              <ac:spMk id="2199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55"/>
              <ac:spMk id="2200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55"/>
              <ac:spMk id="2201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55"/>
              <ac:spMk id="2202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55"/>
              <ac:spMk id="2203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55"/>
              <ac:spMk id="2204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55"/>
              <ac:spMk id="2205" creationId="{00000000-0000-0000-0000-000000000000}"/>
            </ac:spMkLst>
          </pc:spChg>
        </pc:sldLayoutChg>
        <pc:sldLayoutChg chg="modSp mod ord">
          <pc:chgData name="Daniel Paiva" userId="8a33842c199de2dd" providerId="LiveId" clId="{03B7172A-24DE-4F15-9EEA-ACEE23D13517}" dt="2026-09-01T18:19:07.343" v="2"/>
          <pc:sldLayoutMkLst>
            <pc:docMk/>
            <pc:sldMasterMk cId="0" sldId="2147483990"/>
            <pc:sldLayoutMk cId="0" sldId="2147483856"/>
          </pc:sldLayoutMkLst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56"/>
              <ac:spMk id="2217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56"/>
              <ac:spMk id="2218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56"/>
              <ac:spMk id="2219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56"/>
              <ac:spMk id="2220" creationId="{00000000-0000-0000-0000-000000000000}"/>
            </ac:spMkLst>
          </pc:spChg>
        </pc:sldLayoutChg>
        <pc:sldLayoutChg chg="modSp mod ord">
          <pc:chgData name="Daniel Paiva" userId="8a33842c199de2dd" providerId="LiveId" clId="{03B7172A-24DE-4F15-9EEA-ACEE23D13517}" dt="2026-09-01T18:19:07.343" v="2"/>
          <pc:sldLayoutMkLst>
            <pc:docMk/>
            <pc:sldMasterMk cId="0" sldId="2147483990"/>
            <pc:sldLayoutMk cId="0" sldId="2147483857"/>
          </pc:sldLayoutMkLst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57"/>
              <ac:spMk id="2258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57"/>
              <ac:spMk id="2259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57"/>
              <ac:spMk id="2260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57"/>
              <ac:spMk id="2261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57"/>
              <ac:spMk id="2262" creationId="{00000000-0000-0000-0000-000000000000}"/>
            </ac:spMkLst>
          </pc:spChg>
        </pc:sldLayoutChg>
        <pc:sldLayoutChg chg="modSp mod ord">
          <pc:chgData name="Daniel Paiva" userId="8a33842c199de2dd" providerId="LiveId" clId="{03B7172A-24DE-4F15-9EEA-ACEE23D13517}" dt="2026-09-01T18:19:07.343" v="2"/>
          <pc:sldLayoutMkLst>
            <pc:docMk/>
            <pc:sldMasterMk cId="0" sldId="2147483990"/>
            <pc:sldLayoutMk cId="0" sldId="2147483858"/>
          </pc:sldLayoutMkLst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58"/>
              <ac:spMk id="2270" creationId="{00000000-0000-0000-0000-000000000000}"/>
            </ac:spMkLst>
          </pc:spChg>
        </pc:sldLayoutChg>
        <pc:sldLayoutChg chg="modSp mod ord">
          <pc:chgData name="Daniel Paiva" userId="8a33842c199de2dd" providerId="LiveId" clId="{03B7172A-24DE-4F15-9EEA-ACEE23D13517}" dt="2026-09-01T18:19:07.343" v="2"/>
          <pc:sldLayoutMkLst>
            <pc:docMk/>
            <pc:sldMasterMk cId="0" sldId="2147483990"/>
            <pc:sldLayoutMk cId="0" sldId="2147483859"/>
          </pc:sldLayoutMkLst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59"/>
              <ac:spMk id="2278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59"/>
              <ac:spMk id="2279" creationId="{00000000-0000-0000-0000-000000000000}"/>
            </ac:spMkLst>
          </pc:spChg>
        </pc:sldLayoutChg>
        <pc:sldLayoutChg chg="modSp mod ord">
          <pc:chgData name="Daniel Paiva" userId="8a33842c199de2dd" providerId="LiveId" clId="{03B7172A-24DE-4F15-9EEA-ACEE23D13517}" dt="2026-09-01T18:19:07.343" v="2"/>
          <pc:sldLayoutMkLst>
            <pc:docMk/>
            <pc:sldMasterMk cId="0" sldId="2147483990"/>
            <pc:sldLayoutMk cId="0" sldId="2147483860"/>
          </pc:sldLayoutMkLst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60"/>
              <ac:spMk id="2287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60"/>
              <ac:spMk id="2288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60"/>
              <ac:spMk id="2289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60"/>
              <ac:spMk id="2290" creationId="{00000000-0000-0000-0000-000000000000}"/>
            </ac:spMkLst>
          </pc:spChg>
        </pc:sldLayoutChg>
        <pc:sldLayoutChg chg="modSp mod ord">
          <pc:chgData name="Daniel Paiva" userId="8a33842c199de2dd" providerId="LiveId" clId="{03B7172A-24DE-4F15-9EEA-ACEE23D13517}" dt="2026-09-01T18:19:07.343" v="2"/>
          <pc:sldLayoutMkLst>
            <pc:docMk/>
            <pc:sldMasterMk cId="0" sldId="2147483990"/>
            <pc:sldLayoutMk cId="0" sldId="2147483861"/>
          </pc:sldLayoutMkLst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61"/>
              <ac:spMk id="2298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61"/>
              <ac:spMk id="2299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61"/>
              <ac:spMk id="2301" creationId="{00000000-0000-0000-0000-000000000000}"/>
            </ac:spMkLst>
          </pc:spChg>
        </pc:sldLayoutChg>
        <pc:sldLayoutChg chg="modSp mod ord">
          <pc:chgData name="Daniel Paiva" userId="8a33842c199de2dd" providerId="LiveId" clId="{03B7172A-24DE-4F15-9EEA-ACEE23D13517}" dt="2026-09-01T18:19:07.343" v="2"/>
          <pc:sldLayoutMkLst>
            <pc:docMk/>
            <pc:sldMasterMk cId="0" sldId="2147483990"/>
            <pc:sldLayoutMk cId="0" sldId="2147483862"/>
          </pc:sldLayoutMkLst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62"/>
              <ac:spMk id="2309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62"/>
              <ac:spMk id="2310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862"/>
              <ac:spMk id="2311" creationId="{00000000-0000-0000-0000-000000000000}"/>
            </ac:spMkLst>
          </pc:spChg>
        </pc:sldLayoutChg>
        <pc:sldLayoutChg chg="mod ord">
          <pc:chgData name="Daniel Paiva" userId="8a33842c199de2dd" providerId="LiveId" clId="{03B7172A-24DE-4F15-9EEA-ACEE23D13517}" dt="2026-09-01T18:19:07.343" v="2"/>
          <pc:sldLayoutMkLst>
            <pc:docMk/>
            <pc:sldMasterMk cId="0" sldId="2147483990"/>
            <pc:sldLayoutMk cId="0" sldId="2147483907"/>
          </pc:sldLayoutMkLst>
        </pc:sldLayoutChg>
        <pc:sldLayoutChg chg="mod ord">
          <pc:chgData name="Daniel Paiva" userId="8a33842c199de2dd" providerId="LiveId" clId="{03B7172A-24DE-4F15-9EEA-ACEE23D13517}" dt="2026-09-01T18:19:07.343" v="2"/>
          <pc:sldLayoutMkLst>
            <pc:docMk/>
            <pc:sldMasterMk cId="0" sldId="2147483990"/>
            <pc:sldLayoutMk cId="0" sldId="2147483908"/>
          </pc:sldLayoutMkLst>
        </pc:sldLayoutChg>
        <pc:sldLayoutChg chg="mod ord">
          <pc:chgData name="Daniel Paiva" userId="8a33842c199de2dd" providerId="LiveId" clId="{03B7172A-24DE-4F15-9EEA-ACEE23D13517}" dt="2026-09-01T18:19:07.343" v="2"/>
          <pc:sldLayoutMkLst>
            <pc:docMk/>
            <pc:sldMasterMk cId="0" sldId="2147483990"/>
            <pc:sldLayoutMk cId="0" sldId="2147483909"/>
          </pc:sldLayoutMkLst>
        </pc:sldLayoutChg>
        <pc:sldLayoutChg chg="modSp mod ord">
          <pc:chgData name="Daniel Paiva" userId="8a33842c199de2dd" providerId="LiveId" clId="{03B7172A-24DE-4F15-9EEA-ACEE23D13517}" dt="2026-09-01T18:19:07.343" v="2"/>
          <pc:sldLayoutMkLst>
            <pc:docMk/>
            <pc:sldMasterMk cId="0" sldId="2147483990"/>
            <pc:sldLayoutMk cId="0" sldId="2147483910"/>
          </pc:sldLayoutMkLst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910"/>
              <ac:spMk id="2785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910"/>
              <ac:spMk id="2786" creationId="{00000000-0000-0000-0000-000000000000}"/>
            </ac:spMkLst>
          </pc:spChg>
        </pc:sldLayoutChg>
        <pc:sldLayoutChg chg="modSp mod ord">
          <pc:chgData name="Daniel Paiva" userId="8a33842c199de2dd" providerId="LiveId" clId="{03B7172A-24DE-4F15-9EEA-ACEE23D13517}" dt="2026-09-01T18:19:07.343" v="2"/>
          <pc:sldLayoutMkLst>
            <pc:docMk/>
            <pc:sldMasterMk cId="0" sldId="2147483990"/>
            <pc:sldLayoutMk cId="0" sldId="2147483911"/>
          </pc:sldLayoutMkLst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911"/>
              <ac:spMk id="2796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911"/>
              <ac:spMk id="2797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911"/>
              <ac:spMk id="2798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911"/>
              <ac:spMk id="2799" creationId="{00000000-0000-0000-0000-000000000000}"/>
            </ac:spMkLst>
          </pc:spChg>
        </pc:sldLayoutChg>
        <pc:sldLayoutChg chg="modSp mod ord">
          <pc:chgData name="Daniel Paiva" userId="8a33842c199de2dd" providerId="LiveId" clId="{03B7172A-24DE-4F15-9EEA-ACEE23D13517}" dt="2026-09-01T18:19:07.343" v="2"/>
          <pc:sldLayoutMkLst>
            <pc:docMk/>
            <pc:sldMasterMk cId="0" sldId="2147483990"/>
            <pc:sldLayoutMk cId="0" sldId="2147483912"/>
          </pc:sldLayoutMkLst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912"/>
              <ac:spMk id="2841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912"/>
              <ac:spMk id="2842" creationId="{00000000-0000-0000-0000-000000000000}"/>
            </ac:spMkLst>
          </pc:spChg>
        </pc:sldLayoutChg>
        <pc:sldLayoutChg chg="modSp mod ord">
          <pc:chgData name="Daniel Paiva" userId="8a33842c199de2dd" providerId="LiveId" clId="{03B7172A-24DE-4F15-9EEA-ACEE23D13517}" dt="2026-09-01T18:19:07.343" v="2"/>
          <pc:sldLayoutMkLst>
            <pc:docMk/>
            <pc:sldMasterMk cId="0" sldId="2147483990"/>
            <pc:sldLayoutMk cId="0" sldId="2147483913"/>
          </pc:sldLayoutMkLst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913"/>
              <ac:spMk id="2850" creationId="{00000000-0000-0000-0000-000000000000}"/>
            </ac:spMkLst>
          </pc:spChg>
        </pc:sldLayoutChg>
        <pc:sldLayoutChg chg="modSp mod ord">
          <pc:chgData name="Daniel Paiva" userId="8a33842c199de2dd" providerId="LiveId" clId="{03B7172A-24DE-4F15-9EEA-ACEE23D13517}" dt="2026-09-01T18:19:07.343" v="2"/>
          <pc:sldLayoutMkLst>
            <pc:docMk/>
            <pc:sldMasterMk cId="0" sldId="2147483990"/>
            <pc:sldLayoutMk cId="0" sldId="2147483914"/>
          </pc:sldLayoutMkLst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914"/>
              <ac:spMk id="2854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914"/>
              <ac:spMk id="2855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914"/>
              <ac:spMk id="2856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914"/>
              <ac:spMk id="2857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914"/>
              <ac:spMk id="2858" creationId="{00000000-0000-0000-0000-000000000000}"/>
            </ac:spMkLst>
          </pc:spChg>
        </pc:sldLayoutChg>
        <pc:sldLayoutChg chg="modSp mod ord">
          <pc:chgData name="Daniel Paiva" userId="8a33842c199de2dd" providerId="LiveId" clId="{03B7172A-24DE-4F15-9EEA-ACEE23D13517}" dt="2026-09-01T18:19:07.343" v="2"/>
          <pc:sldLayoutMkLst>
            <pc:docMk/>
            <pc:sldMasterMk cId="0" sldId="2147483990"/>
            <pc:sldLayoutMk cId="0" sldId="2147483915"/>
          </pc:sldLayoutMkLst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915"/>
              <ac:spMk id="2866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915"/>
              <ac:spMk id="2867" creationId="{00000000-0000-0000-0000-000000000000}"/>
            </ac:spMkLst>
          </pc:spChg>
        </pc:sldLayoutChg>
        <pc:sldLayoutChg chg="modSp mod ord">
          <pc:chgData name="Daniel Paiva" userId="8a33842c199de2dd" providerId="LiveId" clId="{03B7172A-24DE-4F15-9EEA-ACEE23D13517}" dt="2026-09-01T18:19:07.343" v="2"/>
          <pc:sldLayoutMkLst>
            <pc:docMk/>
            <pc:sldMasterMk cId="0" sldId="2147483990"/>
            <pc:sldLayoutMk cId="0" sldId="2147483916"/>
          </pc:sldLayoutMkLst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916"/>
              <ac:spMk id="2875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916"/>
              <ac:spMk id="2876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916"/>
              <ac:spMk id="2877" creationId="{00000000-0000-0000-0000-000000000000}"/>
            </ac:spMkLst>
          </pc:spChg>
        </pc:sldLayoutChg>
        <pc:sldLayoutChg chg="modSp mod ord">
          <pc:chgData name="Daniel Paiva" userId="8a33842c199de2dd" providerId="LiveId" clId="{03B7172A-24DE-4F15-9EEA-ACEE23D13517}" dt="2026-09-01T18:19:07.343" v="2"/>
          <pc:sldLayoutMkLst>
            <pc:docMk/>
            <pc:sldMasterMk cId="0" sldId="2147483990"/>
            <pc:sldLayoutMk cId="0" sldId="2147483917"/>
          </pc:sldLayoutMkLst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917"/>
              <ac:spMk id="2885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917"/>
              <ac:spMk id="2886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917"/>
              <ac:spMk id="2888" creationId="{00000000-0000-0000-0000-000000000000}"/>
            </ac:spMkLst>
          </pc:spChg>
        </pc:sldLayoutChg>
        <pc:sldLayoutChg chg="modSp mod ord">
          <pc:chgData name="Daniel Paiva" userId="8a33842c199de2dd" providerId="LiveId" clId="{03B7172A-24DE-4F15-9EEA-ACEE23D13517}" dt="2026-09-01T18:19:07.343" v="2"/>
          <pc:sldLayoutMkLst>
            <pc:docMk/>
            <pc:sldMasterMk cId="0" sldId="2147483990"/>
            <pc:sldLayoutMk cId="0" sldId="2147483918"/>
          </pc:sldLayoutMkLst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918"/>
              <ac:spMk id="2896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918"/>
              <ac:spMk id="2897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918"/>
              <ac:spMk id="2898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918"/>
              <ac:spMk id="2899" creationId="{00000000-0000-0000-0000-000000000000}"/>
            </ac:spMkLst>
          </pc:spChg>
        </pc:sldLayoutChg>
        <pc:sldLayoutChg chg="modSp mod ord">
          <pc:chgData name="Daniel Paiva" userId="8a33842c199de2dd" providerId="LiveId" clId="{03B7172A-24DE-4F15-9EEA-ACEE23D13517}" dt="2026-09-01T18:19:07.343" v="2"/>
          <pc:sldLayoutMkLst>
            <pc:docMk/>
            <pc:sldMasterMk cId="0" sldId="2147483990"/>
            <pc:sldLayoutMk cId="0" sldId="2147483919"/>
          </pc:sldLayoutMkLst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919"/>
              <ac:spMk id="2907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919"/>
              <ac:spMk id="2908" creationId="{00000000-0000-0000-0000-000000000000}"/>
            </ac:spMkLst>
          </pc:spChg>
        </pc:sldLayoutChg>
        <pc:sldLayoutChg chg="modSp mod ord">
          <pc:chgData name="Daniel Paiva" userId="8a33842c199de2dd" providerId="LiveId" clId="{03B7172A-24DE-4F15-9EEA-ACEE23D13517}" dt="2026-09-01T18:19:07.343" v="2"/>
          <pc:sldLayoutMkLst>
            <pc:docMk/>
            <pc:sldMasterMk cId="0" sldId="2147483990"/>
            <pc:sldLayoutMk cId="0" sldId="2147483920"/>
          </pc:sldLayoutMkLst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920"/>
              <ac:spMk id="2915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920"/>
              <ac:spMk id="2916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920"/>
              <ac:spMk id="2918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920"/>
              <ac:spMk id="2919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920"/>
              <ac:spMk id="2920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920"/>
              <ac:spMk id="2921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920"/>
              <ac:spMk id="2922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920"/>
              <ac:spMk id="2923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920"/>
              <ac:spMk id="2926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920"/>
              <ac:spMk id="2927" creationId="{00000000-0000-0000-0000-000000000000}"/>
            </ac:spMkLst>
          </pc:spChg>
        </pc:sldLayoutChg>
        <pc:sldLayoutChg chg="modSp mod ord">
          <pc:chgData name="Daniel Paiva" userId="8a33842c199de2dd" providerId="LiveId" clId="{03B7172A-24DE-4F15-9EEA-ACEE23D13517}" dt="2026-09-01T18:19:07.343" v="2"/>
          <pc:sldLayoutMkLst>
            <pc:docMk/>
            <pc:sldMasterMk cId="0" sldId="2147483990"/>
            <pc:sldLayoutMk cId="0" sldId="2147483921"/>
          </pc:sldLayoutMkLst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921"/>
              <ac:spMk id="2933" creationId="{00000000-0000-0000-0000-000000000000}"/>
            </ac:spMkLst>
          </pc:spChg>
        </pc:sldLayoutChg>
        <pc:sldLayoutChg chg="modSp mod ord">
          <pc:chgData name="Daniel Paiva" userId="8a33842c199de2dd" providerId="LiveId" clId="{03B7172A-24DE-4F15-9EEA-ACEE23D13517}" dt="2026-09-01T18:53:50.140" v="261" actId="13926"/>
          <pc:sldLayoutMkLst>
            <pc:docMk/>
            <pc:sldMasterMk cId="0" sldId="2147483990"/>
            <pc:sldLayoutMk cId="0" sldId="2147483976"/>
          </pc:sldLayoutMkLst>
          <pc:spChg chg="mod">
            <ac:chgData name="Daniel Paiva" userId="8a33842c199de2dd" providerId="LiveId" clId="{03B7172A-24DE-4F15-9EEA-ACEE23D13517}" dt="2026-09-01T18:53:50.140" v="261" actId="13926"/>
            <ac:spMkLst>
              <pc:docMk/>
              <pc:sldMasterMk cId="0" sldId="2147483990"/>
              <pc:sldLayoutMk cId="0" sldId="2147483976"/>
              <ac:spMk id="2" creationId="{32CEA87F-0953-193E-3090-710A8DFBFC24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976"/>
              <ac:spMk id="3457" creationId="{00000000-0000-0000-0000-000000000000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0" sldId="2147483976"/>
              <ac:spMk id="3458" creationId="{00000000-0000-0000-0000-000000000000}"/>
            </ac:spMkLst>
          </pc:spChg>
        </pc:sldLayoutChg>
        <pc:sldLayoutChg chg="modSp mod ord">
          <pc:chgData name="Daniel Paiva" userId="8a33842c199de2dd" providerId="LiveId" clId="{03B7172A-24DE-4F15-9EEA-ACEE23D13517}" dt="2026-09-01T18:19:07.343" v="2"/>
          <pc:sldLayoutMkLst>
            <pc:docMk/>
            <pc:sldMasterMk cId="0" sldId="2147483990"/>
            <pc:sldLayoutMk cId="1696351566" sldId="2147483995"/>
          </pc:sldLayoutMkLst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1696351566" sldId="2147483995"/>
              <ac:spMk id="11" creationId="{195C8DE1-D92C-0520-6827-BF4E2122A3E1}"/>
            </ac:spMkLst>
          </pc:spChg>
          <pc:spChg chg="mod">
            <ac:chgData name="Daniel Paiva" userId="8a33842c199de2dd" providerId="LiveId" clId="{03B7172A-24DE-4F15-9EEA-ACEE23D13517}" dt="2026-09-01T18:19:07.343" v="2"/>
            <ac:spMkLst>
              <pc:docMk/>
              <pc:sldMasterMk cId="0" sldId="2147483990"/>
              <pc:sldLayoutMk cId="1696351566" sldId="2147483995"/>
              <ac:spMk id="12" creationId="{D96DF696-0CE9-222F-9539-CCDCDE3B62F4}"/>
            </ac:spMkLst>
          </pc:spChg>
        </pc:sldLayoutChg>
      </pc:sldMasterChg>
      <pc:sldMasterChg chg="del sldLayoutOrd">
        <pc:chgData name="Daniel Paiva" userId="8a33842c199de2dd" providerId="LiveId" clId="{03B7172A-24DE-4F15-9EEA-ACEE23D13517}" dt="2026-09-01T18:19:07.438" v="3"/>
        <pc:sldMasterMkLst>
          <pc:docMk/>
          <pc:sldMasterMk cId="0" sldId="2147483992"/>
        </pc:sldMasterMkLst>
      </pc:sldMasterChg>
      <pc:sldMasterChg chg="del sldLayoutOrd">
        <pc:chgData name="Daniel Paiva" userId="8a33842c199de2dd" providerId="LiveId" clId="{03B7172A-24DE-4F15-9EEA-ACEE23D13517}" dt="2026-09-01T18:19:07.438" v="3"/>
        <pc:sldMasterMkLst>
          <pc:docMk/>
          <pc:sldMasterMk cId="0" sldId="2147483993"/>
        </pc:sldMasterMkLst>
      </pc:sldMasterChg>
      <pc:sldMasterChg chg="del sldLayoutOrd">
        <pc:chgData name="Daniel Paiva" userId="8a33842c199de2dd" providerId="LiveId" clId="{03B7172A-24DE-4F15-9EEA-ACEE23D13517}" dt="2026-09-01T18:19:07.438" v="3"/>
        <pc:sldMasterMkLst>
          <pc:docMk/>
          <pc:sldMasterMk cId="0" sldId="2147483994"/>
        </pc:sldMasterMkLst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2" name="Google Shape;4752;p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  <p:sp>
        <p:nvSpPr>
          <p:cNvPr id="4753" name="Google Shape;4753;p7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dirty="0"/>
          </a:p>
        </p:txBody>
      </p:sp>
      <p:sp>
        <p:nvSpPr>
          <p:cNvPr id="4754" name="Google Shape;4754;p7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7" name="Google Shape;4757;g3f6f2a67c17_0_11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4758" name="Google Shape;4758;g3f6f2a67c17_0_1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6" name="Google Shape;4766;g3f6f2a67c17_0_1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  <p:sp>
        <p:nvSpPr>
          <p:cNvPr id="4767" name="Google Shape;4767;g3f6f2a67c17_0_11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dirty="0"/>
          </a:p>
        </p:txBody>
      </p:sp>
      <p:sp>
        <p:nvSpPr>
          <p:cNvPr id="4768" name="Google Shape;4768;g3f6f2a67c17_0_11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" name="Google Shape;4813;g3f6f2a67c17_0_117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4814" name="Google Shape;4814;g3f6f2a67c17_0_1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2" name="Google Shape;4832;g3f6f2a67c17_0_119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4833" name="Google Shape;4833;g3f6f2a67c17_0_11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1" name="Google Shape;4841;p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4842" name="Google Shape;4842;p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0" name="Google Shape;4870;p8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30400" lvl="0" indent="-228600" algn="l" rt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400"/>
              <a:buNone/>
            </a:pPr>
            <a:endParaRPr dirty="0"/>
          </a:p>
        </p:txBody>
      </p:sp>
      <p:sp>
        <p:nvSpPr>
          <p:cNvPr id="4871" name="Google Shape;4871;p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6" name="Google Shape;4876;p8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4877" name="Google Shape;4877;p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2" name="Google Shape;4882;p8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4883" name="Google Shape;4883;p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8" name="Google Shape;4888;p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  <p:sp>
        <p:nvSpPr>
          <p:cNvPr id="4889" name="Google Shape;4889;p8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dirty="0"/>
          </a:p>
        </p:txBody>
      </p:sp>
      <p:sp>
        <p:nvSpPr>
          <p:cNvPr id="4890" name="Google Shape;4890;p8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3" name="Google Shape;4893;p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  <p:sp>
        <p:nvSpPr>
          <p:cNvPr id="4894" name="Google Shape;4894;p8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dirty="0"/>
          </a:p>
        </p:txBody>
      </p:sp>
      <p:sp>
        <p:nvSpPr>
          <p:cNvPr id="4895" name="Google Shape;4895;p8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0">
          <a:extLst>
            <a:ext uri="{FF2B5EF4-FFF2-40B4-BE49-F238E27FC236}">
              <a16:creationId xmlns:a16="http://schemas.microsoft.com/office/drawing/2014/main" id="{8E032687-86EB-B158-3FD5-9CA301394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" name="Google Shape;3051;g3ee235a11d4_0_4569:notes">
            <a:extLst>
              <a:ext uri="{FF2B5EF4-FFF2-40B4-BE49-F238E27FC236}">
                <a16:creationId xmlns:a16="http://schemas.microsoft.com/office/drawing/2014/main" id="{DD80141C-69C0-FDF8-BCAD-84D5A0EBCA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  <p:sp>
        <p:nvSpPr>
          <p:cNvPr id="3052" name="Google Shape;3052;g3ee235a11d4_0_4569:notes">
            <a:extLst>
              <a:ext uri="{FF2B5EF4-FFF2-40B4-BE49-F238E27FC236}">
                <a16:creationId xmlns:a16="http://schemas.microsoft.com/office/drawing/2014/main" id="{6CBAE61A-FAF8-DF95-58F4-EC3CFCEF5F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dirty="0"/>
          </a:p>
        </p:txBody>
      </p:sp>
      <p:sp>
        <p:nvSpPr>
          <p:cNvPr id="3053" name="Google Shape;3053;g3ee235a11d4_0_4569:notes">
            <a:extLst>
              <a:ext uri="{FF2B5EF4-FFF2-40B4-BE49-F238E27FC236}">
                <a16:creationId xmlns:a16="http://schemas.microsoft.com/office/drawing/2014/main" id="{CB89459D-8759-F01A-BF87-672164FD286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717115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9" name="Google Shape;4949;p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  <p:sp>
        <p:nvSpPr>
          <p:cNvPr id="4950" name="Google Shape;4950;p9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dirty="0"/>
          </a:p>
        </p:txBody>
      </p:sp>
      <p:sp>
        <p:nvSpPr>
          <p:cNvPr id="4951" name="Google Shape;4951;p9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2.png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3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3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6.png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Layout Personalizado">
  <p:cSld name="3_Layout Personalizado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2"/>
          <p:cNvSpPr/>
          <p:nvPr/>
        </p:nvSpPr>
        <p:spPr>
          <a:xfrm>
            <a:off x="5802699" y="1543035"/>
            <a:ext cx="4205858" cy="3044205"/>
          </a:xfrm>
          <a:prstGeom prst="roundRect">
            <a:avLst>
              <a:gd name="adj" fmla="val 16667"/>
            </a:avLst>
          </a:prstGeom>
          <a:solidFill>
            <a:srgbClr val="FF16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2"/>
          <p:cNvSpPr txBox="1"/>
          <p:nvPr/>
        </p:nvSpPr>
        <p:spPr>
          <a:xfrm>
            <a:off x="2149362" y="2398780"/>
            <a:ext cx="3401671" cy="1574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3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6"/>
              <a:buFont typeface="Arial"/>
              <a:buNone/>
            </a:pPr>
            <a:r>
              <a:rPr lang="pt-BR" sz="4266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Educação Profissional Paulista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2"/>
          <p:cNvSpPr txBox="1"/>
          <p:nvPr/>
        </p:nvSpPr>
        <p:spPr>
          <a:xfrm>
            <a:off x="6069602" y="2317274"/>
            <a:ext cx="3578455" cy="570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68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4"/>
              <a:buFont typeface="Arial"/>
              <a:buNone/>
            </a:pPr>
            <a:r>
              <a:rPr lang="pt-BR" sz="3334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Técnico em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2"/>
          <p:cNvSpPr txBox="1"/>
          <p:nvPr/>
        </p:nvSpPr>
        <p:spPr>
          <a:xfrm>
            <a:off x="6116400" y="2896479"/>
            <a:ext cx="3673776" cy="964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33"/>
              <a:buFont typeface="Arial"/>
              <a:buNone/>
            </a:pPr>
            <a:r>
              <a:rPr lang="pt-BR" sz="31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Desenvolvimento de Sistemas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" name="Google Shape;16;p2" descr="Logotipo&#10;&#10;O conteúdo gerado por IA pode estar incorreto."/>
          <p:cNvPicPr preferRelativeResize="0"/>
          <p:nvPr/>
        </p:nvPicPr>
        <p:blipFill rotWithShape="1">
          <a:blip r:embed="rId2">
            <a:alphaModFix/>
          </a:blip>
          <a:srcRect l="12566" t="26436" r="13369" b="26176"/>
          <a:stretch/>
        </p:blipFill>
        <p:spPr>
          <a:xfrm>
            <a:off x="4828111" y="5385674"/>
            <a:ext cx="2535779" cy="11474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Layout Personalizado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t="13678" b="6264"/>
          <a:stretch/>
        </p:blipFill>
        <p:spPr>
          <a:xfrm>
            <a:off x="0" y="0"/>
            <a:ext cx="8566485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" name="Google Shape;19;p3"/>
          <p:cNvGrpSpPr/>
          <p:nvPr/>
        </p:nvGrpSpPr>
        <p:grpSpPr>
          <a:xfrm>
            <a:off x="9766737" y="6378809"/>
            <a:ext cx="2435595" cy="499855"/>
            <a:chOff x="14634602" y="9537218"/>
            <a:chExt cx="3653392" cy="749782"/>
          </a:xfrm>
        </p:grpSpPr>
        <p:pic>
          <p:nvPicPr>
            <p:cNvPr id="20" name="Google Shape;20;p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21;p3" descr="Logotipo"/>
            <p:cNvPicPr preferRelativeResize="0"/>
            <p:nvPr/>
          </p:nvPicPr>
          <p:blipFill rotWithShape="1">
            <a:blip r:embed="rId4">
              <a:alphaModFix/>
            </a:blip>
            <a:srcRect l="6765" t="26294" b="17973"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" name="Google Shape;22;p3"/>
          <p:cNvSpPr txBox="1"/>
          <p:nvPr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" name="Google Shape;23;p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12192000" cy="6859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" name="Google Shape;24;p3"/>
          <p:cNvGrpSpPr/>
          <p:nvPr/>
        </p:nvGrpSpPr>
        <p:grpSpPr>
          <a:xfrm>
            <a:off x="10400796" y="6090630"/>
            <a:ext cx="1791203" cy="767370"/>
            <a:chOff x="10400796" y="6090630"/>
            <a:chExt cx="1791203" cy="767370"/>
          </a:xfrm>
        </p:grpSpPr>
        <p:sp>
          <p:nvSpPr>
            <p:cNvPr id="25" name="Google Shape;25;p3"/>
            <p:cNvSpPr/>
            <p:nvPr/>
          </p:nvSpPr>
          <p:spPr>
            <a:xfrm>
              <a:off x="10400796" y="6090630"/>
              <a:ext cx="1791203" cy="767370"/>
            </a:xfrm>
            <a:prstGeom prst="round2SameRect">
              <a:avLst>
                <a:gd name="adj1" fmla="val 15454"/>
                <a:gd name="adj2" fmla="val 0"/>
              </a:avLst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3"/>
            <p:cNvSpPr/>
            <p:nvPr/>
          </p:nvSpPr>
          <p:spPr>
            <a:xfrm>
              <a:off x="11842890" y="6090630"/>
              <a:ext cx="349109" cy="306142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7" name="Google Shape;27;p3" descr="Logotipo&#10;&#10;O conteúdo gerado por IA pode estar incorreto."/>
          <p:cNvPicPr preferRelativeResize="0"/>
          <p:nvPr/>
        </p:nvPicPr>
        <p:blipFill rotWithShape="1">
          <a:blip r:embed="rId6">
            <a:alphaModFix/>
          </a:blip>
          <a:srcRect l="12566" t="26436" r="13369" b="26176"/>
          <a:stretch/>
        </p:blipFill>
        <p:spPr>
          <a:xfrm>
            <a:off x="10534930" y="6126882"/>
            <a:ext cx="1539046" cy="69642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" name="Google Shape;28;p3"/>
          <p:cNvGrpSpPr/>
          <p:nvPr/>
        </p:nvGrpSpPr>
        <p:grpSpPr>
          <a:xfrm>
            <a:off x="0" y="1"/>
            <a:ext cx="8566485" cy="5380264"/>
            <a:chOff x="0" y="0"/>
            <a:chExt cx="8566485" cy="5808133"/>
          </a:xfrm>
        </p:grpSpPr>
        <p:sp>
          <p:nvSpPr>
            <p:cNvPr id="29" name="Google Shape;29;p3"/>
            <p:cNvSpPr/>
            <p:nvPr/>
          </p:nvSpPr>
          <p:spPr>
            <a:xfrm>
              <a:off x="0" y="0"/>
              <a:ext cx="8566485" cy="465666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0" y="0"/>
              <a:ext cx="8566485" cy="5808133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0" y="3890433"/>
              <a:ext cx="1109133" cy="1917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embranco">
  <p:cSld name="2_Atividade_embranco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34" name="Google Shape;34;p4"/>
          <p:cNvSpPr>
            <a:spLocks noGrp="1"/>
          </p:cNvSpPr>
          <p:nvPr>
            <p:ph type="media" idx="3"/>
          </p:nvPr>
        </p:nvSpPr>
        <p:spPr>
          <a:xfrm>
            <a:off x="862542" y="887942"/>
            <a:ext cx="4092575" cy="3605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1. Conteudo">
  <p:cSld name="2_1. Conteudo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Google Shape;36;p5"/>
          <p:cNvCxnSpPr/>
          <p:nvPr/>
        </p:nvCxnSpPr>
        <p:spPr>
          <a:xfrm>
            <a:off x="6090044" y="840916"/>
            <a:ext cx="0" cy="5101049"/>
          </a:xfrm>
          <a:prstGeom prst="straightConnector1">
            <a:avLst/>
          </a:prstGeom>
          <a:noFill/>
          <a:ln w="381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7" name="Google Shape;37;p5"/>
          <p:cNvSpPr txBox="1"/>
          <p:nvPr/>
        </p:nvSpPr>
        <p:spPr>
          <a:xfrm>
            <a:off x="1467545" y="885957"/>
            <a:ext cx="4045354" cy="44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Objetivos da aula</a:t>
            </a:r>
            <a:endParaRPr sz="2000" b="1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" name="Google Shape;38;p5"/>
          <p:cNvSpPr txBox="1"/>
          <p:nvPr/>
        </p:nvSpPr>
        <p:spPr>
          <a:xfrm>
            <a:off x="7467011" y="885654"/>
            <a:ext cx="4301563" cy="44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técnicas</a:t>
            </a:r>
            <a:endParaRPr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" name="Google Shape;39;p5"/>
          <p:cNvSpPr txBox="1"/>
          <p:nvPr/>
        </p:nvSpPr>
        <p:spPr>
          <a:xfrm>
            <a:off x="1433188" y="2910758"/>
            <a:ext cx="3369028" cy="44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Recursos didáticos</a:t>
            </a:r>
            <a:endParaRPr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" name="Google Shape;40;p5"/>
          <p:cNvSpPr txBox="1"/>
          <p:nvPr/>
        </p:nvSpPr>
        <p:spPr>
          <a:xfrm>
            <a:off x="1445466" y="4649652"/>
            <a:ext cx="3267249" cy="44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Duração da aula</a:t>
            </a:r>
            <a:endParaRPr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" name="Google Shape;41;p5"/>
          <p:cNvSpPr txBox="1"/>
          <p:nvPr/>
        </p:nvSpPr>
        <p:spPr>
          <a:xfrm>
            <a:off x="7467011" y="3115942"/>
            <a:ext cx="4381080" cy="44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socioemocionais</a:t>
            </a:r>
            <a:endParaRPr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2" name="Google Shape;42;p5"/>
          <p:cNvSpPr txBox="1"/>
          <p:nvPr/>
        </p:nvSpPr>
        <p:spPr>
          <a:xfrm>
            <a:off x="4717774" y="224403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5"/>
          <p:cNvSpPr txBox="1"/>
          <p:nvPr/>
        </p:nvSpPr>
        <p:spPr>
          <a:xfrm>
            <a:off x="1395562" y="5079496"/>
            <a:ext cx="1723806" cy="29236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15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50 minutos.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5"/>
          <p:cNvSpPr txBox="1">
            <a:spLocks noGrp="1"/>
          </p:cNvSpPr>
          <p:nvPr>
            <p:ph type="body" idx="1"/>
          </p:nvPr>
        </p:nvSpPr>
        <p:spPr>
          <a:xfrm>
            <a:off x="1467909" y="1390650"/>
            <a:ext cx="4044985" cy="13976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body" idx="2"/>
          </p:nvPr>
        </p:nvSpPr>
        <p:spPr>
          <a:xfrm>
            <a:off x="7467375" y="1355465"/>
            <a:ext cx="4044985" cy="1555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body" idx="3"/>
          </p:nvPr>
        </p:nvSpPr>
        <p:spPr>
          <a:xfrm>
            <a:off x="7467375" y="3649330"/>
            <a:ext cx="4044985" cy="1590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" name="Google Shape;47;p5"/>
          <p:cNvSpPr txBox="1">
            <a:spLocks noGrp="1"/>
          </p:cNvSpPr>
          <p:nvPr>
            <p:ph type="body" idx="4"/>
          </p:nvPr>
        </p:nvSpPr>
        <p:spPr>
          <a:xfrm>
            <a:off x="1443515" y="3489566"/>
            <a:ext cx="4044985" cy="1045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48" name="Google Shape;48;p5"/>
          <p:cNvGrpSpPr/>
          <p:nvPr/>
        </p:nvGrpSpPr>
        <p:grpSpPr>
          <a:xfrm>
            <a:off x="9756405" y="6381592"/>
            <a:ext cx="2435595" cy="499855"/>
            <a:chOff x="14634602" y="9537218"/>
            <a:chExt cx="3653392" cy="749782"/>
          </a:xfrm>
        </p:grpSpPr>
        <p:pic>
          <p:nvPicPr>
            <p:cNvPr id="49" name="Google Shape;49;p5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" name="Google Shape;50;p5" descr="Logotipo"/>
            <p:cNvPicPr preferRelativeResize="0"/>
            <p:nvPr/>
          </p:nvPicPr>
          <p:blipFill rotWithShape="1">
            <a:blip r:embed="rId3">
              <a:alphaModFix/>
            </a:blip>
            <a:srcRect l="6765" t="26294" b="17973"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1" name="Google Shape;51;p5"/>
          <p:cNvSpPr txBox="1"/>
          <p:nvPr/>
        </p:nvSpPr>
        <p:spPr>
          <a:xfrm>
            <a:off x="13188461" y="47244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" name="Google Shape;52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5"/>
          <p:cNvSpPr/>
          <p:nvPr/>
        </p:nvSpPr>
        <p:spPr>
          <a:xfrm>
            <a:off x="538284" y="960081"/>
            <a:ext cx="667589" cy="667589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514540" y="2965834"/>
            <a:ext cx="667589" cy="667589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6" name="Google Shape;56;p5"/>
          <p:cNvGrpSpPr/>
          <p:nvPr/>
        </p:nvGrpSpPr>
        <p:grpSpPr>
          <a:xfrm>
            <a:off x="632680" y="3096505"/>
            <a:ext cx="486839" cy="481169"/>
            <a:chOff x="8278989" y="8660410"/>
            <a:chExt cx="569755" cy="563121"/>
          </a:xfrm>
        </p:grpSpPr>
        <p:grpSp>
          <p:nvGrpSpPr>
            <p:cNvPr id="57" name="Google Shape;57;p5"/>
            <p:cNvGrpSpPr/>
            <p:nvPr/>
          </p:nvGrpSpPr>
          <p:grpSpPr>
            <a:xfrm>
              <a:off x="8278989" y="8852628"/>
              <a:ext cx="265651" cy="370903"/>
              <a:chOff x="8278989" y="8852628"/>
              <a:chExt cx="265651" cy="370903"/>
            </a:xfrm>
          </p:grpSpPr>
          <p:sp>
            <p:nvSpPr>
              <p:cNvPr id="58" name="Google Shape;58;p5"/>
              <p:cNvSpPr/>
              <p:nvPr/>
            </p:nvSpPr>
            <p:spPr>
              <a:xfrm>
                <a:off x="8358808" y="8932768"/>
                <a:ext cx="185832" cy="290761"/>
              </a:xfrm>
              <a:custGeom>
                <a:avLst/>
                <a:gdLst/>
                <a:ahLst/>
                <a:cxnLst/>
                <a:rect l="l" t="t" r="r" b="b"/>
                <a:pathLst>
                  <a:path w="185832" h="290761" extrusionOk="0">
                    <a:moveTo>
                      <a:pt x="69913" y="290762"/>
                    </a:moveTo>
                    <a:cubicBezTo>
                      <a:pt x="111728" y="270378"/>
                      <a:pt x="140112" y="233516"/>
                      <a:pt x="135445" y="166365"/>
                    </a:cubicBezTo>
                    <a:lnTo>
                      <a:pt x="185833" y="5107"/>
                    </a:lnTo>
                    <a:cubicBezTo>
                      <a:pt x="185833" y="5107"/>
                      <a:pt x="120015" y="-16420"/>
                      <a:pt x="104394" y="28919"/>
                    </a:cubicBezTo>
                    <a:cubicBezTo>
                      <a:pt x="91059" y="67591"/>
                      <a:pt x="76581" y="109596"/>
                      <a:pt x="76581" y="109596"/>
                    </a:cubicBezTo>
                    <a:lnTo>
                      <a:pt x="23241" y="102167"/>
                    </a:lnTo>
                    <a:lnTo>
                      <a:pt x="0" y="33777"/>
                    </a:lnTo>
                    <a:lnTo>
                      <a:pt x="38671" y="5869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" name="Google Shape;59;p5"/>
              <p:cNvSpPr/>
              <p:nvPr/>
            </p:nvSpPr>
            <p:spPr>
              <a:xfrm>
                <a:off x="8278989" y="8852628"/>
                <a:ext cx="118585" cy="370903"/>
              </a:xfrm>
              <a:custGeom>
                <a:avLst/>
                <a:gdLst/>
                <a:ahLst/>
                <a:cxnLst/>
                <a:rect l="l" t="t" r="r" b="b"/>
                <a:pathLst>
                  <a:path w="118585" h="370903" extrusionOk="0">
                    <a:moveTo>
                      <a:pt x="9714" y="370903"/>
                    </a:moveTo>
                    <a:lnTo>
                      <a:pt x="94" y="114681"/>
                    </a:lnTo>
                    <a:cubicBezTo>
                      <a:pt x="-2097" y="74581"/>
                      <a:pt x="34575" y="50864"/>
                      <a:pt x="34575" y="50864"/>
                    </a:cubicBezTo>
                    <a:lnTo>
                      <a:pt x="118585" y="0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0" name="Google Shape;60;p5"/>
            <p:cNvSpPr/>
            <p:nvPr/>
          </p:nvSpPr>
          <p:spPr>
            <a:xfrm>
              <a:off x="8397765" y="8660410"/>
              <a:ext cx="224980" cy="314705"/>
            </a:xfrm>
            <a:custGeom>
              <a:avLst/>
              <a:gdLst/>
              <a:ahLst/>
              <a:cxnLst/>
              <a:rect l="l" t="t" r="r" b="b"/>
              <a:pathLst>
                <a:path w="224980" h="314705" extrusionOk="0">
                  <a:moveTo>
                    <a:pt x="224980" y="165640"/>
                  </a:moveTo>
                  <a:lnTo>
                    <a:pt x="224980" y="89535"/>
                  </a:lnTo>
                  <a:lnTo>
                    <a:pt x="136874" y="89535"/>
                  </a:lnTo>
                  <a:cubicBezTo>
                    <a:pt x="151067" y="81153"/>
                    <a:pt x="160592" y="65818"/>
                    <a:pt x="160592" y="48101"/>
                  </a:cubicBezTo>
                  <a:cubicBezTo>
                    <a:pt x="160592" y="21527"/>
                    <a:pt x="139065" y="0"/>
                    <a:pt x="112490" y="0"/>
                  </a:cubicBezTo>
                  <a:cubicBezTo>
                    <a:pt x="85916" y="0"/>
                    <a:pt x="64389" y="21527"/>
                    <a:pt x="64389" y="48101"/>
                  </a:cubicBezTo>
                  <a:cubicBezTo>
                    <a:pt x="64389" y="65723"/>
                    <a:pt x="73914" y="81153"/>
                    <a:pt x="88106" y="89535"/>
                  </a:cubicBezTo>
                  <a:lnTo>
                    <a:pt x="0" y="89535"/>
                  </a:lnTo>
                  <a:lnTo>
                    <a:pt x="0" y="314706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61;p5"/>
            <p:cNvSpPr/>
            <p:nvPr/>
          </p:nvSpPr>
          <p:spPr>
            <a:xfrm>
              <a:off x="8580264" y="8899110"/>
              <a:ext cx="42481" cy="76104"/>
            </a:xfrm>
            <a:custGeom>
              <a:avLst/>
              <a:gdLst/>
              <a:ahLst/>
              <a:cxnLst/>
              <a:rect l="l" t="t" r="r" b="b"/>
              <a:pathLst>
                <a:path w="42481" h="76104" extrusionOk="0">
                  <a:moveTo>
                    <a:pt x="0" y="76105"/>
                  </a:moveTo>
                  <a:lnTo>
                    <a:pt x="42481" y="76105"/>
                  </a:lnTo>
                  <a:lnTo>
                    <a:pt x="42481" y="0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62;p5"/>
            <p:cNvSpPr/>
            <p:nvPr/>
          </p:nvSpPr>
          <p:spPr>
            <a:xfrm>
              <a:off x="8534039" y="8750044"/>
              <a:ext cx="314705" cy="225170"/>
            </a:xfrm>
            <a:custGeom>
              <a:avLst/>
              <a:gdLst/>
              <a:ahLst/>
              <a:cxnLst/>
              <a:rect l="l" t="t" r="r" b="b"/>
              <a:pathLst>
                <a:path w="314705" h="225171" extrusionOk="0">
                  <a:moveTo>
                    <a:pt x="314706" y="225171"/>
                  </a:moveTo>
                  <a:lnTo>
                    <a:pt x="314706" y="0"/>
                  </a:lnTo>
                  <a:lnTo>
                    <a:pt x="238601" y="0"/>
                  </a:lnTo>
                  <a:cubicBezTo>
                    <a:pt x="245840" y="8382"/>
                    <a:pt x="250221" y="19336"/>
                    <a:pt x="250221" y="31242"/>
                  </a:cubicBezTo>
                  <a:cubicBezTo>
                    <a:pt x="250221" y="57817"/>
                    <a:pt x="228695" y="79343"/>
                    <a:pt x="202120" y="79343"/>
                  </a:cubicBezTo>
                  <a:cubicBezTo>
                    <a:pt x="175546" y="79343"/>
                    <a:pt x="154019" y="57817"/>
                    <a:pt x="154019" y="31242"/>
                  </a:cubicBezTo>
                  <a:cubicBezTo>
                    <a:pt x="154019" y="19241"/>
                    <a:pt x="158401" y="8382"/>
                    <a:pt x="165640" y="0"/>
                  </a:cubicBezTo>
                  <a:lnTo>
                    <a:pt x="89535" y="0"/>
                  </a:lnTo>
                  <a:lnTo>
                    <a:pt x="89535" y="88106"/>
                  </a:lnTo>
                  <a:cubicBezTo>
                    <a:pt x="81153" y="73914"/>
                    <a:pt x="65817" y="64389"/>
                    <a:pt x="48101" y="64389"/>
                  </a:cubicBezTo>
                  <a:cubicBezTo>
                    <a:pt x="21527" y="64389"/>
                    <a:pt x="0" y="85916"/>
                    <a:pt x="0" y="112490"/>
                  </a:cubicBezTo>
                  <a:cubicBezTo>
                    <a:pt x="0" y="139065"/>
                    <a:pt x="21527" y="160592"/>
                    <a:pt x="48101" y="160592"/>
                  </a:cubicBezTo>
                  <a:cubicBezTo>
                    <a:pt x="65722" y="160592"/>
                    <a:pt x="81153" y="151067"/>
                    <a:pt x="89535" y="136874"/>
                  </a:cubicBezTo>
                  <a:lnTo>
                    <a:pt x="89535" y="224981"/>
                  </a:lnTo>
                  <a:lnTo>
                    <a:pt x="314706" y="224981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3" name="Google Shape;63;p5"/>
          <p:cNvSpPr/>
          <p:nvPr/>
        </p:nvSpPr>
        <p:spPr>
          <a:xfrm>
            <a:off x="516205" y="4700100"/>
            <a:ext cx="667589" cy="667589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" name="Google Shape;64;p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8917" y="4858582"/>
            <a:ext cx="380919" cy="380919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5"/>
          <p:cNvSpPr/>
          <p:nvPr/>
        </p:nvSpPr>
        <p:spPr>
          <a:xfrm>
            <a:off x="6537750" y="974816"/>
            <a:ext cx="667589" cy="667589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6" name="Google Shape;66;p5"/>
          <p:cNvGrpSpPr/>
          <p:nvPr/>
        </p:nvGrpSpPr>
        <p:grpSpPr>
          <a:xfrm>
            <a:off x="6643328" y="1077215"/>
            <a:ext cx="472784" cy="435244"/>
            <a:chOff x="8560697" y="2808577"/>
            <a:chExt cx="496370" cy="456957"/>
          </a:xfrm>
        </p:grpSpPr>
        <p:sp>
          <p:nvSpPr>
            <p:cNvPr id="67" name="Google Shape;67;p5"/>
            <p:cNvSpPr/>
            <p:nvPr/>
          </p:nvSpPr>
          <p:spPr>
            <a:xfrm>
              <a:off x="8694643" y="2808577"/>
              <a:ext cx="228479" cy="456957"/>
            </a:xfrm>
            <a:custGeom>
              <a:avLst/>
              <a:gdLst/>
              <a:ahLst/>
              <a:cxnLst/>
              <a:rect l="l" t="t" r="r" b="b"/>
              <a:pathLst>
                <a:path w="228479" h="456957" extrusionOk="0">
                  <a:moveTo>
                    <a:pt x="171359" y="57120"/>
                  </a:moveTo>
                  <a:cubicBezTo>
                    <a:pt x="171359" y="88631"/>
                    <a:pt x="145751" y="114239"/>
                    <a:pt x="114240" y="114239"/>
                  </a:cubicBezTo>
                  <a:cubicBezTo>
                    <a:pt x="82728" y="114239"/>
                    <a:pt x="57120" y="88631"/>
                    <a:pt x="57120" y="57120"/>
                  </a:cubicBezTo>
                  <a:cubicBezTo>
                    <a:pt x="57120" y="25609"/>
                    <a:pt x="82728" y="0"/>
                    <a:pt x="114240" y="0"/>
                  </a:cubicBezTo>
                  <a:cubicBezTo>
                    <a:pt x="145751" y="0"/>
                    <a:pt x="171359" y="25609"/>
                    <a:pt x="171359" y="57120"/>
                  </a:cubicBezTo>
                  <a:close/>
                  <a:moveTo>
                    <a:pt x="182783" y="318728"/>
                  </a:moveTo>
                  <a:cubicBezTo>
                    <a:pt x="208773" y="313397"/>
                    <a:pt x="228479" y="290263"/>
                    <a:pt x="228479" y="262751"/>
                  </a:cubicBezTo>
                  <a:lnTo>
                    <a:pt x="228479" y="182783"/>
                  </a:lnTo>
                  <a:cubicBezTo>
                    <a:pt x="228479" y="151367"/>
                    <a:pt x="202775" y="125663"/>
                    <a:pt x="171359" y="125663"/>
                  </a:cubicBezTo>
                  <a:lnTo>
                    <a:pt x="57120" y="125663"/>
                  </a:lnTo>
                  <a:cubicBezTo>
                    <a:pt x="25704" y="125663"/>
                    <a:pt x="0" y="151367"/>
                    <a:pt x="0" y="182783"/>
                  </a:cubicBezTo>
                  <a:lnTo>
                    <a:pt x="0" y="262751"/>
                  </a:lnTo>
                  <a:cubicBezTo>
                    <a:pt x="0" y="290263"/>
                    <a:pt x="19706" y="313397"/>
                    <a:pt x="45696" y="318728"/>
                  </a:cubicBezTo>
                  <a:lnTo>
                    <a:pt x="45696" y="182783"/>
                  </a:lnTo>
                  <a:lnTo>
                    <a:pt x="45696" y="422686"/>
                  </a:lnTo>
                  <a:cubicBezTo>
                    <a:pt x="45696" y="441535"/>
                    <a:pt x="61118" y="456958"/>
                    <a:pt x="79967" y="456958"/>
                  </a:cubicBezTo>
                  <a:lnTo>
                    <a:pt x="79967" y="456958"/>
                  </a:lnTo>
                  <a:cubicBezTo>
                    <a:pt x="98817" y="456958"/>
                    <a:pt x="114240" y="441535"/>
                    <a:pt x="114240" y="422686"/>
                  </a:cubicBezTo>
                  <a:lnTo>
                    <a:pt x="114240" y="319870"/>
                  </a:lnTo>
                  <a:lnTo>
                    <a:pt x="114240" y="422686"/>
                  </a:lnTo>
                  <a:cubicBezTo>
                    <a:pt x="114240" y="441535"/>
                    <a:pt x="129662" y="456958"/>
                    <a:pt x="148511" y="456958"/>
                  </a:cubicBezTo>
                  <a:lnTo>
                    <a:pt x="148511" y="456958"/>
                  </a:lnTo>
                  <a:cubicBezTo>
                    <a:pt x="167361" y="456958"/>
                    <a:pt x="182783" y="441535"/>
                    <a:pt x="182783" y="422686"/>
                  </a:cubicBezTo>
                  <a:lnTo>
                    <a:pt x="182783" y="182783"/>
                  </a:lnTo>
                  <a:lnTo>
                    <a:pt x="182783" y="318728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8" name="Google Shape;68;p5"/>
            <p:cNvGrpSpPr/>
            <p:nvPr/>
          </p:nvGrpSpPr>
          <p:grpSpPr>
            <a:xfrm>
              <a:off x="8560697" y="2875026"/>
              <a:ext cx="496370" cy="324059"/>
              <a:chOff x="8560697" y="2875026"/>
              <a:chExt cx="496370" cy="324059"/>
            </a:xfrm>
          </p:grpSpPr>
          <p:sp>
            <p:nvSpPr>
              <p:cNvPr id="69" name="Google Shape;69;p5"/>
              <p:cNvSpPr/>
              <p:nvPr/>
            </p:nvSpPr>
            <p:spPr>
              <a:xfrm>
                <a:off x="8560697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9607" y="666"/>
                    </a:moveTo>
                    <a:lnTo>
                      <a:pt x="28845" y="0"/>
                    </a:lnTo>
                    <a:lnTo>
                      <a:pt x="285" y="28560"/>
                    </a:lnTo>
                    <a:lnTo>
                      <a:pt x="0" y="28941"/>
                    </a:lnTo>
                    <a:lnTo>
                      <a:pt x="28845" y="57786"/>
                    </a:lnTo>
                    <a:lnTo>
                      <a:pt x="29607" y="57120"/>
                    </a:lnTo>
                    <a:lnTo>
                      <a:pt x="1809" y="29417"/>
                    </a:lnTo>
                    <a:lnTo>
                      <a:pt x="57786" y="29417"/>
                    </a:lnTo>
                    <a:lnTo>
                      <a:pt x="57786" y="28465"/>
                    </a:lnTo>
                    <a:lnTo>
                      <a:pt x="1809" y="28465"/>
                    </a:lnTo>
                    <a:lnTo>
                      <a:pt x="29607" y="666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" name="Google Shape;70;p5"/>
              <p:cNvSpPr/>
              <p:nvPr/>
            </p:nvSpPr>
            <p:spPr>
              <a:xfrm>
                <a:off x="8627812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555" y="0"/>
                    </a:moveTo>
                    <a:lnTo>
                      <a:pt x="952" y="39603"/>
                    </a:lnTo>
                    <a:lnTo>
                      <a:pt x="952" y="286"/>
                    </a:lnTo>
                    <a:lnTo>
                      <a:pt x="0" y="286"/>
                    </a:lnTo>
                    <a:lnTo>
                      <a:pt x="0" y="41221"/>
                    </a:lnTo>
                    <a:lnTo>
                      <a:pt x="40840" y="41221"/>
                    </a:lnTo>
                    <a:lnTo>
                      <a:pt x="40840" y="40269"/>
                    </a:lnTo>
                    <a:lnTo>
                      <a:pt x="1618" y="40269"/>
                    </a:lnTo>
                    <a:lnTo>
                      <a:pt x="41222" y="666"/>
                    </a:lnTo>
                    <a:lnTo>
                      <a:pt x="40555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" name="Google Shape;71;p5"/>
              <p:cNvSpPr/>
              <p:nvPr/>
            </p:nvSpPr>
            <p:spPr>
              <a:xfrm>
                <a:off x="8627812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40840" y="952"/>
                    </a:moveTo>
                    <a:lnTo>
                      <a:pt x="40840" y="0"/>
                    </a:lnTo>
                    <a:lnTo>
                      <a:pt x="0" y="0"/>
                    </a:lnTo>
                    <a:lnTo>
                      <a:pt x="0" y="40841"/>
                    </a:lnTo>
                    <a:lnTo>
                      <a:pt x="952" y="40841"/>
                    </a:lnTo>
                    <a:lnTo>
                      <a:pt x="952" y="1618"/>
                    </a:lnTo>
                    <a:lnTo>
                      <a:pt x="40555" y="41126"/>
                    </a:lnTo>
                    <a:lnTo>
                      <a:pt x="41222" y="40460"/>
                    </a:lnTo>
                    <a:lnTo>
                      <a:pt x="1618" y="952"/>
                    </a:lnTo>
                    <a:lnTo>
                      <a:pt x="40840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" name="Google Shape;72;p5"/>
              <p:cNvSpPr/>
              <p:nvPr/>
            </p:nvSpPr>
            <p:spPr>
              <a:xfrm>
                <a:off x="8999281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8940" y="0"/>
                    </a:moveTo>
                    <a:lnTo>
                      <a:pt x="28179" y="666"/>
                    </a:lnTo>
                    <a:lnTo>
                      <a:pt x="55977" y="28465"/>
                    </a:lnTo>
                    <a:lnTo>
                      <a:pt x="0" y="28465"/>
                    </a:lnTo>
                    <a:lnTo>
                      <a:pt x="0" y="29417"/>
                    </a:lnTo>
                    <a:lnTo>
                      <a:pt x="55977" y="29417"/>
                    </a:lnTo>
                    <a:lnTo>
                      <a:pt x="28179" y="57120"/>
                    </a:lnTo>
                    <a:lnTo>
                      <a:pt x="28940" y="57786"/>
                    </a:lnTo>
                    <a:lnTo>
                      <a:pt x="57500" y="29226"/>
                    </a:lnTo>
                    <a:lnTo>
                      <a:pt x="57786" y="28941"/>
                    </a:lnTo>
                    <a:lnTo>
                      <a:pt x="28940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" name="Google Shape;73;p5"/>
              <p:cNvSpPr/>
              <p:nvPr/>
            </p:nvSpPr>
            <p:spPr>
              <a:xfrm>
                <a:off x="8948730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381" y="952"/>
                    </a:moveTo>
                    <a:lnTo>
                      <a:pt x="39603" y="952"/>
                    </a:lnTo>
                    <a:lnTo>
                      <a:pt x="0" y="40460"/>
                    </a:lnTo>
                    <a:lnTo>
                      <a:pt x="666" y="41126"/>
                    </a:lnTo>
                    <a:lnTo>
                      <a:pt x="40269" y="1618"/>
                    </a:lnTo>
                    <a:lnTo>
                      <a:pt x="40269" y="40841"/>
                    </a:lnTo>
                    <a:lnTo>
                      <a:pt x="41221" y="40841"/>
                    </a:lnTo>
                    <a:lnTo>
                      <a:pt x="41221" y="0"/>
                    </a:lnTo>
                    <a:lnTo>
                      <a:pt x="381" y="0"/>
                    </a:lnTo>
                    <a:lnTo>
                      <a:pt x="381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" name="Google Shape;74;p5"/>
              <p:cNvSpPr/>
              <p:nvPr/>
            </p:nvSpPr>
            <p:spPr>
              <a:xfrm>
                <a:off x="8948730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269" y="39603"/>
                    </a:moveTo>
                    <a:lnTo>
                      <a:pt x="666" y="0"/>
                    </a:lnTo>
                    <a:lnTo>
                      <a:pt x="0" y="666"/>
                    </a:lnTo>
                    <a:lnTo>
                      <a:pt x="39603" y="40269"/>
                    </a:lnTo>
                    <a:lnTo>
                      <a:pt x="381" y="40269"/>
                    </a:lnTo>
                    <a:lnTo>
                      <a:pt x="381" y="41221"/>
                    </a:lnTo>
                    <a:lnTo>
                      <a:pt x="41221" y="41221"/>
                    </a:lnTo>
                    <a:lnTo>
                      <a:pt x="41221" y="286"/>
                    </a:lnTo>
                    <a:lnTo>
                      <a:pt x="40269" y="286"/>
                    </a:lnTo>
                    <a:lnTo>
                      <a:pt x="40269" y="39603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75" name="Google Shape;75;p5"/>
          <p:cNvSpPr/>
          <p:nvPr/>
        </p:nvSpPr>
        <p:spPr>
          <a:xfrm>
            <a:off x="6537750" y="3144691"/>
            <a:ext cx="667589" cy="667589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6637986" y="3252609"/>
            <a:ext cx="458663" cy="458561"/>
          </a:xfrm>
          <a:custGeom>
            <a:avLst/>
            <a:gdLst/>
            <a:ahLst/>
            <a:cxnLst/>
            <a:rect l="l" t="t" r="r" b="b"/>
            <a:pathLst>
              <a:path w="533447" h="533328" extrusionOk="0">
                <a:moveTo>
                  <a:pt x="361879" y="260152"/>
                </a:moveTo>
                <a:lnTo>
                  <a:pt x="385310" y="250531"/>
                </a:lnTo>
                <a:cubicBezTo>
                  <a:pt x="394264" y="246817"/>
                  <a:pt x="399979" y="238244"/>
                  <a:pt x="399979" y="228529"/>
                </a:cubicBezTo>
                <a:cubicBezTo>
                  <a:pt x="399979" y="218813"/>
                  <a:pt x="394168" y="210241"/>
                  <a:pt x="385310" y="206526"/>
                </a:cubicBezTo>
                <a:lnTo>
                  <a:pt x="285488" y="165378"/>
                </a:lnTo>
                <a:cubicBezTo>
                  <a:pt x="279678" y="162996"/>
                  <a:pt x="273582" y="161758"/>
                  <a:pt x="267391" y="161758"/>
                </a:cubicBezTo>
                <a:lnTo>
                  <a:pt x="265962" y="161758"/>
                </a:lnTo>
                <a:cubicBezTo>
                  <a:pt x="259676" y="161758"/>
                  <a:pt x="253579" y="162996"/>
                  <a:pt x="247865" y="165378"/>
                </a:cubicBezTo>
                <a:lnTo>
                  <a:pt x="148042" y="206526"/>
                </a:lnTo>
                <a:cubicBezTo>
                  <a:pt x="139089" y="210241"/>
                  <a:pt x="133374" y="218813"/>
                  <a:pt x="133374" y="228529"/>
                </a:cubicBezTo>
                <a:lnTo>
                  <a:pt x="133374" y="285679"/>
                </a:lnTo>
                <a:cubicBezTo>
                  <a:pt x="133374" y="290917"/>
                  <a:pt x="137660" y="295204"/>
                  <a:pt x="142899" y="295204"/>
                </a:cubicBezTo>
                <a:cubicBezTo>
                  <a:pt x="148138" y="295204"/>
                  <a:pt x="152424" y="290917"/>
                  <a:pt x="152424" y="285679"/>
                </a:cubicBezTo>
                <a:lnTo>
                  <a:pt x="152424" y="252246"/>
                </a:lnTo>
                <a:lnTo>
                  <a:pt x="171474" y="260056"/>
                </a:lnTo>
                <a:lnTo>
                  <a:pt x="171474" y="322921"/>
                </a:lnTo>
                <a:cubicBezTo>
                  <a:pt x="171474" y="333018"/>
                  <a:pt x="176808" y="342352"/>
                  <a:pt x="185380" y="347401"/>
                </a:cubicBezTo>
                <a:cubicBezTo>
                  <a:pt x="200430" y="356354"/>
                  <a:pt x="231101" y="371404"/>
                  <a:pt x="266724" y="371404"/>
                </a:cubicBezTo>
                <a:cubicBezTo>
                  <a:pt x="302347" y="371404"/>
                  <a:pt x="333018" y="356354"/>
                  <a:pt x="348067" y="347496"/>
                </a:cubicBezTo>
                <a:cubicBezTo>
                  <a:pt x="356640" y="342448"/>
                  <a:pt x="361974" y="333018"/>
                  <a:pt x="361974" y="323017"/>
                </a:cubicBezTo>
                <a:lnTo>
                  <a:pt x="361974" y="260152"/>
                </a:lnTo>
                <a:close/>
                <a:moveTo>
                  <a:pt x="342829" y="323017"/>
                </a:moveTo>
                <a:cubicBezTo>
                  <a:pt x="342829" y="326350"/>
                  <a:pt x="341114" y="329494"/>
                  <a:pt x="338352" y="331113"/>
                </a:cubicBezTo>
                <a:cubicBezTo>
                  <a:pt x="324922" y="339019"/>
                  <a:pt x="297776" y="352449"/>
                  <a:pt x="266629" y="352449"/>
                </a:cubicBezTo>
                <a:cubicBezTo>
                  <a:pt x="235482" y="352449"/>
                  <a:pt x="208336" y="339114"/>
                  <a:pt x="194905" y="331113"/>
                </a:cubicBezTo>
                <a:cubicBezTo>
                  <a:pt x="192143" y="329494"/>
                  <a:pt x="190429" y="326350"/>
                  <a:pt x="190429" y="323017"/>
                </a:cubicBezTo>
                <a:lnTo>
                  <a:pt x="190429" y="268057"/>
                </a:lnTo>
                <a:lnTo>
                  <a:pt x="247769" y="291679"/>
                </a:lnTo>
                <a:cubicBezTo>
                  <a:pt x="253579" y="294061"/>
                  <a:pt x="259676" y="295299"/>
                  <a:pt x="265866" y="295299"/>
                </a:cubicBezTo>
                <a:lnTo>
                  <a:pt x="267295" y="295299"/>
                </a:lnTo>
                <a:cubicBezTo>
                  <a:pt x="273582" y="295299"/>
                  <a:pt x="279678" y="294061"/>
                  <a:pt x="285393" y="291679"/>
                </a:cubicBezTo>
                <a:lnTo>
                  <a:pt x="342733" y="268057"/>
                </a:lnTo>
                <a:lnTo>
                  <a:pt x="342733" y="323017"/>
                </a:lnTo>
                <a:close/>
                <a:moveTo>
                  <a:pt x="278249" y="274058"/>
                </a:moveTo>
                <a:cubicBezTo>
                  <a:pt x="274820" y="275487"/>
                  <a:pt x="271105" y="276249"/>
                  <a:pt x="267391" y="276249"/>
                </a:cubicBezTo>
                <a:lnTo>
                  <a:pt x="265962" y="276249"/>
                </a:lnTo>
                <a:cubicBezTo>
                  <a:pt x="262247" y="276249"/>
                  <a:pt x="258533" y="275487"/>
                  <a:pt x="255103" y="274058"/>
                </a:cubicBezTo>
                <a:lnTo>
                  <a:pt x="155281" y="232910"/>
                </a:lnTo>
                <a:cubicBezTo>
                  <a:pt x="153472" y="232148"/>
                  <a:pt x="152329" y="230434"/>
                  <a:pt x="152329" y="228529"/>
                </a:cubicBezTo>
                <a:cubicBezTo>
                  <a:pt x="152329" y="226624"/>
                  <a:pt x="153472" y="224909"/>
                  <a:pt x="155281" y="224147"/>
                </a:cubicBezTo>
                <a:lnTo>
                  <a:pt x="255103" y="182999"/>
                </a:lnTo>
                <a:cubicBezTo>
                  <a:pt x="258533" y="181570"/>
                  <a:pt x="262247" y="180808"/>
                  <a:pt x="265962" y="180808"/>
                </a:cubicBezTo>
                <a:lnTo>
                  <a:pt x="267391" y="180808"/>
                </a:lnTo>
                <a:cubicBezTo>
                  <a:pt x="271105" y="180808"/>
                  <a:pt x="274820" y="181570"/>
                  <a:pt x="278249" y="182999"/>
                </a:cubicBezTo>
                <a:lnTo>
                  <a:pt x="378071" y="224147"/>
                </a:lnTo>
                <a:cubicBezTo>
                  <a:pt x="379881" y="224909"/>
                  <a:pt x="381024" y="226624"/>
                  <a:pt x="381024" y="228529"/>
                </a:cubicBezTo>
                <a:cubicBezTo>
                  <a:pt x="381024" y="230434"/>
                  <a:pt x="379881" y="232148"/>
                  <a:pt x="378071" y="232910"/>
                </a:cubicBezTo>
                <a:lnTo>
                  <a:pt x="278249" y="274058"/>
                </a:lnTo>
                <a:close/>
                <a:moveTo>
                  <a:pt x="225767" y="63841"/>
                </a:moveTo>
                <a:lnTo>
                  <a:pt x="257104" y="32504"/>
                </a:lnTo>
                <a:lnTo>
                  <a:pt x="257104" y="123849"/>
                </a:lnTo>
                <a:cubicBezTo>
                  <a:pt x="257104" y="129088"/>
                  <a:pt x="261390" y="133374"/>
                  <a:pt x="266629" y="133374"/>
                </a:cubicBezTo>
                <a:cubicBezTo>
                  <a:pt x="271867" y="133374"/>
                  <a:pt x="276154" y="129088"/>
                  <a:pt x="276154" y="123849"/>
                </a:cubicBezTo>
                <a:lnTo>
                  <a:pt x="276154" y="32504"/>
                </a:lnTo>
                <a:lnTo>
                  <a:pt x="307491" y="63841"/>
                </a:lnTo>
                <a:cubicBezTo>
                  <a:pt x="309396" y="65746"/>
                  <a:pt x="311777" y="66604"/>
                  <a:pt x="314254" y="66604"/>
                </a:cubicBezTo>
                <a:cubicBezTo>
                  <a:pt x="316730" y="66604"/>
                  <a:pt x="319111" y="65651"/>
                  <a:pt x="321017" y="63841"/>
                </a:cubicBezTo>
                <a:cubicBezTo>
                  <a:pt x="324731" y="60127"/>
                  <a:pt x="324731" y="54126"/>
                  <a:pt x="321017" y="50411"/>
                </a:cubicBezTo>
                <a:lnTo>
                  <a:pt x="273392" y="2786"/>
                </a:lnTo>
                <a:cubicBezTo>
                  <a:pt x="269677" y="-929"/>
                  <a:pt x="263676" y="-929"/>
                  <a:pt x="259961" y="2786"/>
                </a:cubicBezTo>
                <a:lnTo>
                  <a:pt x="212336" y="50411"/>
                </a:lnTo>
                <a:cubicBezTo>
                  <a:pt x="208621" y="54126"/>
                  <a:pt x="208621" y="60127"/>
                  <a:pt x="212336" y="63841"/>
                </a:cubicBezTo>
                <a:cubicBezTo>
                  <a:pt x="216051" y="67556"/>
                  <a:pt x="222052" y="67556"/>
                  <a:pt x="225767" y="63841"/>
                </a:cubicBezTo>
                <a:close/>
                <a:moveTo>
                  <a:pt x="307586" y="469511"/>
                </a:moveTo>
                <a:lnTo>
                  <a:pt x="276249" y="500848"/>
                </a:lnTo>
                <a:lnTo>
                  <a:pt x="276249" y="409504"/>
                </a:lnTo>
                <a:cubicBezTo>
                  <a:pt x="276249" y="404265"/>
                  <a:pt x="271963" y="399979"/>
                  <a:pt x="266724" y="399979"/>
                </a:cubicBezTo>
                <a:cubicBezTo>
                  <a:pt x="261485" y="399979"/>
                  <a:pt x="257199" y="404265"/>
                  <a:pt x="257199" y="409504"/>
                </a:cubicBezTo>
                <a:lnTo>
                  <a:pt x="257199" y="500848"/>
                </a:lnTo>
                <a:lnTo>
                  <a:pt x="225861" y="469511"/>
                </a:lnTo>
                <a:cubicBezTo>
                  <a:pt x="222147" y="465796"/>
                  <a:pt x="216146" y="465796"/>
                  <a:pt x="212431" y="469511"/>
                </a:cubicBezTo>
                <a:cubicBezTo>
                  <a:pt x="208716" y="473226"/>
                  <a:pt x="208716" y="479227"/>
                  <a:pt x="212431" y="482941"/>
                </a:cubicBezTo>
                <a:lnTo>
                  <a:pt x="260056" y="530566"/>
                </a:lnTo>
                <a:cubicBezTo>
                  <a:pt x="261961" y="532471"/>
                  <a:pt x="264343" y="533329"/>
                  <a:pt x="266819" y="533329"/>
                </a:cubicBezTo>
                <a:cubicBezTo>
                  <a:pt x="269296" y="533329"/>
                  <a:pt x="271677" y="532376"/>
                  <a:pt x="273582" y="530566"/>
                </a:cubicBezTo>
                <a:lnTo>
                  <a:pt x="321207" y="482941"/>
                </a:lnTo>
                <a:cubicBezTo>
                  <a:pt x="324922" y="479227"/>
                  <a:pt x="324922" y="473226"/>
                  <a:pt x="321207" y="469511"/>
                </a:cubicBezTo>
                <a:cubicBezTo>
                  <a:pt x="317492" y="465796"/>
                  <a:pt x="311492" y="465796"/>
                  <a:pt x="307777" y="469511"/>
                </a:cubicBezTo>
                <a:close/>
                <a:moveTo>
                  <a:pt x="85749" y="161949"/>
                </a:moveTo>
                <a:cubicBezTo>
                  <a:pt x="90988" y="161949"/>
                  <a:pt x="95274" y="157663"/>
                  <a:pt x="95274" y="152424"/>
                </a:cubicBezTo>
                <a:lnTo>
                  <a:pt x="95274" y="108704"/>
                </a:lnTo>
                <a:lnTo>
                  <a:pt x="155186" y="168616"/>
                </a:lnTo>
                <a:cubicBezTo>
                  <a:pt x="157091" y="170521"/>
                  <a:pt x="159472" y="171379"/>
                  <a:pt x="161949" y="171379"/>
                </a:cubicBezTo>
                <a:cubicBezTo>
                  <a:pt x="164425" y="171379"/>
                  <a:pt x="166806" y="170426"/>
                  <a:pt x="168712" y="168616"/>
                </a:cubicBezTo>
                <a:cubicBezTo>
                  <a:pt x="172426" y="164902"/>
                  <a:pt x="172426" y="158901"/>
                  <a:pt x="168712" y="155186"/>
                </a:cubicBezTo>
                <a:lnTo>
                  <a:pt x="108799" y="95274"/>
                </a:lnTo>
                <a:lnTo>
                  <a:pt x="152519" y="95274"/>
                </a:lnTo>
                <a:cubicBezTo>
                  <a:pt x="157758" y="95274"/>
                  <a:pt x="162044" y="90988"/>
                  <a:pt x="162044" y="85749"/>
                </a:cubicBezTo>
                <a:cubicBezTo>
                  <a:pt x="162044" y="80510"/>
                  <a:pt x="157758" y="76224"/>
                  <a:pt x="152519" y="76224"/>
                </a:cubicBezTo>
                <a:lnTo>
                  <a:pt x="85844" y="76224"/>
                </a:lnTo>
                <a:cubicBezTo>
                  <a:pt x="80605" y="76224"/>
                  <a:pt x="76319" y="80510"/>
                  <a:pt x="76319" y="85749"/>
                </a:cubicBezTo>
                <a:lnTo>
                  <a:pt x="76319" y="152424"/>
                </a:lnTo>
                <a:cubicBezTo>
                  <a:pt x="76319" y="157663"/>
                  <a:pt x="80605" y="161949"/>
                  <a:pt x="85844" y="161949"/>
                </a:cubicBezTo>
                <a:close/>
                <a:moveTo>
                  <a:pt x="448366" y="371499"/>
                </a:moveTo>
                <a:cubicBezTo>
                  <a:pt x="443127" y="371499"/>
                  <a:pt x="438841" y="375785"/>
                  <a:pt x="438841" y="381024"/>
                </a:cubicBezTo>
                <a:lnTo>
                  <a:pt x="438841" y="425410"/>
                </a:lnTo>
                <a:lnTo>
                  <a:pt x="378261" y="364831"/>
                </a:lnTo>
                <a:cubicBezTo>
                  <a:pt x="374547" y="361117"/>
                  <a:pt x="368546" y="361117"/>
                  <a:pt x="364831" y="364831"/>
                </a:cubicBezTo>
                <a:cubicBezTo>
                  <a:pt x="361116" y="368546"/>
                  <a:pt x="361116" y="374547"/>
                  <a:pt x="364831" y="378262"/>
                </a:cubicBezTo>
                <a:lnTo>
                  <a:pt x="424743" y="438174"/>
                </a:lnTo>
                <a:lnTo>
                  <a:pt x="381786" y="438174"/>
                </a:lnTo>
                <a:cubicBezTo>
                  <a:pt x="376547" y="438174"/>
                  <a:pt x="372261" y="442460"/>
                  <a:pt x="372261" y="447699"/>
                </a:cubicBezTo>
                <a:cubicBezTo>
                  <a:pt x="372261" y="452938"/>
                  <a:pt x="376547" y="457224"/>
                  <a:pt x="381786" y="457224"/>
                </a:cubicBezTo>
                <a:lnTo>
                  <a:pt x="448461" y="457224"/>
                </a:lnTo>
                <a:cubicBezTo>
                  <a:pt x="453700" y="457224"/>
                  <a:pt x="457986" y="452938"/>
                  <a:pt x="457986" y="447699"/>
                </a:cubicBezTo>
                <a:lnTo>
                  <a:pt x="457986" y="381024"/>
                </a:lnTo>
                <a:cubicBezTo>
                  <a:pt x="457986" y="375785"/>
                  <a:pt x="453700" y="371499"/>
                  <a:pt x="448461" y="371499"/>
                </a:cubicBezTo>
                <a:close/>
                <a:moveTo>
                  <a:pt x="155186" y="364736"/>
                </a:moveTo>
                <a:lnTo>
                  <a:pt x="95274" y="424648"/>
                </a:lnTo>
                <a:lnTo>
                  <a:pt x="95274" y="380929"/>
                </a:lnTo>
                <a:cubicBezTo>
                  <a:pt x="95274" y="375690"/>
                  <a:pt x="90988" y="371404"/>
                  <a:pt x="85749" y="371404"/>
                </a:cubicBezTo>
                <a:cubicBezTo>
                  <a:pt x="80510" y="371404"/>
                  <a:pt x="76224" y="375690"/>
                  <a:pt x="76224" y="380929"/>
                </a:cubicBezTo>
                <a:lnTo>
                  <a:pt x="76224" y="447604"/>
                </a:lnTo>
                <a:cubicBezTo>
                  <a:pt x="76224" y="452842"/>
                  <a:pt x="80510" y="457129"/>
                  <a:pt x="85749" y="457129"/>
                </a:cubicBezTo>
                <a:lnTo>
                  <a:pt x="152424" y="457129"/>
                </a:lnTo>
                <a:cubicBezTo>
                  <a:pt x="157663" y="457129"/>
                  <a:pt x="161949" y="452842"/>
                  <a:pt x="161949" y="447604"/>
                </a:cubicBezTo>
                <a:cubicBezTo>
                  <a:pt x="161949" y="442365"/>
                  <a:pt x="157663" y="438079"/>
                  <a:pt x="152424" y="438079"/>
                </a:cubicBezTo>
                <a:lnTo>
                  <a:pt x="108704" y="438079"/>
                </a:lnTo>
                <a:lnTo>
                  <a:pt x="168616" y="378166"/>
                </a:lnTo>
                <a:cubicBezTo>
                  <a:pt x="172331" y="374452"/>
                  <a:pt x="172331" y="368451"/>
                  <a:pt x="168616" y="364736"/>
                </a:cubicBezTo>
                <a:cubicBezTo>
                  <a:pt x="164902" y="361021"/>
                  <a:pt x="158901" y="361021"/>
                  <a:pt x="155186" y="364736"/>
                </a:cubicBezTo>
                <a:close/>
                <a:moveTo>
                  <a:pt x="371499" y="171474"/>
                </a:moveTo>
                <a:cubicBezTo>
                  <a:pt x="373976" y="171474"/>
                  <a:pt x="376357" y="170521"/>
                  <a:pt x="378261" y="168712"/>
                </a:cubicBezTo>
                <a:lnTo>
                  <a:pt x="438174" y="108799"/>
                </a:lnTo>
                <a:lnTo>
                  <a:pt x="438174" y="152519"/>
                </a:lnTo>
                <a:cubicBezTo>
                  <a:pt x="438174" y="157758"/>
                  <a:pt x="442460" y="162044"/>
                  <a:pt x="447699" y="162044"/>
                </a:cubicBezTo>
                <a:cubicBezTo>
                  <a:pt x="452938" y="162044"/>
                  <a:pt x="457224" y="157758"/>
                  <a:pt x="457224" y="152519"/>
                </a:cubicBezTo>
                <a:lnTo>
                  <a:pt x="457224" y="85844"/>
                </a:lnTo>
                <a:cubicBezTo>
                  <a:pt x="457224" y="80605"/>
                  <a:pt x="452938" y="76319"/>
                  <a:pt x="447699" y="76319"/>
                </a:cubicBezTo>
                <a:lnTo>
                  <a:pt x="381024" y="76319"/>
                </a:lnTo>
                <a:cubicBezTo>
                  <a:pt x="375785" y="76319"/>
                  <a:pt x="371499" y="80605"/>
                  <a:pt x="371499" y="85844"/>
                </a:cubicBezTo>
                <a:cubicBezTo>
                  <a:pt x="371499" y="91083"/>
                  <a:pt x="375785" y="95369"/>
                  <a:pt x="381024" y="95369"/>
                </a:cubicBezTo>
                <a:lnTo>
                  <a:pt x="424743" y="95369"/>
                </a:lnTo>
                <a:lnTo>
                  <a:pt x="364831" y="155281"/>
                </a:lnTo>
                <a:cubicBezTo>
                  <a:pt x="361116" y="158996"/>
                  <a:pt x="361116" y="164997"/>
                  <a:pt x="364831" y="168712"/>
                </a:cubicBezTo>
                <a:cubicBezTo>
                  <a:pt x="366736" y="170617"/>
                  <a:pt x="369118" y="171474"/>
                  <a:pt x="371594" y="171474"/>
                </a:cubicBezTo>
                <a:close/>
                <a:moveTo>
                  <a:pt x="32504" y="276249"/>
                </a:moveTo>
                <a:lnTo>
                  <a:pt x="104799" y="276249"/>
                </a:lnTo>
                <a:cubicBezTo>
                  <a:pt x="110038" y="276249"/>
                  <a:pt x="114324" y="271963"/>
                  <a:pt x="114324" y="266724"/>
                </a:cubicBezTo>
                <a:cubicBezTo>
                  <a:pt x="114324" y="261485"/>
                  <a:pt x="110038" y="257199"/>
                  <a:pt x="104799" y="257199"/>
                </a:cubicBezTo>
                <a:lnTo>
                  <a:pt x="32504" y="257199"/>
                </a:lnTo>
                <a:lnTo>
                  <a:pt x="63841" y="225862"/>
                </a:lnTo>
                <a:cubicBezTo>
                  <a:pt x="67556" y="222147"/>
                  <a:pt x="67556" y="216146"/>
                  <a:pt x="63841" y="212431"/>
                </a:cubicBezTo>
                <a:cubicBezTo>
                  <a:pt x="60127" y="208717"/>
                  <a:pt x="54126" y="208717"/>
                  <a:pt x="50411" y="212431"/>
                </a:cubicBezTo>
                <a:lnTo>
                  <a:pt x="2786" y="260056"/>
                </a:lnTo>
                <a:cubicBezTo>
                  <a:pt x="-929" y="263771"/>
                  <a:pt x="-929" y="269772"/>
                  <a:pt x="2786" y="273487"/>
                </a:cubicBezTo>
                <a:lnTo>
                  <a:pt x="50411" y="321112"/>
                </a:lnTo>
                <a:cubicBezTo>
                  <a:pt x="52316" y="323017"/>
                  <a:pt x="54697" y="323874"/>
                  <a:pt x="57174" y="323874"/>
                </a:cubicBezTo>
                <a:cubicBezTo>
                  <a:pt x="59650" y="323874"/>
                  <a:pt x="62031" y="322921"/>
                  <a:pt x="63937" y="321112"/>
                </a:cubicBezTo>
                <a:cubicBezTo>
                  <a:pt x="67651" y="317397"/>
                  <a:pt x="67651" y="311396"/>
                  <a:pt x="63937" y="307681"/>
                </a:cubicBezTo>
                <a:lnTo>
                  <a:pt x="32599" y="276344"/>
                </a:lnTo>
                <a:close/>
                <a:moveTo>
                  <a:pt x="530567" y="259961"/>
                </a:moveTo>
                <a:lnTo>
                  <a:pt x="482942" y="212336"/>
                </a:lnTo>
                <a:cubicBezTo>
                  <a:pt x="479227" y="208621"/>
                  <a:pt x="473226" y="208621"/>
                  <a:pt x="469511" y="212336"/>
                </a:cubicBezTo>
                <a:cubicBezTo>
                  <a:pt x="465796" y="216051"/>
                  <a:pt x="465796" y="222052"/>
                  <a:pt x="469511" y="225766"/>
                </a:cubicBezTo>
                <a:lnTo>
                  <a:pt x="500849" y="257104"/>
                </a:lnTo>
                <a:lnTo>
                  <a:pt x="428554" y="257104"/>
                </a:lnTo>
                <a:cubicBezTo>
                  <a:pt x="423315" y="257104"/>
                  <a:pt x="419029" y="261390"/>
                  <a:pt x="419029" y="266629"/>
                </a:cubicBezTo>
                <a:cubicBezTo>
                  <a:pt x="419029" y="271867"/>
                  <a:pt x="423315" y="276154"/>
                  <a:pt x="428554" y="276154"/>
                </a:cubicBezTo>
                <a:lnTo>
                  <a:pt x="500849" y="276154"/>
                </a:lnTo>
                <a:lnTo>
                  <a:pt x="469511" y="307491"/>
                </a:lnTo>
                <a:cubicBezTo>
                  <a:pt x="465796" y="311205"/>
                  <a:pt x="465796" y="317206"/>
                  <a:pt x="469511" y="320921"/>
                </a:cubicBezTo>
                <a:cubicBezTo>
                  <a:pt x="471416" y="322826"/>
                  <a:pt x="473797" y="323683"/>
                  <a:pt x="476274" y="323683"/>
                </a:cubicBezTo>
                <a:cubicBezTo>
                  <a:pt x="478751" y="323683"/>
                  <a:pt x="481132" y="322731"/>
                  <a:pt x="483036" y="320921"/>
                </a:cubicBezTo>
                <a:lnTo>
                  <a:pt x="530661" y="273296"/>
                </a:lnTo>
                <a:cubicBezTo>
                  <a:pt x="534376" y="269581"/>
                  <a:pt x="534376" y="263580"/>
                  <a:pt x="530661" y="25986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7" name="Google Shape;77;p5"/>
          <p:cNvGrpSpPr/>
          <p:nvPr/>
        </p:nvGrpSpPr>
        <p:grpSpPr>
          <a:xfrm>
            <a:off x="664474" y="1066003"/>
            <a:ext cx="428502" cy="428501"/>
            <a:chOff x="9358184" y="2764785"/>
            <a:chExt cx="495514" cy="495513"/>
          </a:xfrm>
        </p:grpSpPr>
        <p:grpSp>
          <p:nvGrpSpPr>
            <p:cNvPr id="78" name="Google Shape;78;p5"/>
            <p:cNvGrpSpPr/>
            <p:nvPr/>
          </p:nvGrpSpPr>
          <p:grpSpPr>
            <a:xfrm>
              <a:off x="9358184" y="2802389"/>
              <a:ext cx="457909" cy="457909"/>
              <a:chOff x="9358184" y="2802389"/>
              <a:chExt cx="457909" cy="457909"/>
            </a:xfrm>
          </p:grpSpPr>
          <p:sp>
            <p:nvSpPr>
              <p:cNvPr id="79" name="Google Shape;79;p5"/>
              <p:cNvSpPr/>
              <p:nvPr/>
            </p:nvSpPr>
            <p:spPr>
              <a:xfrm>
                <a:off x="9434344" y="2878548"/>
                <a:ext cx="305685" cy="305685"/>
              </a:xfrm>
              <a:custGeom>
                <a:avLst/>
                <a:gdLst/>
                <a:ahLst/>
                <a:cxnLst/>
                <a:rect l="l" t="t" r="r" b="b"/>
                <a:pathLst>
                  <a:path w="305685" h="305685" extrusionOk="0">
                    <a:moveTo>
                      <a:pt x="152795" y="305590"/>
                    </a:moveTo>
                    <a:cubicBezTo>
                      <a:pt x="68543" y="305590"/>
                      <a:pt x="0" y="237047"/>
                      <a:pt x="0" y="152795"/>
                    </a:cubicBezTo>
                    <a:cubicBezTo>
                      <a:pt x="0" y="68544"/>
                      <a:pt x="68543" y="0"/>
                      <a:pt x="152795" y="0"/>
                    </a:cubicBezTo>
                    <a:cubicBezTo>
                      <a:pt x="173453" y="0"/>
                      <a:pt x="193540" y="4094"/>
                      <a:pt x="212485" y="12090"/>
                    </a:cubicBezTo>
                    <a:cubicBezTo>
                      <a:pt x="212771" y="12186"/>
                      <a:pt x="212866" y="12471"/>
                      <a:pt x="212771" y="12757"/>
                    </a:cubicBezTo>
                    <a:cubicBezTo>
                      <a:pt x="212676" y="12947"/>
                      <a:pt x="212390" y="13138"/>
                      <a:pt x="212104" y="13042"/>
                    </a:cubicBezTo>
                    <a:cubicBezTo>
                      <a:pt x="193350" y="5046"/>
                      <a:pt x="173358" y="1047"/>
                      <a:pt x="152795" y="1047"/>
                    </a:cubicBezTo>
                    <a:cubicBezTo>
                      <a:pt x="69114" y="1047"/>
                      <a:pt x="952" y="69210"/>
                      <a:pt x="952" y="152890"/>
                    </a:cubicBezTo>
                    <a:cubicBezTo>
                      <a:pt x="952" y="236571"/>
                      <a:pt x="69114" y="304734"/>
                      <a:pt x="152795" y="304734"/>
                    </a:cubicBezTo>
                    <a:cubicBezTo>
                      <a:pt x="236475" y="304734"/>
                      <a:pt x="304639" y="236571"/>
                      <a:pt x="304639" y="152890"/>
                    </a:cubicBezTo>
                    <a:cubicBezTo>
                      <a:pt x="304639" y="132327"/>
                      <a:pt x="300640" y="112431"/>
                      <a:pt x="292643" y="93581"/>
                    </a:cubicBezTo>
                    <a:cubicBezTo>
                      <a:pt x="292548" y="93295"/>
                      <a:pt x="292643" y="93105"/>
                      <a:pt x="292929" y="92915"/>
                    </a:cubicBezTo>
                    <a:cubicBezTo>
                      <a:pt x="293215" y="92819"/>
                      <a:pt x="293405" y="92915"/>
                      <a:pt x="293595" y="93200"/>
                    </a:cubicBezTo>
                    <a:cubicBezTo>
                      <a:pt x="301592" y="112145"/>
                      <a:pt x="305686" y="132137"/>
                      <a:pt x="305686" y="152890"/>
                    </a:cubicBezTo>
                    <a:cubicBezTo>
                      <a:pt x="305686" y="237142"/>
                      <a:pt x="237142" y="305686"/>
                      <a:pt x="152891" y="3056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" name="Google Shape;80;p5"/>
              <p:cNvSpPr/>
              <p:nvPr/>
            </p:nvSpPr>
            <p:spPr>
              <a:xfrm>
                <a:off x="9358184" y="2802389"/>
                <a:ext cx="457909" cy="457909"/>
              </a:xfrm>
              <a:custGeom>
                <a:avLst/>
                <a:gdLst/>
                <a:ahLst/>
                <a:cxnLst/>
                <a:rect l="l" t="t" r="r" b="b"/>
                <a:pathLst>
                  <a:path w="457909" h="457909" extrusionOk="0">
                    <a:moveTo>
                      <a:pt x="228955" y="457910"/>
                    </a:moveTo>
                    <a:cubicBezTo>
                      <a:pt x="102720" y="457910"/>
                      <a:pt x="0" y="355189"/>
                      <a:pt x="0" y="228955"/>
                    </a:cubicBezTo>
                    <a:cubicBezTo>
                      <a:pt x="0" y="102720"/>
                      <a:pt x="102720" y="0"/>
                      <a:pt x="228955" y="0"/>
                    </a:cubicBezTo>
                    <a:cubicBezTo>
                      <a:pt x="269891" y="0"/>
                      <a:pt x="310065" y="10948"/>
                      <a:pt x="345193" y="31701"/>
                    </a:cubicBezTo>
                    <a:cubicBezTo>
                      <a:pt x="345384" y="31797"/>
                      <a:pt x="345479" y="32082"/>
                      <a:pt x="345384" y="32368"/>
                    </a:cubicBezTo>
                    <a:cubicBezTo>
                      <a:pt x="345289" y="32558"/>
                      <a:pt x="344908" y="32653"/>
                      <a:pt x="344717" y="32558"/>
                    </a:cubicBezTo>
                    <a:cubicBezTo>
                      <a:pt x="309684" y="11900"/>
                      <a:pt x="269700" y="952"/>
                      <a:pt x="228955" y="952"/>
                    </a:cubicBezTo>
                    <a:cubicBezTo>
                      <a:pt x="103196" y="952"/>
                      <a:pt x="952" y="103196"/>
                      <a:pt x="952" y="228955"/>
                    </a:cubicBezTo>
                    <a:cubicBezTo>
                      <a:pt x="952" y="354713"/>
                      <a:pt x="103196" y="456958"/>
                      <a:pt x="228955" y="456958"/>
                    </a:cubicBezTo>
                    <a:cubicBezTo>
                      <a:pt x="354713" y="456958"/>
                      <a:pt x="456958" y="354713"/>
                      <a:pt x="456958" y="228955"/>
                    </a:cubicBezTo>
                    <a:cubicBezTo>
                      <a:pt x="456958" y="188209"/>
                      <a:pt x="446010" y="148130"/>
                      <a:pt x="425352" y="113192"/>
                    </a:cubicBezTo>
                    <a:cubicBezTo>
                      <a:pt x="425256" y="113002"/>
                      <a:pt x="425352" y="112716"/>
                      <a:pt x="425542" y="112526"/>
                    </a:cubicBezTo>
                    <a:cubicBezTo>
                      <a:pt x="425732" y="112431"/>
                      <a:pt x="426018" y="112526"/>
                      <a:pt x="426208" y="112716"/>
                    </a:cubicBezTo>
                    <a:cubicBezTo>
                      <a:pt x="446962" y="147845"/>
                      <a:pt x="457910" y="188019"/>
                      <a:pt x="457910" y="228955"/>
                    </a:cubicBezTo>
                    <a:cubicBezTo>
                      <a:pt x="457910" y="355189"/>
                      <a:pt x="355190" y="457910"/>
                      <a:pt x="228955" y="457910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" name="Google Shape;81;p5"/>
              <p:cNvSpPr/>
              <p:nvPr/>
            </p:nvSpPr>
            <p:spPr>
              <a:xfrm>
                <a:off x="9510503" y="2954994"/>
                <a:ext cx="152985" cy="152985"/>
              </a:xfrm>
              <a:custGeom>
                <a:avLst/>
                <a:gdLst/>
                <a:ahLst/>
                <a:cxnLst/>
                <a:rect l="l" t="t" r="r" b="b"/>
                <a:pathLst>
                  <a:path w="152985" h="152985" extrusionOk="0">
                    <a:moveTo>
                      <a:pt x="76636" y="152986"/>
                    </a:moveTo>
                    <a:cubicBezTo>
                      <a:pt x="34367" y="152986"/>
                      <a:pt x="0" y="118619"/>
                      <a:pt x="0" y="76350"/>
                    </a:cubicBezTo>
                    <a:cubicBezTo>
                      <a:pt x="0" y="34081"/>
                      <a:pt x="31511" y="2475"/>
                      <a:pt x="71780" y="0"/>
                    </a:cubicBezTo>
                    <a:cubicBezTo>
                      <a:pt x="71971" y="0"/>
                      <a:pt x="72256" y="190"/>
                      <a:pt x="72256" y="476"/>
                    </a:cubicBezTo>
                    <a:cubicBezTo>
                      <a:pt x="72256" y="762"/>
                      <a:pt x="72066" y="952"/>
                      <a:pt x="71780" y="952"/>
                    </a:cubicBezTo>
                    <a:cubicBezTo>
                      <a:pt x="32082" y="3427"/>
                      <a:pt x="952" y="36652"/>
                      <a:pt x="952" y="76350"/>
                    </a:cubicBezTo>
                    <a:cubicBezTo>
                      <a:pt x="952" y="118047"/>
                      <a:pt x="34938" y="152034"/>
                      <a:pt x="76636" y="152034"/>
                    </a:cubicBezTo>
                    <a:cubicBezTo>
                      <a:pt x="118333" y="152034"/>
                      <a:pt x="149558" y="120903"/>
                      <a:pt x="152033" y="81205"/>
                    </a:cubicBezTo>
                    <a:cubicBezTo>
                      <a:pt x="152033" y="80920"/>
                      <a:pt x="152224" y="80729"/>
                      <a:pt x="152509" y="80729"/>
                    </a:cubicBezTo>
                    <a:cubicBezTo>
                      <a:pt x="152795" y="80729"/>
                      <a:pt x="152985" y="81015"/>
                      <a:pt x="152985" y="81205"/>
                    </a:cubicBezTo>
                    <a:cubicBezTo>
                      <a:pt x="150415" y="121475"/>
                      <a:pt x="116905" y="152986"/>
                      <a:pt x="76636" y="1529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2" name="Google Shape;82;p5"/>
            <p:cNvSpPr/>
            <p:nvPr/>
          </p:nvSpPr>
          <p:spPr>
            <a:xfrm>
              <a:off x="9586615" y="2912545"/>
              <a:ext cx="119380" cy="119274"/>
            </a:xfrm>
            <a:custGeom>
              <a:avLst/>
              <a:gdLst/>
              <a:ahLst/>
              <a:cxnLst/>
              <a:rect l="l" t="t" r="r" b="b"/>
              <a:pathLst>
                <a:path w="119380" h="119274" extrusionOk="0">
                  <a:moveTo>
                    <a:pt x="524" y="119274"/>
                  </a:moveTo>
                  <a:cubicBezTo>
                    <a:pt x="524" y="119274"/>
                    <a:pt x="238" y="119274"/>
                    <a:pt x="143" y="119179"/>
                  </a:cubicBezTo>
                  <a:cubicBezTo>
                    <a:pt x="-48" y="118989"/>
                    <a:pt x="-48" y="118703"/>
                    <a:pt x="143" y="118513"/>
                  </a:cubicBezTo>
                  <a:lnTo>
                    <a:pt x="118571" y="85"/>
                  </a:lnTo>
                  <a:cubicBezTo>
                    <a:pt x="118571" y="85"/>
                    <a:pt x="119047" y="-106"/>
                    <a:pt x="119237" y="85"/>
                  </a:cubicBezTo>
                  <a:cubicBezTo>
                    <a:pt x="119428" y="275"/>
                    <a:pt x="119428" y="561"/>
                    <a:pt x="119237" y="751"/>
                  </a:cubicBezTo>
                  <a:lnTo>
                    <a:pt x="809" y="119179"/>
                  </a:lnTo>
                  <a:cubicBezTo>
                    <a:pt x="809" y="119179"/>
                    <a:pt x="619" y="119274"/>
                    <a:pt x="428" y="11927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" name="Google Shape;83;p5"/>
            <p:cNvSpPr/>
            <p:nvPr/>
          </p:nvSpPr>
          <p:spPr>
            <a:xfrm>
              <a:off x="9692144" y="2764785"/>
              <a:ext cx="161554" cy="161553"/>
            </a:xfrm>
            <a:custGeom>
              <a:avLst/>
              <a:gdLst/>
              <a:ahLst/>
              <a:cxnLst/>
              <a:rect l="l" t="t" r="r" b="b"/>
              <a:pathLst>
                <a:path w="161554" h="161553" extrusionOk="0">
                  <a:moveTo>
                    <a:pt x="94248" y="67306"/>
                  </a:moveTo>
                  <a:lnTo>
                    <a:pt x="80730" y="0"/>
                  </a:lnTo>
                  <a:lnTo>
                    <a:pt x="0" y="80824"/>
                  </a:lnTo>
                  <a:lnTo>
                    <a:pt x="13423" y="148130"/>
                  </a:lnTo>
                  <a:lnTo>
                    <a:pt x="80730" y="161554"/>
                  </a:lnTo>
                  <a:lnTo>
                    <a:pt x="161554" y="80824"/>
                  </a:lnTo>
                  <a:lnTo>
                    <a:pt x="94248" y="67306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3. Ponto de partida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6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6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6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6"/>
          <p:cNvSpPr txBox="1">
            <a:spLocks noGrp="1"/>
          </p:cNvSpPr>
          <p:nvPr>
            <p:ph type="body" idx="1"/>
          </p:nvPr>
        </p:nvSpPr>
        <p:spPr>
          <a:xfrm>
            <a:off x="3598334" y="2009776"/>
            <a:ext cx="8080375" cy="3739091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0" name="Google Shape;90;p6"/>
          <p:cNvSpPr/>
          <p:nvPr/>
        </p:nvSpPr>
        <p:spPr>
          <a:xfrm>
            <a:off x="200185" y="269162"/>
            <a:ext cx="2290073" cy="1671398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6"/>
          <p:cNvSpPr txBox="1"/>
          <p:nvPr/>
        </p:nvSpPr>
        <p:spPr>
          <a:xfrm>
            <a:off x="727002" y="749326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Ponto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partida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Título e Conteúdo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7"/>
          <p:cNvSpPr txBox="1">
            <a:spLocks noGrp="1"/>
          </p:cNvSpPr>
          <p:nvPr>
            <p:ph type="body" idx="1"/>
          </p:nvPr>
        </p:nvSpPr>
        <p:spPr>
          <a:xfrm>
            <a:off x="3178176" y="1031875"/>
            <a:ext cx="461645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6" name="Google Shape;96;p7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7"/>
          <p:cNvSpPr txBox="1"/>
          <p:nvPr/>
        </p:nvSpPr>
        <p:spPr>
          <a:xfrm>
            <a:off x="495695" y="718480"/>
            <a:ext cx="1813440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tividade">
  <p:cSld name="1_Atividade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8"/>
          <p:cNvSpPr txBox="1"/>
          <p:nvPr/>
        </p:nvSpPr>
        <p:spPr>
          <a:xfrm>
            <a:off x="2510117" y="-585694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8"/>
          <p:cNvSpPr txBox="1">
            <a:spLocks noGrp="1"/>
          </p:cNvSpPr>
          <p:nvPr>
            <p:ph type="body" idx="1"/>
          </p:nvPr>
        </p:nvSpPr>
        <p:spPr>
          <a:xfrm>
            <a:off x="3026388" y="1395942"/>
            <a:ext cx="7107154" cy="515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2" name="Google Shape;102;p8"/>
          <p:cNvSpPr txBox="1">
            <a:spLocks noGrp="1"/>
          </p:cNvSpPr>
          <p:nvPr>
            <p:ph type="body" idx="2"/>
          </p:nvPr>
        </p:nvSpPr>
        <p:spPr>
          <a:xfrm>
            <a:off x="3026389" y="2075496"/>
            <a:ext cx="7107153" cy="732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3" name="Google Shape;103;p8"/>
          <p:cNvSpPr/>
          <p:nvPr/>
        </p:nvSpPr>
        <p:spPr>
          <a:xfrm>
            <a:off x="200184" y="44804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8"/>
          <p:cNvSpPr txBox="1"/>
          <p:nvPr/>
        </p:nvSpPr>
        <p:spPr>
          <a:xfrm>
            <a:off x="629139" y="882775"/>
            <a:ext cx="1528469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Pause 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responda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OqueAprendemos">
  <p:cSld name="5_OqueAprendemos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775249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9" descr="Pessoas sentadas ao redor de uma mesa&#10;&#10;Descrição gerada automaticamente com confiança média"/>
          <p:cNvPicPr preferRelativeResize="0"/>
          <p:nvPr/>
        </p:nvPicPr>
        <p:blipFill rotWithShape="1">
          <a:blip r:embed="rId3">
            <a:alphaModFix/>
          </a:blip>
          <a:srcRect r="35132"/>
          <a:stretch/>
        </p:blipFill>
        <p:spPr>
          <a:xfrm>
            <a:off x="132497" y="695158"/>
            <a:ext cx="3823136" cy="3899277"/>
          </a:xfrm>
          <a:prstGeom prst="ellipse">
            <a:avLst/>
          </a:prstGeom>
          <a:noFill/>
          <a:ln>
            <a:noFill/>
          </a:ln>
        </p:spPr>
      </p:pic>
      <p:sp>
        <p:nvSpPr>
          <p:cNvPr id="108" name="Google Shape;108;p9"/>
          <p:cNvSpPr txBox="1"/>
          <p:nvPr/>
        </p:nvSpPr>
        <p:spPr>
          <a:xfrm>
            <a:off x="918094" y="4658787"/>
            <a:ext cx="833169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800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09" name="Google Shape;109;p9"/>
          <p:cNvSpPr txBox="1">
            <a:spLocks noGrp="1"/>
          </p:cNvSpPr>
          <p:nvPr>
            <p:ph type="body" idx="1"/>
          </p:nvPr>
        </p:nvSpPr>
        <p:spPr>
          <a:xfrm>
            <a:off x="4867932" y="1691622"/>
            <a:ext cx="6354575" cy="1268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0" name="Google Shape;110;p9"/>
          <p:cNvSpPr txBox="1">
            <a:spLocks noGrp="1"/>
          </p:cNvSpPr>
          <p:nvPr>
            <p:ph type="body" idx="2"/>
          </p:nvPr>
        </p:nvSpPr>
        <p:spPr>
          <a:xfrm>
            <a:off x="4867932" y="3080015"/>
            <a:ext cx="6354575" cy="1268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1" name="Google Shape;111;p9"/>
          <p:cNvSpPr txBox="1">
            <a:spLocks noGrp="1"/>
          </p:cNvSpPr>
          <p:nvPr>
            <p:ph type="body" idx="3"/>
          </p:nvPr>
        </p:nvSpPr>
        <p:spPr>
          <a:xfrm>
            <a:off x="4867932" y="4490837"/>
            <a:ext cx="6354575" cy="1268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2" name="Google Shape;112;p9"/>
          <p:cNvSpPr txBox="1"/>
          <p:nvPr/>
        </p:nvSpPr>
        <p:spPr>
          <a:xfrm>
            <a:off x="4603178" y="1737625"/>
            <a:ext cx="221029" cy="588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933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9"/>
          <p:cNvSpPr txBox="1"/>
          <p:nvPr/>
        </p:nvSpPr>
        <p:spPr>
          <a:xfrm>
            <a:off x="4574825" y="2934235"/>
            <a:ext cx="221029" cy="588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933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9"/>
          <p:cNvSpPr txBox="1"/>
          <p:nvPr/>
        </p:nvSpPr>
        <p:spPr>
          <a:xfrm>
            <a:off x="4574825" y="4130845"/>
            <a:ext cx="221029" cy="588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933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9"/>
          <p:cNvSpPr txBox="1"/>
          <p:nvPr/>
        </p:nvSpPr>
        <p:spPr>
          <a:xfrm>
            <a:off x="12302837" y="90516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9"/>
          <p:cNvSpPr/>
          <p:nvPr/>
        </p:nvSpPr>
        <p:spPr>
          <a:xfrm>
            <a:off x="1827147" y="369589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9"/>
          <p:cNvSpPr txBox="1"/>
          <p:nvPr/>
        </p:nvSpPr>
        <p:spPr>
          <a:xfrm>
            <a:off x="2025947" y="3952324"/>
            <a:ext cx="2001764" cy="1077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nós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aprendemos hoje?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4. Exposição">
  <p:cSld name="1_4. Exposição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0"/>
          <p:cNvSpPr/>
          <p:nvPr/>
        </p:nvSpPr>
        <p:spPr>
          <a:xfrm>
            <a:off x="5260792" y="304269"/>
            <a:ext cx="6553729" cy="5568211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  <a:effectLst>
            <a:outerShdw blurRad="50800" dist="38100" dir="8100000" algn="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0"/>
          <p:cNvSpPr txBox="1">
            <a:spLocks noGrp="1"/>
          </p:cNvSpPr>
          <p:nvPr>
            <p:ph type="body" idx="1"/>
          </p:nvPr>
        </p:nvSpPr>
        <p:spPr>
          <a:xfrm>
            <a:off x="6087875" y="1378003"/>
            <a:ext cx="5071800" cy="22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22" name="Google Shape;122;p10"/>
          <p:cNvSpPr txBox="1"/>
          <p:nvPr/>
        </p:nvSpPr>
        <p:spPr>
          <a:xfrm>
            <a:off x="3178098" y="-289932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Atividade_Seminario">
  <p:cSld name="4_Atividade_Seminario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632648" y="1701800"/>
            <a:ext cx="11081832" cy="41451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27" name="Google Shape;127;p11"/>
          <p:cNvSpPr txBox="1"/>
          <p:nvPr/>
        </p:nvSpPr>
        <p:spPr>
          <a:xfrm>
            <a:off x="632648" y="1011053"/>
            <a:ext cx="63456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pt-BR" sz="3200" b="1" i="0" u="none" strike="noStrike" cap="none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Referências da aula</a:t>
            </a:r>
            <a:endParaRPr sz="3200" b="0" i="0" u="none" strike="noStrike" cap="none" dirty="0">
              <a:solidFill>
                <a:srgbClr val="FF161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2_Layout Personalizado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9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0" name="Google Shape;130;p12"/>
          <p:cNvGrpSpPr/>
          <p:nvPr/>
        </p:nvGrpSpPr>
        <p:grpSpPr>
          <a:xfrm>
            <a:off x="0" y="1"/>
            <a:ext cx="8566485" cy="5380264"/>
            <a:chOff x="0" y="0"/>
            <a:chExt cx="8566485" cy="5808133"/>
          </a:xfrm>
        </p:grpSpPr>
        <p:sp>
          <p:nvSpPr>
            <p:cNvPr id="131" name="Google Shape;131;p12"/>
            <p:cNvSpPr/>
            <p:nvPr/>
          </p:nvSpPr>
          <p:spPr>
            <a:xfrm>
              <a:off x="0" y="0"/>
              <a:ext cx="8566485" cy="465666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12"/>
            <p:cNvSpPr/>
            <p:nvPr/>
          </p:nvSpPr>
          <p:spPr>
            <a:xfrm>
              <a:off x="0" y="0"/>
              <a:ext cx="8566485" cy="5808133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12"/>
            <p:cNvSpPr/>
            <p:nvPr/>
          </p:nvSpPr>
          <p:spPr>
            <a:xfrm>
              <a:off x="0" y="3890433"/>
              <a:ext cx="1109133" cy="1917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4" name="Google Shape;134;p12"/>
          <p:cNvSpPr txBox="1"/>
          <p:nvPr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2"/>
          <p:cNvSpPr txBox="1"/>
          <p:nvPr/>
        </p:nvSpPr>
        <p:spPr>
          <a:xfrm>
            <a:off x="625132" y="2553290"/>
            <a:ext cx="6814747" cy="535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</a:pPr>
            <a:r>
              <a:rPr lang="pt-BR" sz="3000" b="1" i="0" u="none" strike="noStrike" cap="none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Orientações ao </a:t>
            </a:r>
            <a:r>
              <a:rPr lang="pt-BR" sz="3000" b="1" i="0" u="none" strike="noStrike" cap="none" dirty="0">
                <a:solidFill>
                  <a:srgbClr val="FF161F"/>
                </a:solidFill>
                <a:highlight>
                  <a:srgbClr val="00FFFF"/>
                </a:highlight>
                <a:latin typeface="Poppins"/>
                <a:ea typeface="Poppins"/>
                <a:cs typeface="Poppins"/>
                <a:sym typeface="Poppins"/>
              </a:rPr>
              <a:t>professor</a:t>
            </a:r>
            <a:endParaRPr sz="1400" b="0" i="0" u="none" strike="noStrike" cap="none" dirty="0">
              <a:solidFill>
                <a:srgbClr val="000000"/>
              </a:solidFill>
              <a:highlight>
                <a:srgbClr val="00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3"/>
          <p:cNvSpPr txBox="1">
            <a:spLocks noGrp="1"/>
          </p:cNvSpPr>
          <p:nvPr>
            <p:ph type="body" idx="1"/>
          </p:nvPr>
        </p:nvSpPr>
        <p:spPr>
          <a:xfrm>
            <a:off x="3276600" y="1188174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0" name="Google Shape;140;p13"/>
          <p:cNvSpPr txBox="1">
            <a:spLocks noGrp="1"/>
          </p:cNvSpPr>
          <p:nvPr>
            <p:ph type="body" idx="2"/>
          </p:nvPr>
        </p:nvSpPr>
        <p:spPr>
          <a:xfrm>
            <a:off x="3276600" y="1808050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1" name="Google Shape;141;p13"/>
          <p:cNvSpPr txBox="1">
            <a:spLocks noGrp="1"/>
          </p:cNvSpPr>
          <p:nvPr>
            <p:ph type="body" idx="3"/>
          </p:nvPr>
        </p:nvSpPr>
        <p:spPr>
          <a:xfrm>
            <a:off x="3276600" y="2442212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2" name="Google Shape;142;p13"/>
          <p:cNvSpPr txBox="1">
            <a:spLocks noGrp="1"/>
          </p:cNvSpPr>
          <p:nvPr>
            <p:ph type="body" idx="4"/>
          </p:nvPr>
        </p:nvSpPr>
        <p:spPr>
          <a:xfrm>
            <a:off x="3276600" y="3108857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3" name="Google Shape;143;p13"/>
          <p:cNvSpPr txBox="1">
            <a:spLocks noGrp="1"/>
          </p:cNvSpPr>
          <p:nvPr>
            <p:ph type="body" idx="5"/>
          </p:nvPr>
        </p:nvSpPr>
        <p:spPr>
          <a:xfrm>
            <a:off x="3276600" y="3805543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4" name="Google Shape;144;p13"/>
          <p:cNvSpPr txBox="1">
            <a:spLocks noGrp="1"/>
          </p:cNvSpPr>
          <p:nvPr>
            <p:ph type="body" idx="6"/>
          </p:nvPr>
        </p:nvSpPr>
        <p:spPr>
          <a:xfrm>
            <a:off x="3276600" y="4513114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5" name="Google Shape;145;p13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3"/>
          <p:cNvSpPr txBox="1"/>
          <p:nvPr/>
        </p:nvSpPr>
        <p:spPr>
          <a:xfrm>
            <a:off x="495695" y="718480"/>
            <a:ext cx="1813440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4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Construindo o conceito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5"/>
          <p:cNvSpPr/>
          <p:nvPr/>
        </p:nvSpPr>
        <p:spPr>
          <a:xfrm>
            <a:off x="3426936" y="0"/>
            <a:ext cx="8781698" cy="688608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5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5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599" cy="138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4" name="Google Shape;154;p15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598" cy="345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155" name="Google Shape;155;p15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156" name="Google Shape;156;p15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42" cy="1630053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57" name="Google Shape;157;p15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42" cy="16745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58" name="Google Shape;158;p15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705" cy="19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9" name="Google Shape;159;p15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705" cy="19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0" name="Google Shape;160;p15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705" cy="19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1" name="Google Shape;161;p15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598" cy="345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2" name="Google Shape;162;p15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598" cy="345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3" name="Google Shape;163;p15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599" cy="138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4" name="Google Shape;164;p15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599" cy="138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5" name="Google Shape;165;p15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42" cy="1630053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66" name="Google Shape;166;p15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5"/>
          <p:cNvSpPr txBox="1"/>
          <p:nvPr/>
        </p:nvSpPr>
        <p:spPr>
          <a:xfrm>
            <a:off x="495695" y="718480"/>
            <a:ext cx="1813440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Title Only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6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6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6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599" cy="138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3" name="Google Shape;173;p16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598" cy="345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174" name="Google Shape;174;p16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175" name="Google Shape;175;p16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42" cy="1630053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76" name="Google Shape;176;p16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42" cy="16745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77" name="Google Shape;177;p16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705" cy="19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8" name="Google Shape;178;p16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705" cy="19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9" name="Google Shape;179;p16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705" cy="19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0" name="Google Shape;180;p16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598" cy="345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1" name="Google Shape;181;p16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598" cy="345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2" name="Google Shape;182;p16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599" cy="138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3" name="Google Shape;183;p16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599" cy="138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4" name="Google Shape;184;p16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42" cy="1630053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85" name="Google Shape;185;p16"/>
          <p:cNvSpPr txBox="1"/>
          <p:nvPr/>
        </p:nvSpPr>
        <p:spPr>
          <a:xfrm>
            <a:off x="727002" y="749326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highlight>
                  <a:srgbClr val="00FFFF"/>
                </a:highlight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 dirty="0">
              <a:solidFill>
                <a:schemeClr val="lt1"/>
              </a:solidFill>
              <a:highlight>
                <a:srgbClr val="00FFFF"/>
              </a:highlight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2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7"/>
          <p:cNvSpPr txBox="1">
            <a:spLocks noGrp="1"/>
          </p:cNvSpPr>
          <p:nvPr>
            <p:ph type="body" idx="1"/>
          </p:nvPr>
        </p:nvSpPr>
        <p:spPr>
          <a:xfrm>
            <a:off x="3751838" y="2170264"/>
            <a:ext cx="4044985" cy="720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8" name="Google Shape;188;p17"/>
          <p:cNvSpPr txBox="1">
            <a:spLocks noGrp="1"/>
          </p:cNvSpPr>
          <p:nvPr>
            <p:ph type="body" idx="2"/>
          </p:nvPr>
        </p:nvSpPr>
        <p:spPr>
          <a:xfrm>
            <a:off x="3751838" y="3122764"/>
            <a:ext cx="4044985" cy="720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9" name="Google Shape;189;p17"/>
          <p:cNvSpPr txBox="1">
            <a:spLocks noGrp="1"/>
          </p:cNvSpPr>
          <p:nvPr>
            <p:ph type="body" idx="3"/>
          </p:nvPr>
        </p:nvSpPr>
        <p:spPr>
          <a:xfrm>
            <a:off x="3751838" y="4049864"/>
            <a:ext cx="4044985" cy="720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0" name="Google Shape;190;p17"/>
          <p:cNvSpPr txBox="1">
            <a:spLocks noGrp="1"/>
          </p:cNvSpPr>
          <p:nvPr>
            <p:ph type="body" idx="4"/>
          </p:nvPr>
        </p:nvSpPr>
        <p:spPr>
          <a:xfrm>
            <a:off x="3751838" y="4989664"/>
            <a:ext cx="4044985" cy="720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1" name="Google Shape;191;p17"/>
          <p:cNvSpPr txBox="1">
            <a:spLocks noGrp="1"/>
          </p:cNvSpPr>
          <p:nvPr>
            <p:ph type="body" idx="5"/>
          </p:nvPr>
        </p:nvSpPr>
        <p:spPr>
          <a:xfrm>
            <a:off x="3514725" y="559205"/>
            <a:ext cx="7208308" cy="1260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2" name="Google Shape;192;p17"/>
          <p:cNvSpPr/>
          <p:nvPr/>
        </p:nvSpPr>
        <p:spPr>
          <a:xfrm>
            <a:off x="214209" y="372431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7"/>
          <p:cNvSpPr txBox="1"/>
          <p:nvPr/>
        </p:nvSpPr>
        <p:spPr>
          <a:xfrm>
            <a:off x="664925" y="998108"/>
            <a:ext cx="1486327" cy="359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"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8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8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8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8"/>
          <p:cNvSpPr txBox="1">
            <a:spLocks noGrp="1"/>
          </p:cNvSpPr>
          <p:nvPr>
            <p:ph type="body" idx="1"/>
          </p:nvPr>
        </p:nvSpPr>
        <p:spPr>
          <a:xfrm>
            <a:off x="3707268" y="641350"/>
            <a:ext cx="7366062" cy="1732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0" name="Google Shape;200;p18"/>
          <p:cNvSpPr txBox="1">
            <a:spLocks noGrp="1"/>
          </p:cNvSpPr>
          <p:nvPr>
            <p:ph type="body" idx="2"/>
          </p:nvPr>
        </p:nvSpPr>
        <p:spPr>
          <a:xfrm>
            <a:off x="4428690" y="2540104"/>
            <a:ext cx="6644640" cy="3486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1" name="Google Shape;201;p18"/>
          <p:cNvSpPr/>
          <p:nvPr/>
        </p:nvSpPr>
        <p:spPr>
          <a:xfrm>
            <a:off x="214209" y="372431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8"/>
          <p:cNvSpPr txBox="1"/>
          <p:nvPr/>
        </p:nvSpPr>
        <p:spPr>
          <a:xfrm>
            <a:off x="664925" y="998108"/>
            <a:ext cx="1486327" cy="359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2"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9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9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9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9"/>
          <p:cNvSpPr txBox="1">
            <a:spLocks noGrp="1"/>
          </p:cNvSpPr>
          <p:nvPr>
            <p:ph type="body" idx="1"/>
          </p:nvPr>
        </p:nvSpPr>
        <p:spPr>
          <a:xfrm>
            <a:off x="3598410" y="633942"/>
            <a:ext cx="8052782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9" name="Google Shape;209;p19"/>
          <p:cNvSpPr txBox="1">
            <a:spLocks noGrp="1"/>
          </p:cNvSpPr>
          <p:nvPr>
            <p:ph type="body" idx="2"/>
          </p:nvPr>
        </p:nvSpPr>
        <p:spPr>
          <a:xfrm>
            <a:off x="6374268" y="2372801"/>
            <a:ext cx="5276924" cy="3572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0" name="Google Shape;210;p19"/>
          <p:cNvSpPr txBox="1">
            <a:spLocks noGrp="1"/>
          </p:cNvSpPr>
          <p:nvPr>
            <p:ph type="body" idx="3"/>
          </p:nvPr>
        </p:nvSpPr>
        <p:spPr>
          <a:xfrm>
            <a:off x="3596090" y="5702430"/>
            <a:ext cx="2497589" cy="242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1" name="Google Shape;211;p19"/>
          <p:cNvSpPr>
            <a:spLocks noGrp="1"/>
          </p:cNvSpPr>
          <p:nvPr>
            <p:ph type="pic" idx="4"/>
          </p:nvPr>
        </p:nvSpPr>
        <p:spPr>
          <a:xfrm>
            <a:off x="3596091" y="2364317"/>
            <a:ext cx="2497793" cy="3216275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212" name="Google Shape;212;p19"/>
          <p:cNvSpPr/>
          <p:nvPr/>
        </p:nvSpPr>
        <p:spPr>
          <a:xfrm>
            <a:off x="214209" y="372431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9"/>
          <p:cNvSpPr txBox="1"/>
          <p:nvPr/>
        </p:nvSpPr>
        <p:spPr>
          <a:xfrm>
            <a:off x="664925" y="998108"/>
            <a:ext cx="1486327" cy="359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3"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0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0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0"/>
          <p:cNvSpPr txBox="1">
            <a:spLocks noGrp="1"/>
          </p:cNvSpPr>
          <p:nvPr>
            <p:ph type="body" idx="1"/>
          </p:nvPr>
        </p:nvSpPr>
        <p:spPr>
          <a:xfrm>
            <a:off x="3598409" y="619125"/>
            <a:ext cx="8052783" cy="1189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0" name="Google Shape;220;p20"/>
          <p:cNvSpPr txBox="1">
            <a:spLocks noGrp="1"/>
          </p:cNvSpPr>
          <p:nvPr>
            <p:ph type="body" idx="2"/>
          </p:nvPr>
        </p:nvSpPr>
        <p:spPr>
          <a:xfrm>
            <a:off x="3598409" y="5860191"/>
            <a:ext cx="8052716" cy="295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12032105" y="578620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0"/>
          <p:cNvSpPr txBox="1">
            <a:spLocks noGrp="1"/>
          </p:cNvSpPr>
          <p:nvPr>
            <p:ph type="body" idx="3"/>
          </p:nvPr>
        </p:nvSpPr>
        <p:spPr>
          <a:xfrm>
            <a:off x="3598409" y="2012716"/>
            <a:ext cx="8052716" cy="3736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3" name="Google Shape;223;p20"/>
          <p:cNvSpPr/>
          <p:nvPr/>
        </p:nvSpPr>
        <p:spPr>
          <a:xfrm>
            <a:off x="214209" y="372431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0"/>
          <p:cNvSpPr txBox="1"/>
          <p:nvPr/>
        </p:nvSpPr>
        <p:spPr>
          <a:xfrm>
            <a:off x="664925" y="998108"/>
            <a:ext cx="1486327" cy="359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4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1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21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21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21"/>
          <p:cNvSpPr>
            <a:spLocks noGrp="1"/>
          </p:cNvSpPr>
          <p:nvPr>
            <p:ph type="pic" idx="2"/>
          </p:nvPr>
        </p:nvSpPr>
        <p:spPr>
          <a:xfrm>
            <a:off x="3598408" y="2027345"/>
            <a:ext cx="8052717" cy="369979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231" name="Google Shape;231;p21"/>
          <p:cNvSpPr txBox="1">
            <a:spLocks noGrp="1"/>
          </p:cNvSpPr>
          <p:nvPr>
            <p:ph type="body" idx="1"/>
          </p:nvPr>
        </p:nvSpPr>
        <p:spPr>
          <a:xfrm>
            <a:off x="3598407" y="633942"/>
            <a:ext cx="8052785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2" name="Google Shape;232;p21"/>
          <p:cNvSpPr txBox="1">
            <a:spLocks noGrp="1"/>
          </p:cNvSpPr>
          <p:nvPr>
            <p:ph type="body" idx="3"/>
          </p:nvPr>
        </p:nvSpPr>
        <p:spPr>
          <a:xfrm>
            <a:off x="3598407" y="5842824"/>
            <a:ext cx="8052785" cy="310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3" name="Google Shape;233;p21"/>
          <p:cNvSpPr/>
          <p:nvPr/>
        </p:nvSpPr>
        <p:spPr>
          <a:xfrm>
            <a:off x="214209" y="372431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1"/>
          <p:cNvSpPr txBox="1"/>
          <p:nvPr/>
        </p:nvSpPr>
        <p:spPr>
          <a:xfrm>
            <a:off x="664925" y="998108"/>
            <a:ext cx="1486327" cy="359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5"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2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22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22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2"/>
          <p:cNvSpPr txBox="1">
            <a:spLocks noGrp="1"/>
          </p:cNvSpPr>
          <p:nvPr>
            <p:ph type="body" idx="1"/>
          </p:nvPr>
        </p:nvSpPr>
        <p:spPr>
          <a:xfrm>
            <a:off x="3598410" y="633520"/>
            <a:ext cx="3803877" cy="546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1" name="Google Shape;241;p22"/>
          <p:cNvSpPr txBox="1">
            <a:spLocks noGrp="1"/>
          </p:cNvSpPr>
          <p:nvPr>
            <p:ph type="body" idx="2"/>
          </p:nvPr>
        </p:nvSpPr>
        <p:spPr>
          <a:xfrm>
            <a:off x="7767637" y="630987"/>
            <a:ext cx="3803877" cy="546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2" name="Google Shape;242;p22"/>
          <p:cNvSpPr/>
          <p:nvPr/>
        </p:nvSpPr>
        <p:spPr>
          <a:xfrm>
            <a:off x="200185" y="269162"/>
            <a:ext cx="2290073" cy="1671398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2"/>
          <p:cNvSpPr txBox="1"/>
          <p:nvPr/>
        </p:nvSpPr>
        <p:spPr>
          <a:xfrm>
            <a:off x="727002" y="749326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Ponto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partida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6"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3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23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23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23"/>
          <p:cNvSpPr txBox="1">
            <a:spLocks noGrp="1"/>
          </p:cNvSpPr>
          <p:nvPr>
            <p:ph type="body" idx="1"/>
          </p:nvPr>
        </p:nvSpPr>
        <p:spPr>
          <a:xfrm>
            <a:off x="3598410" y="633520"/>
            <a:ext cx="3803877" cy="546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0" name="Google Shape;250;p23"/>
          <p:cNvSpPr txBox="1">
            <a:spLocks noGrp="1"/>
          </p:cNvSpPr>
          <p:nvPr>
            <p:ph type="body" idx="2"/>
          </p:nvPr>
        </p:nvSpPr>
        <p:spPr>
          <a:xfrm>
            <a:off x="7767637" y="630987"/>
            <a:ext cx="3803877" cy="546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1" name="Google Shape;251;p23"/>
          <p:cNvSpPr/>
          <p:nvPr/>
        </p:nvSpPr>
        <p:spPr>
          <a:xfrm>
            <a:off x="214209" y="372431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3"/>
          <p:cNvSpPr txBox="1"/>
          <p:nvPr/>
        </p:nvSpPr>
        <p:spPr>
          <a:xfrm>
            <a:off x="664925" y="998108"/>
            <a:ext cx="1486327" cy="359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2"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4" name="Google Shape;254;p24"/>
          <p:cNvCxnSpPr/>
          <p:nvPr/>
        </p:nvCxnSpPr>
        <p:spPr>
          <a:xfrm rot="10800000">
            <a:off x="4997465" y="2618483"/>
            <a:ext cx="6017865" cy="0"/>
          </a:xfrm>
          <a:prstGeom prst="straightConnector1">
            <a:avLst/>
          </a:prstGeom>
          <a:noFill/>
          <a:ln w="19050" cap="flat" cmpd="sng">
            <a:solidFill>
              <a:srgbClr val="F4F4F4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55" name="Google Shape;255;p24"/>
          <p:cNvSpPr>
            <a:spLocks noGrp="1"/>
          </p:cNvSpPr>
          <p:nvPr>
            <p:ph type="pic" idx="2"/>
          </p:nvPr>
        </p:nvSpPr>
        <p:spPr>
          <a:xfrm>
            <a:off x="2204323" y="2276371"/>
            <a:ext cx="2793140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256" name="Google Shape;256;p24"/>
          <p:cNvSpPr txBox="1">
            <a:spLocks noGrp="1"/>
          </p:cNvSpPr>
          <p:nvPr>
            <p:ph type="body" idx="1"/>
          </p:nvPr>
        </p:nvSpPr>
        <p:spPr>
          <a:xfrm>
            <a:off x="5572275" y="2819872"/>
            <a:ext cx="5443055" cy="11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Poppins"/>
              <a:buNone/>
              <a:defRPr sz="14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cxnSp>
        <p:nvCxnSpPr>
          <p:cNvPr id="257" name="Google Shape;257;p24"/>
          <p:cNvCxnSpPr/>
          <p:nvPr/>
        </p:nvCxnSpPr>
        <p:spPr>
          <a:xfrm rot="10800000">
            <a:off x="4997465" y="4669769"/>
            <a:ext cx="5961159" cy="0"/>
          </a:xfrm>
          <a:prstGeom prst="straightConnector1">
            <a:avLst/>
          </a:prstGeom>
          <a:noFill/>
          <a:ln w="19050" cap="flat" cmpd="sng">
            <a:solidFill>
              <a:srgbClr val="F4F4F4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58" name="Google Shape;258;p24"/>
          <p:cNvSpPr>
            <a:spLocks noGrp="1"/>
          </p:cNvSpPr>
          <p:nvPr>
            <p:ph type="pic" idx="3"/>
          </p:nvPr>
        </p:nvSpPr>
        <p:spPr>
          <a:xfrm>
            <a:off x="2204323" y="4327657"/>
            <a:ext cx="2793140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259" name="Google Shape;259;p24"/>
          <p:cNvSpPr txBox="1">
            <a:spLocks noGrp="1"/>
          </p:cNvSpPr>
          <p:nvPr>
            <p:ph type="body" idx="4"/>
          </p:nvPr>
        </p:nvSpPr>
        <p:spPr>
          <a:xfrm>
            <a:off x="5572274" y="4871158"/>
            <a:ext cx="5443053" cy="1130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Poppins"/>
              <a:buNone/>
              <a:defRPr sz="14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60" name="Google Shape;260;p24"/>
          <p:cNvSpPr txBox="1">
            <a:spLocks noGrp="1"/>
          </p:cNvSpPr>
          <p:nvPr>
            <p:ph type="body" idx="5"/>
          </p:nvPr>
        </p:nvSpPr>
        <p:spPr>
          <a:xfrm>
            <a:off x="2204324" y="1484525"/>
            <a:ext cx="8811006" cy="616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"/>
              <a:buNone/>
              <a:defRPr sz="1467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61" name="Google Shape;261;p24"/>
          <p:cNvSpPr txBox="1">
            <a:spLocks noGrp="1"/>
          </p:cNvSpPr>
          <p:nvPr>
            <p:ph type="body" idx="6"/>
          </p:nvPr>
        </p:nvSpPr>
        <p:spPr>
          <a:xfrm>
            <a:off x="2204323" y="454165"/>
            <a:ext cx="8811005" cy="828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3"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5"/>
          <p:cNvSpPr txBox="1">
            <a:spLocks noGrp="1"/>
          </p:cNvSpPr>
          <p:nvPr>
            <p:ph type="body" idx="1"/>
          </p:nvPr>
        </p:nvSpPr>
        <p:spPr>
          <a:xfrm>
            <a:off x="3276600" y="1188174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6" name="Google Shape;266;p25"/>
          <p:cNvSpPr txBox="1">
            <a:spLocks noGrp="1"/>
          </p:cNvSpPr>
          <p:nvPr>
            <p:ph type="body" idx="2"/>
          </p:nvPr>
        </p:nvSpPr>
        <p:spPr>
          <a:xfrm>
            <a:off x="3276600" y="1808050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7" name="Google Shape;267;p25"/>
          <p:cNvSpPr txBox="1">
            <a:spLocks noGrp="1"/>
          </p:cNvSpPr>
          <p:nvPr>
            <p:ph type="body" idx="3"/>
          </p:nvPr>
        </p:nvSpPr>
        <p:spPr>
          <a:xfrm>
            <a:off x="3276600" y="2442212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8" name="Google Shape;268;p25"/>
          <p:cNvSpPr txBox="1">
            <a:spLocks noGrp="1"/>
          </p:cNvSpPr>
          <p:nvPr>
            <p:ph type="body" idx="4"/>
          </p:nvPr>
        </p:nvSpPr>
        <p:spPr>
          <a:xfrm>
            <a:off x="3276600" y="3108857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9" name="Google Shape;269;p25"/>
          <p:cNvSpPr txBox="1">
            <a:spLocks noGrp="1"/>
          </p:cNvSpPr>
          <p:nvPr>
            <p:ph type="body" idx="5"/>
          </p:nvPr>
        </p:nvSpPr>
        <p:spPr>
          <a:xfrm>
            <a:off x="3276600" y="3805543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0" name="Google Shape;270;p25"/>
          <p:cNvSpPr txBox="1">
            <a:spLocks noGrp="1"/>
          </p:cNvSpPr>
          <p:nvPr>
            <p:ph type="body" idx="6"/>
          </p:nvPr>
        </p:nvSpPr>
        <p:spPr>
          <a:xfrm>
            <a:off x="3276600" y="4513114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1" name="Google Shape;271;p25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25"/>
          <p:cNvSpPr txBox="1"/>
          <p:nvPr/>
        </p:nvSpPr>
        <p:spPr>
          <a:xfrm>
            <a:off x="495695" y="718480"/>
            <a:ext cx="1813440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4"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Google Shape;274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6"/>
          <p:cNvSpPr txBox="1">
            <a:spLocks noGrp="1"/>
          </p:cNvSpPr>
          <p:nvPr>
            <p:ph type="body" idx="1"/>
          </p:nvPr>
        </p:nvSpPr>
        <p:spPr>
          <a:xfrm>
            <a:off x="3562371" y="2421299"/>
            <a:ext cx="3075909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7" name="Google Shape;277;p26"/>
          <p:cNvSpPr txBox="1">
            <a:spLocks noGrp="1"/>
          </p:cNvSpPr>
          <p:nvPr>
            <p:ph type="body" idx="2"/>
          </p:nvPr>
        </p:nvSpPr>
        <p:spPr>
          <a:xfrm>
            <a:off x="3562371" y="3864517"/>
            <a:ext cx="3094789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8" name="Google Shape;278;p26"/>
          <p:cNvSpPr txBox="1">
            <a:spLocks noGrp="1"/>
          </p:cNvSpPr>
          <p:nvPr>
            <p:ph type="body" idx="3"/>
          </p:nvPr>
        </p:nvSpPr>
        <p:spPr>
          <a:xfrm>
            <a:off x="3562371" y="5222027"/>
            <a:ext cx="3120376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9" name="Google Shape;279;p26"/>
          <p:cNvSpPr txBox="1">
            <a:spLocks noGrp="1"/>
          </p:cNvSpPr>
          <p:nvPr>
            <p:ph type="body" idx="4"/>
          </p:nvPr>
        </p:nvSpPr>
        <p:spPr>
          <a:xfrm>
            <a:off x="8011122" y="2421299"/>
            <a:ext cx="3057657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0" name="Google Shape;280;p26"/>
          <p:cNvSpPr txBox="1">
            <a:spLocks noGrp="1"/>
          </p:cNvSpPr>
          <p:nvPr>
            <p:ph type="body" idx="5"/>
          </p:nvPr>
        </p:nvSpPr>
        <p:spPr>
          <a:xfrm>
            <a:off x="8021910" y="3864492"/>
            <a:ext cx="3046869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1" name="Google Shape;281;p26"/>
          <p:cNvSpPr txBox="1">
            <a:spLocks noGrp="1"/>
          </p:cNvSpPr>
          <p:nvPr>
            <p:ph type="body" idx="6"/>
          </p:nvPr>
        </p:nvSpPr>
        <p:spPr>
          <a:xfrm>
            <a:off x="8011122" y="5229761"/>
            <a:ext cx="3057657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2" name="Google Shape;282;p26"/>
          <p:cNvSpPr txBox="1">
            <a:spLocks noGrp="1"/>
          </p:cNvSpPr>
          <p:nvPr>
            <p:ph type="body" idx="7"/>
          </p:nvPr>
        </p:nvSpPr>
        <p:spPr>
          <a:xfrm>
            <a:off x="2789174" y="919259"/>
            <a:ext cx="6425888" cy="503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3" name="Google Shape;283;p26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26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5"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7"/>
          <p:cNvSpPr txBox="1">
            <a:spLocks noGrp="1"/>
          </p:cNvSpPr>
          <p:nvPr>
            <p:ph type="body" idx="1"/>
          </p:nvPr>
        </p:nvSpPr>
        <p:spPr>
          <a:xfrm>
            <a:off x="3557090" y="3556357"/>
            <a:ext cx="2160687" cy="2382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9" name="Google Shape;289;p27"/>
          <p:cNvSpPr txBox="1">
            <a:spLocks noGrp="1"/>
          </p:cNvSpPr>
          <p:nvPr>
            <p:ph type="body" idx="2"/>
          </p:nvPr>
        </p:nvSpPr>
        <p:spPr>
          <a:xfrm>
            <a:off x="6054957" y="3555846"/>
            <a:ext cx="2399155" cy="785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0" name="Google Shape;290;p27"/>
          <p:cNvSpPr txBox="1">
            <a:spLocks noGrp="1"/>
          </p:cNvSpPr>
          <p:nvPr>
            <p:ph type="body" idx="3"/>
          </p:nvPr>
        </p:nvSpPr>
        <p:spPr>
          <a:xfrm>
            <a:off x="8983149" y="3555846"/>
            <a:ext cx="2492083" cy="1879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1" name="Google Shape;291;p27"/>
          <p:cNvSpPr txBox="1">
            <a:spLocks noGrp="1"/>
          </p:cNvSpPr>
          <p:nvPr>
            <p:ph type="body" idx="4"/>
          </p:nvPr>
        </p:nvSpPr>
        <p:spPr>
          <a:xfrm>
            <a:off x="2789174" y="919259"/>
            <a:ext cx="6425888" cy="503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2" name="Google Shape;292;p27"/>
          <p:cNvSpPr txBox="1">
            <a:spLocks noGrp="1"/>
          </p:cNvSpPr>
          <p:nvPr>
            <p:ph type="body" idx="5"/>
          </p:nvPr>
        </p:nvSpPr>
        <p:spPr>
          <a:xfrm>
            <a:off x="3548026" y="2796830"/>
            <a:ext cx="1892055" cy="621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3" name="Google Shape;293;p27"/>
          <p:cNvSpPr txBox="1">
            <a:spLocks noGrp="1"/>
          </p:cNvSpPr>
          <p:nvPr>
            <p:ph type="body" idx="6"/>
          </p:nvPr>
        </p:nvSpPr>
        <p:spPr>
          <a:xfrm>
            <a:off x="6042197" y="2807800"/>
            <a:ext cx="1901246" cy="621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4" name="Google Shape;294;p27"/>
          <p:cNvSpPr txBox="1">
            <a:spLocks noGrp="1"/>
          </p:cNvSpPr>
          <p:nvPr>
            <p:ph type="body" idx="7"/>
          </p:nvPr>
        </p:nvSpPr>
        <p:spPr>
          <a:xfrm>
            <a:off x="8983148" y="2807800"/>
            <a:ext cx="1989537" cy="621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5" name="Google Shape;295;p27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27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6"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8"/>
          <p:cNvSpPr txBox="1">
            <a:spLocks noGrp="1"/>
          </p:cNvSpPr>
          <p:nvPr>
            <p:ph type="body" idx="1"/>
          </p:nvPr>
        </p:nvSpPr>
        <p:spPr>
          <a:xfrm>
            <a:off x="3276600" y="1188174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1" name="Google Shape;301;p28"/>
          <p:cNvSpPr txBox="1">
            <a:spLocks noGrp="1"/>
          </p:cNvSpPr>
          <p:nvPr>
            <p:ph type="body" idx="2"/>
          </p:nvPr>
        </p:nvSpPr>
        <p:spPr>
          <a:xfrm>
            <a:off x="3276600" y="1808050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2" name="Google Shape;302;p28"/>
          <p:cNvSpPr txBox="1">
            <a:spLocks noGrp="1"/>
          </p:cNvSpPr>
          <p:nvPr>
            <p:ph type="body" idx="3"/>
          </p:nvPr>
        </p:nvSpPr>
        <p:spPr>
          <a:xfrm>
            <a:off x="3276600" y="2442212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3" name="Google Shape;303;p28"/>
          <p:cNvSpPr txBox="1">
            <a:spLocks noGrp="1"/>
          </p:cNvSpPr>
          <p:nvPr>
            <p:ph type="body" idx="4"/>
          </p:nvPr>
        </p:nvSpPr>
        <p:spPr>
          <a:xfrm>
            <a:off x="3276600" y="3108857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4" name="Google Shape;304;p28"/>
          <p:cNvSpPr txBox="1">
            <a:spLocks noGrp="1"/>
          </p:cNvSpPr>
          <p:nvPr>
            <p:ph type="body" idx="5"/>
          </p:nvPr>
        </p:nvSpPr>
        <p:spPr>
          <a:xfrm>
            <a:off x="3276600" y="3805543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5" name="Google Shape;305;p28"/>
          <p:cNvSpPr txBox="1">
            <a:spLocks noGrp="1"/>
          </p:cNvSpPr>
          <p:nvPr>
            <p:ph type="body" idx="6"/>
          </p:nvPr>
        </p:nvSpPr>
        <p:spPr>
          <a:xfrm>
            <a:off x="3276600" y="4513114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6" name="Google Shape;306;p28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28"/>
          <p:cNvSpPr txBox="1"/>
          <p:nvPr/>
        </p:nvSpPr>
        <p:spPr>
          <a:xfrm>
            <a:off x="473493" y="697144"/>
            <a:ext cx="1829795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tividade">
  <p:cSld name="3_Atividade"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ayout Personalizado">
  <p:cSld name="1_Layout Personalizado"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2" name="Google Shape;312;p30"/>
          <p:cNvGrpSpPr/>
          <p:nvPr/>
        </p:nvGrpSpPr>
        <p:grpSpPr>
          <a:xfrm>
            <a:off x="0" y="0"/>
            <a:ext cx="8566485" cy="5808133"/>
            <a:chOff x="0" y="0"/>
            <a:chExt cx="8566485" cy="5808133"/>
          </a:xfrm>
        </p:grpSpPr>
        <p:sp>
          <p:nvSpPr>
            <p:cNvPr id="313" name="Google Shape;313;p30"/>
            <p:cNvSpPr/>
            <p:nvPr/>
          </p:nvSpPr>
          <p:spPr>
            <a:xfrm>
              <a:off x="0" y="0"/>
              <a:ext cx="8566485" cy="465666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30"/>
            <p:cNvSpPr/>
            <p:nvPr/>
          </p:nvSpPr>
          <p:spPr>
            <a:xfrm>
              <a:off x="0" y="0"/>
              <a:ext cx="8566485" cy="5808133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30"/>
            <p:cNvSpPr/>
            <p:nvPr/>
          </p:nvSpPr>
          <p:spPr>
            <a:xfrm>
              <a:off x="0" y="3890433"/>
              <a:ext cx="1109133" cy="1917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6" name="Google Shape;316;p30"/>
          <p:cNvSpPr txBox="1">
            <a:spLocks noGrp="1"/>
          </p:cNvSpPr>
          <p:nvPr>
            <p:ph type="body" idx="1"/>
          </p:nvPr>
        </p:nvSpPr>
        <p:spPr>
          <a:xfrm>
            <a:off x="1472540" y="999139"/>
            <a:ext cx="5135423" cy="3128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7" name="Google Shape;317;p30"/>
          <p:cNvSpPr txBox="1">
            <a:spLocks noGrp="1"/>
          </p:cNvSpPr>
          <p:nvPr>
            <p:ph type="body" idx="2"/>
          </p:nvPr>
        </p:nvSpPr>
        <p:spPr>
          <a:xfrm>
            <a:off x="1472540" y="4248213"/>
            <a:ext cx="3345391" cy="404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Resposta">
  <p:cSld name="3_Atividade_Resposta"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Atividade_Resposta">
  <p:cSld name="3_Atividade_Resposta 2"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2"/>
          <p:cNvSpPr txBox="1">
            <a:spLocks noGrp="1"/>
          </p:cNvSpPr>
          <p:nvPr>
            <p:ph type="body" idx="1"/>
          </p:nvPr>
        </p:nvSpPr>
        <p:spPr>
          <a:xfrm>
            <a:off x="2633811" y="1324949"/>
            <a:ext cx="4998509" cy="837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1" name="Google Shape;321;p32"/>
          <p:cNvSpPr txBox="1">
            <a:spLocks noGrp="1"/>
          </p:cNvSpPr>
          <p:nvPr>
            <p:ph type="body" idx="2"/>
          </p:nvPr>
        </p:nvSpPr>
        <p:spPr>
          <a:xfrm>
            <a:off x="2633811" y="2340949"/>
            <a:ext cx="4998509" cy="837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2" name="Google Shape;322;p32"/>
          <p:cNvSpPr txBox="1">
            <a:spLocks noGrp="1"/>
          </p:cNvSpPr>
          <p:nvPr>
            <p:ph type="body" idx="3"/>
          </p:nvPr>
        </p:nvSpPr>
        <p:spPr>
          <a:xfrm>
            <a:off x="2633811" y="3365077"/>
            <a:ext cx="4998509" cy="837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3" name="Google Shape;323;p32"/>
          <p:cNvSpPr txBox="1">
            <a:spLocks noGrp="1"/>
          </p:cNvSpPr>
          <p:nvPr>
            <p:ph type="body" idx="4"/>
          </p:nvPr>
        </p:nvSpPr>
        <p:spPr>
          <a:xfrm>
            <a:off x="2633811" y="4486741"/>
            <a:ext cx="4998509" cy="837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Atividade_Resposta">
  <p:cSld name="5_Atividade_Resposta"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5" name="Google Shape;325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33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7" name="Google Shape;327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33"/>
          <p:cNvSpPr txBox="1">
            <a:spLocks noGrp="1"/>
          </p:cNvSpPr>
          <p:nvPr>
            <p:ph type="body" idx="1"/>
          </p:nvPr>
        </p:nvSpPr>
        <p:spPr>
          <a:xfrm>
            <a:off x="3136759" y="1056217"/>
            <a:ext cx="2958041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9" name="Google Shape;329;p33"/>
          <p:cNvSpPr txBox="1">
            <a:spLocks noGrp="1"/>
          </p:cNvSpPr>
          <p:nvPr>
            <p:ph type="body" idx="2"/>
          </p:nvPr>
        </p:nvSpPr>
        <p:spPr>
          <a:xfrm>
            <a:off x="3136759" y="1771481"/>
            <a:ext cx="2958041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0" name="Google Shape;330;p33"/>
          <p:cNvSpPr txBox="1">
            <a:spLocks noGrp="1"/>
          </p:cNvSpPr>
          <p:nvPr>
            <p:ph type="body" idx="3"/>
          </p:nvPr>
        </p:nvSpPr>
        <p:spPr>
          <a:xfrm>
            <a:off x="3136759" y="2584281"/>
            <a:ext cx="2958041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1" name="Google Shape;331;p33"/>
          <p:cNvSpPr txBox="1">
            <a:spLocks noGrp="1"/>
          </p:cNvSpPr>
          <p:nvPr>
            <p:ph type="body" idx="4"/>
          </p:nvPr>
        </p:nvSpPr>
        <p:spPr>
          <a:xfrm>
            <a:off x="6501751" y="1056217"/>
            <a:ext cx="2958041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2" name="Google Shape;332;p33"/>
          <p:cNvSpPr txBox="1">
            <a:spLocks noGrp="1"/>
          </p:cNvSpPr>
          <p:nvPr>
            <p:ph type="body" idx="5"/>
          </p:nvPr>
        </p:nvSpPr>
        <p:spPr>
          <a:xfrm>
            <a:off x="6501751" y="1771481"/>
            <a:ext cx="2958041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3" name="Google Shape;333;p33"/>
          <p:cNvSpPr txBox="1">
            <a:spLocks noGrp="1"/>
          </p:cNvSpPr>
          <p:nvPr>
            <p:ph type="body" idx="6"/>
          </p:nvPr>
        </p:nvSpPr>
        <p:spPr>
          <a:xfrm>
            <a:off x="6501751" y="2584281"/>
            <a:ext cx="2958041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4" name="Google Shape;334;p33"/>
          <p:cNvSpPr txBox="1"/>
          <p:nvPr/>
        </p:nvSpPr>
        <p:spPr>
          <a:xfrm>
            <a:off x="727002" y="749326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highlight>
                  <a:srgbClr val="00FFFF"/>
                </a:highlight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 dirty="0">
              <a:solidFill>
                <a:schemeClr val="lt1"/>
              </a:solidFill>
              <a:highlight>
                <a:srgbClr val="00FFFF"/>
              </a:highlight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4"/>
          <p:cNvSpPr txBox="1"/>
          <p:nvPr/>
        </p:nvSpPr>
        <p:spPr>
          <a:xfrm>
            <a:off x="12971489" y="493676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34"/>
          <p:cNvSpPr txBox="1"/>
          <p:nvPr/>
        </p:nvSpPr>
        <p:spPr>
          <a:xfrm>
            <a:off x="12691672" y="388744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34"/>
          <p:cNvSpPr txBox="1">
            <a:spLocks noGrp="1"/>
          </p:cNvSpPr>
          <p:nvPr>
            <p:ph type="body" idx="1"/>
          </p:nvPr>
        </p:nvSpPr>
        <p:spPr>
          <a:xfrm>
            <a:off x="878472" y="4705246"/>
            <a:ext cx="2509305" cy="306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9" name="Google Shape;339;p34"/>
          <p:cNvSpPr txBox="1">
            <a:spLocks noGrp="1"/>
          </p:cNvSpPr>
          <p:nvPr>
            <p:ph type="body" idx="2"/>
          </p:nvPr>
        </p:nvSpPr>
        <p:spPr>
          <a:xfrm>
            <a:off x="878472" y="5194925"/>
            <a:ext cx="2509305" cy="306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0" name="Google Shape;340;p34"/>
          <p:cNvSpPr txBox="1"/>
          <p:nvPr/>
        </p:nvSpPr>
        <p:spPr>
          <a:xfrm>
            <a:off x="3609788" y="-1039906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34"/>
          <p:cNvSpPr txBox="1"/>
          <p:nvPr/>
        </p:nvSpPr>
        <p:spPr>
          <a:xfrm>
            <a:off x="4535254" y="1129596"/>
            <a:ext cx="546847" cy="48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2" name="Google Shape;342;p34"/>
          <p:cNvCxnSpPr/>
          <p:nvPr/>
        </p:nvCxnSpPr>
        <p:spPr>
          <a:xfrm>
            <a:off x="4535253" y="1685408"/>
            <a:ext cx="6858888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43" name="Google Shape;343;p34"/>
          <p:cNvSpPr txBox="1"/>
          <p:nvPr/>
        </p:nvSpPr>
        <p:spPr>
          <a:xfrm>
            <a:off x="4535254" y="2594775"/>
            <a:ext cx="546847" cy="48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4" name="Google Shape;344;p34"/>
          <p:cNvCxnSpPr/>
          <p:nvPr/>
        </p:nvCxnSpPr>
        <p:spPr>
          <a:xfrm>
            <a:off x="4535253" y="3150587"/>
            <a:ext cx="6858888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45" name="Google Shape;345;p34"/>
          <p:cNvSpPr txBox="1"/>
          <p:nvPr/>
        </p:nvSpPr>
        <p:spPr>
          <a:xfrm>
            <a:off x="4535254" y="4059954"/>
            <a:ext cx="546847" cy="48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6" name="Google Shape;346;p34"/>
          <p:cNvCxnSpPr/>
          <p:nvPr/>
        </p:nvCxnSpPr>
        <p:spPr>
          <a:xfrm>
            <a:off x="4535253" y="4615765"/>
            <a:ext cx="6858888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47" name="Google Shape;347;p34"/>
          <p:cNvSpPr txBox="1"/>
          <p:nvPr/>
        </p:nvSpPr>
        <p:spPr>
          <a:xfrm>
            <a:off x="4535254" y="5525133"/>
            <a:ext cx="546847" cy="48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8" name="Google Shape;348;p34"/>
          <p:cNvCxnSpPr/>
          <p:nvPr/>
        </p:nvCxnSpPr>
        <p:spPr>
          <a:xfrm>
            <a:off x="4535253" y="6080945"/>
            <a:ext cx="6858888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49" name="Google Shape;349;p34"/>
          <p:cNvSpPr txBox="1">
            <a:spLocks noGrp="1"/>
          </p:cNvSpPr>
          <p:nvPr>
            <p:ph type="body" idx="3"/>
          </p:nvPr>
        </p:nvSpPr>
        <p:spPr>
          <a:xfrm>
            <a:off x="5207001" y="609602"/>
            <a:ext cx="6035675" cy="92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0" name="Google Shape;350;p34"/>
          <p:cNvSpPr txBox="1">
            <a:spLocks noGrp="1"/>
          </p:cNvSpPr>
          <p:nvPr>
            <p:ph type="body" idx="4"/>
          </p:nvPr>
        </p:nvSpPr>
        <p:spPr>
          <a:xfrm>
            <a:off x="5207001" y="2078638"/>
            <a:ext cx="6035675" cy="92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1" name="Google Shape;351;p34"/>
          <p:cNvSpPr txBox="1">
            <a:spLocks noGrp="1"/>
          </p:cNvSpPr>
          <p:nvPr>
            <p:ph type="body" idx="5"/>
          </p:nvPr>
        </p:nvSpPr>
        <p:spPr>
          <a:xfrm>
            <a:off x="5207001" y="3537680"/>
            <a:ext cx="6035675" cy="92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2" name="Google Shape;352;p34"/>
          <p:cNvSpPr txBox="1">
            <a:spLocks noGrp="1"/>
          </p:cNvSpPr>
          <p:nvPr>
            <p:ph type="body" idx="6"/>
          </p:nvPr>
        </p:nvSpPr>
        <p:spPr>
          <a:xfrm>
            <a:off x="5207001" y="5006716"/>
            <a:ext cx="6035675" cy="92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3" name="Google Shape;353;p34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34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OqueAprendemos">
  <p:cSld name="6_OqueAprendemos"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6" name="Google Shape;356;p3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775249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35" descr="Pessoas sentadas ao redor de uma mesa&#10;&#10;Descrição gerada automaticamente com confiança média"/>
          <p:cNvPicPr preferRelativeResize="0"/>
          <p:nvPr/>
        </p:nvPicPr>
        <p:blipFill rotWithShape="1">
          <a:blip r:embed="rId3">
            <a:alphaModFix/>
          </a:blip>
          <a:srcRect r="35132"/>
          <a:stretch/>
        </p:blipFill>
        <p:spPr>
          <a:xfrm>
            <a:off x="132497" y="695158"/>
            <a:ext cx="3823136" cy="3899277"/>
          </a:xfrm>
          <a:prstGeom prst="ellipse">
            <a:avLst/>
          </a:prstGeom>
          <a:noFill/>
          <a:ln>
            <a:noFill/>
          </a:ln>
        </p:spPr>
      </p:pic>
      <p:sp>
        <p:nvSpPr>
          <p:cNvPr id="358" name="Google Shape;358;p35"/>
          <p:cNvSpPr txBox="1"/>
          <p:nvPr/>
        </p:nvSpPr>
        <p:spPr>
          <a:xfrm>
            <a:off x="918094" y="4658787"/>
            <a:ext cx="833169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800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359" name="Google Shape;359;p35"/>
          <p:cNvSpPr>
            <a:spLocks noGrp="1"/>
          </p:cNvSpPr>
          <p:nvPr>
            <p:ph type="pic" idx="2"/>
          </p:nvPr>
        </p:nvSpPr>
        <p:spPr>
          <a:xfrm>
            <a:off x="4868334" y="1691217"/>
            <a:ext cx="6354233" cy="4068233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360" name="Google Shape;360;p35"/>
          <p:cNvSpPr txBox="1"/>
          <p:nvPr/>
        </p:nvSpPr>
        <p:spPr>
          <a:xfrm>
            <a:off x="4676921" y="734022"/>
            <a:ext cx="5440600" cy="718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/>
          </a:bodyPr>
          <a:lstStyle/>
          <a:p>
            <a:pPr marL="304815" marR="0" lvl="0" indent="-152408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</a:pPr>
            <a:r>
              <a:rPr lang="pt-BR" sz="3000" b="1" i="0" u="none" strike="noStrike" cap="none" dirty="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Nuvem de palavras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35"/>
          <p:cNvSpPr/>
          <p:nvPr/>
        </p:nvSpPr>
        <p:spPr>
          <a:xfrm>
            <a:off x="1827147" y="369589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35"/>
          <p:cNvSpPr txBox="1"/>
          <p:nvPr/>
        </p:nvSpPr>
        <p:spPr>
          <a:xfrm>
            <a:off x="2025947" y="3952324"/>
            <a:ext cx="2001764" cy="1077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nós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aprendemos hoje?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"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4" name="Google Shape;364;p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6"/>
          <p:cNvSpPr txBox="1">
            <a:spLocks noGrp="1"/>
          </p:cNvSpPr>
          <p:nvPr>
            <p:ph type="body" idx="1"/>
          </p:nvPr>
        </p:nvSpPr>
        <p:spPr>
          <a:xfrm>
            <a:off x="2832629" y="929217"/>
            <a:ext cx="8512278" cy="409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7" name="Google Shape;367;p36"/>
          <p:cNvSpPr txBox="1">
            <a:spLocks noGrp="1"/>
          </p:cNvSpPr>
          <p:nvPr>
            <p:ph type="body" idx="2"/>
          </p:nvPr>
        </p:nvSpPr>
        <p:spPr>
          <a:xfrm>
            <a:off x="3117954" y="1598778"/>
            <a:ext cx="8226953" cy="2612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8" name="Google Shape;368;p36"/>
          <p:cNvSpPr txBox="1">
            <a:spLocks noGrp="1"/>
          </p:cNvSpPr>
          <p:nvPr>
            <p:ph type="body" idx="3"/>
          </p:nvPr>
        </p:nvSpPr>
        <p:spPr>
          <a:xfrm>
            <a:off x="4282082" y="4997173"/>
            <a:ext cx="6770665" cy="9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9" name="Google Shape;369;p36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36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nha do Tempo2">
  <p:cSld name="1_Linha do Tempo2">
    <p:bg>
      <p:bgPr>
        <a:solidFill>
          <a:schemeClr val="lt1"/>
        </a:solidFill>
        <a:effectLst/>
      </p:bgPr>
    </p:bg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4" name="Google Shape;374;p37"/>
          <p:cNvCxnSpPr/>
          <p:nvPr/>
        </p:nvCxnSpPr>
        <p:spPr>
          <a:xfrm>
            <a:off x="460698" y="3353252"/>
            <a:ext cx="11844716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375" name="Google Shape;375;p37"/>
          <p:cNvSpPr txBox="1">
            <a:spLocks noGrp="1"/>
          </p:cNvSpPr>
          <p:nvPr>
            <p:ph type="body" idx="1"/>
          </p:nvPr>
        </p:nvSpPr>
        <p:spPr>
          <a:xfrm>
            <a:off x="3104707" y="1639685"/>
            <a:ext cx="8240200" cy="225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"/>
              <a:buNone/>
              <a:defRPr sz="1467" b="0" i="0" u="none" strike="noStrike" cap="none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376" name="Google Shape;376;p37"/>
          <p:cNvSpPr txBox="1">
            <a:spLocks noGrp="1"/>
          </p:cNvSpPr>
          <p:nvPr>
            <p:ph type="body" idx="2"/>
          </p:nvPr>
        </p:nvSpPr>
        <p:spPr>
          <a:xfrm>
            <a:off x="3104707" y="1090293"/>
            <a:ext cx="7173432" cy="417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Poppins"/>
              <a:buNone/>
              <a:defRPr sz="2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377" name="Google Shape;377;p37"/>
          <p:cNvSpPr txBox="1"/>
          <p:nvPr/>
        </p:nvSpPr>
        <p:spPr>
          <a:xfrm>
            <a:off x="1635512" y="498087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37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37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7">
    <p:bg>
      <p:bgPr>
        <a:solidFill>
          <a:schemeClr val="lt1"/>
        </a:solidFill>
        <a:effectLst/>
      </p:bgPr>
    </p:bg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3" name="Google Shape;383;p38"/>
          <p:cNvCxnSpPr/>
          <p:nvPr/>
        </p:nvCxnSpPr>
        <p:spPr>
          <a:xfrm>
            <a:off x="1559442" y="3909375"/>
            <a:ext cx="10745972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384" name="Google Shape;384;p38"/>
          <p:cNvCxnSpPr/>
          <p:nvPr/>
        </p:nvCxnSpPr>
        <p:spPr>
          <a:xfrm rot="10800000">
            <a:off x="1147295" y="4639450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385" name="Google Shape;385;p38"/>
          <p:cNvCxnSpPr/>
          <p:nvPr/>
        </p:nvCxnSpPr>
        <p:spPr>
          <a:xfrm rot="10800000">
            <a:off x="6787299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386" name="Google Shape;386;p38"/>
          <p:cNvCxnSpPr/>
          <p:nvPr/>
        </p:nvCxnSpPr>
        <p:spPr>
          <a:xfrm>
            <a:off x="3961499" y="1592470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387" name="Google Shape;387;p38"/>
          <p:cNvCxnSpPr/>
          <p:nvPr/>
        </p:nvCxnSpPr>
        <p:spPr>
          <a:xfrm>
            <a:off x="9587327" y="1577706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388" name="Google Shape;388;p38"/>
          <p:cNvSpPr>
            <a:spLocks noGrp="1"/>
          </p:cNvSpPr>
          <p:nvPr>
            <p:ph type="pic" idx="2"/>
          </p:nvPr>
        </p:nvSpPr>
        <p:spPr>
          <a:xfrm>
            <a:off x="778432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389" name="Google Shape;389;p38"/>
          <p:cNvSpPr>
            <a:spLocks noGrp="1"/>
          </p:cNvSpPr>
          <p:nvPr>
            <p:ph type="pic" idx="3"/>
          </p:nvPr>
        </p:nvSpPr>
        <p:spPr>
          <a:xfrm>
            <a:off x="3615829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390" name="Google Shape;390;p38"/>
          <p:cNvSpPr>
            <a:spLocks noGrp="1"/>
          </p:cNvSpPr>
          <p:nvPr>
            <p:ph type="pic" idx="4"/>
          </p:nvPr>
        </p:nvSpPr>
        <p:spPr>
          <a:xfrm>
            <a:off x="6432270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391" name="Google Shape;391;p38"/>
          <p:cNvSpPr>
            <a:spLocks noGrp="1"/>
          </p:cNvSpPr>
          <p:nvPr>
            <p:ph type="pic" idx="5"/>
          </p:nvPr>
        </p:nvSpPr>
        <p:spPr>
          <a:xfrm>
            <a:off x="9269667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392" name="Google Shape;392;p38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499" cy="45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3" name="Google Shape;393;p38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38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8">
    <p:bg>
      <p:bgPr>
        <a:solidFill>
          <a:schemeClr val="lt1"/>
        </a:solidFill>
        <a:effectLst/>
      </p:bgPr>
    </p:bg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6" name="Google Shape;396;p3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8" name="Google Shape;398;p39"/>
          <p:cNvCxnSpPr/>
          <p:nvPr/>
        </p:nvCxnSpPr>
        <p:spPr>
          <a:xfrm>
            <a:off x="1559442" y="3909375"/>
            <a:ext cx="10745972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399" name="Google Shape;399;p39"/>
          <p:cNvCxnSpPr/>
          <p:nvPr/>
        </p:nvCxnSpPr>
        <p:spPr>
          <a:xfrm rot="10800000">
            <a:off x="1147295" y="4639450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00" name="Google Shape;400;p39"/>
          <p:cNvCxnSpPr/>
          <p:nvPr/>
        </p:nvCxnSpPr>
        <p:spPr>
          <a:xfrm rot="10800000">
            <a:off x="6787299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01" name="Google Shape;401;p39"/>
          <p:cNvCxnSpPr/>
          <p:nvPr/>
        </p:nvCxnSpPr>
        <p:spPr>
          <a:xfrm>
            <a:off x="3961499" y="1592470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02" name="Google Shape;402;p39"/>
          <p:cNvCxnSpPr/>
          <p:nvPr/>
        </p:nvCxnSpPr>
        <p:spPr>
          <a:xfrm>
            <a:off x="9587327" y="1577706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03" name="Google Shape;403;p39"/>
          <p:cNvSpPr>
            <a:spLocks noGrp="1"/>
          </p:cNvSpPr>
          <p:nvPr>
            <p:ph type="pic" idx="2"/>
          </p:nvPr>
        </p:nvSpPr>
        <p:spPr>
          <a:xfrm>
            <a:off x="778432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04" name="Google Shape;404;p39"/>
          <p:cNvSpPr>
            <a:spLocks noGrp="1"/>
          </p:cNvSpPr>
          <p:nvPr>
            <p:ph type="pic" idx="3"/>
          </p:nvPr>
        </p:nvSpPr>
        <p:spPr>
          <a:xfrm>
            <a:off x="3615829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05" name="Google Shape;405;p39"/>
          <p:cNvSpPr>
            <a:spLocks noGrp="1"/>
          </p:cNvSpPr>
          <p:nvPr>
            <p:ph type="pic" idx="4"/>
          </p:nvPr>
        </p:nvSpPr>
        <p:spPr>
          <a:xfrm>
            <a:off x="6432270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06" name="Google Shape;406;p39"/>
          <p:cNvSpPr>
            <a:spLocks noGrp="1"/>
          </p:cNvSpPr>
          <p:nvPr>
            <p:ph type="pic" idx="5"/>
          </p:nvPr>
        </p:nvSpPr>
        <p:spPr>
          <a:xfrm>
            <a:off x="9269667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07" name="Google Shape;407;p39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499" cy="45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8" name="Google Shape;408;p39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39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9">
    <p:bg>
      <p:bgPr>
        <a:solidFill>
          <a:schemeClr val="lt1"/>
        </a:solidFill>
        <a:effectLst/>
      </p:bgPr>
    </p:bg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1" name="Google Shape;411;p4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3" name="Google Shape;413;p40"/>
          <p:cNvCxnSpPr/>
          <p:nvPr/>
        </p:nvCxnSpPr>
        <p:spPr>
          <a:xfrm>
            <a:off x="1185264" y="3909375"/>
            <a:ext cx="10745972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414" name="Google Shape;414;p40"/>
          <p:cNvCxnSpPr/>
          <p:nvPr/>
        </p:nvCxnSpPr>
        <p:spPr>
          <a:xfrm rot="10800000">
            <a:off x="620355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15" name="Google Shape;415;p40"/>
          <p:cNvCxnSpPr/>
          <p:nvPr/>
        </p:nvCxnSpPr>
        <p:spPr>
          <a:xfrm rot="10800000">
            <a:off x="5263300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16" name="Google Shape;416;p40"/>
          <p:cNvCxnSpPr/>
          <p:nvPr/>
        </p:nvCxnSpPr>
        <p:spPr>
          <a:xfrm>
            <a:off x="2959237" y="1592470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17" name="Google Shape;417;p40"/>
          <p:cNvCxnSpPr/>
          <p:nvPr/>
        </p:nvCxnSpPr>
        <p:spPr>
          <a:xfrm>
            <a:off x="7589194" y="1577706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18" name="Google Shape;418;p40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19" name="Google Shape;419;p40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20" name="Google Shape;420;p40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21" name="Google Shape;421;p40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22" name="Google Shape;422;p40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499" cy="45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3" name="Google Shape;423;p40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cxnSp>
        <p:nvCxnSpPr>
          <p:cNvPr id="424" name="Google Shape;424;p40"/>
          <p:cNvCxnSpPr/>
          <p:nvPr/>
        </p:nvCxnSpPr>
        <p:spPr>
          <a:xfrm rot="10800000">
            <a:off x="9869167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25" name="Google Shape;425;p40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40"/>
          <p:cNvSpPr txBox="1"/>
          <p:nvPr/>
        </p:nvSpPr>
        <p:spPr>
          <a:xfrm>
            <a:off x="495695" y="718480"/>
            <a:ext cx="1813440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0">
    <p:bg>
      <p:bgPr>
        <a:solidFill>
          <a:schemeClr val="lt1"/>
        </a:solidFill>
        <a:effectLst/>
      </p:bgPr>
    </p:bg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8" name="Google Shape;428;p4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30" name="Google Shape;430;p41"/>
          <p:cNvCxnSpPr/>
          <p:nvPr/>
        </p:nvCxnSpPr>
        <p:spPr>
          <a:xfrm>
            <a:off x="1185264" y="3909375"/>
            <a:ext cx="10745972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431" name="Google Shape;431;p41"/>
          <p:cNvCxnSpPr/>
          <p:nvPr/>
        </p:nvCxnSpPr>
        <p:spPr>
          <a:xfrm rot="10800000">
            <a:off x="620355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32" name="Google Shape;432;p41"/>
          <p:cNvCxnSpPr/>
          <p:nvPr/>
        </p:nvCxnSpPr>
        <p:spPr>
          <a:xfrm rot="10800000">
            <a:off x="5263300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33" name="Google Shape;433;p41"/>
          <p:cNvCxnSpPr/>
          <p:nvPr/>
        </p:nvCxnSpPr>
        <p:spPr>
          <a:xfrm>
            <a:off x="2959237" y="1592470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34" name="Google Shape;434;p41"/>
          <p:cNvCxnSpPr/>
          <p:nvPr/>
        </p:nvCxnSpPr>
        <p:spPr>
          <a:xfrm>
            <a:off x="7589194" y="1577706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35" name="Google Shape;435;p41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36" name="Google Shape;436;p41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37" name="Google Shape;437;p41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38" name="Google Shape;438;p41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39" name="Google Shape;439;p41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499" cy="45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40" name="Google Shape;440;p41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cxnSp>
        <p:nvCxnSpPr>
          <p:cNvPr id="441" name="Google Shape;441;p41"/>
          <p:cNvCxnSpPr/>
          <p:nvPr/>
        </p:nvCxnSpPr>
        <p:spPr>
          <a:xfrm rot="10800000">
            <a:off x="9869167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42" name="Google Shape;442;p41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41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1">
    <p:bg>
      <p:bgPr>
        <a:solidFill>
          <a:schemeClr val="lt1"/>
        </a:solidFill>
        <a:effectLst/>
      </p:bgPr>
    </p:bg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5" name="Google Shape;445;p4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46" name="Google Shape;446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47" name="Google Shape;447;p42"/>
          <p:cNvCxnSpPr/>
          <p:nvPr/>
        </p:nvCxnSpPr>
        <p:spPr>
          <a:xfrm>
            <a:off x="1185264" y="3909375"/>
            <a:ext cx="10745972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448" name="Google Shape;448;p42"/>
          <p:cNvCxnSpPr/>
          <p:nvPr/>
        </p:nvCxnSpPr>
        <p:spPr>
          <a:xfrm rot="10800000">
            <a:off x="620355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49" name="Google Shape;449;p42"/>
          <p:cNvCxnSpPr/>
          <p:nvPr/>
        </p:nvCxnSpPr>
        <p:spPr>
          <a:xfrm rot="10800000">
            <a:off x="5263300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50" name="Google Shape;450;p42"/>
          <p:cNvCxnSpPr/>
          <p:nvPr/>
        </p:nvCxnSpPr>
        <p:spPr>
          <a:xfrm>
            <a:off x="2959237" y="1592470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51" name="Google Shape;451;p42"/>
          <p:cNvCxnSpPr/>
          <p:nvPr/>
        </p:nvCxnSpPr>
        <p:spPr>
          <a:xfrm>
            <a:off x="7589194" y="1577706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52" name="Google Shape;452;p42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53" name="Google Shape;453;p42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54" name="Google Shape;454;p42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55" name="Google Shape;455;p42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56" name="Google Shape;456;p42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499" cy="45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57" name="Google Shape;457;p42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cxnSp>
        <p:nvCxnSpPr>
          <p:cNvPr id="458" name="Google Shape;458;p42"/>
          <p:cNvCxnSpPr/>
          <p:nvPr/>
        </p:nvCxnSpPr>
        <p:spPr>
          <a:xfrm rot="10800000">
            <a:off x="9869167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59" name="Google Shape;459;p42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42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2">
    <p:bg>
      <p:bgPr>
        <a:solidFill>
          <a:schemeClr val="lt1"/>
        </a:solidFill>
        <a:effectLst/>
      </p:bgPr>
    </p:bg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2" name="Google Shape;462;p4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43"/>
          <p:cNvSpPr>
            <a:spLocks noGrp="1"/>
          </p:cNvSpPr>
          <p:nvPr>
            <p:ph type="pic" idx="2"/>
          </p:nvPr>
        </p:nvSpPr>
        <p:spPr>
          <a:xfrm>
            <a:off x="3127810" y="1084585"/>
            <a:ext cx="2481584" cy="1744787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65" name="Google Shape;465;p43"/>
          <p:cNvSpPr>
            <a:spLocks noGrp="1"/>
          </p:cNvSpPr>
          <p:nvPr>
            <p:ph type="pic" idx="3"/>
          </p:nvPr>
        </p:nvSpPr>
        <p:spPr>
          <a:xfrm>
            <a:off x="3127810" y="3837265"/>
            <a:ext cx="2481584" cy="1744787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66" name="Google Shape;466;p43"/>
          <p:cNvSpPr>
            <a:spLocks noGrp="1"/>
          </p:cNvSpPr>
          <p:nvPr>
            <p:ph type="pic" idx="4"/>
          </p:nvPr>
        </p:nvSpPr>
        <p:spPr>
          <a:xfrm>
            <a:off x="8759529" y="3837265"/>
            <a:ext cx="2481584" cy="1744787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67" name="Google Shape;467;p43"/>
          <p:cNvSpPr>
            <a:spLocks noGrp="1"/>
          </p:cNvSpPr>
          <p:nvPr>
            <p:ph type="pic" idx="5"/>
          </p:nvPr>
        </p:nvSpPr>
        <p:spPr>
          <a:xfrm>
            <a:off x="8759529" y="1084585"/>
            <a:ext cx="2481584" cy="1744787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grpSp>
        <p:nvGrpSpPr>
          <p:cNvPr id="468" name="Google Shape;468;p43"/>
          <p:cNvGrpSpPr/>
          <p:nvPr/>
        </p:nvGrpSpPr>
        <p:grpSpPr>
          <a:xfrm>
            <a:off x="9756405" y="6381592"/>
            <a:ext cx="2435595" cy="499855"/>
            <a:chOff x="14634602" y="9537218"/>
            <a:chExt cx="3653392" cy="749782"/>
          </a:xfrm>
        </p:grpSpPr>
        <p:pic>
          <p:nvPicPr>
            <p:cNvPr id="469" name="Google Shape;469;p4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0" name="Google Shape;470;p43" descr="Logotipo"/>
            <p:cNvPicPr preferRelativeResize="0"/>
            <p:nvPr/>
          </p:nvPicPr>
          <p:blipFill rotWithShape="1">
            <a:blip r:embed="rId5">
              <a:alphaModFix/>
            </a:blip>
            <a:srcRect l="6765" t="26294" b="17973"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71" name="Google Shape;471;p43"/>
          <p:cNvSpPr>
            <a:spLocks noGrp="1"/>
          </p:cNvSpPr>
          <p:nvPr>
            <p:ph type="pic" idx="6"/>
          </p:nvPr>
        </p:nvSpPr>
        <p:spPr>
          <a:xfrm>
            <a:off x="5943669" y="2636294"/>
            <a:ext cx="2481584" cy="1744787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72" name="Google Shape;472;p43"/>
          <p:cNvSpPr txBox="1">
            <a:spLocks noGrp="1"/>
          </p:cNvSpPr>
          <p:nvPr>
            <p:ph type="body" idx="1"/>
          </p:nvPr>
        </p:nvSpPr>
        <p:spPr>
          <a:xfrm>
            <a:off x="3127811" y="2908275"/>
            <a:ext cx="2481583" cy="263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73" name="Google Shape;473;p43"/>
          <p:cNvSpPr txBox="1">
            <a:spLocks noGrp="1"/>
          </p:cNvSpPr>
          <p:nvPr>
            <p:ph type="body" idx="7"/>
          </p:nvPr>
        </p:nvSpPr>
        <p:spPr>
          <a:xfrm>
            <a:off x="3127811" y="5656962"/>
            <a:ext cx="2481583" cy="263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74" name="Google Shape;474;p43"/>
          <p:cNvSpPr txBox="1">
            <a:spLocks noGrp="1"/>
          </p:cNvSpPr>
          <p:nvPr>
            <p:ph type="body" idx="8"/>
          </p:nvPr>
        </p:nvSpPr>
        <p:spPr>
          <a:xfrm>
            <a:off x="8760967" y="2908275"/>
            <a:ext cx="2481583" cy="263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75" name="Google Shape;475;p43"/>
          <p:cNvSpPr txBox="1">
            <a:spLocks noGrp="1"/>
          </p:cNvSpPr>
          <p:nvPr>
            <p:ph type="body" idx="9"/>
          </p:nvPr>
        </p:nvSpPr>
        <p:spPr>
          <a:xfrm>
            <a:off x="8760967" y="5656962"/>
            <a:ext cx="2481583" cy="263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76" name="Google Shape;476;p43"/>
          <p:cNvSpPr txBox="1">
            <a:spLocks noGrp="1"/>
          </p:cNvSpPr>
          <p:nvPr>
            <p:ph type="body" idx="13"/>
          </p:nvPr>
        </p:nvSpPr>
        <p:spPr>
          <a:xfrm>
            <a:off x="5950033" y="4443564"/>
            <a:ext cx="2481583" cy="263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77" name="Google Shape;477;p43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43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4_1. Desenvolvimento"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4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44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44"/>
          <p:cNvSpPr txBox="1">
            <a:spLocks noGrp="1"/>
          </p:cNvSpPr>
          <p:nvPr>
            <p:ph type="body" idx="1"/>
          </p:nvPr>
        </p:nvSpPr>
        <p:spPr>
          <a:xfrm>
            <a:off x="3005293" y="958054"/>
            <a:ext cx="8280499" cy="45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84" name="Google Shape;484;p44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44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4_1. Desenvolvimento 2"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7" name="Google Shape;487;p4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88" name="Google Shape;488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45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45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45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adro">
  <p:cSld name="1_Quadro"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3" name="Google Shape;493;p4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46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46"/>
          <p:cNvSpPr txBox="1">
            <a:spLocks noGrp="1"/>
          </p:cNvSpPr>
          <p:nvPr>
            <p:ph type="body" idx="1"/>
          </p:nvPr>
        </p:nvSpPr>
        <p:spPr>
          <a:xfrm>
            <a:off x="500292" y="3098664"/>
            <a:ext cx="2435595" cy="1303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96" name="Google Shape;496;p46"/>
          <p:cNvSpPr txBox="1"/>
          <p:nvPr/>
        </p:nvSpPr>
        <p:spPr>
          <a:xfrm>
            <a:off x="779302" y="669715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highlight>
                  <a:srgbClr val="00FFFF"/>
                </a:highlight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 dirty="0">
              <a:solidFill>
                <a:schemeClr val="lt1"/>
              </a:solidFill>
              <a:highlight>
                <a:srgbClr val="00FFFF"/>
              </a:highlight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adro">
  <p:cSld name="1_Quadro 2"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8" name="Google Shape;498;p4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47"/>
          <p:cNvSpPr txBox="1">
            <a:spLocks noGrp="1"/>
          </p:cNvSpPr>
          <p:nvPr>
            <p:ph type="body" idx="1"/>
          </p:nvPr>
        </p:nvSpPr>
        <p:spPr>
          <a:xfrm>
            <a:off x="500292" y="3098664"/>
            <a:ext cx="2601182" cy="1303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00" name="Google Shape;500;p47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47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2"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04" name="Google Shape;504;p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48"/>
          <p:cNvSpPr txBox="1">
            <a:spLocks noGrp="1"/>
          </p:cNvSpPr>
          <p:nvPr>
            <p:ph type="body" idx="1"/>
          </p:nvPr>
        </p:nvSpPr>
        <p:spPr>
          <a:xfrm>
            <a:off x="3163359" y="1023409"/>
            <a:ext cx="4888441" cy="1081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6" name="Google Shape;506;p48"/>
          <p:cNvSpPr txBox="1">
            <a:spLocks noGrp="1"/>
          </p:cNvSpPr>
          <p:nvPr>
            <p:ph type="body" idx="2"/>
          </p:nvPr>
        </p:nvSpPr>
        <p:spPr>
          <a:xfrm>
            <a:off x="3163359" y="2334624"/>
            <a:ext cx="4888441" cy="1081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7" name="Google Shape;507;p48"/>
          <p:cNvSpPr>
            <a:spLocks noGrp="1"/>
          </p:cNvSpPr>
          <p:nvPr>
            <p:ph type="pic" idx="3"/>
          </p:nvPr>
        </p:nvSpPr>
        <p:spPr>
          <a:xfrm>
            <a:off x="3163359" y="3645959"/>
            <a:ext cx="4888441" cy="1667933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508" name="Google Shape;508;p48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48"/>
          <p:cNvSpPr txBox="1"/>
          <p:nvPr/>
        </p:nvSpPr>
        <p:spPr>
          <a:xfrm>
            <a:off x="779302" y="669715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highlight>
                  <a:srgbClr val="00FFFF"/>
                </a:highlight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 dirty="0">
              <a:solidFill>
                <a:schemeClr val="lt1"/>
              </a:solidFill>
              <a:highlight>
                <a:srgbClr val="00FFFF"/>
              </a:highlight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3"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4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12" name="Google Shape;512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49"/>
          <p:cNvSpPr>
            <a:spLocks noGrp="1"/>
          </p:cNvSpPr>
          <p:nvPr>
            <p:ph type="pic" idx="2"/>
          </p:nvPr>
        </p:nvSpPr>
        <p:spPr>
          <a:xfrm>
            <a:off x="2805141" y="2431243"/>
            <a:ext cx="9004568" cy="3295901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514" name="Google Shape;514;p49"/>
          <p:cNvSpPr txBox="1">
            <a:spLocks noGrp="1"/>
          </p:cNvSpPr>
          <p:nvPr>
            <p:ph type="body" idx="1"/>
          </p:nvPr>
        </p:nvSpPr>
        <p:spPr>
          <a:xfrm>
            <a:off x="2805142" y="5860191"/>
            <a:ext cx="9004801" cy="27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5" name="Google Shape;515;p49"/>
          <p:cNvSpPr txBox="1">
            <a:spLocks noGrp="1"/>
          </p:cNvSpPr>
          <p:nvPr>
            <p:ph type="body" idx="3"/>
          </p:nvPr>
        </p:nvSpPr>
        <p:spPr>
          <a:xfrm>
            <a:off x="2805142" y="823383"/>
            <a:ext cx="9004801" cy="13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6" name="Google Shape;516;p49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49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4"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9" name="Google Shape;519;p5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20" name="Google Shape;520;p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50"/>
          <p:cNvSpPr txBox="1">
            <a:spLocks noGrp="1"/>
          </p:cNvSpPr>
          <p:nvPr>
            <p:ph type="body" idx="1"/>
          </p:nvPr>
        </p:nvSpPr>
        <p:spPr>
          <a:xfrm>
            <a:off x="2967826" y="931395"/>
            <a:ext cx="8540120" cy="520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2" name="Google Shape;522;p50"/>
          <p:cNvSpPr txBox="1">
            <a:spLocks noGrp="1"/>
          </p:cNvSpPr>
          <p:nvPr>
            <p:ph type="body" idx="2"/>
          </p:nvPr>
        </p:nvSpPr>
        <p:spPr>
          <a:xfrm>
            <a:off x="2967826" y="2012830"/>
            <a:ext cx="3829789" cy="3761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3" name="Google Shape;523;p50"/>
          <p:cNvSpPr>
            <a:spLocks noGrp="1"/>
          </p:cNvSpPr>
          <p:nvPr>
            <p:ph type="pic" idx="3"/>
          </p:nvPr>
        </p:nvSpPr>
        <p:spPr>
          <a:xfrm>
            <a:off x="7131171" y="2012830"/>
            <a:ext cx="4376775" cy="3761117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524" name="Google Shape;524;p50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50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3"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7" name="Google Shape;527;p5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28" name="Google Shape;528;p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51"/>
          <p:cNvSpPr txBox="1">
            <a:spLocks noGrp="1"/>
          </p:cNvSpPr>
          <p:nvPr>
            <p:ph type="body" idx="1"/>
          </p:nvPr>
        </p:nvSpPr>
        <p:spPr>
          <a:xfrm>
            <a:off x="3236779" y="2362200"/>
            <a:ext cx="7240049" cy="1639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30" name="Google Shape;530;p51"/>
          <p:cNvSpPr txBox="1">
            <a:spLocks noGrp="1"/>
          </p:cNvSpPr>
          <p:nvPr>
            <p:ph type="body" idx="2"/>
          </p:nvPr>
        </p:nvSpPr>
        <p:spPr>
          <a:xfrm>
            <a:off x="3236867" y="1170031"/>
            <a:ext cx="5625143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31" name="Google Shape;531;p51"/>
          <p:cNvSpPr txBox="1">
            <a:spLocks noGrp="1"/>
          </p:cNvSpPr>
          <p:nvPr>
            <p:ph type="body" idx="3"/>
          </p:nvPr>
        </p:nvSpPr>
        <p:spPr>
          <a:xfrm>
            <a:off x="3236778" y="4403072"/>
            <a:ext cx="7240049" cy="1639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32" name="Google Shape;532;p51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51"/>
          <p:cNvSpPr txBox="1"/>
          <p:nvPr/>
        </p:nvSpPr>
        <p:spPr>
          <a:xfrm>
            <a:off x="779302" y="669715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highlight>
                  <a:srgbClr val="00FFFF"/>
                </a:highlight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 dirty="0">
              <a:solidFill>
                <a:schemeClr val="lt1"/>
              </a:solidFill>
              <a:highlight>
                <a:srgbClr val="00FFFF"/>
              </a:highlight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4"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5" name="Google Shape;535;p5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36" name="Google Shape;536;p5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52"/>
          <p:cNvSpPr txBox="1">
            <a:spLocks noGrp="1"/>
          </p:cNvSpPr>
          <p:nvPr>
            <p:ph type="body" idx="1"/>
          </p:nvPr>
        </p:nvSpPr>
        <p:spPr>
          <a:xfrm>
            <a:off x="3236779" y="2362200"/>
            <a:ext cx="7240049" cy="1639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38" name="Google Shape;538;p52"/>
          <p:cNvSpPr txBox="1">
            <a:spLocks noGrp="1"/>
          </p:cNvSpPr>
          <p:nvPr>
            <p:ph type="body" idx="2"/>
          </p:nvPr>
        </p:nvSpPr>
        <p:spPr>
          <a:xfrm>
            <a:off x="3236867" y="1170031"/>
            <a:ext cx="5625143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39" name="Google Shape;539;p52"/>
          <p:cNvSpPr txBox="1">
            <a:spLocks noGrp="1"/>
          </p:cNvSpPr>
          <p:nvPr>
            <p:ph type="body" idx="3"/>
          </p:nvPr>
        </p:nvSpPr>
        <p:spPr>
          <a:xfrm>
            <a:off x="3236778" y="4403072"/>
            <a:ext cx="7240049" cy="1639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40" name="Google Shape;540;p52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52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7">
    <p:bg>
      <p:bgPr>
        <a:solidFill>
          <a:srgbClr val="28566E"/>
        </a:solidFill>
        <a:effectLst/>
      </p:bgPr>
    </p:bg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3" name="Google Shape;543;p5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p53"/>
          <p:cNvSpPr/>
          <p:nvPr/>
        </p:nvSpPr>
        <p:spPr>
          <a:xfrm>
            <a:off x="448134" y="414865"/>
            <a:ext cx="3223941" cy="3223928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933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53"/>
          <p:cNvSpPr/>
          <p:nvPr/>
        </p:nvSpPr>
        <p:spPr>
          <a:xfrm>
            <a:off x="2256369" y="2700818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53"/>
          <p:cNvSpPr txBox="1"/>
          <p:nvPr/>
        </p:nvSpPr>
        <p:spPr>
          <a:xfrm>
            <a:off x="485664" y="3463802"/>
            <a:ext cx="833169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53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143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48" name="Google Shape;548;p53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730" cy="957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49" name="Google Shape;549;p53"/>
          <p:cNvSpPr txBox="1"/>
          <p:nvPr/>
        </p:nvSpPr>
        <p:spPr>
          <a:xfrm>
            <a:off x="12279086" y="384144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53"/>
          <p:cNvSpPr txBox="1"/>
          <p:nvPr/>
        </p:nvSpPr>
        <p:spPr>
          <a:xfrm>
            <a:off x="4744995" y="191117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53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52" name="Google Shape;552;p53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3" name="Google Shape;553;p53"/>
          <p:cNvSpPr txBox="1"/>
          <p:nvPr/>
        </p:nvSpPr>
        <p:spPr>
          <a:xfrm>
            <a:off x="6265889" y="14990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53"/>
          <p:cNvSpPr txBox="1"/>
          <p:nvPr/>
        </p:nvSpPr>
        <p:spPr>
          <a:xfrm>
            <a:off x="2806376" y="3120112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highlight>
                  <a:srgbClr val="00FFFF"/>
                </a:highlight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 dirty="0">
              <a:solidFill>
                <a:schemeClr val="lt1"/>
              </a:solidFill>
              <a:highlight>
                <a:srgbClr val="00FFFF"/>
              </a:highlight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8">
    <p:bg>
      <p:bgPr>
        <a:solidFill>
          <a:srgbClr val="28566E"/>
        </a:solidFill>
        <a:effectLst/>
      </p:bgPr>
    </p:bg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6" name="Google Shape;556;p5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p54"/>
          <p:cNvSpPr/>
          <p:nvPr/>
        </p:nvSpPr>
        <p:spPr>
          <a:xfrm>
            <a:off x="448134" y="414865"/>
            <a:ext cx="3223941" cy="3223928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24972" r="-24972"/>
            </a:stretch>
          </a:blip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933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54"/>
          <p:cNvSpPr txBox="1"/>
          <p:nvPr/>
        </p:nvSpPr>
        <p:spPr>
          <a:xfrm>
            <a:off x="485664" y="3463802"/>
            <a:ext cx="833169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54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143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60" name="Google Shape;560;p54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730" cy="957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61" name="Google Shape;561;p54"/>
          <p:cNvSpPr txBox="1"/>
          <p:nvPr/>
        </p:nvSpPr>
        <p:spPr>
          <a:xfrm>
            <a:off x="12279086" y="384144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54"/>
          <p:cNvSpPr txBox="1"/>
          <p:nvPr/>
        </p:nvSpPr>
        <p:spPr>
          <a:xfrm>
            <a:off x="4744995" y="191117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54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64" name="Google Shape;564;p54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5" name="Google Shape;565;p54"/>
          <p:cNvSpPr txBox="1"/>
          <p:nvPr/>
        </p:nvSpPr>
        <p:spPr>
          <a:xfrm>
            <a:off x="12638314" y="38317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54"/>
          <p:cNvSpPr txBox="1"/>
          <p:nvPr/>
        </p:nvSpPr>
        <p:spPr>
          <a:xfrm>
            <a:off x="12442371" y="12409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54"/>
          <p:cNvSpPr/>
          <p:nvPr/>
        </p:nvSpPr>
        <p:spPr>
          <a:xfrm>
            <a:off x="2256369" y="2700818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54"/>
          <p:cNvSpPr txBox="1"/>
          <p:nvPr/>
        </p:nvSpPr>
        <p:spPr>
          <a:xfrm>
            <a:off x="2578394" y="3162010"/>
            <a:ext cx="1600935" cy="656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1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1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1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1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1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9">
    <p:bg>
      <p:bgPr>
        <a:solidFill>
          <a:srgbClr val="28566E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0" name="Google Shape;570;p5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571" name="Google Shape;571;p55" descr="Câmera fotográfica preta&#10;&#10;Descrição gerada automaticamente"/>
          <p:cNvPicPr preferRelativeResize="0"/>
          <p:nvPr/>
        </p:nvPicPr>
        <p:blipFill rotWithShape="1">
          <a:blip r:embed="rId3">
            <a:alphaModFix/>
          </a:blip>
          <a:srcRect t="-268"/>
          <a:stretch/>
        </p:blipFill>
        <p:spPr>
          <a:xfrm>
            <a:off x="428798" y="386760"/>
            <a:ext cx="3243277" cy="3243277"/>
          </a:xfrm>
          <a:prstGeom prst="ellipse">
            <a:avLst/>
          </a:prstGeom>
          <a:noFill/>
          <a:ln>
            <a:noFill/>
          </a:ln>
        </p:spPr>
      </p:pic>
      <p:sp>
        <p:nvSpPr>
          <p:cNvPr id="572" name="Google Shape;572;p55"/>
          <p:cNvSpPr txBox="1"/>
          <p:nvPr/>
        </p:nvSpPr>
        <p:spPr>
          <a:xfrm>
            <a:off x="485664" y="3463802"/>
            <a:ext cx="833169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55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143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74" name="Google Shape;574;p55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730" cy="957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75" name="Google Shape;575;p55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76" name="Google Shape;576;p55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77" name="Google Shape;577;p55"/>
          <p:cNvSpPr/>
          <p:nvPr/>
        </p:nvSpPr>
        <p:spPr>
          <a:xfrm>
            <a:off x="2256369" y="2700818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55"/>
          <p:cNvSpPr txBox="1"/>
          <p:nvPr/>
        </p:nvSpPr>
        <p:spPr>
          <a:xfrm>
            <a:off x="2806376" y="3120112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highlight>
                  <a:srgbClr val="00FFFF"/>
                </a:highlight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 dirty="0">
              <a:solidFill>
                <a:schemeClr val="lt1"/>
              </a:solidFill>
              <a:highlight>
                <a:srgbClr val="00FFFF"/>
              </a:highlight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10">
    <p:bg>
      <p:bgPr>
        <a:solidFill>
          <a:srgbClr val="28566E"/>
        </a:solidFill>
        <a:effectLst/>
      </p:bgPr>
    </p:bg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0" name="Google Shape;580;p5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581" name="Google Shape;581;p56" descr="Câmera fotográfica preta&#10;&#10;Descrição gerada automaticamente"/>
          <p:cNvSpPr/>
          <p:nvPr/>
        </p:nvSpPr>
        <p:spPr>
          <a:xfrm>
            <a:off x="428798" y="386760"/>
            <a:ext cx="3243277" cy="32432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56"/>
          <p:cNvSpPr txBox="1"/>
          <p:nvPr/>
        </p:nvSpPr>
        <p:spPr>
          <a:xfrm>
            <a:off x="485664" y="3463802"/>
            <a:ext cx="833169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56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143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84" name="Google Shape;584;p56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730" cy="957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85" name="Google Shape;585;p56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86" name="Google Shape;586;p56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87" name="Google Shape;587;p56"/>
          <p:cNvSpPr/>
          <p:nvPr/>
        </p:nvSpPr>
        <p:spPr>
          <a:xfrm>
            <a:off x="2256369" y="2700818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56"/>
          <p:cNvSpPr txBox="1"/>
          <p:nvPr/>
        </p:nvSpPr>
        <p:spPr>
          <a:xfrm>
            <a:off x="2578394" y="3162010"/>
            <a:ext cx="1600935" cy="656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1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1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1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1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1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2"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0" name="Google Shape;590;p5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2181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57"/>
          <p:cNvSpPr txBox="1">
            <a:spLocks noGrp="1"/>
          </p:cNvSpPr>
          <p:nvPr>
            <p:ph type="body" idx="1"/>
          </p:nvPr>
        </p:nvSpPr>
        <p:spPr>
          <a:xfrm>
            <a:off x="3969778" y="768737"/>
            <a:ext cx="6553730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92" name="Google Shape;592;p57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57"/>
          <p:cNvSpPr>
            <a:spLocks noGrp="1"/>
          </p:cNvSpPr>
          <p:nvPr>
            <p:ph type="pic" idx="2"/>
          </p:nvPr>
        </p:nvSpPr>
        <p:spPr>
          <a:xfrm>
            <a:off x="3979525" y="1953131"/>
            <a:ext cx="7268633" cy="37814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594" name="Google Shape;594;p57"/>
          <p:cNvSpPr txBox="1">
            <a:spLocks noGrp="1"/>
          </p:cNvSpPr>
          <p:nvPr>
            <p:ph type="body" idx="3"/>
          </p:nvPr>
        </p:nvSpPr>
        <p:spPr>
          <a:xfrm>
            <a:off x="3969778" y="5831202"/>
            <a:ext cx="7268600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95" name="Google Shape;595;p57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57"/>
          <p:cNvSpPr txBox="1"/>
          <p:nvPr/>
        </p:nvSpPr>
        <p:spPr>
          <a:xfrm>
            <a:off x="779302" y="669715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highlight>
                  <a:srgbClr val="00FFFF"/>
                </a:highlight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 dirty="0">
              <a:solidFill>
                <a:schemeClr val="lt1"/>
              </a:solidFill>
              <a:highlight>
                <a:srgbClr val="00FFFF"/>
              </a:highlight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3"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58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9" name="Google Shape;599;p58"/>
          <p:cNvCxnSpPr/>
          <p:nvPr/>
        </p:nvCxnSpPr>
        <p:spPr>
          <a:xfrm>
            <a:off x="343022" y="609127"/>
            <a:ext cx="7496113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00" name="Google Shape;600;p58"/>
          <p:cNvSpPr txBox="1"/>
          <p:nvPr/>
        </p:nvSpPr>
        <p:spPr>
          <a:xfrm>
            <a:off x="343021" y="409155"/>
            <a:ext cx="4153598" cy="233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60950" rIns="60950" bIns="60950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pt-BR" sz="622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Diversas aplicações</a:t>
            </a:r>
            <a:endParaRPr sz="933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4"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59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OqueAprendemos">
  <p:cSld name="8_OqueAprendemos">
    <p:spTree>
      <p:nvGrpSpPr>
        <p:cNvPr id="1" name="Shape 1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8" name="Google Shape;1528;p14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775249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9" name="Google Shape;1529;p148" descr="Pessoas sentadas ao redor de uma mesa&#10;&#10;Descrição gerada automaticamente com confiança média"/>
          <p:cNvPicPr preferRelativeResize="0"/>
          <p:nvPr/>
        </p:nvPicPr>
        <p:blipFill rotWithShape="1">
          <a:blip r:embed="rId3">
            <a:alphaModFix/>
          </a:blip>
          <a:srcRect r="35132"/>
          <a:stretch/>
        </p:blipFill>
        <p:spPr>
          <a:xfrm>
            <a:off x="132497" y="695158"/>
            <a:ext cx="3823200" cy="3899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530" name="Google Shape;1530;p148"/>
          <p:cNvSpPr txBox="1"/>
          <p:nvPr/>
        </p:nvSpPr>
        <p:spPr>
          <a:xfrm>
            <a:off x="918094" y="4658787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800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531" name="Google Shape;1531;p148"/>
          <p:cNvSpPr>
            <a:spLocks noGrp="1"/>
          </p:cNvSpPr>
          <p:nvPr>
            <p:ph type="pic" idx="2"/>
          </p:nvPr>
        </p:nvSpPr>
        <p:spPr>
          <a:xfrm>
            <a:off x="4868334" y="1691217"/>
            <a:ext cx="6354300" cy="40683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532" name="Google Shape;1532;p148"/>
          <p:cNvSpPr/>
          <p:nvPr/>
        </p:nvSpPr>
        <p:spPr>
          <a:xfrm>
            <a:off x="1827147" y="369589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3" name="Google Shape;1533;p148"/>
          <p:cNvSpPr txBox="1"/>
          <p:nvPr/>
        </p:nvSpPr>
        <p:spPr>
          <a:xfrm>
            <a:off x="2025947" y="3952324"/>
            <a:ext cx="20019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nós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aprendemos hoje?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4. Exposição">
  <p:cSld name="4_4. Exposição">
    <p:spTree>
      <p:nvGrpSpPr>
        <p:cNvPr id="1" name="Shape 1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5" name="Google Shape;1535;p14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2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1536" name="Google Shape;1536;p149"/>
          <p:cNvSpPr/>
          <p:nvPr/>
        </p:nvSpPr>
        <p:spPr>
          <a:xfrm>
            <a:off x="5260792" y="304269"/>
            <a:ext cx="6553800" cy="55683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  <a:effectLst>
            <a:outerShdw blurRad="50800" dist="38100" dir="8100000" algn="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7" name="Google Shape;1537;p149"/>
          <p:cNvSpPr txBox="1">
            <a:spLocks noGrp="1"/>
          </p:cNvSpPr>
          <p:nvPr>
            <p:ph type="body" idx="1"/>
          </p:nvPr>
        </p:nvSpPr>
        <p:spPr>
          <a:xfrm>
            <a:off x="6087875" y="1378003"/>
            <a:ext cx="5071800" cy="22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538" name="Google Shape;1538;p149"/>
          <p:cNvSpPr txBox="1"/>
          <p:nvPr/>
        </p:nvSpPr>
        <p:spPr>
          <a:xfrm>
            <a:off x="3178098" y="-289932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Atividade_Seminario">
  <p:cSld name="5_Atividade_Seminario">
    <p:spTree>
      <p:nvGrpSpPr>
        <p:cNvPr id="1" name="Shape 1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0" name="Google Shape;1540;p15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1" name="Google Shape;1541;p1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542" name="Google Shape;1542;p150"/>
          <p:cNvSpPr txBox="1">
            <a:spLocks noGrp="1"/>
          </p:cNvSpPr>
          <p:nvPr>
            <p:ph type="body" idx="1"/>
          </p:nvPr>
        </p:nvSpPr>
        <p:spPr>
          <a:xfrm>
            <a:off x="632648" y="1701800"/>
            <a:ext cx="11081700" cy="41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543" name="Google Shape;1543;p150"/>
          <p:cNvSpPr txBox="1"/>
          <p:nvPr/>
        </p:nvSpPr>
        <p:spPr>
          <a:xfrm>
            <a:off x="632648" y="1011053"/>
            <a:ext cx="6345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pt-BR" sz="3200" b="1" i="0" u="none" strike="noStrike" cap="none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Referências da aula</a:t>
            </a:r>
            <a:endParaRPr sz="3200" b="0" i="0" u="none" strike="noStrike" cap="none" dirty="0">
              <a:solidFill>
                <a:srgbClr val="FF161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6_Layout Personalizado">
    <p:spTree>
      <p:nvGrpSpPr>
        <p:cNvPr id="1" name="Shape 1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5" name="Google Shape;1545;p15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592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46" name="Google Shape;1546;p151"/>
          <p:cNvGrpSpPr/>
          <p:nvPr/>
        </p:nvGrpSpPr>
        <p:grpSpPr>
          <a:xfrm>
            <a:off x="0" y="1"/>
            <a:ext cx="8566500" cy="5379981"/>
            <a:chOff x="0" y="0"/>
            <a:chExt cx="8566500" cy="5808033"/>
          </a:xfrm>
        </p:grpSpPr>
        <p:sp>
          <p:nvSpPr>
            <p:cNvPr id="1547" name="Google Shape;1547;p151"/>
            <p:cNvSpPr/>
            <p:nvPr/>
          </p:nvSpPr>
          <p:spPr>
            <a:xfrm>
              <a:off x="0" y="0"/>
              <a:ext cx="8566500" cy="4656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8" name="Google Shape;1548;p151"/>
            <p:cNvSpPr/>
            <p:nvPr/>
          </p:nvSpPr>
          <p:spPr>
            <a:xfrm>
              <a:off x="0" y="0"/>
              <a:ext cx="8566500" cy="5808000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9" name="Google Shape;1549;p151"/>
            <p:cNvSpPr/>
            <p:nvPr/>
          </p:nvSpPr>
          <p:spPr>
            <a:xfrm>
              <a:off x="0" y="3890433"/>
              <a:ext cx="1109100" cy="191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50" name="Google Shape;1550;p151"/>
          <p:cNvSpPr txBox="1"/>
          <p:nvPr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1" name="Google Shape;1551;p151"/>
          <p:cNvSpPr txBox="1"/>
          <p:nvPr/>
        </p:nvSpPr>
        <p:spPr>
          <a:xfrm>
            <a:off x="625132" y="2553290"/>
            <a:ext cx="68148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</a:pPr>
            <a:r>
              <a:rPr lang="pt-BR" sz="3000" b="1" i="0" u="none" strike="noStrike" cap="none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Orientações ao professor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3_4. Exposição">
    <p:spTree>
      <p:nvGrpSpPr>
        <p:cNvPr id="1" name="Shape 1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3" name="Google Shape;1553;p152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Atividade_Resposta 1">
  <p:cSld name="2_Atividade_Resposta 1">
    <p:spTree>
      <p:nvGrpSpPr>
        <p:cNvPr id="1" name="Shape 1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4" name="Google Shape;1564;p154"/>
          <p:cNvSpPr/>
          <p:nvPr/>
        </p:nvSpPr>
        <p:spPr>
          <a:xfrm>
            <a:off x="2883290" y="2029006"/>
            <a:ext cx="4047000" cy="3616800"/>
          </a:xfrm>
          <a:prstGeom prst="rect">
            <a:avLst/>
          </a:prstGeom>
          <a:noFill/>
          <a:ln w="19050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65" name="Google Shape;1565;p154"/>
          <p:cNvSpPr/>
          <p:nvPr/>
        </p:nvSpPr>
        <p:spPr>
          <a:xfrm>
            <a:off x="7220006" y="2029006"/>
            <a:ext cx="4047000" cy="3616800"/>
          </a:xfrm>
          <a:prstGeom prst="rect">
            <a:avLst/>
          </a:prstGeom>
          <a:noFill/>
          <a:ln w="19050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66" name="Google Shape;1566;p154"/>
          <p:cNvSpPr txBox="1"/>
          <p:nvPr/>
        </p:nvSpPr>
        <p:spPr>
          <a:xfrm>
            <a:off x="2883290" y="2509149"/>
            <a:ext cx="4047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18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Materiais necessários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7" name="Google Shape;1567;p154"/>
          <p:cNvSpPr txBox="1"/>
          <p:nvPr/>
        </p:nvSpPr>
        <p:spPr>
          <a:xfrm>
            <a:off x="7220007" y="2509149"/>
            <a:ext cx="4047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18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Passo a passo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8" name="Google Shape;1568;p154"/>
          <p:cNvSpPr txBox="1">
            <a:spLocks noGrp="1"/>
          </p:cNvSpPr>
          <p:nvPr>
            <p:ph type="body" idx="1"/>
          </p:nvPr>
        </p:nvSpPr>
        <p:spPr>
          <a:xfrm>
            <a:off x="3071283" y="619126"/>
            <a:ext cx="6680700" cy="4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69" name="Google Shape;1569;p154"/>
          <p:cNvSpPr txBox="1">
            <a:spLocks noGrp="1"/>
          </p:cNvSpPr>
          <p:nvPr>
            <p:ph type="body" idx="2"/>
          </p:nvPr>
        </p:nvSpPr>
        <p:spPr>
          <a:xfrm>
            <a:off x="427780" y="3025735"/>
            <a:ext cx="18654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70" name="Google Shape;1570;p154"/>
          <p:cNvSpPr txBox="1">
            <a:spLocks noGrp="1"/>
          </p:cNvSpPr>
          <p:nvPr>
            <p:ph type="body" idx="3"/>
          </p:nvPr>
        </p:nvSpPr>
        <p:spPr>
          <a:xfrm>
            <a:off x="925094" y="4056434"/>
            <a:ext cx="18393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71" name="Google Shape;1571;p154"/>
          <p:cNvSpPr txBox="1">
            <a:spLocks noGrp="1"/>
          </p:cNvSpPr>
          <p:nvPr>
            <p:ph type="body" idx="4"/>
          </p:nvPr>
        </p:nvSpPr>
        <p:spPr>
          <a:xfrm>
            <a:off x="906044" y="4847009"/>
            <a:ext cx="18393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72" name="Google Shape;1572;p154"/>
          <p:cNvSpPr txBox="1"/>
          <p:nvPr/>
        </p:nvSpPr>
        <p:spPr>
          <a:xfrm>
            <a:off x="3305837" y="5948777"/>
            <a:ext cx="6190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pt-BR" sz="12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Baixe o roteiro dessa atividade / Baixe o material de apoio dessa atividade</a:t>
            </a:r>
            <a:endParaRPr sz="12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73" name="Google Shape;1573;p15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902047" y="5795955"/>
            <a:ext cx="363560" cy="436271"/>
          </a:xfrm>
          <a:prstGeom prst="rect">
            <a:avLst/>
          </a:prstGeom>
          <a:noFill/>
          <a:ln>
            <a:noFill/>
          </a:ln>
        </p:spPr>
      </p:pic>
      <p:sp>
        <p:nvSpPr>
          <p:cNvPr id="1574" name="Google Shape;1574;p154"/>
          <p:cNvSpPr/>
          <p:nvPr/>
        </p:nvSpPr>
        <p:spPr>
          <a:xfrm rot="10800000">
            <a:off x="4522934" y="1517739"/>
            <a:ext cx="767604" cy="849508"/>
          </a:xfrm>
          <a:custGeom>
            <a:avLst/>
            <a:gdLst/>
            <a:ahLst/>
            <a:cxnLst/>
            <a:rect l="l" t="t" r="r" b="b"/>
            <a:pathLst>
              <a:path w="14910" h="22743" extrusionOk="0">
                <a:moveTo>
                  <a:pt x="7449" y="0"/>
                </a:moveTo>
                <a:cubicBezTo>
                  <a:pt x="7363" y="0"/>
                  <a:pt x="7277" y="40"/>
                  <a:pt x="7219" y="121"/>
                </a:cubicBezTo>
                <a:lnTo>
                  <a:pt x="4981" y="3220"/>
                </a:lnTo>
                <a:lnTo>
                  <a:pt x="1079" y="3220"/>
                </a:lnTo>
                <a:cubicBezTo>
                  <a:pt x="482" y="3220"/>
                  <a:pt x="0" y="3702"/>
                  <a:pt x="0" y="4298"/>
                </a:cubicBezTo>
                <a:lnTo>
                  <a:pt x="0" y="21652"/>
                </a:lnTo>
                <a:cubicBezTo>
                  <a:pt x="0" y="22249"/>
                  <a:pt x="482" y="22742"/>
                  <a:pt x="1079" y="22742"/>
                </a:cubicBezTo>
                <a:lnTo>
                  <a:pt x="13830" y="22742"/>
                </a:lnTo>
                <a:cubicBezTo>
                  <a:pt x="14427" y="22742"/>
                  <a:pt x="14909" y="22249"/>
                  <a:pt x="14909" y="21652"/>
                </a:cubicBezTo>
                <a:lnTo>
                  <a:pt x="14909" y="4298"/>
                </a:lnTo>
                <a:cubicBezTo>
                  <a:pt x="14909" y="3708"/>
                  <a:pt x="14438" y="3219"/>
                  <a:pt x="13851" y="3219"/>
                </a:cubicBezTo>
                <a:cubicBezTo>
                  <a:pt x="13844" y="3219"/>
                  <a:pt x="13837" y="3219"/>
                  <a:pt x="13830" y="3220"/>
                </a:cubicBezTo>
                <a:lnTo>
                  <a:pt x="9916" y="3220"/>
                </a:lnTo>
                <a:lnTo>
                  <a:pt x="7678" y="121"/>
                </a:lnTo>
                <a:cubicBezTo>
                  <a:pt x="7621" y="40"/>
                  <a:pt x="7535" y="0"/>
                  <a:pt x="7449" y="0"/>
                </a:cubicBezTo>
                <a:close/>
              </a:path>
            </a:pathLst>
          </a:cu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75" name="Google Shape;1575;p15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25052" y="1652486"/>
            <a:ext cx="613321" cy="417058"/>
          </a:xfrm>
          <a:prstGeom prst="rect">
            <a:avLst/>
          </a:prstGeom>
          <a:noFill/>
          <a:ln>
            <a:noFill/>
          </a:ln>
        </p:spPr>
      </p:pic>
      <p:sp>
        <p:nvSpPr>
          <p:cNvPr id="1576" name="Google Shape;1576;p154"/>
          <p:cNvSpPr/>
          <p:nvPr/>
        </p:nvSpPr>
        <p:spPr>
          <a:xfrm rot="10800000">
            <a:off x="8859652" y="1517739"/>
            <a:ext cx="767604" cy="849508"/>
          </a:xfrm>
          <a:custGeom>
            <a:avLst/>
            <a:gdLst/>
            <a:ahLst/>
            <a:cxnLst/>
            <a:rect l="l" t="t" r="r" b="b"/>
            <a:pathLst>
              <a:path w="14910" h="22743" extrusionOk="0">
                <a:moveTo>
                  <a:pt x="7449" y="0"/>
                </a:moveTo>
                <a:cubicBezTo>
                  <a:pt x="7363" y="0"/>
                  <a:pt x="7277" y="40"/>
                  <a:pt x="7219" y="121"/>
                </a:cubicBezTo>
                <a:lnTo>
                  <a:pt x="4981" y="3220"/>
                </a:lnTo>
                <a:lnTo>
                  <a:pt x="1079" y="3220"/>
                </a:lnTo>
                <a:cubicBezTo>
                  <a:pt x="482" y="3220"/>
                  <a:pt x="0" y="3702"/>
                  <a:pt x="0" y="4298"/>
                </a:cubicBezTo>
                <a:lnTo>
                  <a:pt x="0" y="21652"/>
                </a:lnTo>
                <a:cubicBezTo>
                  <a:pt x="0" y="22249"/>
                  <a:pt x="482" y="22742"/>
                  <a:pt x="1079" y="22742"/>
                </a:cubicBezTo>
                <a:lnTo>
                  <a:pt x="13830" y="22742"/>
                </a:lnTo>
                <a:cubicBezTo>
                  <a:pt x="14427" y="22742"/>
                  <a:pt x="14909" y="22249"/>
                  <a:pt x="14909" y="21652"/>
                </a:cubicBezTo>
                <a:lnTo>
                  <a:pt x="14909" y="4298"/>
                </a:lnTo>
                <a:cubicBezTo>
                  <a:pt x="14909" y="3708"/>
                  <a:pt x="14438" y="3219"/>
                  <a:pt x="13851" y="3219"/>
                </a:cubicBezTo>
                <a:cubicBezTo>
                  <a:pt x="13844" y="3219"/>
                  <a:pt x="13837" y="3219"/>
                  <a:pt x="13830" y="3220"/>
                </a:cubicBezTo>
                <a:lnTo>
                  <a:pt x="9916" y="3220"/>
                </a:lnTo>
                <a:lnTo>
                  <a:pt x="7678" y="121"/>
                </a:lnTo>
                <a:cubicBezTo>
                  <a:pt x="7621" y="40"/>
                  <a:pt x="7535" y="0"/>
                  <a:pt x="7449" y="0"/>
                </a:cubicBezTo>
                <a:close/>
              </a:path>
            </a:pathLst>
          </a:cu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77" name="Google Shape;1577;p15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045782" y="1632977"/>
            <a:ext cx="450550" cy="440964"/>
          </a:xfrm>
          <a:prstGeom prst="rect">
            <a:avLst/>
          </a:prstGeom>
          <a:noFill/>
          <a:ln>
            <a:noFill/>
          </a:ln>
        </p:spPr>
      </p:pic>
      <p:sp>
        <p:nvSpPr>
          <p:cNvPr id="1578" name="Google Shape;1578;p154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9" name="Google Shape;1579;p154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Layout Personalizado">
  <p:cSld name="5_Layout Personalizado">
    <p:spTree>
      <p:nvGrpSpPr>
        <p:cNvPr id="1" name="Shape 1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1" name="Google Shape;1581;p15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2" name="Google Shape;1582;p155"/>
          <p:cNvSpPr/>
          <p:nvPr/>
        </p:nvSpPr>
        <p:spPr>
          <a:xfrm>
            <a:off x="5802699" y="1543035"/>
            <a:ext cx="4206000" cy="3044100"/>
          </a:xfrm>
          <a:prstGeom prst="roundRect">
            <a:avLst>
              <a:gd name="adj" fmla="val 16667"/>
            </a:avLst>
          </a:prstGeom>
          <a:solidFill>
            <a:srgbClr val="FF16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3" name="Google Shape;1583;p155"/>
          <p:cNvSpPr txBox="1"/>
          <p:nvPr/>
        </p:nvSpPr>
        <p:spPr>
          <a:xfrm>
            <a:off x="2149362" y="2398780"/>
            <a:ext cx="3401700" cy="18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3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6"/>
              <a:buFont typeface="Arial"/>
              <a:buNone/>
            </a:pPr>
            <a:r>
              <a:rPr lang="pt-BR" sz="4266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Educação Profissional Paulista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4" name="Google Shape;1584;p155"/>
          <p:cNvSpPr txBox="1"/>
          <p:nvPr/>
        </p:nvSpPr>
        <p:spPr>
          <a:xfrm>
            <a:off x="6069602" y="2317274"/>
            <a:ext cx="3578400" cy="5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68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4"/>
              <a:buFont typeface="Arial"/>
              <a:buNone/>
            </a:pPr>
            <a:r>
              <a:rPr lang="pt-BR" sz="3334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Técnico em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5" name="Google Shape;1585;p155"/>
          <p:cNvSpPr txBox="1"/>
          <p:nvPr/>
        </p:nvSpPr>
        <p:spPr>
          <a:xfrm>
            <a:off x="6116400" y="2896479"/>
            <a:ext cx="3673800" cy="9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33"/>
              <a:buFont typeface="Arial"/>
              <a:buNone/>
            </a:pPr>
            <a:r>
              <a:rPr lang="pt-BR" sz="31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Desenvolvimento de Sistemas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6" name="Google Shape;1586;p155" descr="Logotipo&#10;&#10;O conteúdo gerado por IA pode estar incorreto."/>
          <p:cNvPicPr preferRelativeResize="0"/>
          <p:nvPr/>
        </p:nvPicPr>
        <p:blipFill rotWithShape="1">
          <a:blip r:embed="rId2">
            <a:alphaModFix/>
          </a:blip>
          <a:srcRect l="12569" t="26438" r="13368" b="26173"/>
          <a:stretch/>
        </p:blipFill>
        <p:spPr>
          <a:xfrm>
            <a:off x="4828111" y="5385674"/>
            <a:ext cx="2535775" cy="11474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4_Layout Personalizado">
    <p:spTree>
      <p:nvGrpSpPr>
        <p:cNvPr id="1" name="Shape 1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8" name="Google Shape;1588;p156"/>
          <p:cNvPicPr preferRelativeResize="0"/>
          <p:nvPr/>
        </p:nvPicPr>
        <p:blipFill rotWithShape="1">
          <a:blip r:embed="rId2">
            <a:alphaModFix/>
          </a:blip>
          <a:srcRect t="13682" b="6261"/>
          <a:stretch/>
        </p:blipFill>
        <p:spPr>
          <a:xfrm>
            <a:off x="0" y="0"/>
            <a:ext cx="8566486" cy="6857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89" name="Google Shape;1589;p156"/>
          <p:cNvGrpSpPr/>
          <p:nvPr/>
        </p:nvGrpSpPr>
        <p:grpSpPr>
          <a:xfrm>
            <a:off x="9767223" y="6379123"/>
            <a:ext cx="2435717" cy="499880"/>
            <a:chOff x="14634602" y="9537218"/>
            <a:chExt cx="3653392" cy="749782"/>
          </a:xfrm>
        </p:grpSpPr>
        <p:pic>
          <p:nvPicPr>
            <p:cNvPr id="1590" name="Google Shape;1590;p156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91" name="Google Shape;1591;p156" descr="Logotipo"/>
            <p:cNvPicPr preferRelativeResize="0"/>
            <p:nvPr/>
          </p:nvPicPr>
          <p:blipFill rotWithShape="1">
            <a:blip r:embed="rId4">
              <a:alphaModFix/>
            </a:blip>
            <a:srcRect l="6769" t="26294" b="17974"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92" name="Google Shape;1592;p156"/>
          <p:cNvSpPr txBox="1"/>
          <p:nvPr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93" name="Google Shape;1593;p15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12191999" cy="68592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94" name="Google Shape;1594;p156"/>
          <p:cNvGrpSpPr/>
          <p:nvPr/>
        </p:nvGrpSpPr>
        <p:grpSpPr>
          <a:xfrm>
            <a:off x="10400796" y="6090630"/>
            <a:ext cx="1791300" cy="767400"/>
            <a:chOff x="10400796" y="6090630"/>
            <a:chExt cx="1791300" cy="767400"/>
          </a:xfrm>
        </p:grpSpPr>
        <p:sp>
          <p:nvSpPr>
            <p:cNvPr id="1595" name="Google Shape;1595;p156"/>
            <p:cNvSpPr/>
            <p:nvPr/>
          </p:nvSpPr>
          <p:spPr>
            <a:xfrm>
              <a:off x="10400796" y="6090630"/>
              <a:ext cx="1791300" cy="767400"/>
            </a:xfrm>
            <a:prstGeom prst="round2SameRect">
              <a:avLst>
                <a:gd name="adj1" fmla="val 15454"/>
                <a:gd name="adj2" fmla="val 0"/>
              </a:avLst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6" name="Google Shape;1596;p156"/>
            <p:cNvSpPr/>
            <p:nvPr/>
          </p:nvSpPr>
          <p:spPr>
            <a:xfrm>
              <a:off x="11842890" y="6090630"/>
              <a:ext cx="349200" cy="306000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597" name="Google Shape;1597;p156" descr="Logotipo&#10;&#10;O conteúdo gerado por IA pode estar incorreto."/>
          <p:cNvPicPr preferRelativeResize="0"/>
          <p:nvPr/>
        </p:nvPicPr>
        <p:blipFill rotWithShape="1">
          <a:blip r:embed="rId6">
            <a:alphaModFix/>
          </a:blip>
          <a:srcRect l="12569" t="26438" r="13368" b="26173"/>
          <a:stretch/>
        </p:blipFill>
        <p:spPr>
          <a:xfrm>
            <a:off x="10534930" y="6126882"/>
            <a:ext cx="1539045" cy="69642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98" name="Google Shape;1598;p156"/>
          <p:cNvGrpSpPr/>
          <p:nvPr/>
        </p:nvGrpSpPr>
        <p:grpSpPr>
          <a:xfrm>
            <a:off x="0" y="1"/>
            <a:ext cx="8566500" cy="5379981"/>
            <a:chOff x="0" y="0"/>
            <a:chExt cx="8566500" cy="5808033"/>
          </a:xfrm>
        </p:grpSpPr>
        <p:sp>
          <p:nvSpPr>
            <p:cNvPr id="1599" name="Google Shape;1599;p156"/>
            <p:cNvSpPr/>
            <p:nvPr/>
          </p:nvSpPr>
          <p:spPr>
            <a:xfrm>
              <a:off x="0" y="0"/>
              <a:ext cx="8566500" cy="4656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0" name="Google Shape;1600;p156"/>
            <p:cNvSpPr/>
            <p:nvPr/>
          </p:nvSpPr>
          <p:spPr>
            <a:xfrm>
              <a:off x="0" y="0"/>
              <a:ext cx="8566500" cy="5808000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1" name="Google Shape;1601;p156"/>
            <p:cNvSpPr/>
            <p:nvPr/>
          </p:nvSpPr>
          <p:spPr>
            <a:xfrm>
              <a:off x="0" y="3890433"/>
              <a:ext cx="1109100" cy="191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embranco">
  <p:cSld name="3_Atividade_embranco">
    <p:spTree>
      <p:nvGrpSpPr>
        <p:cNvPr id="1" name="Shape 1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3" name="Google Shape;1603;p157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604" name="Google Shape;1604;p157"/>
          <p:cNvSpPr>
            <a:spLocks noGrp="1"/>
          </p:cNvSpPr>
          <p:nvPr>
            <p:ph type="media" idx="3"/>
          </p:nvPr>
        </p:nvSpPr>
        <p:spPr>
          <a:xfrm>
            <a:off x="862542" y="887942"/>
            <a:ext cx="4092600" cy="36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1. Conteudo">
  <p:cSld name="4_1. Conteudo">
    <p:spTree>
      <p:nvGrpSpPr>
        <p:cNvPr id="1" name="Shape 1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06" name="Google Shape;1606;p158"/>
          <p:cNvCxnSpPr/>
          <p:nvPr/>
        </p:nvCxnSpPr>
        <p:spPr>
          <a:xfrm>
            <a:off x="6090044" y="840916"/>
            <a:ext cx="0" cy="5100900"/>
          </a:xfrm>
          <a:prstGeom prst="straightConnector1">
            <a:avLst/>
          </a:prstGeom>
          <a:noFill/>
          <a:ln w="381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07" name="Google Shape;1607;p158"/>
          <p:cNvSpPr txBox="1"/>
          <p:nvPr/>
        </p:nvSpPr>
        <p:spPr>
          <a:xfrm>
            <a:off x="1467545" y="885957"/>
            <a:ext cx="4045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Objetivos da aula</a:t>
            </a:r>
            <a:endParaRPr sz="2000" b="1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08" name="Google Shape;1608;p158"/>
          <p:cNvSpPr txBox="1"/>
          <p:nvPr/>
        </p:nvSpPr>
        <p:spPr>
          <a:xfrm>
            <a:off x="7467011" y="885654"/>
            <a:ext cx="4301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técnicas</a:t>
            </a:r>
            <a:endParaRPr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09" name="Google Shape;1609;p158"/>
          <p:cNvSpPr txBox="1"/>
          <p:nvPr/>
        </p:nvSpPr>
        <p:spPr>
          <a:xfrm>
            <a:off x="1433188" y="2910758"/>
            <a:ext cx="3369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Recursos didáticos</a:t>
            </a:r>
            <a:endParaRPr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10" name="Google Shape;1610;p158"/>
          <p:cNvSpPr txBox="1"/>
          <p:nvPr/>
        </p:nvSpPr>
        <p:spPr>
          <a:xfrm>
            <a:off x="1445466" y="4649652"/>
            <a:ext cx="3267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Duração da aula</a:t>
            </a:r>
            <a:endParaRPr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11" name="Google Shape;1611;p158"/>
          <p:cNvSpPr txBox="1"/>
          <p:nvPr/>
        </p:nvSpPr>
        <p:spPr>
          <a:xfrm>
            <a:off x="7467011" y="3115942"/>
            <a:ext cx="4381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socioemocionais</a:t>
            </a:r>
            <a:endParaRPr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12" name="Google Shape;1612;p158"/>
          <p:cNvSpPr txBox="1"/>
          <p:nvPr/>
        </p:nvSpPr>
        <p:spPr>
          <a:xfrm>
            <a:off x="4717774" y="224403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3" name="Google Shape;1613;p158"/>
          <p:cNvSpPr txBox="1"/>
          <p:nvPr/>
        </p:nvSpPr>
        <p:spPr>
          <a:xfrm>
            <a:off x="1395562" y="5079496"/>
            <a:ext cx="1723800" cy="29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15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50 minutos.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4" name="Google Shape;1614;p158"/>
          <p:cNvSpPr txBox="1">
            <a:spLocks noGrp="1"/>
          </p:cNvSpPr>
          <p:nvPr>
            <p:ph type="body" idx="1"/>
          </p:nvPr>
        </p:nvSpPr>
        <p:spPr>
          <a:xfrm>
            <a:off x="1467909" y="1390650"/>
            <a:ext cx="4044900" cy="13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15" name="Google Shape;1615;p158"/>
          <p:cNvSpPr txBox="1">
            <a:spLocks noGrp="1"/>
          </p:cNvSpPr>
          <p:nvPr>
            <p:ph type="body" idx="2"/>
          </p:nvPr>
        </p:nvSpPr>
        <p:spPr>
          <a:xfrm>
            <a:off x="7467375" y="1355465"/>
            <a:ext cx="4044900" cy="1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16" name="Google Shape;1616;p158"/>
          <p:cNvSpPr txBox="1">
            <a:spLocks noGrp="1"/>
          </p:cNvSpPr>
          <p:nvPr>
            <p:ph type="body" idx="3"/>
          </p:nvPr>
        </p:nvSpPr>
        <p:spPr>
          <a:xfrm>
            <a:off x="7467375" y="3649330"/>
            <a:ext cx="4044900" cy="15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17" name="Google Shape;1617;p158"/>
          <p:cNvSpPr txBox="1">
            <a:spLocks noGrp="1"/>
          </p:cNvSpPr>
          <p:nvPr>
            <p:ph type="body" idx="4"/>
          </p:nvPr>
        </p:nvSpPr>
        <p:spPr>
          <a:xfrm>
            <a:off x="1443515" y="3489566"/>
            <a:ext cx="4044900" cy="10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1618" name="Google Shape;1618;p158"/>
          <p:cNvGrpSpPr/>
          <p:nvPr/>
        </p:nvGrpSpPr>
        <p:grpSpPr>
          <a:xfrm>
            <a:off x="9756891" y="6381906"/>
            <a:ext cx="2435717" cy="499880"/>
            <a:chOff x="14634602" y="9537218"/>
            <a:chExt cx="3653392" cy="749782"/>
          </a:xfrm>
        </p:grpSpPr>
        <p:pic>
          <p:nvPicPr>
            <p:cNvPr id="1619" name="Google Shape;1619;p158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20" name="Google Shape;1620;p158" descr="Logotipo"/>
            <p:cNvPicPr preferRelativeResize="0"/>
            <p:nvPr/>
          </p:nvPicPr>
          <p:blipFill rotWithShape="1">
            <a:blip r:embed="rId3">
              <a:alphaModFix/>
            </a:blip>
            <a:srcRect l="6769" t="26294" b="17974"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21" name="Google Shape;1621;p158"/>
          <p:cNvSpPr txBox="1"/>
          <p:nvPr/>
        </p:nvSpPr>
        <p:spPr>
          <a:xfrm>
            <a:off x="13188461" y="47244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22" name="Google Shape;1622;p15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3" name="Google Shape;1623;p15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624" name="Google Shape;1624;p158"/>
          <p:cNvSpPr/>
          <p:nvPr/>
        </p:nvSpPr>
        <p:spPr>
          <a:xfrm>
            <a:off x="538284" y="960081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5" name="Google Shape;1625;p158"/>
          <p:cNvSpPr/>
          <p:nvPr/>
        </p:nvSpPr>
        <p:spPr>
          <a:xfrm>
            <a:off x="514540" y="2965834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26" name="Google Shape;1626;p158"/>
          <p:cNvGrpSpPr/>
          <p:nvPr/>
        </p:nvGrpSpPr>
        <p:grpSpPr>
          <a:xfrm>
            <a:off x="632922" y="3096780"/>
            <a:ext cx="486856" cy="481187"/>
            <a:chOff x="8278989" y="8660410"/>
            <a:chExt cx="569755" cy="563121"/>
          </a:xfrm>
        </p:grpSpPr>
        <p:grpSp>
          <p:nvGrpSpPr>
            <p:cNvPr id="1627" name="Google Shape;1627;p158"/>
            <p:cNvGrpSpPr/>
            <p:nvPr/>
          </p:nvGrpSpPr>
          <p:grpSpPr>
            <a:xfrm>
              <a:off x="8278989" y="8852628"/>
              <a:ext cx="265651" cy="370903"/>
              <a:chOff x="8278989" y="8852628"/>
              <a:chExt cx="265651" cy="370903"/>
            </a:xfrm>
          </p:grpSpPr>
          <p:sp>
            <p:nvSpPr>
              <p:cNvPr id="1628" name="Google Shape;1628;p158"/>
              <p:cNvSpPr/>
              <p:nvPr/>
            </p:nvSpPr>
            <p:spPr>
              <a:xfrm>
                <a:off x="8358808" y="8932768"/>
                <a:ext cx="185832" cy="290761"/>
              </a:xfrm>
              <a:custGeom>
                <a:avLst/>
                <a:gdLst/>
                <a:ahLst/>
                <a:cxnLst/>
                <a:rect l="l" t="t" r="r" b="b"/>
                <a:pathLst>
                  <a:path w="185832" h="290761" extrusionOk="0">
                    <a:moveTo>
                      <a:pt x="69913" y="290762"/>
                    </a:moveTo>
                    <a:cubicBezTo>
                      <a:pt x="111728" y="270378"/>
                      <a:pt x="140112" y="233516"/>
                      <a:pt x="135445" y="166365"/>
                    </a:cubicBezTo>
                    <a:lnTo>
                      <a:pt x="185833" y="5107"/>
                    </a:lnTo>
                    <a:cubicBezTo>
                      <a:pt x="185833" y="5107"/>
                      <a:pt x="120015" y="-16420"/>
                      <a:pt x="104394" y="28919"/>
                    </a:cubicBezTo>
                    <a:cubicBezTo>
                      <a:pt x="91059" y="67591"/>
                      <a:pt x="76581" y="109596"/>
                      <a:pt x="76581" y="109596"/>
                    </a:cubicBezTo>
                    <a:lnTo>
                      <a:pt x="23241" y="102167"/>
                    </a:lnTo>
                    <a:lnTo>
                      <a:pt x="0" y="33777"/>
                    </a:lnTo>
                    <a:lnTo>
                      <a:pt x="38671" y="5869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9" name="Google Shape;1629;p158"/>
              <p:cNvSpPr/>
              <p:nvPr/>
            </p:nvSpPr>
            <p:spPr>
              <a:xfrm>
                <a:off x="8278989" y="8852628"/>
                <a:ext cx="118585" cy="370903"/>
              </a:xfrm>
              <a:custGeom>
                <a:avLst/>
                <a:gdLst/>
                <a:ahLst/>
                <a:cxnLst/>
                <a:rect l="l" t="t" r="r" b="b"/>
                <a:pathLst>
                  <a:path w="118585" h="370903" extrusionOk="0">
                    <a:moveTo>
                      <a:pt x="9714" y="370903"/>
                    </a:moveTo>
                    <a:lnTo>
                      <a:pt x="94" y="114681"/>
                    </a:lnTo>
                    <a:cubicBezTo>
                      <a:pt x="-2097" y="74581"/>
                      <a:pt x="34575" y="50864"/>
                      <a:pt x="34575" y="50864"/>
                    </a:cubicBezTo>
                    <a:lnTo>
                      <a:pt x="118585" y="0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30" name="Google Shape;1630;p158"/>
            <p:cNvSpPr/>
            <p:nvPr/>
          </p:nvSpPr>
          <p:spPr>
            <a:xfrm>
              <a:off x="8397765" y="8660410"/>
              <a:ext cx="224980" cy="314705"/>
            </a:xfrm>
            <a:custGeom>
              <a:avLst/>
              <a:gdLst/>
              <a:ahLst/>
              <a:cxnLst/>
              <a:rect l="l" t="t" r="r" b="b"/>
              <a:pathLst>
                <a:path w="224980" h="314705" extrusionOk="0">
                  <a:moveTo>
                    <a:pt x="224980" y="165640"/>
                  </a:moveTo>
                  <a:lnTo>
                    <a:pt x="224980" y="89535"/>
                  </a:lnTo>
                  <a:lnTo>
                    <a:pt x="136874" y="89535"/>
                  </a:lnTo>
                  <a:cubicBezTo>
                    <a:pt x="151067" y="81153"/>
                    <a:pt x="160592" y="65818"/>
                    <a:pt x="160592" y="48101"/>
                  </a:cubicBezTo>
                  <a:cubicBezTo>
                    <a:pt x="160592" y="21527"/>
                    <a:pt x="139065" y="0"/>
                    <a:pt x="112490" y="0"/>
                  </a:cubicBezTo>
                  <a:cubicBezTo>
                    <a:pt x="85916" y="0"/>
                    <a:pt x="64389" y="21527"/>
                    <a:pt x="64389" y="48101"/>
                  </a:cubicBezTo>
                  <a:cubicBezTo>
                    <a:pt x="64389" y="65723"/>
                    <a:pt x="73914" y="81153"/>
                    <a:pt x="88106" y="89535"/>
                  </a:cubicBezTo>
                  <a:lnTo>
                    <a:pt x="0" y="89535"/>
                  </a:lnTo>
                  <a:lnTo>
                    <a:pt x="0" y="314706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1" name="Google Shape;1631;p158"/>
            <p:cNvSpPr/>
            <p:nvPr/>
          </p:nvSpPr>
          <p:spPr>
            <a:xfrm>
              <a:off x="8580264" y="8899110"/>
              <a:ext cx="42481" cy="76104"/>
            </a:xfrm>
            <a:custGeom>
              <a:avLst/>
              <a:gdLst/>
              <a:ahLst/>
              <a:cxnLst/>
              <a:rect l="l" t="t" r="r" b="b"/>
              <a:pathLst>
                <a:path w="42481" h="76104" extrusionOk="0">
                  <a:moveTo>
                    <a:pt x="0" y="76105"/>
                  </a:moveTo>
                  <a:lnTo>
                    <a:pt x="42481" y="76105"/>
                  </a:lnTo>
                  <a:lnTo>
                    <a:pt x="42481" y="0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2" name="Google Shape;1632;p158"/>
            <p:cNvSpPr/>
            <p:nvPr/>
          </p:nvSpPr>
          <p:spPr>
            <a:xfrm>
              <a:off x="8534039" y="8750044"/>
              <a:ext cx="314705" cy="225171"/>
            </a:xfrm>
            <a:custGeom>
              <a:avLst/>
              <a:gdLst/>
              <a:ahLst/>
              <a:cxnLst/>
              <a:rect l="l" t="t" r="r" b="b"/>
              <a:pathLst>
                <a:path w="314705" h="225171" extrusionOk="0">
                  <a:moveTo>
                    <a:pt x="314706" y="225171"/>
                  </a:moveTo>
                  <a:lnTo>
                    <a:pt x="314706" y="0"/>
                  </a:lnTo>
                  <a:lnTo>
                    <a:pt x="238601" y="0"/>
                  </a:lnTo>
                  <a:cubicBezTo>
                    <a:pt x="245840" y="8382"/>
                    <a:pt x="250221" y="19336"/>
                    <a:pt x="250221" y="31242"/>
                  </a:cubicBezTo>
                  <a:cubicBezTo>
                    <a:pt x="250221" y="57817"/>
                    <a:pt x="228695" y="79343"/>
                    <a:pt x="202120" y="79343"/>
                  </a:cubicBezTo>
                  <a:cubicBezTo>
                    <a:pt x="175546" y="79343"/>
                    <a:pt x="154019" y="57817"/>
                    <a:pt x="154019" y="31242"/>
                  </a:cubicBezTo>
                  <a:cubicBezTo>
                    <a:pt x="154019" y="19241"/>
                    <a:pt x="158401" y="8382"/>
                    <a:pt x="165640" y="0"/>
                  </a:cubicBezTo>
                  <a:lnTo>
                    <a:pt x="89535" y="0"/>
                  </a:lnTo>
                  <a:lnTo>
                    <a:pt x="89535" y="88106"/>
                  </a:lnTo>
                  <a:cubicBezTo>
                    <a:pt x="81153" y="73914"/>
                    <a:pt x="65817" y="64389"/>
                    <a:pt x="48101" y="64389"/>
                  </a:cubicBezTo>
                  <a:cubicBezTo>
                    <a:pt x="21527" y="64389"/>
                    <a:pt x="0" y="85916"/>
                    <a:pt x="0" y="112490"/>
                  </a:cubicBezTo>
                  <a:cubicBezTo>
                    <a:pt x="0" y="139065"/>
                    <a:pt x="21527" y="160592"/>
                    <a:pt x="48101" y="160592"/>
                  </a:cubicBezTo>
                  <a:cubicBezTo>
                    <a:pt x="65722" y="160592"/>
                    <a:pt x="81153" y="151067"/>
                    <a:pt x="89535" y="136874"/>
                  </a:cubicBezTo>
                  <a:lnTo>
                    <a:pt x="89535" y="224981"/>
                  </a:lnTo>
                  <a:lnTo>
                    <a:pt x="314706" y="224981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33" name="Google Shape;1633;p158"/>
          <p:cNvSpPr/>
          <p:nvPr/>
        </p:nvSpPr>
        <p:spPr>
          <a:xfrm>
            <a:off x="516205" y="4700100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34" name="Google Shape;1634;p15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8917" y="4858582"/>
            <a:ext cx="380919" cy="380919"/>
          </a:xfrm>
          <a:prstGeom prst="rect">
            <a:avLst/>
          </a:prstGeom>
          <a:noFill/>
          <a:ln>
            <a:noFill/>
          </a:ln>
        </p:spPr>
      </p:pic>
      <p:sp>
        <p:nvSpPr>
          <p:cNvPr id="1635" name="Google Shape;1635;p158"/>
          <p:cNvSpPr/>
          <p:nvPr/>
        </p:nvSpPr>
        <p:spPr>
          <a:xfrm>
            <a:off x="6537750" y="974816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36" name="Google Shape;1636;p158"/>
          <p:cNvGrpSpPr/>
          <p:nvPr/>
        </p:nvGrpSpPr>
        <p:grpSpPr>
          <a:xfrm>
            <a:off x="6643473" y="1077261"/>
            <a:ext cx="472792" cy="435252"/>
            <a:chOff x="8560697" y="2808577"/>
            <a:chExt cx="496370" cy="456957"/>
          </a:xfrm>
        </p:grpSpPr>
        <p:sp>
          <p:nvSpPr>
            <p:cNvPr id="1637" name="Google Shape;1637;p158"/>
            <p:cNvSpPr/>
            <p:nvPr/>
          </p:nvSpPr>
          <p:spPr>
            <a:xfrm>
              <a:off x="8694643" y="2808577"/>
              <a:ext cx="228479" cy="456957"/>
            </a:xfrm>
            <a:custGeom>
              <a:avLst/>
              <a:gdLst/>
              <a:ahLst/>
              <a:cxnLst/>
              <a:rect l="l" t="t" r="r" b="b"/>
              <a:pathLst>
                <a:path w="228479" h="456957" extrusionOk="0">
                  <a:moveTo>
                    <a:pt x="171359" y="57120"/>
                  </a:moveTo>
                  <a:cubicBezTo>
                    <a:pt x="171359" y="88631"/>
                    <a:pt x="145751" y="114239"/>
                    <a:pt x="114240" y="114239"/>
                  </a:cubicBezTo>
                  <a:cubicBezTo>
                    <a:pt x="82728" y="114239"/>
                    <a:pt x="57120" y="88631"/>
                    <a:pt x="57120" y="57120"/>
                  </a:cubicBezTo>
                  <a:cubicBezTo>
                    <a:pt x="57120" y="25609"/>
                    <a:pt x="82728" y="0"/>
                    <a:pt x="114240" y="0"/>
                  </a:cubicBezTo>
                  <a:cubicBezTo>
                    <a:pt x="145751" y="0"/>
                    <a:pt x="171359" y="25609"/>
                    <a:pt x="171359" y="57120"/>
                  </a:cubicBezTo>
                  <a:close/>
                  <a:moveTo>
                    <a:pt x="182783" y="318728"/>
                  </a:moveTo>
                  <a:cubicBezTo>
                    <a:pt x="208773" y="313397"/>
                    <a:pt x="228479" y="290263"/>
                    <a:pt x="228479" y="262751"/>
                  </a:cubicBezTo>
                  <a:lnTo>
                    <a:pt x="228479" y="182783"/>
                  </a:lnTo>
                  <a:cubicBezTo>
                    <a:pt x="228479" y="151367"/>
                    <a:pt x="202775" y="125663"/>
                    <a:pt x="171359" y="125663"/>
                  </a:cubicBezTo>
                  <a:lnTo>
                    <a:pt x="57120" y="125663"/>
                  </a:lnTo>
                  <a:cubicBezTo>
                    <a:pt x="25704" y="125663"/>
                    <a:pt x="0" y="151367"/>
                    <a:pt x="0" y="182783"/>
                  </a:cubicBezTo>
                  <a:lnTo>
                    <a:pt x="0" y="262751"/>
                  </a:lnTo>
                  <a:cubicBezTo>
                    <a:pt x="0" y="290263"/>
                    <a:pt x="19706" y="313397"/>
                    <a:pt x="45696" y="318728"/>
                  </a:cubicBezTo>
                  <a:lnTo>
                    <a:pt x="45696" y="182783"/>
                  </a:lnTo>
                  <a:lnTo>
                    <a:pt x="45696" y="422686"/>
                  </a:lnTo>
                  <a:cubicBezTo>
                    <a:pt x="45696" y="441535"/>
                    <a:pt x="61118" y="456958"/>
                    <a:pt x="79967" y="456958"/>
                  </a:cubicBezTo>
                  <a:lnTo>
                    <a:pt x="79967" y="456958"/>
                  </a:lnTo>
                  <a:cubicBezTo>
                    <a:pt x="98817" y="456958"/>
                    <a:pt x="114240" y="441535"/>
                    <a:pt x="114240" y="422686"/>
                  </a:cubicBezTo>
                  <a:lnTo>
                    <a:pt x="114240" y="319870"/>
                  </a:lnTo>
                  <a:lnTo>
                    <a:pt x="114240" y="422686"/>
                  </a:lnTo>
                  <a:cubicBezTo>
                    <a:pt x="114240" y="441535"/>
                    <a:pt x="129662" y="456958"/>
                    <a:pt x="148511" y="456958"/>
                  </a:cubicBezTo>
                  <a:lnTo>
                    <a:pt x="148511" y="456958"/>
                  </a:lnTo>
                  <a:cubicBezTo>
                    <a:pt x="167361" y="456958"/>
                    <a:pt x="182783" y="441535"/>
                    <a:pt x="182783" y="422686"/>
                  </a:cubicBezTo>
                  <a:lnTo>
                    <a:pt x="182783" y="182783"/>
                  </a:lnTo>
                  <a:lnTo>
                    <a:pt x="182783" y="318728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638" name="Google Shape;1638;p158"/>
            <p:cNvGrpSpPr/>
            <p:nvPr/>
          </p:nvGrpSpPr>
          <p:grpSpPr>
            <a:xfrm>
              <a:off x="8560697" y="2875026"/>
              <a:ext cx="496370" cy="324059"/>
              <a:chOff x="8560697" y="2875026"/>
              <a:chExt cx="496370" cy="324059"/>
            </a:xfrm>
          </p:grpSpPr>
          <p:sp>
            <p:nvSpPr>
              <p:cNvPr id="1639" name="Google Shape;1639;p158"/>
              <p:cNvSpPr/>
              <p:nvPr/>
            </p:nvSpPr>
            <p:spPr>
              <a:xfrm>
                <a:off x="8560697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9607" y="666"/>
                    </a:moveTo>
                    <a:lnTo>
                      <a:pt x="28845" y="0"/>
                    </a:lnTo>
                    <a:lnTo>
                      <a:pt x="285" y="28560"/>
                    </a:lnTo>
                    <a:lnTo>
                      <a:pt x="0" y="28941"/>
                    </a:lnTo>
                    <a:lnTo>
                      <a:pt x="28845" y="57786"/>
                    </a:lnTo>
                    <a:lnTo>
                      <a:pt x="29607" y="57120"/>
                    </a:lnTo>
                    <a:lnTo>
                      <a:pt x="1809" y="29417"/>
                    </a:lnTo>
                    <a:lnTo>
                      <a:pt x="57786" y="29417"/>
                    </a:lnTo>
                    <a:lnTo>
                      <a:pt x="57786" y="28465"/>
                    </a:lnTo>
                    <a:lnTo>
                      <a:pt x="1809" y="28465"/>
                    </a:lnTo>
                    <a:lnTo>
                      <a:pt x="29607" y="666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0" name="Google Shape;1640;p158"/>
              <p:cNvSpPr/>
              <p:nvPr/>
            </p:nvSpPr>
            <p:spPr>
              <a:xfrm>
                <a:off x="8627812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555" y="0"/>
                    </a:moveTo>
                    <a:lnTo>
                      <a:pt x="952" y="39603"/>
                    </a:lnTo>
                    <a:lnTo>
                      <a:pt x="952" y="286"/>
                    </a:lnTo>
                    <a:lnTo>
                      <a:pt x="0" y="286"/>
                    </a:lnTo>
                    <a:lnTo>
                      <a:pt x="0" y="41221"/>
                    </a:lnTo>
                    <a:lnTo>
                      <a:pt x="40840" y="41221"/>
                    </a:lnTo>
                    <a:lnTo>
                      <a:pt x="40840" y="40269"/>
                    </a:lnTo>
                    <a:lnTo>
                      <a:pt x="1618" y="40269"/>
                    </a:lnTo>
                    <a:lnTo>
                      <a:pt x="41222" y="666"/>
                    </a:lnTo>
                    <a:lnTo>
                      <a:pt x="40555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1" name="Google Shape;1641;p158"/>
              <p:cNvSpPr/>
              <p:nvPr/>
            </p:nvSpPr>
            <p:spPr>
              <a:xfrm>
                <a:off x="8627812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40840" y="952"/>
                    </a:moveTo>
                    <a:lnTo>
                      <a:pt x="40840" y="0"/>
                    </a:lnTo>
                    <a:lnTo>
                      <a:pt x="0" y="0"/>
                    </a:lnTo>
                    <a:lnTo>
                      <a:pt x="0" y="40841"/>
                    </a:lnTo>
                    <a:lnTo>
                      <a:pt x="952" y="40841"/>
                    </a:lnTo>
                    <a:lnTo>
                      <a:pt x="952" y="1618"/>
                    </a:lnTo>
                    <a:lnTo>
                      <a:pt x="40555" y="41126"/>
                    </a:lnTo>
                    <a:lnTo>
                      <a:pt x="41222" y="40460"/>
                    </a:lnTo>
                    <a:lnTo>
                      <a:pt x="1618" y="952"/>
                    </a:lnTo>
                    <a:lnTo>
                      <a:pt x="40840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2" name="Google Shape;1642;p158"/>
              <p:cNvSpPr/>
              <p:nvPr/>
            </p:nvSpPr>
            <p:spPr>
              <a:xfrm>
                <a:off x="8999281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8940" y="0"/>
                    </a:moveTo>
                    <a:lnTo>
                      <a:pt x="28179" y="666"/>
                    </a:lnTo>
                    <a:lnTo>
                      <a:pt x="55977" y="28465"/>
                    </a:lnTo>
                    <a:lnTo>
                      <a:pt x="0" y="28465"/>
                    </a:lnTo>
                    <a:lnTo>
                      <a:pt x="0" y="29417"/>
                    </a:lnTo>
                    <a:lnTo>
                      <a:pt x="55977" y="29417"/>
                    </a:lnTo>
                    <a:lnTo>
                      <a:pt x="28179" y="57120"/>
                    </a:lnTo>
                    <a:lnTo>
                      <a:pt x="28940" y="57786"/>
                    </a:lnTo>
                    <a:lnTo>
                      <a:pt x="57500" y="29226"/>
                    </a:lnTo>
                    <a:lnTo>
                      <a:pt x="57786" y="28941"/>
                    </a:lnTo>
                    <a:lnTo>
                      <a:pt x="28940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3" name="Google Shape;1643;p158"/>
              <p:cNvSpPr/>
              <p:nvPr/>
            </p:nvSpPr>
            <p:spPr>
              <a:xfrm>
                <a:off x="8948730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381" y="952"/>
                    </a:moveTo>
                    <a:lnTo>
                      <a:pt x="39603" y="952"/>
                    </a:lnTo>
                    <a:lnTo>
                      <a:pt x="0" y="40460"/>
                    </a:lnTo>
                    <a:lnTo>
                      <a:pt x="666" y="41126"/>
                    </a:lnTo>
                    <a:lnTo>
                      <a:pt x="40269" y="1618"/>
                    </a:lnTo>
                    <a:lnTo>
                      <a:pt x="40269" y="40841"/>
                    </a:lnTo>
                    <a:lnTo>
                      <a:pt x="41221" y="40841"/>
                    </a:lnTo>
                    <a:lnTo>
                      <a:pt x="41221" y="0"/>
                    </a:lnTo>
                    <a:lnTo>
                      <a:pt x="381" y="0"/>
                    </a:lnTo>
                    <a:lnTo>
                      <a:pt x="381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4" name="Google Shape;1644;p158"/>
              <p:cNvSpPr/>
              <p:nvPr/>
            </p:nvSpPr>
            <p:spPr>
              <a:xfrm>
                <a:off x="8948730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269" y="39603"/>
                    </a:moveTo>
                    <a:lnTo>
                      <a:pt x="666" y="0"/>
                    </a:lnTo>
                    <a:lnTo>
                      <a:pt x="0" y="666"/>
                    </a:lnTo>
                    <a:lnTo>
                      <a:pt x="39603" y="40269"/>
                    </a:lnTo>
                    <a:lnTo>
                      <a:pt x="381" y="40269"/>
                    </a:lnTo>
                    <a:lnTo>
                      <a:pt x="381" y="41221"/>
                    </a:lnTo>
                    <a:lnTo>
                      <a:pt x="41221" y="41221"/>
                    </a:lnTo>
                    <a:lnTo>
                      <a:pt x="41221" y="286"/>
                    </a:lnTo>
                    <a:lnTo>
                      <a:pt x="40269" y="286"/>
                    </a:lnTo>
                    <a:lnTo>
                      <a:pt x="40269" y="39603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645" name="Google Shape;1645;p158"/>
          <p:cNvSpPr/>
          <p:nvPr/>
        </p:nvSpPr>
        <p:spPr>
          <a:xfrm>
            <a:off x="6537750" y="3144691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6" name="Google Shape;1646;p158"/>
          <p:cNvSpPr/>
          <p:nvPr/>
        </p:nvSpPr>
        <p:spPr>
          <a:xfrm>
            <a:off x="6637986" y="3252609"/>
            <a:ext cx="458764" cy="458662"/>
          </a:xfrm>
          <a:custGeom>
            <a:avLst/>
            <a:gdLst/>
            <a:ahLst/>
            <a:cxnLst/>
            <a:rect l="l" t="t" r="r" b="b"/>
            <a:pathLst>
              <a:path w="533447" h="533328" extrusionOk="0">
                <a:moveTo>
                  <a:pt x="361879" y="260152"/>
                </a:moveTo>
                <a:lnTo>
                  <a:pt x="385310" y="250531"/>
                </a:lnTo>
                <a:cubicBezTo>
                  <a:pt x="394264" y="246817"/>
                  <a:pt x="399979" y="238244"/>
                  <a:pt x="399979" y="228529"/>
                </a:cubicBezTo>
                <a:cubicBezTo>
                  <a:pt x="399979" y="218813"/>
                  <a:pt x="394168" y="210241"/>
                  <a:pt x="385310" y="206526"/>
                </a:cubicBezTo>
                <a:lnTo>
                  <a:pt x="285488" y="165378"/>
                </a:lnTo>
                <a:cubicBezTo>
                  <a:pt x="279678" y="162996"/>
                  <a:pt x="273582" y="161758"/>
                  <a:pt x="267391" y="161758"/>
                </a:cubicBezTo>
                <a:lnTo>
                  <a:pt x="265962" y="161758"/>
                </a:lnTo>
                <a:cubicBezTo>
                  <a:pt x="259676" y="161758"/>
                  <a:pt x="253579" y="162996"/>
                  <a:pt x="247865" y="165378"/>
                </a:cubicBezTo>
                <a:lnTo>
                  <a:pt x="148042" y="206526"/>
                </a:lnTo>
                <a:cubicBezTo>
                  <a:pt x="139089" y="210241"/>
                  <a:pt x="133374" y="218813"/>
                  <a:pt x="133374" y="228529"/>
                </a:cubicBezTo>
                <a:lnTo>
                  <a:pt x="133374" y="285679"/>
                </a:lnTo>
                <a:cubicBezTo>
                  <a:pt x="133374" y="290917"/>
                  <a:pt x="137660" y="295204"/>
                  <a:pt x="142899" y="295204"/>
                </a:cubicBezTo>
                <a:cubicBezTo>
                  <a:pt x="148138" y="295204"/>
                  <a:pt x="152424" y="290917"/>
                  <a:pt x="152424" y="285679"/>
                </a:cubicBezTo>
                <a:lnTo>
                  <a:pt x="152424" y="252246"/>
                </a:lnTo>
                <a:lnTo>
                  <a:pt x="171474" y="260056"/>
                </a:lnTo>
                <a:lnTo>
                  <a:pt x="171474" y="322921"/>
                </a:lnTo>
                <a:cubicBezTo>
                  <a:pt x="171474" y="333018"/>
                  <a:pt x="176808" y="342352"/>
                  <a:pt x="185380" y="347401"/>
                </a:cubicBezTo>
                <a:cubicBezTo>
                  <a:pt x="200430" y="356354"/>
                  <a:pt x="231101" y="371404"/>
                  <a:pt x="266724" y="371404"/>
                </a:cubicBezTo>
                <a:cubicBezTo>
                  <a:pt x="302347" y="371404"/>
                  <a:pt x="333018" y="356354"/>
                  <a:pt x="348067" y="347496"/>
                </a:cubicBezTo>
                <a:cubicBezTo>
                  <a:pt x="356640" y="342448"/>
                  <a:pt x="361974" y="333018"/>
                  <a:pt x="361974" y="323017"/>
                </a:cubicBezTo>
                <a:lnTo>
                  <a:pt x="361974" y="260152"/>
                </a:lnTo>
                <a:close/>
                <a:moveTo>
                  <a:pt x="342829" y="323017"/>
                </a:moveTo>
                <a:cubicBezTo>
                  <a:pt x="342829" y="326350"/>
                  <a:pt x="341114" y="329494"/>
                  <a:pt x="338352" y="331113"/>
                </a:cubicBezTo>
                <a:cubicBezTo>
                  <a:pt x="324922" y="339019"/>
                  <a:pt x="297776" y="352449"/>
                  <a:pt x="266629" y="352449"/>
                </a:cubicBezTo>
                <a:cubicBezTo>
                  <a:pt x="235482" y="352449"/>
                  <a:pt x="208336" y="339114"/>
                  <a:pt x="194905" y="331113"/>
                </a:cubicBezTo>
                <a:cubicBezTo>
                  <a:pt x="192143" y="329494"/>
                  <a:pt x="190429" y="326350"/>
                  <a:pt x="190429" y="323017"/>
                </a:cubicBezTo>
                <a:lnTo>
                  <a:pt x="190429" y="268057"/>
                </a:lnTo>
                <a:lnTo>
                  <a:pt x="247769" y="291679"/>
                </a:lnTo>
                <a:cubicBezTo>
                  <a:pt x="253579" y="294061"/>
                  <a:pt x="259676" y="295299"/>
                  <a:pt x="265866" y="295299"/>
                </a:cubicBezTo>
                <a:lnTo>
                  <a:pt x="267295" y="295299"/>
                </a:lnTo>
                <a:cubicBezTo>
                  <a:pt x="273582" y="295299"/>
                  <a:pt x="279678" y="294061"/>
                  <a:pt x="285393" y="291679"/>
                </a:cubicBezTo>
                <a:lnTo>
                  <a:pt x="342733" y="268057"/>
                </a:lnTo>
                <a:lnTo>
                  <a:pt x="342733" y="323017"/>
                </a:lnTo>
                <a:close/>
                <a:moveTo>
                  <a:pt x="278249" y="274058"/>
                </a:moveTo>
                <a:cubicBezTo>
                  <a:pt x="274820" y="275487"/>
                  <a:pt x="271105" y="276249"/>
                  <a:pt x="267391" y="276249"/>
                </a:cubicBezTo>
                <a:lnTo>
                  <a:pt x="265962" y="276249"/>
                </a:lnTo>
                <a:cubicBezTo>
                  <a:pt x="262247" y="276249"/>
                  <a:pt x="258533" y="275487"/>
                  <a:pt x="255103" y="274058"/>
                </a:cubicBezTo>
                <a:lnTo>
                  <a:pt x="155281" y="232910"/>
                </a:lnTo>
                <a:cubicBezTo>
                  <a:pt x="153472" y="232148"/>
                  <a:pt x="152329" y="230434"/>
                  <a:pt x="152329" y="228529"/>
                </a:cubicBezTo>
                <a:cubicBezTo>
                  <a:pt x="152329" y="226624"/>
                  <a:pt x="153472" y="224909"/>
                  <a:pt x="155281" y="224147"/>
                </a:cubicBezTo>
                <a:lnTo>
                  <a:pt x="255103" y="182999"/>
                </a:lnTo>
                <a:cubicBezTo>
                  <a:pt x="258533" y="181570"/>
                  <a:pt x="262247" y="180808"/>
                  <a:pt x="265962" y="180808"/>
                </a:cubicBezTo>
                <a:lnTo>
                  <a:pt x="267391" y="180808"/>
                </a:lnTo>
                <a:cubicBezTo>
                  <a:pt x="271105" y="180808"/>
                  <a:pt x="274820" y="181570"/>
                  <a:pt x="278249" y="182999"/>
                </a:cubicBezTo>
                <a:lnTo>
                  <a:pt x="378071" y="224147"/>
                </a:lnTo>
                <a:cubicBezTo>
                  <a:pt x="379881" y="224909"/>
                  <a:pt x="381024" y="226624"/>
                  <a:pt x="381024" y="228529"/>
                </a:cubicBezTo>
                <a:cubicBezTo>
                  <a:pt x="381024" y="230434"/>
                  <a:pt x="379881" y="232148"/>
                  <a:pt x="378071" y="232910"/>
                </a:cubicBezTo>
                <a:lnTo>
                  <a:pt x="278249" y="274058"/>
                </a:lnTo>
                <a:close/>
                <a:moveTo>
                  <a:pt x="225767" y="63841"/>
                </a:moveTo>
                <a:lnTo>
                  <a:pt x="257104" y="32504"/>
                </a:lnTo>
                <a:lnTo>
                  <a:pt x="257104" y="123849"/>
                </a:lnTo>
                <a:cubicBezTo>
                  <a:pt x="257104" y="129088"/>
                  <a:pt x="261390" y="133374"/>
                  <a:pt x="266629" y="133374"/>
                </a:cubicBezTo>
                <a:cubicBezTo>
                  <a:pt x="271867" y="133374"/>
                  <a:pt x="276154" y="129088"/>
                  <a:pt x="276154" y="123849"/>
                </a:cubicBezTo>
                <a:lnTo>
                  <a:pt x="276154" y="32504"/>
                </a:lnTo>
                <a:lnTo>
                  <a:pt x="307491" y="63841"/>
                </a:lnTo>
                <a:cubicBezTo>
                  <a:pt x="309396" y="65746"/>
                  <a:pt x="311777" y="66604"/>
                  <a:pt x="314254" y="66604"/>
                </a:cubicBezTo>
                <a:cubicBezTo>
                  <a:pt x="316730" y="66604"/>
                  <a:pt x="319111" y="65651"/>
                  <a:pt x="321017" y="63841"/>
                </a:cubicBezTo>
                <a:cubicBezTo>
                  <a:pt x="324731" y="60127"/>
                  <a:pt x="324731" y="54126"/>
                  <a:pt x="321017" y="50411"/>
                </a:cubicBezTo>
                <a:lnTo>
                  <a:pt x="273392" y="2786"/>
                </a:lnTo>
                <a:cubicBezTo>
                  <a:pt x="269677" y="-929"/>
                  <a:pt x="263676" y="-929"/>
                  <a:pt x="259961" y="2786"/>
                </a:cubicBezTo>
                <a:lnTo>
                  <a:pt x="212336" y="50411"/>
                </a:lnTo>
                <a:cubicBezTo>
                  <a:pt x="208621" y="54126"/>
                  <a:pt x="208621" y="60127"/>
                  <a:pt x="212336" y="63841"/>
                </a:cubicBezTo>
                <a:cubicBezTo>
                  <a:pt x="216051" y="67556"/>
                  <a:pt x="222052" y="67556"/>
                  <a:pt x="225767" y="63841"/>
                </a:cubicBezTo>
                <a:close/>
                <a:moveTo>
                  <a:pt x="307586" y="469511"/>
                </a:moveTo>
                <a:lnTo>
                  <a:pt x="276249" y="500848"/>
                </a:lnTo>
                <a:lnTo>
                  <a:pt x="276249" y="409504"/>
                </a:lnTo>
                <a:cubicBezTo>
                  <a:pt x="276249" y="404265"/>
                  <a:pt x="271963" y="399979"/>
                  <a:pt x="266724" y="399979"/>
                </a:cubicBezTo>
                <a:cubicBezTo>
                  <a:pt x="261485" y="399979"/>
                  <a:pt x="257199" y="404265"/>
                  <a:pt x="257199" y="409504"/>
                </a:cubicBezTo>
                <a:lnTo>
                  <a:pt x="257199" y="500848"/>
                </a:lnTo>
                <a:lnTo>
                  <a:pt x="225861" y="469511"/>
                </a:lnTo>
                <a:cubicBezTo>
                  <a:pt x="222147" y="465796"/>
                  <a:pt x="216146" y="465796"/>
                  <a:pt x="212431" y="469511"/>
                </a:cubicBezTo>
                <a:cubicBezTo>
                  <a:pt x="208716" y="473226"/>
                  <a:pt x="208716" y="479227"/>
                  <a:pt x="212431" y="482941"/>
                </a:cubicBezTo>
                <a:lnTo>
                  <a:pt x="260056" y="530566"/>
                </a:lnTo>
                <a:cubicBezTo>
                  <a:pt x="261961" y="532471"/>
                  <a:pt x="264343" y="533329"/>
                  <a:pt x="266819" y="533329"/>
                </a:cubicBezTo>
                <a:cubicBezTo>
                  <a:pt x="269296" y="533329"/>
                  <a:pt x="271677" y="532376"/>
                  <a:pt x="273582" y="530566"/>
                </a:cubicBezTo>
                <a:lnTo>
                  <a:pt x="321207" y="482941"/>
                </a:lnTo>
                <a:cubicBezTo>
                  <a:pt x="324922" y="479227"/>
                  <a:pt x="324922" y="473226"/>
                  <a:pt x="321207" y="469511"/>
                </a:cubicBezTo>
                <a:cubicBezTo>
                  <a:pt x="317492" y="465796"/>
                  <a:pt x="311492" y="465796"/>
                  <a:pt x="307777" y="469511"/>
                </a:cubicBezTo>
                <a:close/>
                <a:moveTo>
                  <a:pt x="85749" y="161949"/>
                </a:moveTo>
                <a:cubicBezTo>
                  <a:pt x="90988" y="161949"/>
                  <a:pt x="95274" y="157663"/>
                  <a:pt x="95274" y="152424"/>
                </a:cubicBezTo>
                <a:lnTo>
                  <a:pt x="95274" y="108704"/>
                </a:lnTo>
                <a:lnTo>
                  <a:pt x="155186" y="168616"/>
                </a:lnTo>
                <a:cubicBezTo>
                  <a:pt x="157091" y="170521"/>
                  <a:pt x="159472" y="171379"/>
                  <a:pt x="161949" y="171379"/>
                </a:cubicBezTo>
                <a:cubicBezTo>
                  <a:pt x="164425" y="171379"/>
                  <a:pt x="166806" y="170426"/>
                  <a:pt x="168712" y="168616"/>
                </a:cubicBezTo>
                <a:cubicBezTo>
                  <a:pt x="172426" y="164902"/>
                  <a:pt x="172426" y="158901"/>
                  <a:pt x="168712" y="155186"/>
                </a:cubicBezTo>
                <a:lnTo>
                  <a:pt x="108799" y="95274"/>
                </a:lnTo>
                <a:lnTo>
                  <a:pt x="152519" y="95274"/>
                </a:lnTo>
                <a:cubicBezTo>
                  <a:pt x="157758" y="95274"/>
                  <a:pt x="162044" y="90988"/>
                  <a:pt x="162044" y="85749"/>
                </a:cubicBezTo>
                <a:cubicBezTo>
                  <a:pt x="162044" y="80510"/>
                  <a:pt x="157758" y="76224"/>
                  <a:pt x="152519" y="76224"/>
                </a:cubicBezTo>
                <a:lnTo>
                  <a:pt x="85844" y="76224"/>
                </a:lnTo>
                <a:cubicBezTo>
                  <a:pt x="80605" y="76224"/>
                  <a:pt x="76319" y="80510"/>
                  <a:pt x="76319" y="85749"/>
                </a:cubicBezTo>
                <a:lnTo>
                  <a:pt x="76319" y="152424"/>
                </a:lnTo>
                <a:cubicBezTo>
                  <a:pt x="76319" y="157663"/>
                  <a:pt x="80605" y="161949"/>
                  <a:pt x="85844" y="161949"/>
                </a:cubicBezTo>
                <a:close/>
                <a:moveTo>
                  <a:pt x="448366" y="371499"/>
                </a:moveTo>
                <a:cubicBezTo>
                  <a:pt x="443127" y="371499"/>
                  <a:pt x="438841" y="375785"/>
                  <a:pt x="438841" y="381024"/>
                </a:cubicBezTo>
                <a:lnTo>
                  <a:pt x="438841" y="425410"/>
                </a:lnTo>
                <a:lnTo>
                  <a:pt x="378261" y="364831"/>
                </a:lnTo>
                <a:cubicBezTo>
                  <a:pt x="374547" y="361117"/>
                  <a:pt x="368546" y="361117"/>
                  <a:pt x="364831" y="364831"/>
                </a:cubicBezTo>
                <a:cubicBezTo>
                  <a:pt x="361116" y="368546"/>
                  <a:pt x="361116" y="374547"/>
                  <a:pt x="364831" y="378262"/>
                </a:cubicBezTo>
                <a:lnTo>
                  <a:pt x="424743" y="438174"/>
                </a:lnTo>
                <a:lnTo>
                  <a:pt x="381786" y="438174"/>
                </a:lnTo>
                <a:cubicBezTo>
                  <a:pt x="376547" y="438174"/>
                  <a:pt x="372261" y="442460"/>
                  <a:pt x="372261" y="447699"/>
                </a:cubicBezTo>
                <a:cubicBezTo>
                  <a:pt x="372261" y="452938"/>
                  <a:pt x="376547" y="457224"/>
                  <a:pt x="381786" y="457224"/>
                </a:cubicBezTo>
                <a:lnTo>
                  <a:pt x="448461" y="457224"/>
                </a:lnTo>
                <a:cubicBezTo>
                  <a:pt x="453700" y="457224"/>
                  <a:pt x="457986" y="452938"/>
                  <a:pt x="457986" y="447699"/>
                </a:cubicBezTo>
                <a:lnTo>
                  <a:pt x="457986" y="381024"/>
                </a:lnTo>
                <a:cubicBezTo>
                  <a:pt x="457986" y="375785"/>
                  <a:pt x="453700" y="371499"/>
                  <a:pt x="448461" y="371499"/>
                </a:cubicBezTo>
                <a:close/>
                <a:moveTo>
                  <a:pt x="155186" y="364736"/>
                </a:moveTo>
                <a:lnTo>
                  <a:pt x="95274" y="424648"/>
                </a:lnTo>
                <a:lnTo>
                  <a:pt x="95274" y="380929"/>
                </a:lnTo>
                <a:cubicBezTo>
                  <a:pt x="95274" y="375690"/>
                  <a:pt x="90988" y="371404"/>
                  <a:pt x="85749" y="371404"/>
                </a:cubicBezTo>
                <a:cubicBezTo>
                  <a:pt x="80510" y="371404"/>
                  <a:pt x="76224" y="375690"/>
                  <a:pt x="76224" y="380929"/>
                </a:cubicBezTo>
                <a:lnTo>
                  <a:pt x="76224" y="447604"/>
                </a:lnTo>
                <a:cubicBezTo>
                  <a:pt x="76224" y="452842"/>
                  <a:pt x="80510" y="457129"/>
                  <a:pt x="85749" y="457129"/>
                </a:cubicBezTo>
                <a:lnTo>
                  <a:pt x="152424" y="457129"/>
                </a:lnTo>
                <a:cubicBezTo>
                  <a:pt x="157663" y="457129"/>
                  <a:pt x="161949" y="452842"/>
                  <a:pt x="161949" y="447604"/>
                </a:cubicBezTo>
                <a:cubicBezTo>
                  <a:pt x="161949" y="442365"/>
                  <a:pt x="157663" y="438079"/>
                  <a:pt x="152424" y="438079"/>
                </a:cubicBezTo>
                <a:lnTo>
                  <a:pt x="108704" y="438079"/>
                </a:lnTo>
                <a:lnTo>
                  <a:pt x="168616" y="378166"/>
                </a:lnTo>
                <a:cubicBezTo>
                  <a:pt x="172331" y="374452"/>
                  <a:pt x="172331" y="368451"/>
                  <a:pt x="168616" y="364736"/>
                </a:cubicBezTo>
                <a:cubicBezTo>
                  <a:pt x="164902" y="361021"/>
                  <a:pt x="158901" y="361021"/>
                  <a:pt x="155186" y="364736"/>
                </a:cubicBezTo>
                <a:close/>
                <a:moveTo>
                  <a:pt x="371499" y="171474"/>
                </a:moveTo>
                <a:cubicBezTo>
                  <a:pt x="373976" y="171474"/>
                  <a:pt x="376357" y="170521"/>
                  <a:pt x="378261" y="168712"/>
                </a:cubicBezTo>
                <a:lnTo>
                  <a:pt x="438174" y="108799"/>
                </a:lnTo>
                <a:lnTo>
                  <a:pt x="438174" y="152519"/>
                </a:lnTo>
                <a:cubicBezTo>
                  <a:pt x="438174" y="157758"/>
                  <a:pt x="442460" y="162044"/>
                  <a:pt x="447699" y="162044"/>
                </a:cubicBezTo>
                <a:cubicBezTo>
                  <a:pt x="452938" y="162044"/>
                  <a:pt x="457224" y="157758"/>
                  <a:pt x="457224" y="152519"/>
                </a:cubicBezTo>
                <a:lnTo>
                  <a:pt x="457224" y="85844"/>
                </a:lnTo>
                <a:cubicBezTo>
                  <a:pt x="457224" y="80605"/>
                  <a:pt x="452938" y="76319"/>
                  <a:pt x="447699" y="76319"/>
                </a:cubicBezTo>
                <a:lnTo>
                  <a:pt x="381024" y="76319"/>
                </a:lnTo>
                <a:cubicBezTo>
                  <a:pt x="375785" y="76319"/>
                  <a:pt x="371499" y="80605"/>
                  <a:pt x="371499" y="85844"/>
                </a:cubicBezTo>
                <a:cubicBezTo>
                  <a:pt x="371499" y="91083"/>
                  <a:pt x="375785" y="95369"/>
                  <a:pt x="381024" y="95369"/>
                </a:cubicBezTo>
                <a:lnTo>
                  <a:pt x="424743" y="95369"/>
                </a:lnTo>
                <a:lnTo>
                  <a:pt x="364831" y="155281"/>
                </a:lnTo>
                <a:cubicBezTo>
                  <a:pt x="361116" y="158996"/>
                  <a:pt x="361116" y="164997"/>
                  <a:pt x="364831" y="168712"/>
                </a:cubicBezTo>
                <a:cubicBezTo>
                  <a:pt x="366736" y="170617"/>
                  <a:pt x="369118" y="171474"/>
                  <a:pt x="371594" y="171474"/>
                </a:cubicBezTo>
                <a:close/>
                <a:moveTo>
                  <a:pt x="32504" y="276249"/>
                </a:moveTo>
                <a:lnTo>
                  <a:pt x="104799" y="276249"/>
                </a:lnTo>
                <a:cubicBezTo>
                  <a:pt x="110038" y="276249"/>
                  <a:pt x="114324" y="271963"/>
                  <a:pt x="114324" y="266724"/>
                </a:cubicBezTo>
                <a:cubicBezTo>
                  <a:pt x="114324" y="261485"/>
                  <a:pt x="110038" y="257199"/>
                  <a:pt x="104799" y="257199"/>
                </a:cubicBezTo>
                <a:lnTo>
                  <a:pt x="32504" y="257199"/>
                </a:lnTo>
                <a:lnTo>
                  <a:pt x="63841" y="225862"/>
                </a:lnTo>
                <a:cubicBezTo>
                  <a:pt x="67556" y="222147"/>
                  <a:pt x="67556" y="216146"/>
                  <a:pt x="63841" y="212431"/>
                </a:cubicBezTo>
                <a:cubicBezTo>
                  <a:pt x="60127" y="208717"/>
                  <a:pt x="54126" y="208717"/>
                  <a:pt x="50411" y="212431"/>
                </a:cubicBezTo>
                <a:lnTo>
                  <a:pt x="2786" y="260056"/>
                </a:lnTo>
                <a:cubicBezTo>
                  <a:pt x="-929" y="263771"/>
                  <a:pt x="-929" y="269772"/>
                  <a:pt x="2786" y="273487"/>
                </a:cubicBezTo>
                <a:lnTo>
                  <a:pt x="50411" y="321112"/>
                </a:lnTo>
                <a:cubicBezTo>
                  <a:pt x="52316" y="323017"/>
                  <a:pt x="54697" y="323874"/>
                  <a:pt x="57174" y="323874"/>
                </a:cubicBezTo>
                <a:cubicBezTo>
                  <a:pt x="59650" y="323874"/>
                  <a:pt x="62031" y="322921"/>
                  <a:pt x="63937" y="321112"/>
                </a:cubicBezTo>
                <a:cubicBezTo>
                  <a:pt x="67651" y="317397"/>
                  <a:pt x="67651" y="311396"/>
                  <a:pt x="63937" y="307681"/>
                </a:cubicBezTo>
                <a:lnTo>
                  <a:pt x="32599" y="276344"/>
                </a:lnTo>
                <a:close/>
                <a:moveTo>
                  <a:pt x="530567" y="259961"/>
                </a:moveTo>
                <a:lnTo>
                  <a:pt x="482942" y="212336"/>
                </a:lnTo>
                <a:cubicBezTo>
                  <a:pt x="479227" y="208621"/>
                  <a:pt x="473226" y="208621"/>
                  <a:pt x="469511" y="212336"/>
                </a:cubicBezTo>
                <a:cubicBezTo>
                  <a:pt x="465796" y="216051"/>
                  <a:pt x="465796" y="222052"/>
                  <a:pt x="469511" y="225766"/>
                </a:cubicBezTo>
                <a:lnTo>
                  <a:pt x="500849" y="257104"/>
                </a:lnTo>
                <a:lnTo>
                  <a:pt x="428554" y="257104"/>
                </a:lnTo>
                <a:cubicBezTo>
                  <a:pt x="423315" y="257104"/>
                  <a:pt x="419029" y="261390"/>
                  <a:pt x="419029" y="266629"/>
                </a:cubicBezTo>
                <a:cubicBezTo>
                  <a:pt x="419029" y="271867"/>
                  <a:pt x="423315" y="276154"/>
                  <a:pt x="428554" y="276154"/>
                </a:cubicBezTo>
                <a:lnTo>
                  <a:pt x="500849" y="276154"/>
                </a:lnTo>
                <a:lnTo>
                  <a:pt x="469511" y="307491"/>
                </a:lnTo>
                <a:cubicBezTo>
                  <a:pt x="465796" y="311205"/>
                  <a:pt x="465796" y="317206"/>
                  <a:pt x="469511" y="320921"/>
                </a:cubicBezTo>
                <a:cubicBezTo>
                  <a:pt x="471416" y="322826"/>
                  <a:pt x="473797" y="323683"/>
                  <a:pt x="476274" y="323683"/>
                </a:cubicBezTo>
                <a:cubicBezTo>
                  <a:pt x="478751" y="323683"/>
                  <a:pt x="481132" y="322731"/>
                  <a:pt x="483036" y="320921"/>
                </a:cubicBezTo>
                <a:lnTo>
                  <a:pt x="530661" y="273296"/>
                </a:lnTo>
                <a:cubicBezTo>
                  <a:pt x="534376" y="269581"/>
                  <a:pt x="534376" y="263580"/>
                  <a:pt x="530661" y="25986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47" name="Google Shape;1647;p158"/>
          <p:cNvGrpSpPr/>
          <p:nvPr/>
        </p:nvGrpSpPr>
        <p:grpSpPr>
          <a:xfrm>
            <a:off x="664824" y="1066107"/>
            <a:ext cx="428521" cy="428520"/>
            <a:chOff x="9358184" y="2764785"/>
            <a:chExt cx="495514" cy="495513"/>
          </a:xfrm>
        </p:grpSpPr>
        <p:grpSp>
          <p:nvGrpSpPr>
            <p:cNvPr id="1648" name="Google Shape;1648;p158"/>
            <p:cNvGrpSpPr/>
            <p:nvPr/>
          </p:nvGrpSpPr>
          <p:grpSpPr>
            <a:xfrm>
              <a:off x="9358184" y="2802389"/>
              <a:ext cx="457909" cy="457909"/>
              <a:chOff x="9358184" y="2802389"/>
              <a:chExt cx="457909" cy="457909"/>
            </a:xfrm>
          </p:grpSpPr>
          <p:sp>
            <p:nvSpPr>
              <p:cNvPr id="1649" name="Google Shape;1649;p158"/>
              <p:cNvSpPr/>
              <p:nvPr/>
            </p:nvSpPr>
            <p:spPr>
              <a:xfrm>
                <a:off x="9434344" y="2878548"/>
                <a:ext cx="305685" cy="305685"/>
              </a:xfrm>
              <a:custGeom>
                <a:avLst/>
                <a:gdLst/>
                <a:ahLst/>
                <a:cxnLst/>
                <a:rect l="l" t="t" r="r" b="b"/>
                <a:pathLst>
                  <a:path w="305685" h="305685" extrusionOk="0">
                    <a:moveTo>
                      <a:pt x="152795" y="305590"/>
                    </a:moveTo>
                    <a:cubicBezTo>
                      <a:pt x="68543" y="305590"/>
                      <a:pt x="0" y="237047"/>
                      <a:pt x="0" y="152795"/>
                    </a:cubicBezTo>
                    <a:cubicBezTo>
                      <a:pt x="0" y="68544"/>
                      <a:pt x="68543" y="0"/>
                      <a:pt x="152795" y="0"/>
                    </a:cubicBezTo>
                    <a:cubicBezTo>
                      <a:pt x="173453" y="0"/>
                      <a:pt x="193540" y="4094"/>
                      <a:pt x="212485" y="12090"/>
                    </a:cubicBezTo>
                    <a:cubicBezTo>
                      <a:pt x="212771" y="12186"/>
                      <a:pt x="212866" y="12471"/>
                      <a:pt x="212771" y="12757"/>
                    </a:cubicBezTo>
                    <a:cubicBezTo>
                      <a:pt x="212676" y="12947"/>
                      <a:pt x="212390" y="13138"/>
                      <a:pt x="212104" y="13042"/>
                    </a:cubicBezTo>
                    <a:cubicBezTo>
                      <a:pt x="193350" y="5046"/>
                      <a:pt x="173358" y="1047"/>
                      <a:pt x="152795" y="1047"/>
                    </a:cubicBezTo>
                    <a:cubicBezTo>
                      <a:pt x="69114" y="1047"/>
                      <a:pt x="952" y="69210"/>
                      <a:pt x="952" y="152890"/>
                    </a:cubicBezTo>
                    <a:cubicBezTo>
                      <a:pt x="952" y="236571"/>
                      <a:pt x="69114" y="304734"/>
                      <a:pt x="152795" y="304734"/>
                    </a:cubicBezTo>
                    <a:cubicBezTo>
                      <a:pt x="236475" y="304734"/>
                      <a:pt x="304639" y="236571"/>
                      <a:pt x="304639" y="152890"/>
                    </a:cubicBezTo>
                    <a:cubicBezTo>
                      <a:pt x="304639" y="132327"/>
                      <a:pt x="300640" y="112431"/>
                      <a:pt x="292643" y="93581"/>
                    </a:cubicBezTo>
                    <a:cubicBezTo>
                      <a:pt x="292548" y="93295"/>
                      <a:pt x="292643" y="93105"/>
                      <a:pt x="292929" y="92915"/>
                    </a:cubicBezTo>
                    <a:cubicBezTo>
                      <a:pt x="293215" y="92819"/>
                      <a:pt x="293405" y="92915"/>
                      <a:pt x="293595" y="93200"/>
                    </a:cubicBezTo>
                    <a:cubicBezTo>
                      <a:pt x="301592" y="112145"/>
                      <a:pt x="305686" y="132137"/>
                      <a:pt x="305686" y="152890"/>
                    </a:cubicBezTo>
                    <a:cubicBezTo>
                      <a:pt x="305686" y="237142"/>
                      <a:pt x="237142" y="305686"/>
                      <a:pt x="152891" y="3056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0" name="Google Shape;1650;p158"/>
              <p:cNvSpPr/>
              <p:nvPr/>
            </p:nvSpPr>
            <p:spPr>
              <a:xfrm>
                <a:off x="9358184" y="2802389"/>
                <a:ext cx="457909" cy="457909"/>
              </a:xfrm>
              <a:custGeom>
                <a:avLst/>
                <a:gdLst/>
                <a:ahLst/>
                <a:cxnLst/>
                <a:rect l="l" t="t" r="r" b="b"/>
                <a:pathLst>
                  <a:path w="457909" h="457909" extrusionOk="0">
                    <a:moveTo>
                      <a:pt x="228955" y="457910"/>
                    </a:moveTo>
                    <a:cubicBezTo>
                      <a:pt x="102720" y="457910"/>
                      <a:pt x="0" y="355189"/>
                      <a:pt x="0" y="228955"/>
                    </a:cubicBezTo>
                    <a:cubicBezTo>
                      <a:pt x="0" y="102720"/>
                      <a:pt x="102720" y="0"/>
                      <a:pt x="228955" y="0"/>
                    </a:cubicBezTo>
                    <a:cubicBezTo>
                      <a:pt x="269891" y="0"/>
                      <a:pt x="310065" y="10948"/>
                      <a:pt x="345193" y="31701"/>
                    </a:cubicBezTo>
                    <a:cubicBezTo>
                      <a:pt x="345384" y="31797"/>
                      <a:pt x="345479" y="32082"/>
                      <a:pt x="345384" y="32368"/>
                    </a:cubicBezTo>
                    <a:cubicBezTo>
                      <a:pt x="345289" y="32558"/>
                      <a:pt x="344908" y="32653"/>
                      <a:pt x="344717" y="32558"/>
                    </a:cubicBezTo>
                    <a:cubicBezTo>
                      <a:pt x="309684" y="11900"/>
                      <a:pt x="269700" y="952"/>
                      <a:pt x="228955" y="952"/>
                    </a:cubicBezTo>
                    <a:cubicBezTo>
                      <a:pt x="103196" y="952"/>
                      <a:pt x="952" y="103196"/>
                      <a:pt x="952" y="228955"/>
                    </a:cubicBezTo>
                    <a:cubicBezTo>
                      <a:pt x="952" y="354713"/>
                      <a:pt x="103196" y="456958"/>
                      <a:pt x="228955" y="456958"/>
                    </a:cubicBezTo>
                    <a:cubicBezTo>
                      <a:pt x="354713" y="456958"/>
                      <a:pt x="456958" y="354713"/>
                      <a:pt x="456958" y="228955"/>
                    </a:cubicBezTo>
                    <a:cubicBezTo>
                      <a:pt x="456958" y="188209"/>
                      <a:pt x="446010" y="148130"/>
                      <a:pt x="425352" y="113192"/>
                    </a:cubicBezTo>
                    <a:cubicBezTo>
                      <a:pt x="425256" y="113002"/>
                      <a:pt x="425352" y="112716"/>
                      <a:pt x="425542" y="112526"/>
                    </a:cubicBezTo>
                    <a:cubicBezTo>
                      <a:pt x="425732" y="112431"/>
                      <a:pt x="426018" y="112526"/>
                      <a:pt x="426208" y="112716"/>
                    </a:cubicBezTo>
                    <a:cubicBezTo>
                      <a:pt x="446962" y="147845"/>
                      <a:pt x="457910" y="188019"/>
                      <a:pt x="457910" y="228955"/>
                    </a:cubicBezTo>
                    <a:cubicBezTo>
                      <a:pt x="457910" y="355189"/>
                      <a:pt x="355190" y="457910"/>
                      <a:pt x="228955" y="457910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1" name="Google Shape;1651;p158"/>
              <p:cNvSpPr/>
              <p:nvPr/>
            </p:nvSpPr>
            <p:spPr>
              <a:xfrm>
                <a:off x="9510503" y="2954994"/>
                <a:ext cx="152985" cy="152985"/>
              </a:xfrm>
              <a:custGeom>
                <a:avLst/>
                <a:gdLst/>
                <a:ahLst/>
                <a:cxnLst/>
                <a:rect l="l" t="t" r="r" b="b"/>
                <a:pathLst>
                  <a:path w="152985" h="152985" extrusionOk="0">
                    <a:moveTo>
                      <a:pt x="76636" y="152986"/>
                    </a:moveTo>
                    <a:cubicBezTo>
                      <a:pt x="34367" y="152986"/>
                      <a:pt x="0" y="118619"/>
                      <a:pt x="0" y="76350"/>
                    </a:cubicBezTo>
                    <a:cubicBezTo>
                      <a:pt x="0" y="34081"/>
                      <a:pt x="31511" y="2475"/>
                      <a:pt x="71780" y="0"/>
                    </a:cubicBezTo>
                    <a:cubicBezTo>
                      <a:pt x="71971" y="0"/>
                      <a:pt x="72256" y="190"/>
                      <a:pt x="72256" y="476"/>
                    </a:cubicBezTo>
                    <a:cubicBezTo>
                      <a:pt x="72256" y="762"/>
                      <a:pt x="72066" y="952"/>
                      <a:pt x="71780" y="952"/>
                    </a:cubicBezTo>
                    <a:cubicBezTo>
                      <a:pt x="32082" y="3427"/>
                      <a:pt x="952" y="36652"/>
                      <a:pt x="952" y="76350"/>
                    </a:cubicBezTo>
                    <a:cubicBezTo>
                      <a:pt x="952" y="118047"/>
                      <a:pt x="34938" y="152034"/>
                      <a:pt x="76636" y="152034"/>
                    </a:cubicBezTo>
                    <a:cubicBezTo>
                      <a:pt x="118333" y="152034"/>
                      <a:pt x="149558" y="120903"/>
                      <a:pt x="152033" y="81205"/>
                    </a:cubicBezTo>
                    <a:cubicBezTo>
                      <a:pt x="152033" y="80920"/>
                      <a:pt x="152224" y="80729"/>
                      <a:pt x="152509" y="80729"/>
                    </a:cubicBezTo>
                    <a:cubicBezTo>
                      <a:pt x="152795" y="80729"/>
                      <a:pt x="152985" y="81015"/>
                      <a:pt x="152985" y="81205"/>
                    </a:cubicBezTo>
                    <a:cubicBezTo>
                      <a:pt x="150415" y="121475"/>
                      <a:pt x="116905" y="152986"/>
                      <a:pt x="76636" y="1529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52" name="Google Shape;1652;p158"/>
            <p:cNvSpPr/>
            <p:nvPr/>
          </p:nvSpPr>
          <p:spPr>
            <a:xfrm>
              <a:off x="9586615" y="2912545"/>
              <a:ext cx="119380" cy="119274"/>
            </a:xfrm>
            <a:custGeom>
              <a:avLst/>
              <a:gdLst/>
              <a:ahLst/>
              <a:cxnLst/>
              <a:rect l="l" t="t" r="r" b="b"/>
              <a:pathLst>
                <a:path w="119380" h="119274" extrusionOk="0">
                  <a:moveTo>
                    <a:pt x="524" y="119274"/>
                  </a:moveTo>
                  <a:cubicBezTo>
                    <a:pt x="524" y="119274"/>
                    <a:pt x="238" y="119274"/>
                    <a:pt x="143" y="119179"/>
                  </a:cubicBezTo>
                  <a:cubicBezTo>
                    <a:pt x="-48" y="118989"/>
                    <a:pt x="-48" y="118703"/>
                    <a:pt x="143" y="118513"/>
                  </a:cubicBezTo>
                  <a:lnTo>
                    <a:pt x="118571" y="85"/>
                  </a:lnTo>
                  <a:cubicBezTo>
                    <a:pt x="118571" y="85"/>
                    <a:pt x="119047" y="-106"/>
                    <a:pt x="119237" y="85"/>
                  </a:cubicBezTo>
                  <a:cubicBezTo>
                    <a:pt x="119428" y="275"/>
                    <a:pt x="119428" y="561"/>
                    <a:pt x="119237" y="751"/>
                  </a:cubicBezTo>
                  <a:lnTo>
                    <a:pt x="809" y="119179"/>
                  </a:lnTo>
                  <a:cubicBezTo>
                    <a:pt x="809" y="119179"/>
                    <a:pt x="619" y="119274"/>
                    <a:pt x="428" y="11927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3" name="Google Shape;1653;p158"/>
            <p:cNvSpPr/>
            <p:nvPr/>
          </p:nvSpPr>
          <p:spPr>
            <a:xfrm>
              <a:off x="9692144" y="2764785"/>
              <a:ext cx="161554" cy="161553"/>
            </a:xfrm>
            <a:custGeom>
              <a:avLst/>
              <a:gdLst/>
              <a:ahLst/>
              <a:cxnLst/>
              <a:rect l="l" t="t" r="r" b="b"/>
              <a:pathLst>
                <a:path w="161554" h="161553" extrusionOk="0">
                  <a:moveTo>
                    <a:pt x="94248" y="67306"/>
                  </a:moveTo>
                  <a:lnTo>
                    <a:pt x="80730" y="0"/>
                  </a:lnTo>
                  <a:lnTo>
                    <a:pt x="0" y="80824"/>
                  </a:lnTo>
                  <a:lnTo>
                    <a:pt x="13423" y="148130"/>
                  </a:lnTo>
                  <a:lnTo>
                    <a:pt x="80730" y="161554"/>
                  </a:lnTo>
                  <a:lnTo>
                    <a:pt x="161554" y="80824"/>
                  </a:lnTo>
                  <a:lnTo>
                    <a:pt x="94248" y="67306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OqueAprendemos">
  <p:cSld name="7_OqueAprendemos">
    <p:spTree>
      <p:nvGrpSpPr>
        <p:cNvPr id="1" name="Shape 1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5" name="Google Shape;1655;p15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775249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6" name="Google Shape;1656;p159" descr="Pessoas sentadas ao redor de uma mesa&#10;&#10;Descrição gerada automaticamente com confiança média"/>
          <p:cNvPicPr preferRelativeResize="0"/>
          <p:nvPr/>
        </p:nvPicPr>
        <p:blipFill rotWithShape="1">
          <a:blip r:embed="rId3">
            <a:alphaModFix/>
          </a:blip>
          <a:srcRect r="35132"/>
          <a:stretch/>
        </p:blipFill>
        <p:spPr>
          <a:xfrm>
            <a:off x="132497" y="695158"/>
            <a:ext cx="3823200" cy="3899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657" name="Google Shape;1657;p159"/>
          <p:cNvSpPr txBox="1"/>
          <p:nvPr/>
        </p:nvSpPr>
        <p:spPr>
          <a:xfrm>
            <a:off x="918094" y="4658787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800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658" name="Google Shape;1658;p159"/>
          <p:cNvSpPr txBox="1">
            <a:spLocks noGrp="1"/>
          </p:cNvSpPr>
          <p:nvPr>
            <p:ph type="body" idx="1"/>
          </p:nvPr>
        </p:nvSpPr>
        <p:spPr>
          <a:xfrm>
            <a:off x="4867932" y="1691622"/>
            <a:ext cx="6354600" cy="12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659" name="Google Shape;1659;p159"/>
          <p:cNvSpPr txBox="1">
            <a:spLocks noGrp="1"/>
          </p:cNvSpPr>
          <p:nvPr>
            <p:ph type="body" idx="2"/>
          </p:nvPr>
        </p:nvSpPr>
        <p:spPr>
          <a:xfrm>
            <a:off x="4867932" y="3080015"/>
            <a:ext cx="6354600" cy="12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660" name="Google Shape;1660;p159"/>
          <p:cNvSpPr txBox="1">
            <a:spLocks noGrp="1"/>
          </p:cNvSpPr>
          <p:nvPr>
            <p:ph type="body" idx="3"/>
          </p:nvPr>
        </p:nvSpPr>
        <p:spPr>
          <a:xfrm>
            <a:off x="4867932" y="4490837"/>
            <a:ext cx="6354600" cy="12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661" name="Google Shape;1661;p159"/>
          <p:cNvSpPr txBox="1"/>
          <p:nvPr/>
        </p:nvSpPr>
        <p:spPr>
          <a:xfrm>
            <a:off x="4603178" y="1737625"/>
            <a:ext cx="2211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933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2" name="Google Shape;1662;p159"/>
          <p:cNvSpPr txBox="1"/>
          <p:nvPr/>
        </p:nvSpPr>
        <p:spPr>
          <a:xfrm>
            <a:off x="4574825" y="2934235"/>
            <a:ext cx="2211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933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3" name="Google Shape;1663;p159"/>
          <p:cNvSpPr txBox="1"/>
          <p:nvPr/>
        </p:nvSpPr>
        <p:spPr>
          <a:xfrm>
            <a:off x="4574825" y="4130845"/>
            <a:ext cx="2211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933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4" name="Google Shape;1664;p159"/>
          <p:cNvSpPr txBox="1"/>
          <p:nvPr/>
        </p:nvSpPr>
        <p:spPr>
          <a:xfrm>
            <a:off x="12302837" y="90516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5" name="Google Shape;1665;p159"/>
          <p:cNvSpPr/>
          <p:nvPr/>
        </p:nvSpPr>
        <p:spPr>
          <a:xfrm>
            <a:off x="1827147" y="369589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6" name="Google Shape;1666;p159"/>
          <p:cNvSpPr txBox="1"/>
          <p:nvPr/>
        </p:nvSpPr>
        <p:spPr>
          <a:xfrm>
            <a:off x="2025947" y="3952324"/>
            <a:ext cx="20019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nós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aprendemos hoje?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5_1. Desenvolvimento">
    <p:spTree>
      <p:nvGrpSpPr>
        <p:cNvPr id="1" name="Shape 1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8" name="Google Shape;1668;p16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9" name="Google Shape;1669;p1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670" name="Google Shape;1670;p160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1" name="Google Shape;1671;p160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2" name="Google Shape;1672;p160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4_Título e Conteúdo">
    <p:spTree>
      <p:nvGrpSpPr>
        <p:cNvPr id="1" name="Shape 2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7" name="Google Shape;2117;p20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8" name="Google Shape;2118;p20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119" name="Google Shape;2119;p206"/>
          <p:cNvSpPr txBox="1">
            <a:spLocks noGrp="1"/>
          </p:cNvSpPr>
          <p:nvPr>
            <p:ph type="body" idx="1"/>
          </p:nvPr>
        </p:nvSpPr>
        <p:spPr>
          <a:xfrm>
            <a:off x="3163359" y="1023409"/>
            <a:ext cx="4888500" cy="10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20" name="Google Shape;2120;p206"/>
          <p:cNvSpPr txBox="1">
            <a:spLocks noGrp="1"/>
          </p:cNvSpPr>
          <p:nvPr>
            <p:ph type="body" idx="2"/>
          </p:nvPr>
        </p:nvSpPr>
        <p:spPr>
          <a:xfrm>
            <a:off x="3163359" y="2334624"/>
            <a:ext cx="4888500" cy="10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21" name="Google Shape;2121;p206"/>
          <p:cNvSpPr>
            <a:spLocks noGrp="1"/>
          </p:cNvSpPr>
          <p:nvPr>
            <p:ph type="pic" idx="3"/>
          </p:nvPr>
        </p:nvSpPr>
        <p:spPr>
          <a:xfrm>
            <a:off x="3163359" y="3645959"/>
            <a:ext cx="4888500" cy="166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2122" name="Google Shape;2122;p206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3" name="Google Shape;2123;p206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Atividade_Resposta">
  <p:cSld name="6_Atividade_Resposta">
    <p:spTree>
      <p:nvGrpSpPr>
        <p:cNvPr id="1" name="Shape 2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5" name="Google Shape;2125;p207"/>
          <p:cNvSpPr/>
          <p:nvPr/>
        </p:nvSpPr>
        <p:spPr>
          <a:xfrm>
            <a:off x="2883290" y="2029006"/>
            <a:ext cx="4047000" cy="3616800"/>
          </a:xfrm>
          <a:prstGeom prst="rect">
            <a:avLst/>
          </a:prstGeom>
          <a:noFill/>
          <a:ln w="19050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26" name="Google Shape;2126;p207"/>
          <p:cNvSpPr/>
          <p:nvPr/>
        </p:nvSpPr>
        <p:spPr>
          <a:xfrm>
            <a:off x="7220006" y="2029006"/>
            <a:ext cx="4047000" cy="3616800"/>
          </a:xfrm>
          <a:prstGeom prst="rect">
            <a:avLst/>
          </a:prstGeom>
          <a:noFill/>
          <a:ln w="19050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27" name="Google Shape;2127;p207"/>
          <p:cNvSpPr txBox="1"/>
          <p:nvPr/>
        </p:nvSpPr>
        <p:spPr>
          <a:xfrm>
            <a:off x="2883290" y="2509149"/>
            <a:ext cx="4047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18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Materiais necessários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8" name="Google Shape;2128;p207"/>
          <p:cNvSpPr txBox="1"/>
          <p:nvPr/>
        </p:nvSpPr>
        <p:spPr>
          <a:xfrm>
            <a:off x="7220007" y="2509149"/>
            <a:ext cx="4047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18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Passo a passo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9" name="Google Shape;2129;p207"/>
          <p:cNvSpPr txBox="1">
            <a:spLocks noGrp="1"/>
          </p:cNvSpPr>
          <p:nvPr>
            <p:ph type="body" idx="1"/>
          </p:nvPr>
        </p:nvSpPr>
        <p:spPr>
          <a:xfrm>
            <a:off x="3071283" y="619126"/>
            <a:ext cx="6680700" cy="4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30" name="Google Shape;2130;p207"/>
          <p:cNvSpPr txBox="1">
            <a:spLocks noGrp="1"/>
          </p:cNvSpPr>
          <p:nvPr>
            <p:ph type="body" idx="2"/>
          </p:nvPr>
        </p:nvSpPr>
        <p:spPr>
          <a:xfrm>
            <a:off x="427780" y="3025735"/>
            <a:ext cx="18654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31" name="Google Shape;2131;p207"/>
          <p:cNvSpPr txBox="1">
            <a:spLocks noGrp="1"/>
          </p:cNvSpPr>
          <p:nvPr>
            <p:ph type="body" idx="3"/>
          </p:nvPr>
        </p:nvSpPr>
        <p:spPr>
          <a:xfrm>
            <a:off x="925094" y="4056434"/>
            <a:ext cx="18393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32" name="Google Shape;2132;p207"/>
          <p:cNvSpPr txBox="1">
            <a:spLocks noGrp="1"/>
          </p:cNvSpPr>
          <p:nvPr>
            <p:ph type="body" idx="4"/>
          </p:nvPr>
        </p:nvSpPr>
        <p:spPr>
          <a:xfrm>
            <a:off x="906044" y="4847009"/>
            <a:ext cx="18393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33" name="Google Shape;2133;p207"/>
          <p:cNvSpPr txBox="1"/>
          <p:nvPr/>
        </p:nvSpPr>
        <p:spPr>
          <a:xfrm>
            <a:off x="3305837" y="5948777"/>
            <a:ext cx="6190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pt-BR" sz="12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Baixe o roteiro dessa atividade / Baixe o material de apoio dessa atividade</a:t>
            </a:r>
            <a:endParaRPr sz="12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134" name="Google Shape;2134;p20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902047" y="5795955"/>
            <a:ext cx="363560" cy="436271"/>
          </a:xfrm>
          <a:prstGeom prst="rect">
            <a:avLst/>
          </a:prstGeom>
          <a:noFill/>
          <a:ln>
            <a:noFill/>
          </a:ln>
        </p:spPr>
      </p:pic>
      <p:sp>
        <p:nvSpPr>
          <p:cNvPr id="2135" name="Google Shape;2135;p207"/>
          <p:cNvSpPr/>
          <p:nvPr/>
        </p:nvSpPr>
        <p:spPr>
          <a:xfrm rot="10800000">
            <a:off x="4522934" y="1517739"/>
            <a:ext cx="767604" cy="849508"/>
          </a:xfrm>
          <a:custGeom>
            <a:avLst/>
            <a:gdLst/>
            <a:ahLst/>
            <a:cxnLst/>
            <a:rect l="l" t="t" r="r" b="b"/>
            <a:pathLst>
              <a:path w="14910" h="22743" extrusionOk="0">
                <a:moveTo>
                  <a:pt x="7449" y="0"/>
                </a:moveTo>
                <a:cubicBezTo>
                  <a:pt x="7363" y="0"/>
                  <a:pt x="7277" y="40"/>
                  <a:pt x="7219" y="121"/>
                </a:cubicBezTo>
                <a:lnTo>
                  <a:pt x="4981" y="3220"/>
                </a:lnTo>
                <a:lnTo>
                  <a:pt x="1079" y="3220"/>
                </a:lnTo>
                <a:cubicBezTo>
                  <a:pt x="482" y="3220"/>
                  <a:pt x="0" y="3702"/>
                  <a:pt x="0" y="4298"/>
                </a:cubicBezTo>
                <a:lnTo>
                  <a:pt x="0" y="21652"/>
                </a:lnTo>
                <a:cubicBezTo>
                  <a:pt x="0" y="22249"/>
                  <a:pt x="482" y="22742"/>
                  <a:pt x="1079" y="22742"/>
                </a:cubicBezTo>
                <a:lnTo>
                  <a:pt x="13830" y="22742"/>
                </a:lnTo>
                <a:cubicBezTo>
                  <a:pt x="14427" y="22742"/>
                  <a:pt x="14909" y="22249"/>
                  <a:pt x="14909" y="21652"/>
                </a:cubicBezTo>
                <a:lnTo>
                  <a:pt x="14909" y="4298"/>
                </a:lnTo>
                <a:cubicBezTo>
                  <a:pt x="14909" y="3708"/>
                  <a:pt x="14438" y="3219"/>
                  <a:pt x="13851" y="3219"/>
                </a:cubicBezTo>
                <a:cubicBezTo>
                  <a:pt x="13844" y="3219"/>
                  <a:pt x="13837" y="3219"/>
                  <a:pt x="13830" y="3220"/>
                </a:cubicBezTo>
                <a:lnTo>
                  <a:pt x="9916" y="3220"/>
                </a:lnTo>
                <a:lnTo>
                  <a:pt x="7678" y="121"/>
                </a:lnTo>
                <a:cubicBezTo>
                  <a:pt x="7621" y="40"/>
                  <a:pt x="7535" y="0"/>
                  <a:pt x="7449" y="0"/>
                </a:cubicBezTo>
                <a:close/>
              </a:path>
            </a:pathLst>
          </a:cu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36" name="Google Shape;2136;p207"/>
          <p:cNvSpPr/>
          <p:nvPr/>
        </p:nvSpPr>
        <p:spPr>
          <a:xfrm>
            <a:off x="4625052" y="1652486"/>
            <a:ext cx="613200" cy="41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37" name="Google Shape;2137;p207"/>
          <p:cNvSpPr/>
          <p:nvPr/>
        </p:nvSpPr>
        <p:spPr>
          <a:xfrm rot="10800000">
            <a:off x="8859652" y="1517739"/>
            <a:ext cx="767604" cy="849508"/>
          </a:xfrm>
          <a:custGeom>
            <a:avLst/>
            <a:gdLst/>
            <a:ahLst/>
            <a:cxnLst/>
            <a:rect l="l" t="t" r="r" b="b"/>
            <a:pathLst>
              <a:path w="14910" h="22743" extrusionOk="0">
                <a:moveTo>
                  <a:pt x="7449" y="0"/>
                </a:moveTo>
                <a:cubicBezTo>
                  <a:pt x="7363" y="0"/>
                  <a:pt x="7277" y="40"/>
                  <a:pt x="7219" y="121"/>
                </a:cubicBezTo>
                <a:lnTo>
                  <a:pt x="4981" y="3220"/>
                </a:lnTo>
                <a:lnTo>
                  <a:pt x="1079" y="3220"/>
                </a:lnTo>
                <a:cubicBezTo>
                  <a:pt x="482" y="3220"/>
                  <a:pt x="0" y="3702"/>
                  <a:pt x="0" y="4298"/>
                </a:cubicBezTo>
                <a:lnTo>
                  <a:pt x="0" y="21652"/>
                </a:lnTo>
                <a:cubicBezTo>
                  <a:pt x="0" y="22249"/>
                  <a:pt x="482" y="22742"/>
                  <a:pt x="1079" y="22742"/>
                </a:cubicBezTo>
                <a:lnTo>
                  <a:pt x="13830" y="22742"/>
                </a:lnTo>
                <a:cubicBezTo>
                  <a:pt x="14427" y="22742"/>
                  <a:pt x="14909" y="22249"/>
                  <a:pt x="14909" y="21652"/>
                </a:cubicBezTo>
                <a:lnTo>
                  <a:pt x="14909" y="4298"/>
                </a:lnTo>
                <a:cubicBezTo>
                  <a:pt x="14909" y="3708"/>
                  <a:pt x="14438" y="3219"/>
                  <a:pt x="13851" y="3219"/>
                </a:cubicBezTo>
                <a:cubicBezTo>
                  <a:pt x="13844" y="3219"/>
                  <a:pt x="13837" y="3219"/>
                  <a:pt x="13830" y="3220"/>
                </a:cubicBezTo>
                <a:lnTo>
                  <a:pt x="9916" y="3220"/>
                </a:lnTo>
                <a:lnTo>
                  <a:pt x="7678" y="121"/>
                </a:lnTo>
                <a:cubicBezTo>
                  <a:pt x="7621" y="40"/>
                  <a:pt x="7535" y="0"/>
                  <a:pt x="7449" y="0"/>
                </a:cubicBezTo>
                <a:close/>
              </a:path>
            </a:pathLst>
          </a:cu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8" name="Google Shape;2138;p207"/>
          <p:cNvSpPr/>
          <p:nvPr/>
        </p:nvSpPr>
        <p:spPr>
          <a:xfrm>
            <a:off x="9045782" y="1632977"/>
            <a:ext cx="4506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39" name="Google Shape;2139;p207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0" name="Google Shape;2140;p207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Layout Personalizado">
  <p:cSld name="9_Layout Personalizado">
    <p:spTree>
      <p:nvGrpSpPr>
        <p:cNvPr id="1" name="Shape 2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2" name="Google Shape;2142;p20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3" name="Google Shape;2143;p208"/>
          <p:cNvSpPr/>
          <p:nvPr/>
        </p:nvSpPr>
        <p:spPr>
          <a:xfrm>
            <a:off x="5802699" y="1543035"/>
            <a:ext cx="4206000" cy="3044100"/>
          </a:xfrm>
          <a:prstGeom prst="roundRect">
            <a:avLst>
              <a:gd name="adj" fmla="val 16667"/>
            </a:avLst>
          </a:prstGeom>
          <a:solidFill>
            <a:srgbClr val="FF16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4" name="Google Shape;2144;p208"/>
          <p:cNvSpPr txBox="1"/>
          <p:nvPr/>
        </p:nvSpPr>
        <p:spPr>
          <a:xfrm>
            <a:off x="2149362" y="2398780"/>
            <a:ext cx="3401700" cy="18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3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6"/>
              <a:buFont typeface="Arial"/>
              <a:buNone/>
            </a:pPr>
            <a:r>
              <a:rPr lang="pt-BR" sz="4266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Educação Profissional Paulista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5" name="Google Shape;2145;p208"/>
          <p:cNvSpPr txBox="1"/>
          <p:nvPr/>
        </p:nvSpPr>
        <p:spPr>
          <a:xfrm>
            <a:off x="6069602" y="2317274"/>
            <a:ext cx="3578400" cy="5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68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4"/>
              <a:buFont typeface="Arial"/>
              <a:buNone/>
            </a:pPr>
            <a:r>
              <a:rPr lang="pt-BR" sz="3334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Técnico em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6" name="Google Shape;2146;p208"/>
          <p:cNvSpPr txBox="1"/>
          <p:nvPr/>
        </p:nvSpPr>
        <p:spPr>
          <a:xfrm>
            <a:off x="6116400" y="2896479"/>
            <a:ext cx="3673800" cy="9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33"/>
              <a:buFont typeface="Arial"/>
              <a:buNone/>
            </a:pPr>
            <a:r>
              <a:rPr lang="pt-BR" sz="31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Desenvolvimento de Sistemas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47" name="Google Shape;2147;p208" descr="Logotipo&#10;&#10;O conteúdo gerado por IA pode estar incorreto."/>
          <p:cNvPicPr preferRelativeResize="0"/>
          <p:nvPr/>
        </p:nvPicPr>
        <p:blipFill rotWithShape="1">
          <a:blip r:embed="rId2">
            <a:alphaModFix/>
          </a:blip>
          <a:srcRect l="12569" t="26438" r="13368" b="26173"/>
          <a:stretch/>
        </p:blipFill>
        <p:spPr>
          <a:xfrm>
            <a:off x="4828111" y="5385674"/>
            <a:ext cx="2535775" cy="11474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8_Layout Personalizado">
    <p:spTree>
      <p:nvGrpSpPr>
        <p:cNvPr id="1" name="Shape 2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9" name="Google Shape;2149;p209"/>
          <p:cNvPicPr preferRelativeResize="0"/>
          <p:nvPr/>
        </p:nvPicPr>
        <p:blipFill rotWithShape="1">
          <a:blip r:embed="rId2">
            <a:alphaModFix/>
          </a:blip>
          <a:srcRect t="13682" b="6261"/>
          <a:stretch/>
        </p:blipFill>
        <p:spPr>
          <a:xfrm>
            <a:off x="0" y="0"/>
            <a:ext cx="8566486" cy="6857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50" name="Google Shape;2150;p209"/>
          <p:cNvGrpSpPr/>
          <p:nvPr/>
        </p:nvGrpSpPr>
        <p:grpSpPr>
          <a:xfrm>
            <a:off x="9767223" y="6379123"/>
            <a:ext cx="2435717" cy="499880"/>
            <a:chOff x="14634602" y="9537218"/>
            <a:chExt cx="3653392" cy="749782"/>
          </a:xfrm>
        </p:grpSpPr>
        <p:pic>
          <p:nvPicPr>
            <p:cNvPr id="2151" name="Google Shape;2151;p209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52" name="Google Shape;2152;p209" descr="Logotipo"/>
            <p:cNvPicPr preferRelativeResize="0"/>
            <p:nvPr/>
          </p:nvPicPr>
          <p:blipFill rotWithShape="1">
            <a:blip r:embed="rId4">
              <a:alphaModFix/>
            </a:blip>
            <a:srcRect l="6769" t="26294" b="17974"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53" name="Google Shape;2153;p209"/>
          <p:cNvSpPr txBox="1"/>
          <p:nvPr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54" name="Google Shape;2154;p20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12191999" cy="68592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55" name="Google Shape;2155;p209"/>
          <p:cNvGrpSpPr/>
          <p:nvPr/>
        </p:nvGrpSpPr>
        <p:grpSpPr>
          <a:xfrm>
            <a:off x="10400796" y="6090630"/>
            <a:ext cx="1791300" cy="767400"/>
            <a:chOff x="10400796" y="6090630"/>
            <a:chExt cx="1791300" cy="767400"/>
          </a:xfrm>
        </p:grpSpPr>
        <p:sp>
          <p:nvSpPr>
            <p:cNvPr id="2156" name="Google Shape;2156;p209"/>
            <p:cNvSpPr/>
            <p:nvPr/>
          </p:nvSpPr>
          <p:spPr>
            <a:xfrm>
              <a:off x="10400796" y="6090630"/>
              <a:ext cx="1791300" cy="767400"/>
            </a:xfrm>
            <a:prstGeom prst="round2SameRect">
              <a:avLst>
                <a:gd name="adj1" fmla="val 15454"/>
                <a:gd name="adj2" fmla="val 0"/>
              </a:avLst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7" name="Google Shape;2157;p209"/>
            <p:cNvSpPr/>
            <p:nvPr/>
          </p:nvSpPr>
          <p:spPr>
            <a:xfrm>
              <a:off x="11842890" y="6090630"/>
              <a:ext cx="349200" cy="306000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158" name="Google Shape;2158;p209" descr="Logotipo&#10;&#10;O conteúdo gerado por IA pode estar incorreto."/>
          <p:cNvPicPr preferRelativeResize="0"/>
          <p:nvPr/>
        </p:nvPicPr>
        <p:blipFill rotWithShape="1">
          <a:blip r:embed="rId6">
            <a:alphaModFix/>
          </a:blip>
          <a:srcRect l="12569" t="26438" r="13368" b="26173"/>
          <a:stretch/>
        </p:blipFill>
        <p:spPr>
          <a:xfrm>
            <a:off x="10534930" y="6126882"/>
            <a:ext cx="1539045" cy="69642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59" name="Google Shape;2159;p209"/>
          <p:cNvGrpSpPr/>
          <p:nvPr/>
        </p:nvGrpSpPr>
        <p:grpSpPr>
          <a:xfrm>
            <a:off x="0" y="1"/>
            <a:ext cx="8566500" cy="5379981"/>
            <a:chOff x="0" y="0"/>
            <a:chExt cx="8566500" cy="5808033"/>
          </a:xfrm>
        </p:grpSpPr>
        <p:sp>
          <p:nvSpPr>
            <p:cNvPr id="2160" name="Google Shape;2160;p209"/>
            <p:cNvSpPr/>
            <p:nvPr/>
          </p:nvSpPr>
          <p:spPr>
            <a:xfrm>
              <a:off x="0" y="0"/>
              <a:ext cx="8566500" cy="4656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1" name="Google Shape;2161;p209"/>
            <p:cNvSpPr/>
            <p:nvPr/>
          </p:nvSpPr>
          <p:spPr>
            <a:xfrm>
              <a:off x="0" y="0"/>
              <a:ext cx="8566500" cy="5808000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2" name="Google Shape;2162;p209"/>
            <p:cNvSpPr/>
            <p:nvPr/>
          </p:nvSpPr>
          <p:spPr>
            <a:xfrm>
              <a:off x="0" y="3890433"/>
              <a:ext cx="1109100" cy="191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7_Layout Personalizado">
    <p:spTree>
      <p:nvGrpSpPr>
        <p:cNvPr id="1" name="Shape 2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4" name="Google Shape;2164;p2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592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65" name="Google Shape;2165;p210"/>
          <p:cNvGrpSpPr/>
          <p:nvPr/>
        </p:nvGrpSpPr>
        <p:grpSpPr>
          <a:xfrm>
            <a:off x="0" y="1"/>
            <a:ext cx="8566500" cy="5379981"/>
            <a:chOff x="0" y="0"/>
            <a:chExt cx="8566500" cy="5808033"/>
          </a:xfrm>
        </p:grpSpPr>
        <p:sp>
          <p:nvSpPr>
            <p:cNvPr id="2166" name="Google Shape;2166;p210"/>
            <p:cNvSpPr/>
            <p:nvPr/>
          </p:nvSpPr>
          <p:spPr>
            <a:xfrm>
              <a:off x="0" y="0"/>
              <a:ext cx="8566500" cy="4656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7" name="Google Shape;2167;p210"/>
            <p:cNvSpPr/>
            <p:nvPr/>
          </p:nvSpPr>
          <p:spPr>
            <a:xfrm>
              <a:off x="0" y="0"/>
              <a:ext cx="8566500" cy="5808000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8" name="Google Shape;2168;p210"/>
            <p:cNvSpPr/>
            <p:nvPr/>
          </p:nvSpPr>
          <p:spPr>
            <a:xfrm>
              <a:off x="0" y="3890433"/>
              <a:ext cx="1109100" cy="191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69" name="Google Shape;2169;p210"/>
          <p:cNvSpPr txBox="1"/>
          <p:nvPr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0" name="Google Shape;2170;p210"/>
          <p:cNvSpPr txBox="1"/>
          <p:nvPr/>
        </p:nvSpPr>
        <p:spPr>
          <a:xfrm>
            <a:off x="625132" y="2553290"/>
            <a:ext cx="68148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</a:pPr>
            <a:r>
              <a:rPr lang="pt-BR" sz="3000" b="1" i="0" u="none" strike="noStrike" cap="none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Orientações ao Professor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3_Title Only">
    <p:spTree>
      <p:nvGrpSpPr>
        <p:cNvPr id="1" name="Shape 2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2" name="Google Shape;2172;p2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3" name="Google Shape;2173;p211"/>
          <p:cNvSpPr/>
          <p:nvPr/>
        </p:nvSpPr>
        <p:spPr>
          <a:xfrm>
            <a:off x="3426936" y="0"/>
            <a:ext cx="8781600" cy="6886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4" name="Google Shape;2174;p211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5" name="Google Shape;2175;p211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76" name="Google Shape;2176;p211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2177" name="Google Shape;2177;p211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2178" name="Google Shape;2178;p211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2179" name="Google Shape;2179;p211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00" cy="1674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2180" name="Google Shape;2180;p211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81" name="Google Shape;2181;p211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82" name="Google Shape;2182;p211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83" name="Google Shape;2183;p211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84" name="Google Shape;2184;p211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85" name="Google Shape;2185;p211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86" name="Google Shape;2186;p211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87" name="Google Shape;2187;p211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2188" name="Google Shape;2188;p211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9" name="Google Shape;2189;p211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2_Title Only">
    <p:spTree>
      <p:nvGrpSpPr>
        <p:cNvPr id="1" name="Shape 2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1" name="Google Shape;2191;p2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2" name="Google Shape;2192;p212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3" name="Google Shape;2193;p212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4" name="Google Shape;2194;p212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95" name="Google Shape;2195;p212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2196" name="Google Shape;2196;p212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2197" name="Google Shape;2197;p212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2198" name="Google Shape;2198;p212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00" cy="1674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2199" name="Google Shape;2199;p212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00" name="Google Shape;2200;p212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01" name="Google Shape;2201;p212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02" name="Google Shape;2202;p212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03" name="Google Shape;2203;p212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04" name="Google Shape;2204;p212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05" name="Google Shape;2205;p212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06" name="Google Shape;2206;p212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2207" name="Google Shape;2207;p212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1. Conteudo">
  <p:cSld name="6_1. Conteudo">
    <p:spTree>
      <p:nvGrpSpPr>
        <p:cNvPr id="1" name="Shape 2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09" name="Google Shape;2209;p213"/>
          <p:cNvCxnSpPr/>
          <p:nvPr/>
        </p:nvCxnSpPr>
        <p:spPr>
          <a:xfrm>
            <a:off x="6090044" y="840916"/>
            <a:ext cx="0" cy="5100900"/>
          </a:xfrm>
          <a:prstGeom prst="straightConnector1">
            <a:avLst/>
          </a:prstGeom>
          <a:noFill/>
          <a:ln w="381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10" name="Google Shape;2210;p213"/>
          <p:cNvSpPr txBox="1"/>
          <p:nvPr/>
        </p:nvSpPr>
        <p:spPr>
          <a:xfrm>
            <a:off x="1467545" y="885957"/>
            <a:ext cx="4045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Objetivos da aula</a:t>
            </a:r>
            <a:endParaRPr sz="2000" b="1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11" name="Google Shape;2211;p213"/>
          <p:cNvSpPr txBox="1"/>
          <p:nvPr/>
        </p:nvSpPr>
        <p:spPr>
          <a:xfrm>
            <a:off x="7467011" y="885654"/>
            <a:ext cx="4301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técnicas</a:t>
            </a:r>
            <a:endParaRPr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12" name="Google Shape;2212;p213"/>
          <p:cNvSpPr txBox="1"/>
          <p:nvPr/>
        </p:nvSpPr>
        <p:spPr>
          <a:xfrm>
            <a:off x="1433188" y="2910758"/>
            <a:ext cx="3369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Recursos didáticos</a:t>
            </a:r>
            <a:endParaRPr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13" name="Google Shape;2213;p213"/>
          <p:cNvSpPr txBox="1"/>
          <p:nvPr/>
        </p:nvSpPr>
        <p:spPr>
          <a:xfrm>
            <a:off x="1445466" y="4649652"/>
            <a:ext cx="3267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Duração da aula</a:t>
            </a:r>
            <a:endParaRPr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14" name="Google Shape;2214;p213"/>
          <p:cNvSpPr txBox="1"/>
          <p:nvPr/>
        </p:nvSpPr>
        <p:spPr>
          <a:xfrm>
            <a:off x="7467011" y="3115942"/>
            <a:ext cx="4381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socioemocionais</a:t>
            </a:r>
            <a:endParaRPr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15" name="Google Shape;2215;p213"/>
          <p:cNvSpPr txBox="1"/>
          <p:nvPr/>
        </p:nvSpPr>
        <p:spPr>
          <a:xfrm>
            <a:off x="4717774" y="224403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6" name="Google Shape;2216;p213"/>
          <p:cNvSpPr txBox="1"/>
          <p:nvPr/>
        </p:nvSpPr>
        <p:spPr>
          <a:xfrm>
            <a:off x="1395562" y="5079496"/>
            <a:ext cx="1723800" cy="29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15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50 minutos.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7" name="Google Shape;2217;p213"/>
          <p:cNvSpPr txBox="1">
            <a:spLocks noGrp="1"/>
          </p:cNvSpPr>
          <p:nvPr>
            <p:ph type="body" idx="1"/>
          </p:nvPr>
        </p:nvSpPr>
        <p:spPr>
          <a:xfrm>
            <a:off x="1467909" y="1390650"/>
            <a:ext cx="4044900" cy="13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18" name="Google Shape;2218;p213"/>
          <p:cNvSpPr txBox="1">
            <a:spLocks noGrp="1"/>
          </p:cNvSpPr>
          <p:nvPr>
            <p:ph type="body" idx="2"/>
          </p:nvPr>
        </p:nvSpPr>
        <p:spPr>
          <a:xfrm>
            <a:off x="7467375" y="1355465"/>
            <a:ext cx="4044900" cy="1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19" name="Google Shape;2219;p213"/>
          <p:cNvSpPr txBox="1">
            <a:spLocks noGrp="1"/>
          </p:cNvSpPr>
          <p:nvPr>
            <p:ph type="body" idx="3"/>
          </p:nvPr>
        </p:nvSpPr>
        <p:spPr>
          <a:xfrm>
            <a:off x="7467375" y="3649330"/>
            <a:ext cx="4044900" cy="15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20" name="Google Shape;2220;p213"/>
          <p:cNvSpPr txBox="1">
            <a:spLocks noGrp="1"/>
          </p:cNvSpPr>
          <p:nvPr>
            <p:ph type="body" idx="4"/>
          </p:nvPr>
        </p:nvSpPr>
        <p:spPr>
          <a:xfrm>
            <a:off x="1443515" y="3489566"/>
            <a:ext cx="4044900" cy="10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2221" name="Google Shape;2221;p213"/>
          <p:cNvGrpSpPr/>
          <p:nvPr/>
        </p:nvGrpSpPr>
        <p:grpSpPr>
          <a:xfrm>
            <a:off x="9756891" y="6381906"/>
            <a:ext cx="2435717" cy="499880"/>
            <a:chOff x="14634602" y="9537218"/>
            <a:chExt cx="3653392" cy="749782"/>
          </a:xfrm>
        </p:grpSpPr>
        <p:pic>
          <p:nvPicPr>
            <p:cNvPr id="2222" name="Google Shape;2222;p213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23" name="Google Shape;2223;p213" descr="Logotipo"/>
            <p:cNvPicPr preferRelativeResize="0"/>
            <p:nvPr/>
          </p:nvPicPr>
          <p:blipFill rotWithShape="1">
            <a:blip r:embed="rId3">
              <a:alphaModFix/>
            </a:blip>
            <a:srcRect l="6769" t="26294" b="17974"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24" name="Google Shape;2224;p213"/>
          <p:cNvSpPr txBox="1"/>
          <p:nvPr/>
        </p:nvSpPr>
        <p:spPr>
          <a:xfrm>
            <a:off x="13188461" y="47244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25" name="Google Shape;2225;p2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6" name="Google Shape;2226;p2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227" name="Google Shape;2227;p213"/>
          <p:cNvSpPr/>
          <p:nvPr/>
        </p:nvSpPr>
        <p:spPr>
          <a:xfrm>
            <a:off x="538284" y="960081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8" name="Google Shape;2228;p213"/>
          <p:cNvSpPr/>
          <p:nvPr/>
        </p:nvSpPr>
        <p:spPr>
          <a:xfrm>
            <a:off x="514540" y="2965834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29" name="Google Shape;2229;p213"/>
          <p:cNvGrpSpPr/>
          <p:nvPr/>
        </p:nvGrpSpPr>
        <p:grpSpPr>
          <a:xfrm>
            <a:off x="632922" y="3096780"/>
            <a:ext cx="486856" cy="481187"/>
            <a:chOff x="8278989" y="8660410"/>
            <a:chExt cx="569755" cy="563121"/>
          </a:xfrm>
        </p:grpSpPr>
        <p:grpSp>
          <p:nvGrpSpPr>
            <p:cNvPr id="2230" name="Google Shape;2230;p213"/>
            <p:cNvGrpSpPr/>
            <p:nvPr/>
          </p:nvGrpSpPr>
          <p:grpSpPr>
            <a:xfrm>
              <a:off x="8278989" y="8852628"/>
              <a:ext cx="265651" cy="370903"/>
              <a:chOff x="8278989" y="8852628"/>
              <a:chExt cx="265651" cy="370903"/>
            </a:xfrm>
          </p:grpSpPr>
          <p:sp>
            <p:nvSpPr>
              <p:cNvPr id="2231" name="Google Shape;2231;p213"/>
              <p:cNvSpPr/>
              <p:nvPr/>
            </p:nvSpPr>
            <p:spPr>
              <a:xfrm>
                <a:off x="8358808" y="8932768"/>
                <a:ext cx="185832" cy="290761"/>
              </a:xfrm>
              <a:custGeom>
                <a:avLst/>
                <a:gdLst/>
                <a:ahLst/>
                <a:cxnLst/>
                <a:rect l="l" t="t" r="r" b="b"/>
                <a:pathLst>
                  <a:path w="185832" h="290761" extrusionOk="0">
                    <a:moveTo>
                      <a:pt x="69913" y="290762"/>
                    </a:moveTo>
                    <a:cubicBezTo>
                      <a:pt x="111728" y="270378"/>
                      <a:pt x="140112" y="233516"/>
                      <a:pt x="135445" y="166365"/>
                    </a:cubicBezTo>
                    <a:lnTo>
                      <a:pt x="185833" y="5107"/>
                    </a:lnTo>
                    <a:cubicBezTo>
                      <a:pt x="185833" y="5107"/>
                      <a:pt x="120015" y="-16420"/>
                      <a:pt x="104394" y="28919"/>
                    </a:cubicBezTo>
                    <a:cubicBezTo>
                      <a:pt x="91059" y="67591"/>
                      <a:pt x="76581" y="109596"/>
                      <a:pt x="76581" y="109596"/>
                    </a:cubicBezTo>
                    <a:lnTo>
                      <a:pt x="23241" y="102167"/>
                    </a:lnTo>
                    <a:lnTo>
                      <a:pt x="0" y="33777"/>
                    </a:lnTo>
                    <a:lnTo>
                      <a:pt x="38671" y="5869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32" name="Google Shape;2232;p213"/>
              <p:cNvSpPr/>
              <p:nvPr/>
            </p:nvSpPr>
            <p:spPr>
              <a:xfrm>
                <a:off x="8278989" y="8852628"/>
                <a:ext cx="118585" cy="370903"/>
              </a:xfrm>
              <a:custGeom>
                <a:avLst/>
                <a:gdLst/>
                <a:ahLst/>
                <a:cxnLst/>
                <a:rect l="l" t="t" r="r" b="b"/>
                <a:pathLst>
                  <a:path w="118585" h="370903" extrusionOk="0">
                    <a:moveTo>
                      <a:pt x="9714" y="370903"/>
                    </a:moveTo>
                    <a:lnTo>
                      <a:pt x="94" y="114681"/>
                    </a:lnTo>
                    <a:cubicBezTo>
                      <a:pt x="-2097" y="74581"/>
                      <a:pt x="34575" y="50864"/>
                      <a:pt x="34575" y="50864"/>
                    </a:cubicBezTo>
                    <a:lnTo>
                      <a:pt x="118585" y="0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233" name="Google Shape;2233;p213"/>
            <p:cNvSpPr/>
            <p:nvPr/>
          </p:nvSpPr>
          <p:spPr>
            <a:xfrm>
              <a:off x="8397765" y="8660410"/>
              <a:ext cx="224980" cy="314705"/>
            </a:xfrm>
            <a:custGeom>
              <a:avLst/>
              <a:gdLst/>
              <a:ahLst/>
              <a:cxnLst/>
              <a:rect l="l" t="t" r="r" b="b"/>
              <a:pathLst>
                <a:path w="224980" h="314705" extrusionOk="0">
                  <a:moveTo>
                    <a:pt x="224980" y="165640"/>
                  </a:moveTo>
                  <a:lnTo>
                    <a:pt x="224980" y="89535"/>
                  </a:lnTo>
                  <a:lnTo>
                    <a:pt x="136874" y="89535"/>
                  </a:lnTo>
                  <a:cubicBezTo>
                    <a:pt x="151067" y="81153"/>
                    <a:pt x="160592" y="65818"/>
                    <a:pt x="160592" y="48101"/>
                  </a:cubicBezTo>
                  <a:cubicBezTo>
                    <a:pt x="160592" y="21527"/>
                    <a:pt x="139065" y="0"/>
                    <a:pt x="112490" y="0"/>
                  </a:cubicBezTo>
                  <a:cubicBezTo>
                    <a:pt x="85916" y="0"/>
                    <a:pt x="64389" y="21527"/>
                    <a:pt x="64389" y="48101"/>
                  </a:cubicBezTo>
                  <a:cubicBezTo>
                    <a:pt x="64389" y="65723"/>
                    <a:pt x="73914" y="81153"/>
                    <a:pt x="88106" y="89535"/>
                  </a:cubicBezTo>
                  <a:lnTo>
                    <a:pt x="0" y="89535"/>
                  </a:lnTo>
                  <a:lnTo>
                    <a:pt x="0" y="314706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4" name="Google Shape;2234;p213"/>
            <p:cNvSpPr/>
            <p:nvPr/>
          </p:nvSpPr>
          <p:spPr>
            <a:xfrm>
              <a:off x="8580264" y="8899110"/>
              <a:ext cx="42481" cy="76104"/>
            </a:xfrm>
            <a:custGeom>
              <a:avLst/>
              <a:gdLst/>
              <a:ahLst/>
              <a:cxnLst/>
              <a:rect l="l" t="t" r="r" b="b"/>
              <a:pathLst>
                <a:path w="42481" h="76104" extrusionOk="0">
                  <a:moveTo>
                    <a:pt x="0" y="76105"/>
                  </a:moveTo>
                  <a:lnTo>
                    <a:pt x="42481" y="76105"/>
                  </a:lnTo>
                  <a:lnTo>
                    <a:pt x="42481" y="0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5" name="Google Shape;2235;p213"/>
            <p:cNvSpPr/>
            <p:nvPr/>
          </p:nvSpPr>
          <p:spPr>
            <a:xfrm>
              <a:off x="8534039" y="8750044"/>
              <a:ext cx="314705" cy="225171"/>
            </a:xfrm>
            <a:custGeom>
              <a:avLst/>
              <a:gdLst/>
              <a:ahLst/>
              <a:cxnLst/>
              <a:rect l="l" t="t" r="r" b="b"/>
              <a:pathLst>
                <a:path w="314705" h="225171" extrusionOk="0">
                  <a:moveTo>
                    <a:pt x="314706" y="225171"/>
                  </a:moveTo>
                  <a:lnTo>
                    <a:pt x="314706" y="0"/>
                  </a:lnTo>
                  <a:lnTo>
                    <a:pt x="238601" y="0"/>
                  </a:lnTo>
                  <a:cubicBezTo>
                    <a:pt x="245840" y="8382"/>
                    <a:pt x="250221" y="19336"/>
                    <a:pt x="250221" y="31242"/>
                  </a:cubicBezTo>
                  <a:cubicBezTo>
                    <a:pt x="250221" y="57817"/>
                    <a:pt x="228695" y="79343"/>
                    <a:pt x="202120" y="79343"/>
                  </a:cubicBezTo>
                  <a:cubicBezTo>
                    <a:pt x="175546" y="79343"/>
                    <a:pt x="154019" y="57817"/>
                    <a:pt x="154019" y="31242"/>
                  </a:cubicBezTo>
                  <a:cubicBezTo>
                    <a:pt x="154019" y="19241"/>
                    <a:pt x="158401" y="8382"/>
                    <a:pt x="165640" y="0"/>
                  </a:cubicBezTo>
                  <a:lnTo>
                    <a:pt x="89535" y="0"/>
                  </a:lnTo>
                  <a:lnTo>
                    <a:pt x="89535" y="88106"/>
                  </a:lnTo>
                  <a:cubicBezTo>
                    <a:pt x="81153" y="73914"/>
                    <a:pt x="65817" y="64389"/>
                    <a:pt x="48101" y="64389"/>
                  </a:cubicBezTo>
                  <a:cubicBezTo>
                    <a:pt x="21527" y="64389"/>
                    <a:pt x="0" y="85916"/>
                    <a:pt x="0" y="112490"/>
                  </a:cubicBezTo>
                  <a:cubicBezTo>
                    <a:pt x="0" y="139065"/>
                    <a:pt x="21527" y="160592"/>
                    <a:pt x="48101" y="160592"/>
                  </a:cubicBezTo>
                  <a:cubicBezTo>
                    <a:pt x="65722" y="160592"/>
                    <a:pt x="81153" y="151067"/>
                    <a:pt x="89535" y="136874"/>
                  </a:cubicBezTo>
                  <a:lnTo>
                    <a:pt x="89535" y="224981"/>
                  </a:lnTo>
                  <a:lnTo>
                    <a:pt x="314706" y="224981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36" name="Google Shape;2236;p213"/>
          <p:cNvSpPr/>
          <p:nvPr/>
        </p:nvSpPr>
        <p:spPr>
          <a:xfrm>
            <a:off x="516205" y="4700100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37" name="Google Shape;2237;p21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8917" y="4858582"/>
            <a:ext cx="380919" cy="380919"/>
          </a:xfrm>
          <a:prstGeom prst="rect">
            <a:avLst/>
          </a:prstGeom>
          <a:noFill/>
          <a:ln>
            <a:noFill/>
          </a:ln>
        </p:spPr>
      </p:pic>
      <p:sp>
        <p:nvSpPr>
          <p:cNvPr id="2238" name="Google Shape;2238;p213"/>
          <p:cNvSpPr/>
          <p:nvPr/>
        </p:nvSpPr>
        <p:spPr>
          <a:xfrm>
            <a:off x="6537750" y="974816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39" name="Google Shape;2239;p213"/>
          <p:cNvGrpSpPr/>
          <p:nvPr/>
        </p:nvGrpSpPr>
        <p:grpSpPr>
          <a:xfrm>
            <a:off x="6643473" y="1077261"/>
            <a:ext cx="472792" cy="435252"/>
            <a:chOff x="8560697" y="2808577"/>
            <a:chExt cx="496370" cy="456957"/>
          </a:xfrm>
        </p:grpSpPr>
        <p:sp>
          <p:nvSpPr>
            <p:cNvPr id="2240" name="Google Shape;2240;p213"/>
            <p:cNvSpPr/>
            <p:nvPr/>
          </p:nvSpPr>
          <p:spPr>
            <a:xfrm>
              <a:off x="8694643" y="2808577"/>
              <a:ext cx="228479" cy="456957"/>
            </a:xfrm>
            <a:custGeom>
              <a:avLst/>
              <a:gdLst/>
              <a:ahLst/>
              <a:cxnLst/>
              <a:rect l="l" t="t" r="r" b="b"/>
              <a:pathLst>
                <a:path w="228479" h="456957" extrusionOk="0">
                  <a:moveTo>
                    <a:pt x="171359" y="57120"/>
                  </a:moveTo>
                  <a:cubicBezTo>
                    <a:pt x="171359" y="88631"/>
                    <a:pt x="145751" y="114239"/>
                    <a:pt x="114240" y="114239"/>
                  </a:cubicBezTo>
                  <a:cubicBezTo>
                    <a:pt x="82728" y="114239"/>
                    <a:pt x="57120" y="88631"/>
                    <a:pt x="57120" y="57120"/>
                  </a:cubicBezTo>
                  <a:cubicBezTo>
                    <a:pt x="57120" y="25609"/>
                    <a:pt x="82728" y="0"/>
                    <a:pt x="114240" y="0"/>
                  </a:cubicBezTo>
                  <a:cubicBezTo>
                    <a:pt x="145751" y="0"/>
                    <a:pt x="171359" y="25609"/>
                    <a:pt x="171359" y="57120"/>
                  </a:cubicBezTo>
                  <a:close/>
                  <a:moveTo>
                    <a:pt x="182783" y="318728"/>
                  </a:moveTo>
                  <a:cubicBezTo>
                    <a:pt x="208773" y="313397"/>
                    <a:pt x="228479" y="290263"/>
                    <a:pt x="228479" y="262751"/>
                  </a:cubicBezTo>
                  <a:lnTo>
                    <a:pt x="228479" y="182783"/>
                  </a:lnTo>
                  <a:cubicBezTo>
                    <a:pt x="228479" y="151367"/>
                    <a:pt x="202775" y="125663"/>
                    <a:pt x="171359" y="125663"/>
                  </a:cubicBezTo>
                  <a:lnTo>
                    <a:pt x="57120" y="125663"/>
                  </a:lnTo>
                  <a:cubicBezTo>
                    <a:pt x="25704" y="125663"/>
                    <a:pt x="0" y="151367"/>
                    <a:pt x="0" y="182783"/>
                  </a:cubicBezTo>
                  <a:lnTo>
                    <a:pt x="0" y="262751"/>
                  </a:lnTo>
                  <a:cubicBezTo>
                    <a:pt x="0" y="290263"/>
                    <a:pt x="19706" y="313397"/>
                    <a:pt x="45696" y="318728"/>
                  </a:cubicBezTo>
                  <a:lnTo>
                    <a:pt x="45696" y="182783"/>
                  </a:lnTo>
                  <a:lnTo>
                    <a:pt x="45696" y="422686"/>
                  </a:lnTo>
                  <a:cubicBezTo>
                    <a:pt x="45696" y="441535"/>
                    <a:pt x="61118" y="456958"/>
                    <a:pt x="79967" y="456958"/>
                  </a:cubicBezTo>
                  <a:lnTo>
                    <a:pt x="79967" y="456958"/>
                  </a:lnTo>
                  <a:cubicBezTo>
                    <a:pt x="98817" y="456958"/>
                    <a:pt x="114240" y="441535"/>
                    <a:pt x="114240" y="422686"/>
                  </a:cubicBezTo>
                  <a:lnTo>
                    <a:pt x="114240" y="319870"/>
                  </a:lnTo>
                  <a:lnTo>
                    <a:pt x="114240" y="422686"/>
                  </a:lnTo>
                  <a:cubicBezTo>
                    <a:pt x="114240" y="441535"/>
                    <a:pt x="129662" y="456958"/>
                    <a:pt x="148511" y="456958"/>
                  </a:cubicBezTo>
                  <a:lnTo>
                    <a:pt x="148511" y="456958"/>
                  </a:lnTo>
                  <a:cubicBezTo>
                    <a:pt x="167361" y="456958"/>
                    <a:pt x="182783" y="441535"/>
                    <a:pt x="182783" y="422686"/>
                  </a:cubicBezTo>
                  <a:lnTo>
                    <a:pt x="182783" y="182783"/>
                  </a:lnTo>
                  <a:lnTo>
                    <a:pt x="182783" y="318728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241" name="Google Shape;2241;p213"/>
            <p:cNvGrpSpPr/>
            <p:nvPr/>
          </p:nvGrpSpPr>
          <p:grpSpPr>
            <a:xfrm>
              <a:off x="8560697" y="2875026"/>
              <a:ext cx="496370" cy="324059"/>
              <a:chOff x="8560697" y="2875026"/>
              <a:chExt cx="496370" cy="324059"/>
            </a:xfrm>
          </p:grpSpPr>
          <p:sp>
            <p:nvSpPr>
              <p:cNvPr id="2242" name="Google Shape;2242;p213"/>
              <p:cNvSpPr/>
              <p:nvPr/>
            </p:nvSpPr>
            <p:spPr>
              <a:xfrm>
                <a:off x="8560697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9607" y="666"/>
                    </a:moveTo>
                    <a:lnTo>
                      <a:pt x="28845" y="0"/>
                    </a:lnTo>
                    <a:lnTo>
                      <a:pt x="285" y="28560"/>
                    </a:lnTo>
                    <a:lnTo>
                      <a:pt x="0" y="28941"/>
                    </a:lnTo>
                    <a:lnTo>
                      <a:pt x="28845" y="57786"/>
                    </a:lnTo>
                    <a:lnTo>
                      <a:pt x="29607" y="57120"/>
                    </a:lnTo>
                    <a:lnTo>
                      <a:pt x="1809" y="29417"/>
                    </a:lnTo>
                    <a:lnTo>
                      <a:pt x="57786" y="29417"/>
                    </a:lnTo>
                    <a:lnTo>
                      <a:pt x="57786" y="28465"/>
                    </a:lnTo>
                    <a:lnTo>
                      <a:pt x="1809" y="28465"/>
                    </a:lnTo>
                    <a:lnTo>
                      <a:pt x="29607" y="666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43" name="Google Shape;2243;p213"/>
              <p:cNvSpPr/>
              <p:nvPr/>
            </p:nvSpPr>
            <p:spPr>
              <a:xfrm>
                <a:off x="8627812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555" y="0"/>
                    </a:moveTo>
                    <a:lnTo>
                      <a:pt x="952" y="39603"/>
                    </a:lnTo>
                    <a:lnTo>
                      <a:pt x="952" y="286"/>
                    </a:lnTo>
                    <a:lnTo>
                      <a:pt x="0" y="286"/>
                    </a:lnTo>
                    <a:lnTo>
                      <a:pt x="0" y="41221"/>
                    </a:lnTo>
                    <a:lnTo>
                      <a:pt x="40840" y="41221"/>
                    </a:lnTo>
                    <a:lnTo>
                      <a:pt x="40840" y="40269"/>
                    </a:lnTo>
                    <a:lnTo>
                      <a:pt x="1618" y="40269"/>
                    </a:lnTo>
                    <a:lnTo>
                      <a:pt x="41222" y="666"/>
                    </a:lnTo>
                    <a:lnTo>
                      <a:pt x="40555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44" name="Google Shape;2244;p213"/>
              <p:cNvSpPr/>
              <p:nvPr/>
            </p:nvSpPr>
            <p:spPr>
              <a:xfrm>
                <a:off x="8627812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40840" y="952"/>
                    </a:moveTo>
                    <a:lnTo>
                      <a:pt x="40840" y="0"/>
                    </a:lnTo>
                    <a:lnTo>
                      <a:pt x="0" y="0"/>
                    </a:lnTo>
                    <a:lnTo>
                      <a:pt x="0" y="40841"/>
                    </a:lnTo>
                    <a:lnTo>
                      <a:pt x="952" y="40841"/>
                    </a:lnTo>
                    <a:lnTo>
                      <a:pt x="952" y="1618"/>
                    </a:lnTo>
                    <a:lnTo>
                      <a:pt x="40555" y="41126"/>
                    </a:lnTo>
                    <a:lnTo>
                      <a:pt x="41222" y="40460"/>
                    </a:lnTo>
                    <a:lnTo>
                      <a:pt x="1618" y="952"/>
                    </a:lnTo>
                    <a:lnTo>
                      <a:pt x="40840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45" name="Google Shape;2245;p213"/>
              <p:cNvSpPr/>
              <p:nvPr/>
            </p:nvSpPr>
            <p:spPr>
              <a:xfrm>
                <a:off x="8999281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8940" y="0"/>
                    </a:moveTo>
                    <a:lnTo>
                      <a:pt x="28179" y="666"/>
                    </a:lnTo>
                    <a:lnTo>
                      <a:pt x="55977" y="28465"/>
                    </a:lnTo>
                    <a:lnTo>
                      <a:pt x="0" y="28465"/>
                    </a:lnTo>
                    <a:lnTo>
                      <a:pt x="0" y="29417"/>
                    </a:lnTo>
                    <a:lnTo>
                      <a:pt x="55977" y="29417"/>
                    </a:lnTo>
                    <a:lnTo>
                      <a:pt x="28179" y="57120"/>
                    </a:lnTo>
                    <a:lnTo>
                      <a:pt x="28940" y="57786"/>
                    </a:lnTo>
                    <a:lnTo>
                      <a:pt x="57500" y="29226"/>
                    </a:lnTo>
                    <a:lnTo>
                      <a:pt x="57786" y="28941"/>
                    </a:lnTo>
                    <a:lnTo>
                      <a:pt x="28940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46" name="Google Shape;2246;p213"/>
              <p:cNvSpPr/>
              <p:nvPr/>
            </p:nvSpPr>
            <p:spPr>
              <a:xfrm>
                <a:off x="8948730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381" y="952"/>
                    </a:moveTo>
                    <a:lnTo>
                      <a:pt x="39603" y="952"/>
                    </a:lnTo>
                    <a:lnTo>
                      <a:pt x="0" y="40460"/>
                    </a:lnTo>
                    <a:lnTo>
                      <a:pt x="666" y="41126"/>
                    </a:lnTo>
                    <a:lnTo>
                      <a:pt x="40269" y="1618"/>
                    </a:lnTo>
                    <a:lnTo>
                      <a:pt x="40269" y="40841"/>
                    </a:lnTo>
                    <a:lnTo>
                      <a:pt x="41221" y="40841"/>
                    </a:lnTo>
                    <a:lnTo>
                      <a:pt x="41221" y="0"/>
                    </a:lnTo>
                    <a:lnTo>
                      <a:pt x="381" y="0"/>
                    </a:lnTo>
                    <a:lnTo>
                      <a:pt x="381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47" name="Google Shape;2247;p213"/>
              <p:cNvSpPr/>
              <p:nvPr/>
            </p:nvSpPr>
            <p:spPr>
              <a:xfrm>
                <a:off x="8948730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269" y="39603"/>
                    </a:moveTo>
                    <a:lnTo>
                      <a:pt x="666" y="0"/>
                    </a:lnTo>
                    <a:lnTo>
                      <a:pt x="0" y="666"/>
                    </a:lnTo>
                    <a:lnTo>
                      <a:pt x="39603" y="40269"/>
                    </a:lnTo>
                    <a:lnTo>
                      <a:pt x="381" y="40269"/>
                    </a:lnTo>
                    <a:lnTo>
                      <a:pt x="381" y="41221"/>
                    </a:lnTo>
                    <a:lnTo>
                      <a:pt x="41221" y="41221"/>
                    </a:lnTo>
                    <a:lnTo>
                      <a:pt x="41221" y="286"/>
                    </a:lnTo>
                    <a:lnTo>
                      <a:pt x="40269" y="286"/>
                    </a:lnTo>
                    <a:lnTo>
                      <a:pt x="40269" y="39603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248" name="Google Shape;2248;p213"/>
          <p:cNvSpPr/>
          <p:nvPr/>
        </p:nvSpPr>
        <p:spPr>
          <a:xfrm>
            <a:off x="6537750" y="3144691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9" name="Google Shape;2249;p213"/>
          <p:cNvSpPr/>
          <p:nvPr/>
        </p:nvSpPr>
        <p:spPr>
          <a:xfrm>
            <a:off x="6637986" y="3252609"/>
            <a:ext cx="458764" cy="458662"/>
          </a:xfrm>
          <a:custGeom>
            <a:avLst/>
            <a:gdLst/>
            <a:ahLst/>
            <a:cxnLst/>
            <a:rect l="l" t="t" r="r" b="b"/>
            <a:pathLst>
              <a:path w="533447" h="533328" extrusionOk="0">
                <a:moveTo>
                  <a:pt x="361879" y="260152"/>
                </a:moveTo>
                <a:lnTo>
                  <a:pt x="385310" y="250531"/>
                </a:lnTo>
                <a:cubicBezTo>
                  <a:pt x="394264" y="246817"/>
                  <a:pt x="399979" y="238244"/>
                  <a:pt x="399979" y="228529"/>
                </a:cubicBezTo>
                <a:cubicBezTo>
                  <a:pt x="399979" y="218813"/>
                  <a:pt x="394168" y="210241"/>
                  <a:pt x="385310" y="206526"/>
                </a:cubicBezTo>
                <a:lnTo>
                  <a:pt x="285488" y="165378"/>
                </a:lnTo>
                <a:cubicBezTo>
                  <a:pt x="279678" y="162996"/>
                  <a:pt x="273582" y="161758"/>
                  <a:pt x="267391" y="161758"/>
                </a:cubicBezTo>
                <a:lnTo>
                  <a:pt x="265962" y="161758"/>
                </a:lnTo>
                <a:cubicBezTo>
                  <a:pt x="259676" y="161758"/>
                  <a:pt x="253579" y="162996"/>
                  <a:pt x="247865" y="165378"/>
                </a:cubicBezTo>
                <a:lnTo>
                  <a:pt x="148042" y="206526"/>
                </a:lnTo>
                <a:cubicBezTo>
                  <a:pt x="139089" y="210241"/>
                  <a:pt x="133374" y="218813"/>
                  <a:pt x="133374" y="228529"/>
                </a:cubicBezTo>
                <a:lnTo>
                  <a:pt x="133374" y="285679"/>
                </a:lnTo>
                <a:cubicBezTo>
                  <a:pt x="133374" y="290917"/>
                  <a:pt x="137660" y="295204"/>
                  <a:pt x="142899" y="295204"/>
                </a:cubicBezTo>
                <a:cubicBezTo>
                  <a:pt x="148138" y="295204"/>
                  <a:pt x="152424" y="290917"/>
                  <a:pt x="152424" y="285679"/>
                </a:cubicBezTo>
                <a:lnTo>
                  <a:pt x="152424" y="252246"/>
                </a:lnTo>
                <a:lnTo>
                  <a:pt x="171474" y="260056"/>
                </a:lnTo>
                <a:lnTo>
                  <a:pt x="171474" y="322921"/>
                </a:lnTo>
                <a:cubicBezTo>
                  <a:pt x="171474" y="333018"/>
                  <a:pt x="176808" y="342352"/>
                  <a:pt x="185380" y="347401"/>
                </a:cubicBezTo>
                <a:cubicBezTo>
                  <a:pt x="200430" y="356354"/>
                  <a:pt x="231101" y="371404"/>
                  <a:pt x="266724" y="371404"/>
                </a:cubicBezTo>
                <a:cubicBezTo>
                  <a:pt x="302347" y="371404"/>
                  <a:pt x="333018" y="356354"/>
                  <a:pt x="348067" y="347496"/>
                </a:cubicBezTo>
                <a:cubicBezTo>
                  <a:pt x="356640" y="342448"/>
                  <a:pt x="361974" y="333018"/>
                  <a:pt x="361974" y="323017"/>
                </a:cubicBezTo>
                <a:lnTo>
                  <a:pt x="361974" y="260152"/>
                </a:lnTo>
                <a:close/>
                <a:moveTo>
                  <a:pt x="342829" y="323017"/>
                </a:moveTo>
                <a:cubicBezTo>
                  <a:pt x="342829" y="326350"/>
                  <a:pt x="341114" y="329494"/>
                  <a:pt x="338352" y="331113"/>
                </a:cubicBezTo>
                <a:cubicBezTo>
                  <a:pt x="324922" y="339019"/>
                  <a:pt x="297776" y="352449"/>
                  <a:pt x="266629" y="352449"/>
                </a:cubicBezTo>
                <a:cubicBezTo>
                  <a:pt x="235482" y="352449"/>
                  <a:pt x="208336" y="339114"/>
                  <a:pt x="194905" y="331113"/>
                </a:cubicBezTo>
                <a:cubicBezTo>
                  <a:pt x="192143" y="329494"/>
                  <a:pt x="190429" y="326350"/>
                  <a:pt x="190429" y="323017"/>
                </a:cubicBezTo>
                <a:lnTo>
                  <a:pt x="190429" y="268057"/>
                </a:lnTo>
                <a:lnTo>
                  <a:pt x="247769" y="291679"/>
                </a:lnTo>
                <a:cubicBezTo>
                  <a:pt x="253579" y="294061"/>
                  <a:pt x="259676" y="295299"/>
                  <a:pt x="265866" y="295299"/>
                </a:cubicBezTo>
                <a:lnTo>
                  <a:pt x="267295" y="295299"/>
                </a:lnTo>
                <a:cubicBezTo>
                  <a:pt x="273582" y="295299"/>
                  <a:pt x="279678" y="294061"/>
                  <a:pt x="285393" y="291679"/>
                </a:cubicBezTo>
                <a:lnTo>
                  <a:pt x="342733" y="268057"/>
                </a:lnTo>
                <a:lnTo>
                  <a:pt x="342733" y="323017"/>
                </a:lnTo>
                <a:close/>
                <a:moveTo>
                  <a:pt x="278249" y="274058"/>
                </a:moveTo>
                <a:cubicBezTo>
                  <a:pt x="274820" y="275487"/>
                  <a:pt x="271105" y="276249"/>
                  <a:pt x="267391" y="276249"/>
                </a:cubicBezTo>
                <a:lnTo>
                  <a:pt x="265962" y="276249"/>
                </a:lnTo>
                <a:cubicBezTo>
                  <a:pt x="262247" y="276249"/>
                  <a:pt x="258533" y="275487"/>
                  <a:pt x="255103" y="274058"/>
                </a:cubicBezTo>
                <a:lnTo>
                  <a:pt x="155281" y="232910"/>
                </a:lnTo>
                <a:cubicBezTo>
                  <a:pt x="153472" y="232148"/>
                  <a:pt x="152329" y="230434"/>
                  <a:pt x="152329" y="228529"/>
                </a:cubicBezTo>
                <a:cubicBezTo>
                  <a:pt x="152329" y="226624"/>
                  <a:pt x="153472" y="224909"/>
                  <a:pt x="155281" y="224147"/>
                </a:cubicBezTo>
                <a:lnTo>
                  <a:pt x="255103" y="182999"/>
                </a:lnTo>
                <a:cubicBezTo>
                  <a:pt x="258533" y="181570"/>
                  <a:pt x="262247" y="180808"/>
                  <a:pt x="265962" y="180808"/>
                </a:cubicBezTo>
                <a:lnTo>
                  <a:pt x="267391" y="180808"/>
                </a:lnTo>
                <a:cubicBezTo>
                  <a:pt x="271105" y="180808"/>
                  <a:pt x="274820" y="181570"/>
                  <a:pt x="278249" y="182999"/>
                </a:cubicBezTo>
                <a:lnTo>
                  <a:pt x="378071" y="224147"/>
                </a:lnTo>
                <a:cubicBezTo>
                  <a:pt x="379881" y="224909"/>
                  <a:pt x="381024" y="226624"/>
                  <a:pt x="381024" y="228529"/>
                </a:cubicBezTo>
                <a:cubicBezTo>
                  <a:pt x="381024" y="230434"/>
                  <a:pt x="379881" y="232148"/>
                  <a:pt x="378071" y="232910"/>
                </a:cubicBezTo>
                <a:lnTo>
                  <a:pt x="278249" y="274058"/>
                </a:lnTo>
                <a:close/>
                <a:moveTo>
                  <a:pt x="225767" y="63841"/>
                </a:moveTo>
                <a:lnTo>
                  <a:pt x="257104" y="32504"/>
                </a:lnTo>
                <a:lnTo>
                  <a:pt x="257104" y="123849"/>
                </a:lnTo>
                <a:cubicBezTo>
                  <a:pt x="257104" y="129088"/>
                  <a:pt x="261390" y="133374"/>
                  <a:pt x="266629" y="133374"/>
                </a:cubicBezTo>
                <a:cubicBezTo>
                  <a:pt x="271867" y="133374"/>
                  <a:pt x="276154" y="129088"/>
                  <a:pt x="276154" y="123849"/>
                </a:cubicBezTo>
                <a:lnTo>
                  <a:pt x="276154" y="32504"/>
                </a:lnTo>
                <a:lnTo>
                  <a:pt x="307491" y="63841"/>
                </a:lnTo>
                <a:cubicBezTo>
                  <a:pt x="309396" y="65746"/>
                  <a:pt x="311777" y="66604"/>
                  <a:pt x="314254" y="66604"/>
                </a:cubicBezTo>
                <a:cubicBezTo>
                  <a:pt x="316730" y="66604"/>
                  <a:pt x="319111" y="65651"/>
                  <a:pt x="321017" y="63841"/>
                </a:cubicBezTo>
                <a:cubicBezTo>
                  <a:pt x="324731" y="60127"/>
                  <a:pt x="324731" y="54126"/>
                  <a:pt x="321017" y="50411"/>
                </a:cubicBezTo>
                <a:lnTo>
                  <a:pt x="273392" y="2786"/>
                </a:lnTo>
                <a:cubicBezTo>
                  <a:pt x="269677" y="-929"/>
                  <a:pt x="263676" y="-929"/>
                  <a:pt x="259961" y="2786"/>
                </a:cubicBezTo>
                <a:lnTo>
                  <a:pt x="212336" y="50411"/>
                </a:lnTo>
                <a:cubicBezTo>
                  <a:pt x="208621" y="54126"/>
                  <a:pt x="208621" y="60127"/>
                  <a:pt x="212336" y="63841"/>
                </a:cubicBezTo>
                <a:cubicBezTo>
                  <a:pt x="216051" y="67556"/>
                  <a:pt x="222052" y="67556"/>
                  <a:pt x="225767" y="63841"/>
                </a:cubicBezTo>
                <a:close/>
                <a:moveTo>
                  <a:pt x="307586" y="469511"/>
                </a:moveTo>
                <a:lnTo>
                  <a:pt x="276249" y="500848"/>
                </a:lnTo>
                <a:lnTo>
                  <a:pt x="276249" y="409504"/>
                </a:lnTo>
                <a:cubicBezTo>
                  <a:pt x="276249" y="404265"/>
                  <a:pt x="271963" y="399979"/>
                  <a:pt x="266724" y="399979"/>
                </a:cubicBezTo>
                <a:cubicBezTo>
                  <a:pt x="261485" y="399979"/>
                  <a:pt x="257199" y="404265"/>
                  <a:pt x="257199" y="409504"/>
                </a:cubicBezTo>
                <a:lnTo>
                  <a:pt x="257199" y="500848"/>
                </a:lnTo>
                <a:lnTo>
                  <a:pt x="225861" y="469511"/>
                </a:lnTo>
                <a:cubicBezTo>
                  <a:pt x="222147" y="465796"/>
                  <a:pt x="216146" y="465796"/>
                  <a:pt x="212431" y="469511"/>
                </a:cubicBezTo>
                <a:cubicBezTo>
                  <a:pt x="208716" y="473226"/>
                  <a:pt x="208716" y="479227"/>
                  <a:pt x="212431" y="482941"/>
                </a:cubicBezTo>
                <a:lnTo>
                  <a:pt x="260056" y="530566"/>
                </a:lnTo>
                <a:cubicBezTo>
                  <a:pt x="261961" y="532471"/>
                  <a:pt x="264343" y="533329"/>
                  <a:pt x="266819" y="533329"/>
                </a:cubicBezTo>
                <a:cubicBezTo>
                  <a:pt x="269296" y="533329"/>
                  <a:pt x="271677" y="532376"/>
                  <a:pt x="273582" y="530566"/>
                </a:cubicBezTo>
                <a:lnTo>
                  <a:pt x="321207" y="482941"/>
                </a:lnTo>
                <a:cubicBezTo>
                  <a:pt x="324922" y="479227"/>
                  <a:pt x="324922" y="473226"/>
                  <a:pt x="321207" y="469511"/>
                </a:cubicBezTo>
                <a:cubicBezTo>
                  <a:pt x="317492" y="465796"/>
                  <a:pt x="311492" y="465796"/>
                  <a:pt x="307777" y="469511"/>
                </a:cubicBezTo>
                <a:close/>
                <a:moveTo>
                  <a:pt x="85749" y="161949"/>
                </a:moveTo>
                <a:cubicBezTo>
                  <a:pt x="90988" y="161949"/>
                  <a:pt x="95274" y="157663"/>
                  <a:pt x="95274" y="152424"/>
                </a:cubicBezTo>
                <a:lnTo>
                  <a:pt x="95274" y="108704"/>
                </a:lnTo>
                <a:lnTo>
                  <a:pt x="155186" y="168616"/>
                </a:lnTo>
                <a:cubicBezTo>
                  <a:pt x="157091" y="170521"/>
                  <a:pt x="159472" y="171379"/>
                  <a:pt x="161949" y="171379"/>
                </a:cubicBezTo>
                <a:cubicBezTo>
                  <a:pt x="164425" y="171379"/>
                  <a:pt x="166806" y="170426"/>
                  <a:pt x="168712" y="168616"/>
                </a:cubicBezTo>
                <a:cubicBezTo>
                  <a:pt x="172426" y="164902"/>
                  <a:pt x="172426" y="158901"/>
                  <a:pt x="168712" y="155186"/>
                </a:cubicBezTo>
                <a:lnTo>
                  <a:pt x="108799" y="95274"/>
                </a:lnTo>
                <a:lnTo>
                  <a:pt x="152519" y="95274"/>
                </a:lnTo>
                <a:cubicBezTo>
                  <a:pt x="157758" y="95274"/>
                  <a:pt x="162044" y="90988"/>
                  <a:pt x="162044" y="85749"/>
                </a:cubicBezTo>
                <a:cubicBezTo>
                  <a:pt x="162044" y="80510"/>
                  <a:pt x="157758" y="76224"/>
                  <a:pt x="152519" y="76224"/>
                </a:cubicBezTo>
                <a:lnTo>
                  <a:pt x="85844" y="76224"/>
                </a:lnTo>
                <a:cubicBezTo>
                  <a:pt x="80605" y="76224"/>
                  <a:pt x="76319" y="80510"/>
                  <a:pt x="76319" y="85749"/>
                </a:cubicBezTo>
                <a:lnTo>
                  <a:pt x="76319" y="152424"/>
                </a:lnTo>
                <a:cubicBezTo>
                  <a:pt x="76319" y="157663"/>
                  <a:pt x="80605" y="161949"/>
                  <a:pt x="85844" y="161949"/>
                </a:cubicBezTo>
                <a:close/>
                <a:moveTo>
                  <a:pt x="448366" y="371499"/>
                </a:moveTo>
                <a:cubicBezTo>
                  <a:pt x="443127" y="371499"/>
                  <a:pt x="438841" y="375785"/>
                  <a:pt x="438841" y="381024"/>
                </a:cubicBezTo>
                <a:lnTo>
                  <a:pt x="438841" y="425410"/>
                </a:lnTo>
                <a:lnTo>
                  <a:pt x="378261" y="364831"/>
                </a:lnTo>
                <a:cubicBezTo>
                  <a:pt x="374547" y="361117"/>
                  <a:pt x="368546" y="361117"/>
                  <a:pt x="364831" y="364831"/>
                </a:cubicBezTo>
                <a:cubicBezTo>
                  <a:pt x="361116" y="368546"/>
                  <a:pt x="361116" y="374547"/>
                  <a:pt x="364831" y="378262"/>
                </a:cubicBezTo>
                <a:lnTo>
                  <a:pt x="424743" y="438174"/>
                </a:lnTo>
                <a:lnTo>
                  <a:pt x="381786" y="438174"/>
                </a:lnTo>
                <a:cubicBezTo>
                  <a:pt x="376547" y="438174"/>
                  <a:pt x="372261" y="442460"/>
                  <a:pt x="372261" y="447699"/>
                </a:cubicBezTo>
                <a:cubicBezTo>
                  <a:pt x="372261" y="452938"/>
                  <a:pt x="376547" y="457224"/>
                  <a:pt x="381786" y="457224"/>
                </a:cubicBezTo>
                <a:lnTo>
                  <a:pt x="448461" y="457224"/>
                </a:lnTo>
                <a:cubicBezTo>
                  <a:pt x="453700" y="457224"/>
                  <a:pt x="457986" y="452938"/>
                  <a:pt x="457986" y="447699"/>
                </a:cubicBezTo>
                <a:lnTo>
                  <a:pt x="457986" y="381024"/>
                </a:lnTo>
                <a:cubicBezTo>
                  <a:pt x="457986" y="375785"/>
                  <a:pt x="453700" y="371499"/>
                  <a:pt x="448461" y="371499"/>
                </a:cubicBezTo>
                <a:close/>
                <a:moveTo>
                  <a:pt x="155186" y="364736"/>
                </a:moveTo>
                <a:lnTo>
                  <a:pt x="95274" y="424648"/>
                </a:lnTo>
                <a:lnTo>
                  <a:pt x="95274" y="380929"/>
                </a:lnTo>
                <a:cubicBezTo>
                  <a:pt x="95274" y="375690"/>
                  <a:pt x="90988" y="371404"/>
                  <a:pt x="85749" y="371404"/>
                </a:cubicBezTo>
                <a:cubicBezTo>
                  <a:pt x="80510" y="371404"/>
                  <a:pt x="76224" y="375690"/>
                  <a:pt x="76224" y="380929"/>
                </a:cubicBezTo>
                <a:lnTo>
                  <a:pt x="76224" y="447604"/>
                </a:lnTo>
                <a:cubicBezTo>
                  <a:pt x="76224" y="452842"/>
                  <a:pt x="80510" y="457129"/>
                  <a:pt x="85749" y="457129"/>
                </a:cubicBezTo>
                <a:lnTo>
                  <a:pt x="152424" y="457129"/>
                </a:lnTo>
                <a:cubicBezTo>
                  <a:pt x="157663" y="457129"/>
                  <a:pt x="161949" y="452842"/>
                  <a:pt x="161949" y="447604"/>
                </a:cubicBezTo>
                <a:cubicBezTo>
                  <a:pt x="161949" y="442365"/>
                  <a:pt x="157663" y="438079"/>
                  <a:pt x="152424" y="438079"/>
                </a:cubicBezTo>
                <a:lnTo>
                  <a:pt x="108704" y="438079"/>
                </a:lnTo>
                <a:lnTo>
                  <a:pt x="168616" y="378166"/>
                </a:lnTo>
                <a:cubicBezTo>
                  <a:pt x="172331" y="374452"/>
                  <a:pt x="172331" y="368451"/>
                  <a:pt x="168616" y="364736"/>
                </a:cubicBezTo>
                <a:cubicBezTo>
                  <a:pt x="164902" y="361021"/>
                  <a:pt x="158901" y="361021"/>
                  <a:pt x="155186" y="364736"/>
                </a:cubicBezTo>
                <a:close/>
                <a:moveTo>
                  <a:pt x="371499" y="171474"/>
                </a:moveTo>
                <a:cubicBezTo>
                  <a:pt x="373976" y="171474"/>
                  <a:pt x="376357" y="170521"/>
                  <a:pt x="378261" y="168712"/>
                </a:cubicBezTo>
                <a:lnTo>
                  <a:pt x="438174" y="108799"/>
                </a:lnTo>
                <a:lnTo>
                  <a:pt x="438174" y="152519"/>
                </a:lnTo>
                <a:cubicBezTo>
                  <a:pt x="438174" y="157758"/>
                  <a:pt x="442460" y="162044"/>
                  <a:pt x="447699" y="162044"/>
                </a:cubicBezTo>
                <a:cubicBezTo>
                  <a:pt x="452938" y="162044"/>
                  <a:pt x="457224" y="157758"/>
                  <a:pt x="457224" y="152519"/>
                </a:cubicBezTo>
                <a:lnTo>
                  <a:pt x="457224" y="85844"/>
                </a:lnTo>
                <a:cubicBezTo>
                  <a:pt x="457224" y="80605"/>
                  <a:pt x="452938" y="76319"/>
                  <a:pt x="447699" y="76319"/>
                </a:cubicBezTo>
                <a:lnTo>
                  <a:pt x="381024" y="76319"/>
                </a:lnTo>
                <a:cubicBezTo>
                  <a:pt x="375785" y="76319"/>
                  <a:pt x="371499" y="80605"/>
                  <a:pt x="371499" y="85844"/>
                </a:cubicBezTo>
                <a:cubicBezTo>
                  <a:pt x="371499" y="91083"/>
                  <a:pt x="375785" y="95369"/>
                  <a:pt x="381024" y="95369"/>
                </a:cubicBezTo>
                <a:lnTo>
                  <a:pt x="424743" y="95369"/>
                </a:lnTo>
                <a:lnTo>
                  <a:pt x="364831" y="155281"/>
                </a:lnTo>
                <a:cubicBezTo>
                  <a:pt x="361116" y="158996"/>
                  <a:pt x="361116" y="164997"/>
                  <a:pt x="364831" y="168712"/>
                </a:cubicBezTo>
                <a:cubicBezTo>
                  <a:pt x="366736" y="170617"/>
                  <a:pt x="369118" y="171474"/>
                  <a:pt x="371594" y="171474"/>
                </a:cubicBezTo>
                <a:close/>
                <a:moveTo>
                  <a:pt x="32504" y="276249"/>
                </a:moveTo>
                <a:lnTo>
                  <a:pt x="104799" y="276249"/>
                </a:lnTo>
                <a:cubicBezTo>
                  <a:pt x="110038" y="276249"/>
                  <a:pt x="114324" y="271963"/>
                  <a:pt x="114324" y="266724"/>
                </a:cubicBezTo>
                <a:cubicBezTo>
                  <a:pt x="114324" y="261485"/>
                  <a:pt x="110038" y="257199"/>
                  <a:pt x="104799" y="257199"/>
                </a:cubicBezTo>
                <a:lnTo>
                  <a:pt x="32504" y="257199"/>
                </a:lnTo>
                <a:lnTo>
                  <a:pt x="63841" y="225862"/>
                </a:lnTo>
                <a:cubicBezTo>
                  <a:pt x="67556" y="222147"/>
                  <a:pt x="67556" y="216146"/>
                  <a:pt x="63841" y="212431"/>
                </a:cubicBezTo>
                <a:cubicBezTo>
                  <a:pt x="60127" y="208717"/>
                  <a:pt x="54126" y="208717"/>
                  <a:pt x="50411" y="212431"/>
                </a:cubicBezTo>
                <a:lnTo>
                  <a:pt x="2786" y="260056"/>
                </a:lnTo>
                <a:cubicBezTo>
                  <a:pt x="-929" y="263771"/>
                  <a:pt x="-929" y="269772"/>
                  <a:pt x="2786" y="273487"/>
                </a:cubicBezTo>
                <a:lnTo>
                  <a:pt x="50411" y="321112"/>
                </a:lnTo>
                <a:cubicBezTo>
                  <a:pt x="52316" y="323017"/>
                  <a:pt x="54697" y="323874"/>
                  <a:pt x="57174" y="323874"/>
                </a:cubicBezTo>
                <a:cubicBezTo>
                  <a:pt x="59650" y="323874"/>
                  <a:pt x="62031" y="322921"/>
                  <a:pt x="63937" y="321112"/>
                </a:cubicBezTo>
                <a:cubicBezTo>
                  <a:pt x="67651" y="317397"/>
                  <a:pt x="67651" y="311396"/>
                  <a:pt x="63937" y="307681"/>
                </a:cubicBezTo>
                <a:lnTo>
                  <a:pt x="32599" y="276344"/>
                </a:lnTo>
                <a:close/>
                <a:moveTo>
                  <a:pt x="530567" y="259961"/>
                </a:moveTo>
                <a:lnTo>
                  <a:pt x="482942" y="212336"/>
                </a:lnTo>
                <a:cubicBezTo>
                  <a:pt x="479227" y="208621"/>
                  <a:pt x="473226" y="208621"/>
                  <a:pt x="469511" y="212336"/>
                </a:cubicBezTo>
                <a:cubicBezTo>
                  <a:pt x="465796" y="216051"/>
                  <a:pt x="465796" y="222052"/>
                  <a:pt x="469511" y="225766"/>
                </a:cubicBezTo>
                <a:lnTo>
                  <a:pt x="500849" y="257104"/>
                </a:lnTo>
                <a:lnTo>
                  <a:pt x="428554" y="257104"/>
                </a:lnTo>
                <a:cubicBezTo>
                  <a:pt x="423315" y="257104"/>
                  <a:pt x="419029" y="261390"/>
                  <a:pt x="419029" y="266629"/>
                </a:cubicBezTo>
                <a:cubicBezTo>
                  <a:pt x="419029" y="271867"/>
                  <a:pt x="423315" y="276154"/>
                  <a:pt x="428554" y="276154"/>
                </a:cubicBezTo>
                <a:lnTo>
                  <a:pt x="500849" y="276154"/>
                </a:lnTo>
                <a:lnTo>
                  <a:pt x="469511" y="307491"/>
                </a:lnTo>
                <a:cubicBezTo>
                  <a:pt x="465796" y="311205"/>
                  <a:pt x="465796" y="317206"/>
                  <a:pt x="469511" y="320921"/>
                </a:cubicBezTo>
                <a:cubicBezTo>
                  <a:pt x="471416" y="322826"/>
                  <a:pt x="473797" y="323683"/>
                  <a:pt x="476274" y="323683"/>
                </a:cubicBezTo>
                <a:cubicBezTo>
                  <a:pt x="478751" y="323683"/>
                  <a:pt x="481132" y="322731"/>
                  <a:pt x="483036" y="320921"/>
                </a:cubicBezTo>
                <a:lnTo>
                  <a:pt x="530661" y="273296"/>
                </a:lnTo>
                <a:cubicBezTo>
                  <a:pt x="534376" y="269581"/>
                  <a:pt x="534376" y="263580"/>
                  <a:pt x="530661" y="25986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50" name="Google Shape;2250;p213"/>
          <p:cNvGrpSpPr/>
          <p:nvPr/>
        </p:nvGrpSpPr>
        <p:grpSpPr>
          <a:xfrm>
            <a:off x="664824" y="1066107"/>
            <a:ext cx="428521" cy="428520"/>
            <a:chOff x="9358184" y="2764785"/>
            <a:chExt cx="495514" cy="495513"/>
          </a:xfrm>
        </p:grpSpPr>
        <p:grpSp>
          <p:nvGrpSpPr>
            <p:cNvPr id="2251" name="Google Shape;2251;p213"/>
            <p:cNvGrpSpPr/>
            <p:nvPr/>
          </p:nvGrpSpPr>
          <p:grpSpPr>
            <a:xfrm>
              <a:off x="9358184" y="2802389"/>
              <a:ext cx="457909" cy="457909"/>
              <a:chOff x="9358184" y="2802389"/>
              <a:chExt cx="457909" cy="457909"/>
            </a:xfrm>
          </p:grpSpPr>
          <p:sp>
            <p:nvSpPr>
              <p:cNvPr id="2252" name="Google Shape;2252;p213"/>
              <p:cNvSpPr/>
              <p:nvPr/>
            </p:nvSpPr>
            <p:spPr>
              <a:xfrm>
                <a:off x="9434344" y="2878548"/>
                <a:ext cx="305685" cy="305685"/>
              </a:xfrm>
              <a:custGeom>
                <a:avLst/>
                <a:gdLst/>
                <a:ahLst/>
                <a:cxnLst/>
                <a:rect l="l" t="t" r="r" b="b"/>
                <a:pathLst>
                  <a:path w="305685" h="305685" extrusionOk="0">
                    <a:moveTo>
                      <a:pt x="152795" y="305590"/>
                    </a:moveTo>
                    <a:cubicBezTo>
                      <a:pt x="68543" y="305590"/>
                      <a:pt x="0" y="237047"/>
                      <a:pt x="0" y="152795"/>
                    </a:cubicBezTo>
                    <a:cubicBezTo>
                      <a:pt x="0" y="68544"/>
                      <a:pt x="68543" y="0"/>
                      <a:pt x="152795" y="0"/>
                    </a:cubicBezTo>
                    <a:cubicBezTo>
                      <a:pt x="173453" y="0"/>
                      <a:pt x="193540" y="4094"/>
                      <a:pt x="212485" y="12090"/>
                    </a:cubicBezTo>
                    <a:cubicBezTo>
                      <a:pt x="212771" y="12186"/>
                      <a:pt x="212866" y="12471"/>
                      <a:pt x="212771" y="12757"/>
                    </a:cubicBezTo>
                    <a:cubicBezTo>
                      <a:pt x="212676" y="12947"/>
                      <a:pt x="212390" y="13138"/>
                      <a:pt x="212104" y="13042"/>
                    </a:cubicBezTo>
                    <a:cubicBezTo>
                      <a:pt x="193350" y="5046"/>
                      <a:pt x="173358" y="1047"/>
                      <a:pt x="152795" y="1047"/>
                    </a:cubicBezTo>
                    <a:cubicBezTo>
                      <a:pt x="69114" y="1047"/>
                      <a:pt x="952" y="69210"/>
                      <a:pt x="952" y="152890"/>
                    </a:cubicBezTo>
                    <a:cubicBezTo>
                      <a:pt x="952" y="236571"/>
                      <a:pt x="69114" y="304734"/>
                      <a:pt x="152795" y="304734"/>
                    </a:cubicBezTo>
                    <a:cubicBezTo>
                      <a:pt x="236475" y="304734"/>
                      <a:pt x="304639" y="236571"/>
                      <a:pt x="304639" y="152890"/>
                    </a:cubicBezTo>
                    <a:cubicBezTo>
                      <a:pt x="304639" y="132327"/>
                      <a:pt x="300640" y="112431"/>
                      <a:pt x="292643" y="93581"/>
                    </a:cubicBezTo>
                    <a:cubicBezTo>
                      <a:pt x="292548" y="93295"/>
                      <a:pt x="292643" y="93105"/>
                      <a:pt x="292929" y="92915"/>
                    </a:cubicBezTo>
                    <a:cubicBezTo>
                      <a:pt x="293215" y="92819"/>
                      <a:pt x="293405" y="92915"/>
                      <a:pt x="293595" y="93200"/>
                    </a:cubicBezTo>
                    <a:cubicBezTo>
                      <a:pt x="301592" y="112145"/>
                      <a:pt x="305686" y="132137"/>
                      <a:pt x="305686" y="152890"/>
                    </a:cubicBezTo>
                    <a:cubicBezTo>
                      <a:pt x="305686" y="237142"/>
                      <a:pt x="237142" y="305686"/>
                      <a:pt x="152891" y="3056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53" name="Google Shape;2253;p213"/>
              <p:cNvSpPr/>
              <p:nvPr/>
            </p:nvSpPr>
            <p:spPr>
              <a:xfrm>
                <a:off x="9358184" y="2802389"/>
                <a:ext cx="457909" cy="457909"/>
              </a:xfrm>
              <a:custGeom>
                <a:avLst/>
                <a:gdLst/>
                <a:ahLst/>
                <a:cxnLst/>
                <a:rect l="l" t="t" r="r" b="b"/>
                <a:pathLst>
                  <a:path w="457909" h="457909" extrusionOk="0">
                    <a:moveTo>
                      <a:pt x="228955" y="457910"/>
                    </a:moveTo>
                    <a:cubicBezTo>
                      <a:pt x="102720" y="457910"/>
                      <a:pt x="0" y="355189"/>
                      <a:pt x="0" y="228955"/>
                    </a:cubicBezTo>
                    <a:cubicBezTo>
                      <a:pt x="0" y="102720"/>
                      <a:pt x="102720" y="0"/>
                      <a:pt x="228955" y="0"/>
                    </a:cubicBezTo>
                    <a:cubicBezTo>
                      <a:pt x="269891" y="0"/>
                      <a:pt x="310065" y="10948"/>
                      <a:pt x="345193" y="31701"/>
                    </a:cubicBezTo>
                    <a:cubicBezTo>
                      <a:pt x="345384" y="31797"/>
                      <a:pt x="345479" y="32082"/>
                      <a:pt x="345384" y="32368"/>
                    </a:cubicBezTo>
                    <a:cubicBezTo>
                      <a:pt x="345289" y="32558"/>
                      <a:pt x="344908" y="32653"/>
                      <a:pt x="344717" y="32558"/>
                    </a:cubicBezTo>
                    <a:cubicBezTo>
                      <a:pt x="309684" y="11900"/>
                      <a:pt x="269700" y="952"/>
                      <a:pt x="228955" y="952"/>
                    </a:cubicBezTo>
                    <a:cubicBezTo>
                      <a:pt x="103196" y="952"/>
                      <a:pt x="952" y="103196"/>
                      <a:pt x="952" y="228955"/>
                    </a:cubicBezTo>
                    <a:cubicBezTo>
                      <a:pt x="952" y="354713"/>
                      <a:pt x="103196" y="456958"/>
                      <a:pt x="228955" y="456958"/>
                    </a:cubicBezTo>
                    <a:cubicBezTo>
                      <a:pt x="354713" y="456958"/>
                      <a:pt x="456958" y="354713"/>
                      <a:pt x="456958" y="228955"/>
                    </a:cubicBezTo>
                    <a:cubicBezTo>
                      <a:pt x="456958" y="188209"/>
                      <a:pt x="446010" y="148130"/>
                      <a:pt x="425352" y="113192"/>
                    </a:cubicBezTo>
                    <a:cubicBezTo>
                      <a:pt x="425256" y="113002"/>
                      <a:pt x="425352" y="112716"/>
                      <a:pt x="425542" y="112526"/>
                    </a:cubicBezTo>
                    <a:cubicBezTo>
                      <a:pt x="425732" y="112431"/>
                      <a:pt x="426018" y="112526"/>
                      <a:pt x="426208" y="112716"/>
                    </a:cubicBezTo>
                    <a:cubicBezTo>
                      <a:pt x="446962" y="147845"/>
                      <a:pt x="457910" y="188019"/>
                      <a:pt x="457910" y="228955"/>
                    </a:cubicBezTo>
                    <a:cubicBezTo>
                      <a:pt x="457910" y="355189"/>
                      <a:pt x="355190" y="457910"/>
                      <a:pt x="228955" y="457910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54" name="Google Shape;2254;p213"/>
              <p:cNvSpPr/>
              <p:nvPr/>
            </p:nvSpPr>
            <p:spPr>
              <a:xfrm>
                <a:off x="9510503" y="2954994"/>
                <a:ext cx="152985" cy="152985"/>
              </a:xfrm>
              <a:custGeom>
                <a:avLst/>
                <a:gdLst/>
                <a:ahLst/>
                <a:cxnLst/>
                <a:rect l="l" t="t" r="r" b="b"/>
                <a:pathLst>
                  <a:path w="152985" h="152985" extrusionOk="0">
                    <a:moveTo>
                      <a:pt x="76636" y="152986"/>
                    </a:moveTo>
                    <a:cubicBezTo>
                      <a:pt x="34367" y="152986"/>
                      <a:pt x="0" y="118619"/>
                      <a:pt x="0" y="76350"/>
                    </a:cubicBezTo>
                    <a:cubicBezTo>
                      <a:pt x="0" y="34081"/>
                      <a:pt x="31511" y="2475"/>
                      <a:pt x="71780" y="0"/>
                    </a:cubicBezTo>
                    <a:cubicBezTo>
                      <a:pt x="71971" y="0"/>
                      <a:pt x="72256" y="190"/>
                      <a:pt x="72256" y="476"/>
                    </a:cubicBezTo>
                    <a:cubicBezTo>
                      <a:pt x="72256" y="762"/>
                      <a:pt x="72066" y="952"/>
                      <a:pt x="71780" y="952"/>
                    </a:cubicBezTo>
                    <a:cubicBezTo>
                      <a:pt x="32082" y="3427"/>
                      <a:pt x="952" y="36652"/>
                      <a:pt x="952" y="76350"/>
                    </a:cubicBezTo>
                    <a:cubicBezTo>
                      <a:pt x="952" y="118047"/>
                      <a:pt x="34938" y="152034"/>
                      <a:pt x="76636" y="152034"/>
                    </a:cubicBezTo>
                    <a:cubicBezTo>
                      <a:pt x="118333" y="152034"/>
                      <a:pt x="149558" y="120903"/>
                      <a:pt x="152033" y="81205"/>
                    </a:cubicBezTo>
                    <a:cubicBezTo>
                      <a:pt x="152033" y="80920"/>
                      <a:pt x="152224" y="80729"/>
                      <a:pt x="152509" y="80729"/>
                    </a:cubicBezTo>
                    <a:cubicBezTo>
                      <a:pt x="152795" y="80729"/>
                      <a:pt x="152985" y="81015"/>
                      <a:pt x="152985" y="81205"/>
                    </a:cubicBezTo>
                    <a:cubicBezTo>
                      <a:pt x="150415" y="121475"/>
                      <a:pt x="116905" y="152986"/>
                      <a:pt x="76636" y="1529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255" name="Google Shape;2255;p213"/>
            <p:cNvSpPr/>
            <p:nvPr/>
          </p:nvSpPr>
          <p:spPr>
            <a:xfrm>
              <a:off x="9586615" y="2912545"/>
              <a:ext cx="119380" cy="119274"/>
            </a:xfrm>
            <a:custGeom>
              <a:avLst/>
              <a:gdLst/>
              <a:ahLst/>
              <a:cxnLst/>
              <a:rect l="l" t="t" r="r" b="b"/>
              <a:pathLst>
                <a:path w="119380" h="119274" extrusionOk="0">
                  <a:moveTo>
                    <a:pt x="524" y="119274"/>
                  </a:moveTo>
                  <a:cubicBezTo>
                    <a:pt x="524" y="119274"/>
                    <a:pt x="238" y="119274"/>
                    <a:pt x="143" y="119179"/>
                  </a:cubicBezTo>
                  <a:cubicBezTo>
                    <a:pt x="-48" y="118989"/>
                    <a:pt x="-48" y="118703"/>
                    <a:pt x="143" y="118513"/>
                  </a:cubicBezTo>
                  <a:lnTo>
                    <a:pt x="118571" y="85"/>
                  </a:lnTo>
                  <a:cubicBezTo>
                    <a:pt x="118571" y="85"/>
                    <a:pt x="119047" y="-106"/>
                    <a:pt x="119237" y="85"/>
                  </a:cubicBezTo>
                  <a:cubicBezTo>
                    <a:pt x="119428" y="275"/>
                    <a:pt x="119428" y="561"/>
                    <a:pt x="119237" y="751"/>
                  </a:cubicBezTo>
                  <a:lnTo>
                    <a:pt x="809" y="119179"/>
                  </a:lnTo>
                  <a:cubicBezTo>
                    <a:pt x="809" y="119179"/>
                    <a:pt x="619" y="119274"/>
                    <a:pt x="428" y="11927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6" name="Google Shape;2256;p213"/>
            <p:cNvSpPr/>
            <p:nvPr/>
          </p:nvSpPr>
          <p:spPr>
            <a:xfrm>
              <a:off x="9692144" y="2764785"/>
              <a:ext cx="161554" cy="161553"/>
            </a:xfrm>
            <a:custGeom>
              <a:avLst/>
              <a:gdLst/>
              <a:ahLst/>
              <a:cxnLst/>
              <a:rect l="l" t="t" r="r" b="b"/>
              <a:pathLst>
                <a:path w="161554" h="161553" extrusionOk="0">
                  <a:moveTo>
                    <a:pt x="94248" y="67306"/>
                  </a:moveTo>
                  <a:lnTo>
                    <a:pt x="80730" y="0"/>
                  </a:lnTo>
                  <a:lnTo>
                    <a:pt x="0" y="80824"/>
                  </a:lnTo>
                  <a:lnTo>
                    <a:pt x="13423" y="148130"/>
                  </a:lnTo>
                  <a:lnTo>
                    <a:pt x="80730" y="161554"/>
                  </a:lnTo>
                  <a:lnTo>
                    <a:pt x="161554" y="80824"/>
                  </a:lnTo>
                  <a:lnTo>
                    <a:pt x="94248" y="67306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5_1. Conteudo">
    <p:spTree>
      <p:nvGrpSpPr>
        <p:cNvPr id="1" name="Shape 2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8" name="Google Shape;2258;p214"/>
          <p:cNvSpPr txBox="1">
            <a:spLocks noGrp="1"/>
          </p:cNvSpPr>
          <p:nvPr>
            <p:ph type="body" idx="1"/>
          </p:nvPr>
        </p:nvSpPr>
        <p:spPr>
          <a:xfrm>
            <a:off x="3751838" y="21702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59" name="Google Shape;2259;p214"/>
          <p:cNvSpPr txBox="1">
            <a:spLocks noGrp="1"/>
          </p:cNvSpPr>
          <p:nvPr>
            <p:ph type="body" idx="2"/>
          </p:nvPr>
        </p:nvSpPr>
        <p:spPr>
          <a:xfrm>
            <a:off x="3751838" y="31227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60" name="Google Shape;2260;p214"/>
          <p:cNvSpPr txBox="1">
            <a:spLocks noGrp="1"/>
          </p:cNvSpPr>
          <p:nvPr>
            <p:ph type="body" idx="3"/>
          </p:nvPr>
        </p:nvSpPr>
        <p:spPr>
          <a:xfrm>
            <a:off x="3751838" y="40498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61" name="Google Shape;2261;p214"/>
          <p:cNvSpPr txBox="1">
            <a:spLocks noGrp="1"/>
          </p:cNvSpPr>
          <p:nvPr>
            <p:ph type="body" idx="4"/>
          </p:nvPr>
        </p:nvSpPr>
        <p:spPr>
          <a:xfrm>
            <a:off x="3751838" y="49896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62" name="Google Shape;2262;p214"/>
          <p:cNvSpPr txBox="1">
            <a:spLocks noGrp="1"/>
          </p:cNvSpPr>
          <p:nvPr>
            <p:ph type="body" idx="5"/>
          </p:nvPr>
        </p:nvSpPr>
        <p:spPr>
          <a:xfrm>
            <a:off x="3514725" y="559205"/>
            <a:ext cx="7208400" cy="12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63" name="Google Shape;2263;p214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4" name="Google Shape;2264;p214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9_3. Conteudo">
    <p:spTree>
      <p:nvGrpSpPr>
        <p:cNvPr id="1" name="Shape 2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6" name="Google Shape;2266;p2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267" name="Google Shape;2267;p215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8" name="Google Shape;2268;p215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9" name="Google Shape;2269;p215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0" name="Google Shape;2270;p215"/>
          <p:cNvSpPr txBox="1">
            <a:spLocks noGrp="1"/>
          </p:cNvSpPr>
          <p:nvPr>
            <p:ph type="body" idx="1"/>
          </p:nvPr>
        </p:nvSpPr>
        <p:spPr>
          <a:xfrm>
            <a:off x="3598334" y="2009776"/>
            <a:ext cx="8080500" cy="37392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71" name="Google Shape;2271;p215"/>
          <p:cNvSpPr/>
          <p:nvPr/>
        </p:nvSpPr>
        <p:spPr>
          <a:xfrm>
            <a:off x="200185" y="269162"/>
            <a:ext cx="2290200" cy="16713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2" name="Google Shape;2272;p215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Ponto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partida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8_3. Conteudo">
    <p:spTree>
      <p:nvGrpSpPr>
        <p:cNvPr id="1" name="Shape 2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4" name="Google Shape;2274;p2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275" name="Google Shape;2275;p216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6" name="Google Shape;2276;p216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7" name="Google Shape;2277;p216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8" name="Google Shape;2278;p216"/>
          <p:cNvSpPr txBox="1">
            <a:spLocks noGrp="1"/>
          </p:cNvSpPr>
          <p:nvPr>
            <p:ph type="body" idx="1"/>
          </p:nvPr>
        </p:nvSpPr>
        <p:spPr>
          <a:xfrm>
            <a:off x="3707268" y="641350"/>
            <a:ext cx="7366200" cy="17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79" name="Google Shape;2279;p216"/>
          <p:cNvSpPr txBox="1">
            <a:spLocks noGrp="1"/>
          </p:cNvSpPr>
          <p:nvPr>
            <p:ph type="body" idx="2"/>
          </p:nvPr>
        </p:nvSpPr>
        <p:spPr>
          <a:xfrm>
            <a:off x="4428690" y="2540104"/>
            <a:ext cx="6644700" cy="34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80" name="Google Shape;2280;p216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1" name="Google Shape;2281;p216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7_3. Conteudo">
    <p:spTree>
      <p:nvGrpSpPr>
        <p:cNvPr id="1" name="Shape 2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3" name="Google Shape;2283;p2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284" name="Google Shape;2284;p217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5" name="Google Shape;2285;p217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6" name="Google Shape;2286;p217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7" name="Google Shape;2287;p217"/>
          <p:cNvSpPr txBox="1">
            <a:spLocks noGrp="1"/>
          </p:cNvSpPr>
          <p:nvPr>
            <p:ph type="body" idx="1"/>
          </p:nvPr>
        </p:nvSpPr>
        <p:spPr>
          <a:xfrm>
            <a:off x="3598410" y="633942"/>
            <a:ext cx="80529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88" name="Google Shape;2288;p217"/>
          <p:cNvSpPr txBox="1">
            <a:spLocks noGrp="1"/>
          </p:cNvSpPr>
          <p:nvPr>
            <p:ph type="body" idx="2"/>
          </p:nvPr>
        </p:nvSpPr>
        <p:spPr>
          <a:xfrm>
            <a:off x="6374268" y="2372801"/>
            <a:ext cx="5277000" cy="3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89" name="Google Shape;2289;p217"/>
          <p:cNvSpPr txBox="1">
            <a:spLocks noGrp="1"/>
          </p:cNvSpPr>
          <p:nvPr>
            <p:ph type="body" idx="3"/>
          </p:nvPr>
        </p:nvSpPr>
        <p:spPr>
          <a:xfrm>
            <a:off x="3596090" y="5702430"/>
            <a:ext cx="2497500" cy="2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90" name="Google Shape;2290;p217"/>
          <p:cNvSpPr>
            <a:spLocks noGrp="1"/>
          </p:cNvSpPr>
          <p:nvPr>
            <p:ph type="pic" idx="4"/>
          </p:nvPr>
        </p:nvSpPr>
        <p:spPr>
          <a:xfrm>
            <a:off x="3596091" y="2364317"/>
            <a:ext cx="2497800" cy="32163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2291" name="Google Shape;2291;p217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2" name="Google Shape;2292;p217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6_3. Conteudo">
    <p:spTree>
      <p:nvGrpSpPr>
        <p:cNvPr id="1" name="Shape 2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4" name="Google Shape;2294;p2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295" name="Google Shape;2295;p218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6" name="Google Shape;2296;p218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7" name="Google Shape;2297;p218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8" name="Google Shape;2298;p218"/>
          <p:cNvSpPr txBox="1">
            <a:spLocks noGrp="1"/>
          </p:cNvSpPr>
          <p:nvPr>
            <p:ph type="body" idx="1"/>
          </p:nvPr>
        </p:nvSpPr>
        <p:spPr>
          <a:xfrm>
            <a:off x="3598409" y="619125"/>
            <a:ext cx="8052900" cy="11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99" name="Google Shape;2299;p218"/>
          <p:cNvSpPr txBox="1">
            <a:spLocks noGrp="1"/>
          </p:cNvSpPr>
          <p:nvPr>
            <p:ph type="body" idx="2"/>
          </p:nvPr>
        </p:nvSpPr>
        <p:spPr>
          <a:xfrm>
            <a:off x="3598409" y="5860191"/>
            <a:ext cx="80526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00" name="Google Shape;2300;p218"/>
          <p:cNvSpPr txBox="1"/>
          <p:nvPr/>
        </p:nvSpPr>
        <p:spPr>
          <a:xfrm>
            <a:off x="12032105" y="578620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1" name="Google Shape;2301;p218"/>
          <p:cNvSpPr txBox="1">
            <a:spLocks noGrp="1"/>
          </p:cNvSpPr>
          <p:nvPr>
            <p:ph type="body" idx="3"/>
          </p:nvPr>
        </p:nvSpPr>
        <p:spPr>
          <a:xfrm>
            <a:off x="3598409" y="2012716"/>
            <a:ext cx="8052600" cy="37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02" name="Google Shape;2302;p218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3" name="Google Shape;2303;p218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5_3. Conteudo">
    <p:spTree>
      <p:nvGrpSpPr>
        <p:cNvPr id="1" name="Shape 2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5" name="Google Shape;2305;p2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306" name="Google Shape;2306;p219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7" name="Google Shape;2307;p219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8" name="Google Shape;2308;p219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9" name="Google Shape;2309;p219"/>
          <p:cNvSpPr>
            <a:spLocks noGrp="1"/>
          </p:cNvSpPr>
          <p:nvPr>
            <p:ph type="pic" idx="2"/>
          </p:nvPr>
        </p:nvSpPr>
        <p:spPr>
          <a:xfrm>
            <a:off x="3598408" y="2027345"/>
            <a:ext cx="8052600" cy="36999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2310" name="Google Shape;2310;p219"/>
          <p:cNvSpPr txBox="1">
            <a:spLocks noGrp="1"/>
          </p:cNvSpPr>
          <p:nvPr>
            <p:ph type="body" idx="1"/>
          </p:nvPr>
        </p:nvSpPr>
        <p:spPr>
          <a:xfrm>
            <a:off x="3598407" y="633942"/>
            <a:ext cx="80529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11" name="Google Shape;2311;p219"/>
          <p:cNvSpPr txBox="1">
            <a:spLocks noGrp="1"/>
          </p:cNvSpPr>
          <p:nvPr>
            <p:ph type="body" idx="3"/>
          </p:nvPr>
        </p:nvSpPr>
        <p:spPr>
          <a:xfrm>
            <a:off x="3598407" y="5842824"/>
            <a:ext cx="8052900" cy="3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12" name="Google Shape;2312;p219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3" name="Google Shape;2313;p219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Layout Personalizado">
  <p:cSld name="11_Layout Personalizado">
    <p:spTree>
      <p:nvGrpSpPr>
        <p:cNvPr id="1" name="Shape 2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4" name="Google Shape;2714;p26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5" name="Google Shape;2715;p265"/>
          <p:cNvSpPr/>
          <p:nvPr/>
        </p:nvSpPr>
        <p:spPr>
          <a:xfrm>
            <a:off x="5802699" y="1543035"/>
            <a:ext cx="4206000" cy="3044100"/>
          </a:xfrm>
          <a:prstGeom prst="roundRect">
            <a:avLst>
              <a:gd name="adj" fmla="val 16667"/>
            </a:avLst>
          </a:prstGeom>
          <a:solidFill>
            <a:srgbClr val="FF16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6" name="Google Shape;2716;p265"/>
          <p:cNvSpPr txBox="1"/>
          <p:nvPr/>
        </p:nvSpPr>
        <p:spPr>
          <a:xfrm>
            <a:off x="2149362" y="2398780"/>
            <a:ext cx="3401700" cy="18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3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6"/>
              <a:buFont typeface="Arial"/>
              <a:buNone/>
            </a:pPr>
            <a:r>
              <a:rPr lang="pt-BR" sz="4266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Educação Profissional Paulista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7" name="Google Shape;2717;p265"/>
          <p:cNvSpPr txBox="1"/>
          <p:nvPr/>
        </p:nvSpPr>
        <p:spPr>
          <a:xfrm>
            <a:off x="6069602" y="2317274"/>
            <a:ext cx="3578400" cy="5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68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4"/>
              <a:buFont typeface="Arial"/>
              <a:buNone/>
            </a:pPr>
            <a:r>
              <a:rPr lang="pt-BR" sz="3334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Técnico em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8" name="Google Shape;2718;p265"/>
          <p:cNvSpPr txBox="1"/>
          <p:nvPr/>
        </p:nvSpPr>
        <p:spPr>
          <a:xfrm>
            <a:off x="6116400" y="2896479"/>
            <a:ext cx="3673800" cy="9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33"/>
              <a:buFont typeface="Arial"/>
              <a:buNone/>
            </a:pPr>
            <a:r>
              <a:rPr lang="pt-BR" sz="31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Desenvolvimento de Sistemas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19" name="Google Shape;2719;p265" descr="Logotipo&#10;&#10;O conteúdo gerado por IA pode estar incorreto."/>
          <p:cNvPicPr preferRelativeResize="0"/>
          <p:nvPr/>
        </p:nvPicPr>
        <p:blipFill rotWithShape="1">
          <a:blip r:embed="rId2">
            <a:alphaModFix/>
          </a:blip>
          <a:srcRect l="12569" t="26434" r="13362" b="26178"/>
          <a:stretch/>
        </p:blipFill>
        <p:spPr>
          <a:xfrm>
            <a:off x="4828111" y="5385674"/>
            <a:ext cx="2535781" cy="1147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ichoca">
  <p:cSld name="michoca">
    <p:spTree>
      <p:nvGrpSpPr>
        <p:cNvPr id="1" name="Shape 2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1" name="Google Shape;2721;p266"/>
          <p:cNvPicPr preferRelativeResize="0"/>
          <p:nvPr/>
        </p:nvPicPr>
        <p:blipFill rotWithShape="1">
          <a:blip r:embed="rId2">
            <a:alphaModFix/>
          </a:blip>
          <a:srcRect l="1999" r="951"/>
          <a:stretch/>
        </p:blipFill>
        <p:spPr>
          <a:xfrm>
            <a:off x="-5171" y="1336655"/>
            <a:ext cx="12197169" cy="4987270"/>
          </a:xfrm>
          <a:prstGeom prst="rect">
            <a:avLst/>
          </a:prstGeom>
          <a:noFill/>
          <a:ln>
            <a:noFill/>
          </a:ln>
        </p:spPr>
      </p:pic>
      <p:sp>
        <p:nvSpPr>
          <p:cNvPr id="2722" name="Google Shape;2722;p266"/>
          <p:cNvSpPr/>
          <p:nvPr/>
        </p:nvSpPr>
        <p:spPr>
          <a:xfrm rot="-3439711">
            <a:off x="3101904" y="4687022"/>
            <a:ext cx="210625" cy="210625"/>
          </a:xfrm>
          <a:prstGeom prst="ellipse">
            <a:avLst/>
          </a:prstGeom>
          <a:solidFill>
            <a:srgbClr val="FA161E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3" name="Google Shape;2723;p266"/>
          <p:cNvSpPr/>
          <p:nvPr/>
        </p:nvSpPr>
        <p:spPr>
          <a:xfrm rot="8953936">
            <a:off x="6038159" y="1499754"/>
            <a:ext cx="210533" cy="210533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4" name="Google Shape;2724;p266"/>
          <p:cNvSpPr/>
          <p:nvPr/>
        </p:nvSpPr>
        <p:spPr>
          <a:xfrm rot="-4953060">
            <a:off x="7445868" y="2445423"/>
            <a:ext cx="210577" cy="210577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5" name="Google Shape;2725;p266"/>
          <p:cNvSpPr/>
          <p:nvPr/>
        </p:nvSpPr>
        <p:spPr>
          <a:xfrm rot="-2290533">
            <a:off x="8128906" y="5906016"/>
            <a:ext cx="210655" cy="210655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6" name="Google Shape;2726;p266"/>
          <p:cNvSpPr/>
          <p:nvPr/>
        </p:nvSpPr>
        <p:spPr>
          <a:xfrm rot="4159189">
            <a:off x="9504251" y="4023316"/>
            <a:ext cx="210675" cy="210675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27" name="Google Shape;2727;p266"/>
          <p:cNvGrpSpPr/>
          <p:nvPr/>
        </p:nvGrpSpPr>
        <p:grpSpPr>
          <a:xfrm>
            <a:off x="587322" y="1618499"/>
            <a:ext cx="11456514" cy="4435193"/>
            <a:chOff x="880938" y="2427625"/>
            <a:chExt cx="17183911" cy="6652457"/>
          </a:xfrm>
        </p:grpSpPr>
        <p:sp>
          <p:nvSpPr>
            <p:cNvPr id="2728" name="Google Shape;2728;p266"/>
            <p:cNvSpPr/>
            <p:nvPr/>
          </p:nvSpPr>
          <p:spPr>
            <a:xfrm>
              <a:off x="880938" y="8194174"/>
              <a:ext cx="315900" cy="315900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9" name="Google Shape;2729;p266"/>
            <p:cNvSpPr/>
            <p:nvPr/>
          </p:nvSpPr>
          <p:spPr>
            <a:xfrm>
              <a:off x="2332293" y="8194174"/>
              <a:ext cx="315900" cy="315900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0" name="Google Shape;2730;p266"/>
            <p:cNvSpPr/>
            <p:nvPr/>
          </p:nvSpPr>
          <p:spPr>
            <a:xfrm>
              <a:off x="3751845" y="8108805"/>
              <a:ext cx="315900" cy="315900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1" name="Google Shape;2731;p266"/>
            <p:cNvSpPr/>
            <p:nvPr/>
          </p:nvSpPr>
          <p:spPr>
            <a:xfrm rot="-3437456">
              <a:off x="5201675" y="5679979"/>
              <a:ext cx="315893" cy="315893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2" name="Google Shape;2732;p266"/>
            <p:cNvSpPr/>
            <p:nvPr/>
          </p:nvSpPr>
          <p:spPr>
            <a:xfrm rot="-911871">
              <a:off x="6624196" y="5419647"/>
              <a:ext cx="315846" cy="315846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3" name="Google Shape;2733;p266"/>
            <p:cNvSpPr/>
            <p:nvPr/>
          </p:nvSpPr>
          <p:spPr>
            <a:xfrm rot="-911871">
              <a:off x="7693784" y="4751289"/>
              <a:ext cx="315846" cy="315846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4" name="Google Shape;2734;p266"/>
            <p:cNvSpPr/>
            <p:nvPr/>
          </p:nvSpPr>
          <p:spPr>
            <a:xfrm rot="8951697">
              <a:off x="10518648" y="2486202"/>
              <a:ext cx="315747" cy="315747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5" name="Google Shape;2735;p266"/>
            <p:cNvSpPr/>
            <p:nvPr/>
          </p:nvSpPr>
          <p:spPr>
            <a:xfrm rot="8951697">
              <a:off x="8026147" y="3148552"/>
              <a:ext cx="315747" cy="315747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6" name="Google Shape;2736;p266"/>
            <p:cNvSpPr/>
            <p:nvPr/>
          </p:nvSpPr>
          <p:spPr>
            <a:xfrm rot="-4951441">
              <a:off x="11180622" y="6509015"/>
              <a:ext cx="315885" cy="315885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7" name="Google Shape;2737;p266"/>
            <p:cNvSpPr/>
            <p:nvPr/>
          </p:nvSpPr>
          <p:spPr>
            <a:xfrm rot="-4951441">
              <a:off x="11209836" y="5069980"/>
              <a:ext cx="315885" cy="315885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8" name="Google Shape;2738;p266"/>
            <p:cNvSpPr/>
            <p:nvPr/>
          </p:nvSpPr>
          <p:spPr>
            <a:xfrm rot="-2287966">
              <a:off x="13545981" y="8700484"/>
              <a:ext cx="315797" cy="315797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9" name="Google Shape;2739;p266"/>
            <p:cNvSpPr/>
            <p:nvPr/>
          </p:nvSpPr>
          <p:spPr>
            <a:xfrm rot="-2287966">
              <a:off x="14277258" y="7524968"/>
              <a:ext cx="315797" cy="315797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0" name="Google Shape;2740;p266"/>
            <p:cNvSpPr/>
            <p:nvPr/>
          </p:nvSpPr>
          <p:spPr>
            <a:xfrm rot="5403265">
              <a:off x="11261393" y="7971458"/>
              <a:ext cx="315900" cy="315900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1" name="Google Shape;2741;p266"/>
            <p:cNvSpPr/>
            <p:nvPr/>
          </p:nvSpPr>
          <p:spPr>
            <a:xfrm rot="4161668">
              <a:off x="14897321" y="4884642"/>
              <a:ext cx="315766" cy="315766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2" name="Google Shape;2742;p266"/>
            <p:cNvSpPr/>
            <p:nvPr/>
          </p:nvSpPr>
          <p:spPr>
            <a:xfrm rot="-9744530">
              <a:off x="17708869" y="4757143"/>
              <a:ext cx="315661" cy="315661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3" name="Google Shape;2743;p266"/>
            <p:cNvSpPr/>
            <p:nvPr/>
          </p:nvSpPr>
          <p:spPr>
            <a:xfrm rot="-9744530">
              <a:off x="16321681" y="4758619"/>
              <a:ext cx="315661" cy="315661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44" name="Google Shape;2744;p266"/>
          <p:cNvSpPr/>
          <p:nvPr/>
        </p:nvSpPr>
        <p:spPr>
          <a:xfrm>
            <a:off x="2933526" y="2830191"/>
            <a:ext cx="536100" cy="536100"/>
          </a:xfrm>
          <a:prstGeom prst="ellipse">
            <a:avLst/>
          </a:prstGeom>
          <a:solidFill>
            <a:srgbClr val="FA161E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20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45" name="Google Shape;2745;p266"/>
          <p:cNvCxnSpPr>
            <a:stCxn id="2744" idx="4"/>
          </p:cNvCxnSpPr>
          <p:nvPr/>
        </p:nvCxnSpPr>
        <p:spPr>
          <a:xfrm>
            <a:off x="3201576" y="3366291"/>
            <a:ext cx="0" cy="1323300"/>
          </a:xfrm>
          <a:prstGeom prst="straightConnector1">
            <a:avLst/>
          </a:prstGeom>
          <a:noFill/>
          <a:ln w="9525" cap="flat" cmpd="sng">
            <a:solidFill>
              <a:srgbClr val="FA161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46" name="Google Shape;2746;p266"/>
          <p:cNvCxnSpPr>
            <a:endCxn id="2725" idx="1"/>
          </p:cNvCxnSpPr>
          <p:nvPr/>
        </p:nvCxnSpPr>
        <p:spPr>
          <a:xfrm rot="10800000" flipH="1">
            <a:off x="7013652" y="5998827"/>
            <a:ext cx="1116000" cy="15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47" name="Google Shape;2747;p266"/>
          <p:cNvSpPr/>
          <p:nvPr/>
        </p:nvSpPr>
        <p:spPr>
          <a:xfrm>
            <a:off x="5860040" y="626852"/>
            <a:ext cx="536100" cy="536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20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48" name="Google Shape;2748;p266"/>
          <p:cNvCxnSpPr>
            <a:stCxn id="2747" idx="4"/>
            <a:endCxn id="2723" idx="7"/>
          </p:cNvCxnSpPr>
          <p:nvPr/>
        </p:nvCxnSpPr>
        <p:spPr>
          <a:xfrm flipH="1">
            <a:off x="6117590" y="1162952"/>
            <a:ext cx="10500" cy="544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49" name="Google Shape;2749;p266"/>
          <p:cNvSpPr/>
          <p:nvPr/>
        </p:nvSpPr>
        <p:spPr>
          <a:xfrm>
            <a:off x="8025148" y="1688132"/>
            <a:ext cx="536100" cy="536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20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50" name="Google Shape;2750;p266"/>
          <p:cNvCxnSpPr>
            <a:stCxn id="2749" idx="3"/>
            <a:endCxn id="2724" idx="5"/>
          </p:cNvCxnSpPr>
          <p:nvPr/>
        </p:nvCxnSpPr>
        <p:spPr>
          <a:xfrm flipH="1">
            <a:off x="7634758" y="2145722"/>
            <a:ext cx="468900" cy="340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51" name="Google Shape;2751;p266"/>
          <p:cNvSpPr txBox="1"/>
          <p:nvPr/>
        </p:nvSpPr>
        <p:spPr>
          <a:xfrm>
            <a:off x="772402" y="3726604"/>
            <a:ext cx="17286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400" b="1" i="0" u="none" strike="noStrike" cap="none" dirty="0">
                <a:solidFill>
                  <a:srgbClr val="FA161E"/>
                </a:solidFill>
                <a:latin typeface="Poppins"/>
                <a:ea typeface="Poppins"/>
                <a:cs typeface="Poppins"/>
                <a:sym typeface="Poppins"/>
              </a:rPr>
              <a:t>Você está aqui!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52" name="Google Shape;2752;p26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2744266">
            <a:off x="2787582" y="2677006"/>
            <a:ext cx="595814" cy="351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3" name="Google Shape;2753;p26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744266">
            <a:off x="6507085" y="5594780"/>
            <a:ext cx="595814" cy="351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4" name="Google Shape;2754;p26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744266">
            <a:off x="5742058" y="459308"/>
            <a:ext cx="595814" cy="351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5" name="Google Shape;2755;p26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744266">
            <a:off x="7905615" y="1533372"/>
            <a:ext cx="595814" cy="3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2756" name="Google Shape;2756;p266"/>
          <p:cNvSpPr/>
          <p:nvPr/>
        </p:nvSpPr>
        <p:spPr>
          <a:xfrm>
            <a:off x="10174052" y="3851166"/>
            <a:ext cx="536100" cy="536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5</a:t>
            </a:r>
            <a:endParaRPr sz="20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57" name="Google Shape;2757;p266"/>
          <p:cNvCxnSpPr>
            <a:stCxn id="2756" idx="2"/>
          </p:cNvCxnSpPr>
          <p:nvPr/>
        </p:nvCxnSpPr>
        <p:spPr>
          <a:xfrm flipH="1">
            <a:off x="9579752" y="4119216"/>
            <a:ext cx="594300" cy="12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758" name="Google Shape;2758;p26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744266">
            <a:off x="10032072" y="3710602"/>
            <a:ext cx="595814" cy="3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2759" name="Google Shape;2759;p266"/>
          <p:cNvSpPr txBox="1"/>
          <p:nvPr/>
        </p:nvSpPr>
        <p:spPr>
          <a:xfrm>
            <a:off x="772403" y="3963595"/>
            <a:ext cx="2832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Tema da semana 1</a:t>
            </a:r>
            <a:endParaRPr sz="17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60" name="Google Shape;2760;p266"/>
          <p:cNvSpPr txBox="1"/>
          <p:nvPr/>
        </p:nvSpPr>
        <p:spPr>
          <a:xfrm>
            <a:off x="4258768" y="5830396"/>
            <a:ext cx="2247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Tema da semana 4</a:t>
            </a:r>
            <a:endParaRPr sz="17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61" name="Google Shape;2761;p266"/>
          <p:cNvSpPr txBox="1"/>
          <p:nvPr/>
        </p:nvSpPr>
        <p:spPr>
          <a:xfrm>
            <a:off x="6510730" y="504694"/>
            <a:ext cx="37245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Tema da semana 2</a:t>
            </a:r>
            <a:endParaRPr sz="17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62" name="Google Shape;2762;p266"/>
          <p:cNvSpPr txBox="1"/>
          <p:nvPr/>
        </p:nvSpPr>
        <p:spPr>
          <a:xfrm>
            <a:off x="8673545" y="1652519"/>
            <a:ext cx="27564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Tema da semana 3</a:t>
            </a:r>
            <a:endParaRPr sz="17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63" name="Google Shape;2763;p266"/>
          <p:cNvSpPr txBox="1"/>
          <p:nvPr/>
        </p:nvSpPr>
        <p:spPr>
          <a:xfrm>
            <a:off x="9949275" y="4530800"/>
            <a:ext cx="21975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Tema da semana 5</a:t>
            </a:r>
            <a:endParaRPr sz="17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64" name="Google Shape;2764;p266"/>
          <p:cNvSpPr/>
          <p:nvPr/>
        </p:nvSpPr>
        <p:spPr>
          <a:xfrm>
            <a:off x="6649008" y="5735630"/>
            <a:ext cx="536100" cy="536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 sz="20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5" name="Google Shape;2765;p266"/>
          <p:cNvSpPr/>
          <p:nvPr/>
        </p:nvSpPr>
        <p:spPr>
          <a:xfrm>
            <a:off x="113993" y="891153"/>
            <a:ext cx="2098800" cy="1571100"/>
          </a:xfrm>
          <a:prstGeom prst="roundRect">
            <a:avLst>
              <a:gd name="adj" fmla="val 16667"/>
            </a:avLst>
          </a:prstGeom>
          <a:solidFill>
            <a:srgbClr val="FF16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6" name="Google Shape;2766;p266"/>
          <p:cNvSpPr txBox="1"/>
          <p:nvPr/>
        </p:nvSpPr>
        <p:spPr>
          <a:xfrm>
            <a:off x="135519" y="1439639"/>
            <a:ext cx="1865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pt-BR" sz="13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Nome da unidade curricular</a:t>
            </a:r>
            <a:endParaRPr sz="13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7" name="Google Shape;2767;p266"/>
          <p:cNvSpPr/>
          <p:nvPr/>
        </p:nvSpPr>
        <p:spPr>
          <a:xfrm>
            <a:off x="2078851" y="383070"/>
            <a:ext cx="2549700" cy="2090700"/>
          </a:xfrm>
          <a:prstGeom prst="roundRect">
            <a:avLst>
              <a:gd name="adj" fmla="val 1407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8" name="Google Shape;2768;p266"/>
          <p:cNvSpPr txBox="1"/>
          <p:nvPr/>
        </p:nvSpPr>
        <p:spPr>
          <a:xfrm>
            <a:off x="2160045" y="891153"/>
            <a:ext cx="2435700" cy="10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pt-BR" sz="21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Mapa da Unidade X   Componente Y</a:t>
            </a:r>
            <a:endParaRPr sz="2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10_Layout Personalizado">
    <p:spTree>
      <p:nvGrpSpPr>
        <p:cNvPr id="1" name="Shape 2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0" name="Google Shape;2770;p267"/>
          <p:cNvPicPr preferRelativeResize="0"/>
          <p:nvPr/>
        </p:nvPicPr>
        <p:blipFill rotWithShape="1">
          <a:blip r:embed="rId2">
            <a:alphaModFix/>
          </a:blip>
          <a:srcRect t="13682" b="6261"/>
          <a:stretch/>
        </p:blipFill>
        <p:spPr>
          <a:xfrm>
            <a:off x="0" y="0"/>
            <a:ext cx="8566486" cy="6857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71" name="Google Shape;2771;p267"/>
          <p:cNvGrpSpPr/>
          <p:nvPr/>
        </p:nvGrpSpPr>
        <p:grpSpPr>
          <a:xfrm>
            <a:off x="9767223" y="6379123"/>
            <a:ext cx="2435717" cy="499880"/>
            <a:chOff x="14634602" y="9537218"/>
            <a:chExt cx="3653392" cy="749782"/>
          </a:xfrm>
        </p:grpSpPr>
        <p:pic>
          <p:nvPicPr>
            <p:cNvPr id="2772" name="Google Shape;2772;p26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73" name="Google Shape;2773;p267" descr="Logotipo"/>
            <p:cNvPicPr preferRelativeResize="0"/>
            <p:nvPr/>
          </p:nvPicPr>
          <p:blipFill rotWithShape="1">
            <a:blip r:embed="rId4">
              <a:alphaModFix/>
            </a:blip>
            <a:srcRect l="6769" t="26294" b="17974"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74" name="Google Shape;2774;p267"/>
          <p:cNvSpPr txBox="1"/>
          <p:nvPr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75" name="Google Shape;2775;p26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12191999" cy="68592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76" name="Google Shape;2776;p267"/>
          <p:cNvGrpSpPr/>
          <p:nvPr/>
        </p:nvGrpSpPr>
        <p:grpSpPr>
          <a:xfrm>
            <a:off x="10400796" y="6090630"/>
            <a:ext cx="1791300" cy="767400"/>
            <a:chOff x="10400796" y="6090630"/>
            <a:chExt cx="1791300" cy="767400"/>
          </a:xfrm>
        </p:grpSpPr>
        <p:sp>
          <p:nvSpPr>
            <p:cNvPr id="2777" name="Google Shape;2777;p267"/>
            <p:cNvSpPr/>
            <p:nvPr/>
          </p:nvSpPr>
          <p:spPr>
            <a:xfrm>
              <a:off x="10400796" y="6090630"/>
              <a:ext cx="1791300" cy="767400"/>
            </a:xfrm>
            <a:prstGeom prst="round2SameRect">
              <a:avLst>
                <a:gd name="adj1" fmla="val 15454"/>
                <a:gd name="adj2" fmla="val 0"/>
              </a:avLst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8" name="Google Shape;2778;p267"/>
            <p:cNvSpPr/>
            <p:nvPr/>
          </p:nvSpPr>
          <p:spPr>
            <a:xfrm>
              <a:off x="11842890" y="6090630"/>
              <a:ext cx="349200" cy="306000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779" name="Google Shape;2779;p267" descr="Logotipo&#10;&#10;O conteúdo gerado por IA pode estar incorreto."/>
          <p:cNvPicPr preferRelativeResize="0"/>
          <p:nvPr/>
        </p:nvPicPr>
        <p:blipFill rotWithShape="1">
          <a:blip r:embed="rId6">
            <a:alphaModFix/>
          </a:blip>
          <a:srcRect l="12569" t="26434" r="13362" b="26178"/>
          <a:stretch/>
        </p:blipFill>
        <p:spPr>
          <a:xfrm>
            <a:off x="10534930" y="6126882"/>
            <a:ext cx="1539044" cy="69642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80" name="Google Shape;2780;p267"/>
          <p:cNvGrpSpPr/>
          <p:nvPr/>
        </p:nvGrpSpPr>
        <p:grpSpPr>
          <a:xfrm>
            <a:off x="0" y="1"/>
            <a:ext cx="8566500" cy="5379981"/>
            <a:chOff x="0" y="0"/>
            <a:chExt cx="8566500" cy="5808033"/>
          </a:xfrm>
        </p:grpSpPr>
        <p:sp>
          <p:nvSpPr>
            <p:cNvPr id="2781" name="Google Shape;2781;p267"/>
            <p:cNvSpPr/>
            <p:nvPr/>
          </p:nvSpPr>
          <p:spPr>
            <a:xfrm>
              <a:off x="0" y="0"/>
              <a:ext cx="8566500" cy="4656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2" name="Google Shape;2782;p267"/>
            <p:cNvSpPr/>
            <p:nvPr/>
          </p:nvSpPr>
          <p:spPr>
            <a:xfrm>
              <a:off x="0" y="0"/>
              <a:ext cx="8566500" cy="5808000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3" name="Google Shape;2783;p267"/>
            <p:cNvSpPr/>
            <p:nvPr/>
          </p:nvSpPr>
          <p:spPr>
            <a:xfrm>
              <a:off x="0" y="3890433"/>
              <a:ext cx="1109100" cy="191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embranco">
  <p:cSld name="4_Atividade_embranco">
    <p:spTree>
      <p:nvGrpSpPr>
        <p:cNvPr id="1" name="Shape 2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" name="Google Shape;2785;p268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2786" name="Google Shape;2786;p268"/>
          <p:cNvSpPr>
            <a:spLocks noGrp="1"/>
          </p:cNvSpPr>
          <p:nvPr>
            <p:ph type="media" idx="3"/>
          </p:nvPr>
        </p:nvSpPr>
        <p:spPr>
          <a:xfrm>
            <a:off x="862542" y="887942"/>
            <a:ext cx="4092600" cy="36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1. Conteudo">
  <p:cSld name="8_1. Conteudo">
    <p:spTree>
      <p:nvGrpSpPr>
        <p:cNvPr id="1" name="Shape 2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88" name="Google Shape;2788;p269"/>
          <p:cNvCxnSpPr/>
          <p:nvPr/>
        </p:nvCxnSpPr>
        <p:spPr>
          <a:xfrm>
            <a:off x="6090044" y="840916"/>
            <a:ext cx="0" cy="5100900"/>
          </a:xfrm>
          <a:prstGeom prst="straightConnector1">
            <a:avLst/>
          </a:prstGeom>
          <a:noFill/>
          <a:ln w="381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89" name="Google Shape;2789;p269"/>
          <p:cNvSpPr txBox="1"/>
          <p:nvPr/>
        </p:nvSpPr>
        <p:spPr>
          <a:xfrm>
            <a:off x="1467545" y="885957"/>
            <a:ext cx="4045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Objetivos da aula</a:t>
            </a:r>
            <a:endParaRPr sz="2000" b="1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90" name="Google Shape;2790;p269"/>
          <p:cNvSpPr txBox="1"/>
          <p:nvPr/>
        </p:nvSpPr>
        <p:spPr>
          <a:xfrm>
            <a:off x="7467011" y="885654"/>
            <a:ext cx="4301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técnicas</a:t>
            </a:r>
            <a:endParaRPr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91" name="Google Shape;2791;p269"/>
          <p:cNvSpPr txBox="1"/>
          <p:nvPr/>
        </p:nvSpPr>
        <p:spPr>
          <a:xfrm>
            <a:off x="1433188" y="2910758"/>
            <a:ext cx="3369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Recursos didáticos</a:t>
            </a:r>
            <a:endParaRPr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92" name="Google Shape;2792;p269"/>
          <p:cNvSpPr txBox="1"/>
          <p:nvPr/>
        </p:nvSpPr>
        <p:spPr>
          <a:xfrm>
            <a:off x="1445466" y="4649652"/>
            <a:ext cx="3267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Duração da aula</a:t>
            </a:r>
            <a:endParaRPr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93" name="Google Shape;2793;p269"/>
          <p:cNvSpPr txBox="1"/>
          <p:nvPr/>
        </p:nvSpPr>
        <p:spPr>
          <a:xfrm>
            <a:off x="7467011" y="3115942"/>
            <a:ext cx="4381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socioemocionais</a:t>
            </a:r>
            <a:endParaRPr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94" name="Google Shape;2794;p269"/>
          <p:cNvSpPr txBox="1"/>
          <p:nvPr/>
        </p:nvSpPr>
        <p:spPr>
          <a:xfrm>
            <a:off x="4717774" y="224403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5" name="Google Shape;2795;p269"/>
          <p:cNvSpPr txBox="1"/>
          <p:nvPr/>
        </p:nvSpPr>
        <p:spPr>
          <a:xfrm>
            <a:off x="1395562" y="5079496"/>
            <a:ext cx="1723800" cy="29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15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50 minutos.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6" name="Google Shape;2796;p269"/>
          <p:cNvSpPr txBox="1">
            <a:spLocks noGrp="1"/>
          </p:cNvSpPr>
          <p:nvPr>
            <p:ph type="body" idx="1"/>
          </p:nvPr>
        </p:nvSpPr>
        <p:spPr>
          <a:xfrm>
            <a:off x="1467909" y="1390650"/>
            <a:ext cx="4044900" cy="13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97" name="Google Shape;2797;p269"/>
          <p:cNvSpPr txBox="1">
            <a:spLocks noGrp="1"/>
          </p:cNvSpPr>
          <p:nvPr>
            <p:ph type="body" idx="2"/>
          </p:nvPr>
        </p:nvSpPr>
        <p:spPr>
          <a:xfrm>
            <a:off x="7467375" y="1355465"/>
            <a:ext cx="4044900" cy="1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98" name="Google Shape;2798;p269"/>
          <p:cNvSpPr txBox="1">
            <a:spLocks noGrp="1"/>
          </p:cNvSpPr>
          <p:nvPr>
            <p:ph type="body" idx="3"/>
          </p:nvPr>
        </p:nvSpPr>
        <p:spPr>
          <a:xfrm>
            <a:off x="7467375" y="3649330"/>
            <a:ext cx="4044900" cy="15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99" name="Google Shape;2799;p269"/>
          <p:cNvSpPr txBox="1">
            <a:spLocks noGrp="1"/>
          </p:cNvSpPr>
          <p:nvPr>
            <p:ph type="body" idx="4"/>
          </p:nvPr>
        </p:nvSpPr>
        <p:spPr>
          <a:xfrm>
            <a:off x="1443515" y="3489566"/>
            <a:ext cx="4044900" cy="10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2800" name="Google Shape;2800;p269"/>
          <p:cNvGrpSpPr/>
          <p:nvPr/>
        </p:nvGrpSpPr>
        <p:grpSpPr>
          <a:xfrm>
            <a:off x="9756891" y="6381906"/>
            <a:ext cx="2435717" cy="499880"/>
            <a:chOff x="14634602" y="9537218"/>
            <a:chExt cx="3653392" cy="749782"/>
          </a:xfrm>
        </p:grpSpPr>
        <p:pic>
          <p:nvPicPr>
            <p:cNvPr id="2801" name="Google Shape;2801;p269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02" name="Google Shape;2802;p269" descr="Logotipo"/>
            <p:cNvPicPr preferRelativeResize="0"/>
            <p:nvPr/>
          </p:nvPicPr>
          <p:blipFill rotWithShape="1">
            <a:blip r:embed="rId3">
              <a:alphaModFix/>
            </a:blip>
            <a:srcRect l="6769" t="26294" b="17974"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03" name="Google Shape;2803;p269"/>
          <p:cNvSpPr txBox="1"/>
          <p:nvPr/>
        </p:nvSpPr>
        <p:spPr>
          <a:xfrm>
            <a:off x="13188461" y="47244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04" name="Google Shape;2804;p26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5" name="Google Shape;2805;p26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806" name="Google Shape;2806;p269"/>
          <p:cNvSpPr/>
          <p:nvPr/>
        </p:nvSpPr>
        <p:spPr>
          <a:xfrm>
            <a:off x="538284" y="960081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7" name="Google Shape;2807;p269"/>
          <p:cNvSpPr/>
          <p:nvPr/>
        </p:nvSpPr>
        <p:spPr>
          <a:xfrm>
            <a:off x="514540" y="2965834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08" name="Google Shape;2808;p269"/>
          <p:cNvGrpSpPr/>
          <p:nvPr/>
        </p:nvGrpSpPr>
        <p:grpSpPr>
          <a:xfrm>
            <a:off x="632922" y="3096780"/>
            <a:ext cx="486856" cy="481187"/>
            <a:chOff x="8278989" y="8660410"/>
            <a:chExt cx="569755" cy="563121"/>
          </a:xfrm>
        </p:grpSpPr>
        <p:grpSp>
          <p:nvGrpSpPr>
            <p:cNvPr id="2809" name="Google Shape;2809;p269"/>
            <p:cNvGrpSpPr/>
            <p:nvPr/>
          </p:nvGrpSpPr>
          <p:grpSpPr>
            <a:xfrm>
              <a:off x="8278989" y="8852628"/>
              <a:ext cx="265651" cy="370903"/>
              <a:chOff x="8278989" y="8852628"/>
              <a:chExt cx="265651" cy="370903"/>
            </a:xfrm>
          </p:grpSpPr>
          <p:sp>
            <p:nvSpPr>
              <p:cNvPr id="2810" name="Google Shape;2810;p269"/>
              <p:cNvSpPr/>
              <p:nvPr/>
            </p:nvSpPr>
            <p:spPr>
              <a:xfrm>
                <a:off x="8358808" y="8932768"/>
                <a:ext cx="185832" cy="290761"/>
              </a:xfrm>
              <a:custGeom>
                <a:avLst/>
                <a:gdLst/>
                <a:ahLst/>
                <a:cxnLst/>
                <a:rect l="l" t="t" r="r" b="b"/>
                <a:pathLst>
                  <a:path w="185832" h="290761" extrusionOk="0">
                    <a:moveTo>
                      <a:pt x="69913" y="290762"/>
                    </a:moveTo>
                    <a:cubicBezTo>
                      <a:pt x="111728" y="270378"/>
                      <a:pt x="140112" y="233516"/>
                      <a:pt x="135445" y="166365"/>
                    </a:cubicBezTo>
                    <a:lnTo>
                      <a:pt x="185833" y="5107"/>
                    </a:lnTo>
                    <a:cubicBezTo>
                      <a:pt x="185833" y="5107"/>
                      <a:pt x="120015" y="-16420"/>
                      <a:pt x="104394" y="28919"/>
                    </a:cubicBezTo>
                    <a:cubicBezTo>
                      <a:pt x="91059" y="67591"/>
                      <a:pt x="76581" y="109596"/>
                      <a:pt x="76581" y="109596"/>
                    </a:cubicBezTo>
                    <a:lnTo>
                      <a:pt x="23241" y="102167"/>
                    </a:lnTo>
                    <a:lnTo>
                      <a:pt x="0" y="33777"/>
                    </a:lnTo>
                    <a:lnTo>
                      <a:pt x="38671" y="5869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1" name="Google Shape;2811;p269"/>
              <p:cNvSpPr/>
              <p:nvPr/>
            </p:nvSpPr>
            <p:spPr>
              <a:xfrm>
                <a:off x="8278989" y="8852628"/>
                <a:ext cx="118585" cy="370903"/>
              </a:xfrm>
              <a:custGeom>
                <a:avLst/>
                <a:gdLst/>
                <a:ahLst/>
                <a:cxnLst/>
                <a:rect l="l" t="t" r="r" b="b"/>
                <a:pathLst>
                  <a:path w="118585" h="370903" extrusionOk="0">
                    <a:moveTo>
                      <a:pt x="9714" y="370903"/>
                    </a:moveTo>
                    <a:lnTo>
                      <a:pt x="94" y="114681"/>
                    </a:lnTo>
                    <a:cubicBezTo>
                      <a:pt x="-2097" y="74581"/>
                      <a:pt x="34575" y="50864"/>
                      <a:pt x="34575" y="50864"/>
                    </a:cubicBezTo>
                    <a:lnTo>
                      <a:pt x="118585" y="0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812" name="Google Shape;2812;p269"/>
            <p:cNvSpPr/>
            <p:nvPr/>
          </p:nvSpPr>
          <p:spPr>
            <a:xfrm>
              <a:off x="8397765" y="8660410"/>
              <a:ext cx="224980" cy="314705"/>
            </a:xfrm>
            <a:custGeom>
              <a:avLst/>
              <a:gdLst/>
              <a:ahLst/>
              <a:cxnLst/>
              <a:rect l="l" t="t" r="r" b="b"/>
              <a:pathLst>
                <a:path w="224980" h="314705" extrusionOk="0">
                  <a:moveTo>
                    <a:pt x="224980" y="165640"/>
                  </a:moveTo>
                  <a:lnTo>
                    <a:pt x="224980" y="89535"/>
                  </a:lnTo>
                  <a:lnTo>
                    <a:pt x="136874" y="89535"/>
                  </a:lnTo>
                  <a:cubicBezTo>
                    <a:pt x="151067" y="81153"/>
                    <a:pt x="160592" y="65818"/>
                    <a:pt x="160592" y="48101"/>
                  </a:cubicBezTo>
                  <a:cubicBezTo>
                    <a:pt x="160592" y="21527"/>
                    <a:pt x="139065" y="0"/>
                    <a:pt x="112490" y="0"/>
                  </a:cubicBezTo>
                  <a:cubicBezTo>
                    <a:pt x="85916" y="0"/>
                    <a:pt x="64389" y="21527"/>
                    <a:pt x="64389" y="48101"/>
                  </a:cubicBezTo>
                  <a:cubicBezTo>
                    <a:pt x="64389" y="65723"/>
                    <a:pt x="73914" y="81153"/>
                    <a:pt x="88106" y="89535"/>
                  </a:cubicBezTo>
                  <a:lnTo>
                    <a:pt x="0" y="89535"/>
                  </a:lnTo>
                  <a:lnTo>
                    <a:pt x="0" y="314706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3" name="Google Shape;2813;p269"/>
            <p:cNvSpPr/>
            <p:nvPr/>
          </p:nvSpPr>
          <p:spPr>
            <a:xfrm>
              <a:off x="8580264" y="8899110"/>
              <a:ext cx="42481" cy="76104"/>
            </a:xfrm>
            <a:custGeom>
              <a:avLst/>
              <a:gdLst/>
              <a:ahLst/>
              <a:cxnLst/>
              <a:rect l="l" t="t" r="r" b="b"/>
              <a:pathLst>
                <a:path w="42481" h="76104" extrusionOk="0">
                  <a:moveTo>
                    <a:pt x="0" y="76105"/>
                  </a:moveTo>
                  <a:lnTo>
                    <a:pt x="42481" y="76105"/>
                  </a:lnTo>
                  <a:lnTo>
                    <a:pt x="42481" y="0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4" name="Google Shape;2814;p269"/>
            <p:cNvSpPr/>
            <p:nvPr/>
          </p:nvSpPr>
          <p:spPr>
            <a:xfrm>
              <a:off x="8534039" y="8750044"/>
              <a:ext cx="314705" cy="225171"/>
            </a:xfrm>
            <a:custGeom>
              <a:avLst/>
              <a:gdLst/>
              <a:ahLst/>
              <a:cxnLst/>
              <a:rect l="l" t="t" r="r" b="b"/>
              <a:pathLst>
                <a:path w="314705" h="225171" extrusionOk="0">
                  <a:moveTo>
                    <a:pt x="314706" y="225171"/>
                  </a:moveTo>
                  <a:lnTo>
                    <a:pt x="314706" y="0"/>
                  </a:lnTo>
                  <a:lnTo>
                    <a:pt x="238601" y="0"/>
                  </a:lnTo>
                  <a:cubicBezTo>
                    <a:pt x="245840" y="8382"/>
                    <a:pt x="250221" y="19336"/>
                    <a:pt x="250221" y="31242"/>
                  </a:cubicBezTo>
                  <a:cubicBezTo>
                    <a:pt x="250221" y="57817"/>
                    <a:pt x="228695" y="79343"/>
                    <a:pt x="202120" y="79343"/>
                  </a:cubicBezTo>
                  <a:cubicBezTo>
                    <a:pt x="175546" y="79343"/>
                    <a:pt x="154019" y="57817"/>
                    <a:pt x="154019" y="31242"/>
                  </a:cubicBezTo>
                  <a:cubicBezTo>
                    <a:pt x="154019" y="19241"/>
                    <a:pt x="158401" y="8382"/>
                    <a:pt x="165640" y="0"/>
                  </a:cubicBezTo>
                  <a:lnTo>
                    <a:pt x="89535" y="0"/>
                  </a:lnTo>
                  <a:lnTo>
                    <a:pt x="89535" y="88106"/>
                  </a:lnTo>
                  <a:cubicBezTo>
                    <a:pt x="81153" y="73914"/>
                    <a:pt x="65817" y="64389"/>
                    <a:pt x="48101" y="64389"/>
                  </a:cubicBezTo>
                  <a:cubicBezTo>
                    <a:pt x="21527" y="64389"/>
                    <a:pt x="0" y="85916"/>
                    <a:pt x="0" y="112490"/>
                  </a:cubicBezTo>
                  <a:cubicBezTo>
                    <a:pt x="0" y="139065"/>
                    <a:pt x="21527" y="160592"/>
                    <a:pt x="48101" y="160592"/>
                  </a:cubicBezTo>
                  <a:cubicBezTo>
                    <a:pt x="65722" y="160592"/>
                    <a:pt x="81153" y="151067"/>
                    <a:pt x="89535" y="136874"/>
                  </a:cubicBezTo>
                  <a:lnTo>
                    <a:pt x="89535" y="224981"/>
                  </a:lnTo>
                  <a:lnTo>
                    <a:pt x="314706" y="224981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15" name="Google Shape;2815;p269"/>
          <p:cNvSpPr/>
          <p:nvPr/>
        </p:nvSpPr>
        <p:spPr>
          <a:xfrm>
            <a:off x="516205" y="4700100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16" name="Google Shape;2816;p26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8917" y="4858582"/>
            <a:ext cx="380919" cy="380919"/>
          </a:xfrm>
          <a:prstGeom prst="rect">
            <a:avLst/>
          </a:prstGeom>
          <a:noFill/>
          <a:ln>
            <a:noFill/>
          </a:ln>
        </p:spPr>
      </p:pic>
      <p:sp>
        <p:nvSpPr>
          <p:cNvPr id="2817" name="Google Shape;2817;p269"/>
          <p:cNvSpPr/>
          <p:nvPr/>
        </p:nvSpPr>
        <p:spPr>
          <a:xfrm>
            <a:off x="6537750" y="974816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18" name="Google Shape;2818;p269"/>
          <p:cNvGrpSpPr/>
          <p:nvPr/>
        </p:nvGrpSpPr>
        <p:grpSpPr>
          <a:xfrm>
            <a:off x="6643473" y="1077261"/>
            <a:ext cx="472792" cy="435252"/>
            <a:chOff x="8560697" y="2808577"/>
            <a:chExt cx="496370" cy="456957"/>
          </a:xfrm>
        </p:grpSpPr>
        <p:sp>
          <p:nvSpPr>
            <p:cNvPr id="2819" name="Google Shape;2819;p269"/>
            <p:cNvSpPr/>
            <p:nvPr/>
          </p:nvSpPr>
          <p:spPr>
            <a:xfrm>
              <a:off x="8694643" y="2808577"/>
              <a:ext cx="228479" cy="456957"/>
            </a:xfrm>
            <a:custGeom>
              <a:avLst/>
              <a:gdLst/>
              <a:ahLst/>
              <a:cxnLst/>
              <a:rect l="l" t="t" r="r" b="b"/>
              <a:pathLst>
                <a:path w="228479" h="456957" extrusionOk="0">
                  <a:moveTo>
                    <a:pt x="171359" y="57120"/>
                  </a:moveTo>
                  <a:cubicBezTo>
                    <a:pt x="171359" y="88631"/>
                    <a:pt x="145751" y="114239"/>
                    <a:pt x="114240" y="114239"/>
                  </a:cubicBezTo>
                  <a:cubicBezTo>
                    <a:pt x="82728" y="114239"/>
                    <a:pt x="57120" y="88631"/>
                    <a:pt x="57120" y="57120"/>
                  </a:cubicBezTo>
                  <a:cubicBezTo>
                    <a:pt x="57120" y="25609"/>
                    <a:pt x="82728" y="0"/>
                    <a:pt x="114240" y="0"/>
                  </a:cubicBezTo>
                  <a:cubicBezTo>
                    <a:pt x="145751" y="0"/>
                    <a:pt x="171359" y="25609"/>
                    <a:pt x="171359" y="57120"/>
                  </a:cubicBezTo>
                  <a:close/>
                  <a:moveTo>
                    <a:pt x="182783" y="318728"/>
                  </a:moveTo>
                  <a:cubicBezTo>
                    <a:pt x="208773" y="313397"/>
                    <a:pt x="228479" y="290263"/>
                    <a:pt x="228479" y="262751"/>
                  </a:cubicBezTo>
                  <a:lnTo>
                    <a:pt x="228479" y="182783"/>
                  </a:lnTo>
                  <a:cubicBezTo>
                    <a:pt x="228479" y="151367"/>
                    <a:pt x="202775" y="125663"/>
                    <a:pt x="171359" y="125663"/>
                  </a:cubicBezTo>
                  <a:lnTo>
                    <a:pt x="57120" y="125663"/>
                  </a:lnTo>
                  <a:cubicBezTo>
                    <a:pt x="25704" y="125663"/>
                    <a:pt x="0" y="151367"/>
                    <a:pt x="0" y="182783"/>
                  </a:cubicBezTo>
                  <a:lnTo>
                    <a:pt x="0" y="262751"/>
                  </a:lnTo>
                  <a:cubicBezTo>
                    <a:pt x="0" y="290263"/>
                    <a:pt x="19706" y="313397"/>
                    <a:pt x="45696" y="318728"/>
                  </a:cubicBezTo>
                  <a:lnTo>
                    <a:pt x="45696" y="182783"/>
                  </a:lnTo>
                  <a:lnTo>
                    <a:pt x="45696" y="422686"/>
                  </a:lnTo>
                  <a:cubicBezTo>
                    <a:pt x="45696" y="441535"/>
                    <a:pt x="61118" y="456958"/>
                    <a:pt x="79967" y="456958"/>
                  </a:cubicBezTo>
                  <a:lnTo>
                    <a:pt x="79967" y="456958"/>
                  </a:lnTo>
                  <a:cubicBezTo>
                    <a:pt x="98817" y="456958"/>
                    <a:pt x="114240" y="441535"/>
                    <a:pt x="114240" y="422686"/>
                  </a:cubicBezTo>
                  <a:lnTo>
                    <a:pt x="114240" y="319870"/>
                  </a:lnTo>
                  <a:lnTo>
                    <a:pt x="114240" y="422686"/>
                  </a:lnTo>
                  <a:cubicBezTo>
                    <a:pt x="114240" y="441535"/>
                    <a:pt x="129662" y="456958"/>
                    <a:pt x="148511" y="456958"/>
                  </a:cubicBezTo>
                  <a:lnTo>
                    <a:pt x="148511" y="456958"/>
                  </a:lnTo>
                  <a:cubicBezTo>
                    <a:pt x="167361" y="456958"/>
                    <a:pt x="182783" y="441535"/>
                    <a:pt x="182783" y="422686"/>
                  </a:cubicBezTo>
                  <a:lnTo>
                    <a:pt x="182783" y="182783"/>
                  </a:lnTo>
                  <a:lnTo>
                    <a:pt x="182783" y="318728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820" name="Google Shape;2820;p269"/>
            <p:cNvGrpSpPr/>
            <p:nvPr/>
          </p:nvGrpSpPr>
          <p:grpSpPr>
            <a:xfrm>
              <a:off x="8560697" y="2875026"/>
              <a:ext cx="496370" cy="324059"/>
              <a:chOff x="8560697" y="2875026"/>
              <a:chExt cx="496370" cy="324059"/>
            </a:xfrm>
          </p:grpSpPr>
          <p:sp>
            <p:nvSpPr>
              <p:cNvPr id="2821" name="Google Shape;2821;p269"/>
              <p:cNvSpPr/>
              <p:nvPr/>
            </p:nvSpPr>
            <p:spPr>
              <a:xfrm>
                <a:off x="8560697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9607" y="666"/>
                    </a:moveTo>
                    <a:lnTo>
                      <a:pt x="28845" y="0"/>
                    </a:lnTo>
                    <a:lnTo>
                      <a:pt x="285" y="28560"/>
                    </a:lnTo>
                    <a:lnTo>
                      <a:pt x="0" y="28941"/>
                    </a:lnTo>
                    <a:lnTo>
                      <a:pt x="28845" y="57786"/>
                    </a:lnTo>
                    <a:lnTo>
                      <a:pt x="29607" y="57120"/>
                    </a:lnTo>
                    <a:lnTo>
                      <a:pt x="1809" y="29417"/>
                    </a:lnTo>
                    <a:lnTo>
                      <a:pt x="57786" y="29417"/>
                    </a:lnTo>
                    <a:lnTo>
                      <a:pt x="57786" y="28465"/>
                    </a:lnTo>
                    <a:lnTo>
                      <a:pt x="1809" y="28465"/>
                    </a:lnTo>
                    <a:lnTo>
                      <a:pt x="29607" y="666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2" name="Google Shape;2822;p269"/>
              <p:cNvSpPr/>
              <p:nvPr/>
            </p:nvSpPr>
            <p:spPr>
              <a:xfrm>
                <a:off x="8627812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555" y="0"/>
                    </a:moveTo>
                    <a:lnTo>
                      <a:pt x="952" y="39603"/>
                    </a:lnTo>
                    <a:lnTo>
                      <a:pt x="952" y="286"/>
                    </a:lnTo>
                    <a:lnTo>
                      <a:pt x="0" y="286"/>
                    </a:lnTo>
                    <a:lnTo>
                      <a:pt x="0" y="41221"/>
                    </a:lnTo>
                    <a:lnTo>
                      <a:pt x="40840" y="41221"/>
                    </a:lnTo>
                    <a:lnTo>
                      <a:pt x="40840" y="40269"/>
                    </a:lnTo>
                    <a:lnTo>
                      <a:pt x="1618" y="40269"/>
                    </a:lnTo>
                    <a:lnTo>
                      <a:pt x="41222" y="666"/>
                    </a:lnTo>
                    <a:lnTo>
                      <a:pt x="40555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3" name="Google Shape;2823;p269"/>
              <p:cNvSpPr/>
              <p:nvPr/>
            </p:nvSpPr>
            <p:spPr>
              <a:xfrm>
                <a:off x="8627812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40840" y="952"/>
                    </a:moveTo>
                    <a:lnTo>
                      <a:pt x="40840" y="0"/>
                    </a:lnTo>
                    <a:lnTo>
                      <a:pt x="0" y="0"/>
                    </a:lnTo>
                    <a:lnTo>
                      <a:pt x="0" y="40841"/>
                    </a:lnTo>
                    <a:lnTo>
                      <a:pt x="952" y="40841"/>
                    </a:lnTo>
                    <a:lnTo>
                      <a:pt x="952" y="1618"/>
                    </a:lnTo>
                    <a:lnTo>
                      <a:pt x="40555" y="41126"/>
                    </a:lnTo>
                    <a:lnTo>
                      <a:pt x="41222" y="40460"/>
                    </a:lnTo>
                    <a:lnTo>
                      <a:pt x="1618" y="952"/>
                    </a:lnTo>
                    <a:lnTo>
                      <a:pt x="40840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4" name="Google Shape;2824;p269"/>
              <p:cNvSpPr/>
              <p:nvPr/>
            </p:nvSpPr>
            <p:spPr>
              <a:xfrm>
                <a:off x="8999281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8940" y="0"/>
                    </a:moveTo>
                    <a:lnTo>
                      <a:pt x="28179" y="666"/>
                    </a:lnTo>
                    <a:lnTo>
                      <a:pt x="55977" y="28465"/>
                    </a:lnTo>
                    <a:lnTo>
                      <a:pt x="0" y="28465"/>
                    </a:lnTo>
                    <a:lnTo>
                      <a:pt x="0" y="29417"/>
                    </a:lnTo>
                    <a:lnTo>
                      <a:pt x="55977" y="29417"/>
                    </a:lnTo>
                    <a:lnTo>
                      <a:pt x="28179" y="57120"/>
                    </a:lnTo>
                    <a:lnTo>
                      <a:pt x="28940" y="57786"/>
                    </a:lnTo>
                    <a:lnTo>
                      <a:pt x="57500" y="29226"/>
                    </a:lnTo>
                    <a:lnTo>
                      <a:pt x="57786" y="28941"/>
                    </a:lnTo>
                    <a:lnTo>
                      <a:pt x="28940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5" name="Google Shape;2825;p269"/>
              <p:cNvSpPr/>
              <p:nvPr/>
            </p:nvSpPr>
            <p:spPr>
              <a:xfrm>
                <a:off x="8948730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381" y="952"/>
                    </a:moveTo>
                    <a:lnTo>
                      <a:pt x="39603" y="952"/>
                    </a:lnTo>
                    <a:lnTo>
                      <a:pt x="0" y="40460"/>
                    </a:lnTo>
                    <a:lnTo>
                      <a:pt x="666" y="41126"/>
                    </a:lnTo>
                    <a:lnTo>
                      <a:pt x="40269" y="1618"/>
                    </a:lnTo>
                    <a:lnTo>
                      <a:pt x="40269" y="40841"/>
                    </a:lnTo>
                    <a:lnTo>
                      <a:pt x="41221" y="40841"/>
                    </a:lnTo>
                    <a:lnTo>
                      <a:pt x="41221" y="0"/>
                    </a:lnTo>
                    <a:lnTo>
                      <a:pt x="381" y="0"/>
                    </a:lnTo>
                    <a:lnTo>
                      <a:pt x="381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6" name="Google Shape;2826;p269"/>
              <p:cNvSpPr/>
              <p:nvPr/>
            </p:nvSpPr>
            <p:spPr>
              <a:xfrm>
                <a:off x="8948730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269" y="39603"/>
                    </a:moveTo>
                    <a:lnTo>
                      <a:pt x="666" y="0"/>
                    </a:lnTo>
                    <a:lnTo>
                      <a:pt x="0" y="666"/>
                    </a:lnTo>
                    <a:lnTo>
                      <a:pt x="39603" y="40269"/>
                    </a:lnTo>
                    <a:lnTo>
                      <a:pt x="381" y="40269"/>
                    </a:lnTo>
                    <a:lnTo>
                      <a:pt x="381" y="41221"/>
                    </a:lnTo>
                    <a:lnTo>
                      <a:pt x="41221" y="41221"/>
                    </a:lnTo>
                    <a:lnTo>
                      <a:pt x="41221" y="286"/>
                    </a:lnTo>
                    <a:lnTo>
                      <a:pt x="40269" y="286"/>
                    </a:lnTo>
                    <a:lnTo>
                      <a:pt x="40269" y="39603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827" name="Google Shape;2827;p269"/>
          <p:cNvSpPr/>
          <p:nvPr/>
        </p:nvSpPr>
        <p:spPr>
          <a:xfrm>
            <a:off x="6537750" y="3144691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8" name="Google Shape;2828;p269"/>
          <p:cNvSpPr/>
          <p:nvPr/>
        </p:nvSpPr>
        <p:spPr>
          <a:xfrm>
            <a:off x="6637986" y="3252609"/>
            <a:ext cx="458764" cy="458662"/>
          </a:xfrm>
          <a:custGeom>
            <a:avLst/>
            <a:gdLst/>
            <a:ahLst/>
            <a:cxnLst/>
            <a:rect l="l" t="t" r="r" b="b"/>
            <a:pathLst>
              <a:path w="533447" h="533328" extrusionOk="0">
                <a:moveTo>
                  <a:pt x="361879" y="260152"/>
                </a:moveTo>
                <a:lnTo>
                  <a:pt x="385310" y="250531"/>
                </a:lnTo>
                <a:cubicBezTo>
                  <a:pt x="394264" y="246817"/>
                  <a:pt x="399979" y="238244"/>
                  <a:pt x="399979" y="228529"/>
                </a:cubicBezTo>
                <a:cubicBezTo>
                  <a:pt x="399979" y="218813"/>
                  <a:pt x="394168" y="210241"/>
                  <a:pt x="385310" y="206526"/>
                </a:cubicBezTo>
                <a:lnTo>
                  <a:pt x="285488" y="165378"/>
                </a:lnTo>
                <a:cubicBezTo>
                  <a:pt x="279678" y="162996"/>
                  <a:pt x="273582" y="161758"/>
                  <a:pt x="267391" y="161758"/>
                </a:cubicBezTo>
                <a:lnTo>
                  <a:pt x="265962" y="161758"/>
                </a:lnTo>
                <a:cubicBezTo>
                  <a:pt x="259676" y="161758"/>
                  <a:pt x="253579" y="162996"/>
                  <a:pt x="247865" y="165378"/>
                </a:cubicBezTo>
                <a:lnTo>
                  <a:pt x="148042" y="206526"/>
                </a:lnTo>
                <a:cubicBezTo>
                  <a:pt x="139089" y="210241"/>
                  <a:pt x="133374" y="218813"/>
                  <a:pt x="133374" y="228529"/>
                </a:cubicBezTo>
                <a:lnTo>
                  <a:pt x="133374" y="285679"/>
                </a:lnTo>
                <a:cubicBezTo>
                  <a:pt x="133374" y="290917"/>
                  <a:pt x="137660" y="295204"/>
                  <a:pt x="142899" y="295204"/>
                </a:cubicBezTo>
                <a:cubicBezTo>
                  <a:pt x="148138" y="295204"/>
                  <a:pt x="152424" y="290917"/>
                  <a:pt x="152424" y="285679"/>
                </a:cubicBezTo>
                <a:lnTo>
                  <a:pt x="152424" y="252246"/>
                </a:lnTo>
                <a:lnTo>
                  <a:pt x="171474" y="260056"/>
                </a:lnTo>
                <a:lnTo>
                  <a:pt x="171474" y="322921"/>
                </a:lnTo>
                <a:cubicBezTo>
                  <a:pt x="171474" y="333018"/>
                  <a:pt x="176808" y="342352"/>
                  <a:pt x="185380" y="347401"/>
                </a:cubicBezTo>
                <a:cubicBezTo>
                  <a:pt x="200430" y="356354"/>
                  <a:pt x="231101" y="371404"/>
                  <a:pt x="266724" y="371404"/>
                </a:cubicBezTo>
                <a:cubicBezTo>
                  <a:pt x="302347" y="371404"/>
                  <a:pt x="333018" y="356354"/>
                  <a:pt x="348067" y="347496"/>
                </a:cubicBezTo>
                <a:cubicBezTo>
                  <a:pt x="356640" y="342448"/>
                  <a:pt x="361974" y="333018"/>
                  <a:pt x="361974" y="323017"/>
                </a:cubicBezTo>
                <a:lnTo>
                  <a:pt x="361974" y="260152"/>
                </a:lnTo>
                <a:close/>
                <a:moveTo>
                  <a:pt x="342829" y="323017"/>
                </a:moveTo>
                <a:cubicBezTo>
                  <a:pt x="342829" y="326350"/>
                  <a:pt x="341114" y="329494"/>
                  <a:pt x="338352" y="331113"/>
                </a:cubicBezTo>
                <a:cubicBezTo>
                  <a:pt x="324922" y="339019"/>
                  <a:pt x="297776" y="352449"/>
                  <a:pt x="266629" y="352449"/>
                </a:cubicBezTo>
                <a:cubicBezTo>
                  <a:pt x="235482" y="352449"/>
                  <a:pt x="208336" y="339114"/>
                  <a:pt x="194905" y="331113"/>
                </a:cubicBezTo>
                <a:cubicBezTo>
                  <a:pt x="192143" y="329494"/>
                  <a:pt x="190429" y="326350"/>
                  <a:pt x="190429" y="323017"/>
                </a:cubicBezTo>
                <a:lnTo>
                  <a:pt x="190429" y="268057"/>
                </a:lnTo>
                <a:lnTo>
                  <a:pt x="247769" y="291679"/>
                </a:lnTo>
                <a:cubicBezTo>
                  <a:pt x="253579" y="294061"/>
                  <a:pt x="259676" y="295299"/>
                  <a:pt x="265866" y="295299"/>
                </a:cubicBezTo>
                <a:lnTo>
                  <a:pt x="267295" y="295299"/>
                </a:lnTo>
                <a:cubicBezTo>
                  <a:pt x="273582" y="295299"/>
                  <a:pt x="279678" y="294061"/>
                  <a:pt x="285393" y="291679"/>
                </a:cubicBezTo>
                <a:lnTo>
                  <a:pt x="342733" y="268057"/>
                </a:lnTo>
                <a:lnTo>
                  <a:pt x="342733" y="323017"/>
                </a:lnTo>
                <a:close/>
                <a:moveTo>
                  <a:pt x="278249" y="274058"/>
                </a:moveTo>
                <a:cubicBezTo>
                  <a:pt x="274820" y="275487"/>
                  <a:pt x="271105" y="276249"/>
                  <a:pt x="267391" y="276249"/>
                </a:cubicBezTo>
                <a:lnTo>
                  <a:pt x="265962" y="276249"/>
                </a:lnTo>
                <a:cubicBezTo>
                  <a:pt x="262247" y="276249"/>
                  <a:pt x="258533" y="275487"/>
                  <a:pt x="255103" y="274058"/>
                </a:cubicBezTo>
                <a:lnTo>
                  <a:pt x="155281" y="232910"/>
                </a:lnTo>
                <a:cubicBezTo>
                  <a:pt x="153472" y="232148"/>
                  <a:pt x="152329" y="230434"/>
                  <a:pt x="152329" y="228529"/>
                </a:cubicBezTo>
                <a:cubicBezTo>
                  <a:pt x="152329" y="226624"/>
                  <a:pt x="153472" y="224909"/>
                  <a:pt x="155281" y="224147"/>
                </a:cubicBezTo>
                <a:lnTo>
                  <a:pt x="255103" y="182999"/>
                </a:lnTo>
                <a:cubicBezTo>
                  <a:pt x="258533" y="181570"/>
                  <a:pt x="262247" y="180808"/>
                  <a:pt x="265962" y="180808"/>
                </a:cubicBezTo>
                <a:lnTo>
                  <a:pt x="267391" y="180808"/>
                </a:lnTo>
                <a:cubicBezTo>
                  <a:pt x="271105" y="180808"/>
                  <a:pt x="274820" y="181570"/>
                  <a:pt x="278249" y="182999"/>
                </a:cubicBezTo>
                <a:lnTo>
                  <a:pt x="378071" y="224147"/>
                </a:lnTo>
                <a:cubicBezTo>
                  <a:pt x="379881" y="224909"/>
                  <a:pt x="381024" y="226624"/>
                  <a:pt x="381024" y="228529"/>
                </a:cubicBezTo>
                <a:cubicBezTo>
                  <a:pt x="381024" y="230434"/>
                  <a:pt x="379881" y="232148"/>
                  <a:pt x="378071" y="232910"/>
                </a:cubicBezTo>
                <a:lnTo>
                  <a:pt x="278249" y="274058"/>
                </a:lnTo>
                <a:close/>
                <a:moveTo>
                  <a:pt x="225767" y="63841"/>
                </a:moveTo>
                <a:lnTo>
                  <a:pt x="257104" y="32504"/>
                </a:lnTo>
                <a:lnTo>
                  <a:pt x="257104" y="123849"/>
                </a:lnTo>
                <a:cubicBezTo>
                  <a:pt x="257104" y="129088"/>
                  <a:pt x="261390" y="133374"/>
                  <a:pt x="266629" y="133374"/>
                </a:cubicBezTo>
                <a:cubicBezTo>
                  <a:pt x="271867" y="133374"/>
                  <a:pt x="276154" y="129088"/>
                  <a:pt x="276154" y="123849"/>
                </a:cubicBezTo>
                <a:lnTo>
                  <a:pt x="276154" y="32504"/>
                </a:lnTo>
                <a:lnTo>
                  <a:pt x="307491" y="63841"/>
                </a:lnTo>
                <a:cubicBezTo>
                  <a:pt x="309396" y="65746"/>
                  <a:pt x="311777" y="66604"/>
                  <a:pt x="314254" y="66604"/>
                </a:cubicBezTo>
                <a:cubicBezTo>
                  <a:pt x="316730" y="66604"/>
                  <a:pt x="319111" y="65651"/>
                  <a:pt x="321017" y="63841"/>
                </a:cubicBezTo>
                <a:cubicBezTo>
                  <a:pt x="324731" y="60127"/>
                  <a:pt x="324731" y="54126"/>
                  <a:pt x="321017" y="50411"/>
                </a:cubicBezTo>
                <a:lnTo>
                  <a:pt x="273392" y="2786"/>
                </a:lnTo>
                <a:cubicBezTo>
                  <a:pt x="269677" y="-929"/>
                  <a:pt x="263676" y="-929"/>
                  <a:pt x="259961" y="2786"/>
                </a:cubicBezTo>
                <a:lnTo>
                  <a:pt x="212336" y="50411"/>
                </a:lnTo>
                <a:cubicBezTo>
                  <a:pt x="208621" y="54126"/>
                  <a:pt x="208621" y="60127"/>
                  <a:pt x="212336" y="63841"/>
                </a:cubicBezTo>
                <a:cubicBezTo>
                  <a:pt x="216051" y="67556"/>
                  <a:pt x="222052" y="67556"/>
                  <a:pt x="225767" y="63841"/>
                </a:cubicBezTo>
                <a:close/>
                <a:moveTo>
                  <a:pt x="307586" y="469511"/>
                </a:moveTo>
                <a:lnTo>
                  <a:pt x="276249" y="500848"/>
                </a:lnTo>
                <a:lnTo>
                  <a:pt x="276249" y="409504"/>
                </a:lnTo>
                <a:cubicBezTo>
                  <a:pt x="276249" y="404265"/>
                  <a:pt x="271963" y="399979"/>
                  <a:pt x="266724" y="399979"/>
                </a:cubicBezTo>
                <a:cubicBezTo>
                  <a:pt x="261485" y="399979"/>
                  <a:pt x="257199" y="404265"/>
                  <a:pt x="257199" y="409504"/>
                </a:cubicBezTo>
                <a:lnTo>
                  <a:pt x="257199" y="500848"/>
                </a:lnTo>
                <a:lnTo>
                  <a:pt x="225861" y="469511"/>
                </a:lnTo>
                <a:cubicBezTo>
                  <a:pt x="222147" y="465796"/>
                  <a:pt x="216146" y="465796"/>
                  <a:pt x="212431" y="469511"/>
                </a:cubicBezTo>
                <a:cubicBezTo>
                  <a:pt x="208716" y="473226"/>
                  <a:pt x="208716" y="479227"/>
                  <a:pt x="212431" y="482941"/>
                </a:cubicBezTo>
                <a:lnTo>
                  <a:pt x="260056" y="530566"/>
                </a:lnTo>
                <a:cubicBezTo>
                  <a:pt x="261961" y="532471"/>
                  <a:pt x="264343" y="533329"/>
                  <a:pt x="266819" y="533329"/>
                </a:cubicBezTo>
                <a:cubicBezTo>
                  <a:pt x="269296" y="533329"/>
                  <a:pt x="271677" y="532376"/>
                  <a:pt x="273582" y="530566"/>
                </a:cubicBezTo>
                <a:lnTo>
                  <a:pt x="321207" y="482941"/>
                </a:lnTo>
                <a:cubicBezTo>
                  <a:pt x="324922" y="479227"/>
                  <a:pt x="324922" y="473226"/>
                  <a:pt x="321207" y="469511"/>
                </a:cubicBezTo>
                <a:cubicBezTo>
                  <a:pt x="317492" y="465796"/>
                  <a:pt x="311492" y="465796"/>
                  <a:pt x="307777" y="469511"/>
                </a:cubicBezTo>
                <a:close/>
                <a:moveTo>
                  <a:pt x="85749" y="161949"/>
                </a:moveTo>
                <a:cubicBezTo>
                  <a:pt x="90988" y="161949"/>
                  <a:pt x="95274" y="157663"/>
                  <a:pt x="95274" y="152424"/>
                </a:cubicBezTo>
                <a:lnTo>
                  <a:pt x="95274" y="108704"/>
                </a:lnTo>
                <a:lnTo>
                  <a:pt x="155186" y="168616"/>
                </a:lnTo>
                <a:cubicBezTo>
                  <a:pt x="157091" y="170521"/>
                  <a:pt x="159472" y="171379"/>
                  <a:pt x="161949" y="171379"/>
                </a:cubicBezTo>
                <a:cubicBezTo>
                  <a:pt x="164425" y="171379"/>
                  <a:pt x="166806" y="170426"/>
                  <a:pt x="168712" y="168616"/>
                </a:cubicBezTo>
                <a:cubicBezTo>
                  <a:pt x="172426" y="164902"/>
                  <a:pt x="172426" y="158901"/>
                  <a:pt x="168712" y="155186"/>
                </a:cubicBezTo>
                <a:lnTo>
                  <a:pt x="108799" y="95274"/>
                </a:lnTo>
                <a:lnTo>
                  <a:pt x="152519" y="95274"/>
                </a:lnTo>
                <a:cubicBezTo>
                  <a:pt x="157758" y="95274"/>
                  <a:pt x="162044" y="90988"/>
                  <a:pt x="162044" y="85749"/>
                </a:cubicBezTo>
                <a:cubicBezTo>
                  <a:pt x="162044" y="80510"/>
                  <a:pt x="157758" y="76224"/>
                  <a:pt x="152519" y="76224"/>
                </a:cubicBezTo>
                <a:lnTo>
                  <a:pt x="85844" y="76224"/>
                </a:lnTo>
                <a:cubicBezTo>
                  <a:pt x="80605" y="76224"/>
                  <a:pt x="76319" y="80510"/>
                  <a:pt x="76319" y="85749"/>
                </a:cubicBezTo>
                <a:lnTo>
                  <a:pt x="76319" y="152424"/>
                </a:lnTo>
                <a:cubicBezTo>
                  <a:pt x="76319" y="157663"/>
                  <a:pt x="80605" y="161949"/>
                  <a:pt x="85844" y="161949"/>
                </a:cubicBezTo>
                <a:close/>
                <a:moveTo>
                  <a:pt x="448366" y="371499"/>
                </a:moveTo>
                <a:cubicBezTo>
                  <a:pt x="443127" y="371499"/>
                  <a:pt x="438841" y="375785"/>
                  <a:pt x="438841" y="381024"/>
                </a:cubicBezTo>
                <a:lnTo>
                  <a:pt x="438841" y="425410"/>
                </a:lnTo>
                <a:lnTo>
                  <a:pt x="378261" y="364831"/>
                </a:lnTo>
                <a:cubicBezTo>
                  <a:pt x="374547" y="361117"/>
                  <a:pt x="368546" y="361117"/>
                  <a:pt x="364831" y="364831"/>
                </a:cubicBezTo>
                <a:cubicBezTo>
                  <a:pt x="361116" y="368546"/>
                  <a:pt x="361116" y="374547"/>
                  <a:pt x="364831" y="378262"/>
                </a:cubicBezTo>
                <a:lnTo>
                  <a:pt x="424743" y="438174"/>
                </a:lnTo>
                <a:lnTo>
                  <a:pt x="381786" y="438174"/>
                </a:lnTo>
                <a:cubicBezTo>
                  <a:pt x="376547" y="438174"/>
                  <a:pt x="372261" y="442460"/>
                  <a:pt x="372261" y="447699"/>
                </a:cubicBezTo>
                <a:cubicBezTo>
                  <a:pt x="372261" y="452938"/>
                  <a:pt x="376547" y="457224"/>
                  <a:pt x="381786" y="457224"/>
                </a:cubicBezTo>
                <a:lnTo>
                  <a:pt x="448461" y="457224"/>
                </a:lnTo>
                <a:cubicBezTo>
                  <a:pt x="453700" y="457224"/>
                  <a:pt x="457986" y="452938"/>
                  <a:pt x="457986" y="447699"/>
                </a:cubicBezTo>
                <a:lnTo>
                  <a:pt x="457986" y="381024"/>
                </a:lnTo>
                <a:cubicBezTo>
                  <a:pt x="457986" y="375785"/>
                  <a:pt x="453700" y="371499"/>
                  <a:pt x="448461" y="371499"/>
                </a:cubicBezTo>
                <a:close/>
                <a:moveTo>
                  <a:pt x="155186" y="364736"/>
                </a:moveTo>
                <a:lnTo>
                  <a:pt x="95274" y="424648"/>
                </a:lnTo>
                <a:lnTo>
                  <a:pt x="95274" y="380929"/>
                </a:lnTo>
                <a:cubicBezTo>
                  <a:pt x="95274" y="375690"/>
                  <a:pt x="90988" y="371404"/>
                  <a:pt x="85749" y="371404"/>
                </a:cubicBezTo>
                <a:cubicBezTo>
                  <a:pt x="80510" y="371404"/>
                  <a:pt x="76224" y="375690"/>
                  <a:pt x="76224" y="380929"/>
                </a:cubicBezTo>
                <a:lnTo>
                  <a:pt x="76224" y="447604"/>
                </a:lnTo>
                <a:cubicBezTo>
                  <a:pt x="76224" y="452842"/>
                  <a:pt x="80510" y="457129"/>
                  <a:pt x="85749" y="457129"/>
                </a:cubicBezTo>
                <a:lnTo>
                  <a:pt x="152424" y="457129"/>
                </a:lnTo>
                <a:cubicBezTo>
                  <a:pt x="157663" y="457129"/>
                  <a:pt x="161949" y="452842"/>
                  <a:pt x="161949" y="447604"/>
                </a:cubicBezTo>
                <a:cubicBezTo>
                  <a:pt x="161949" y="442365"/>
                  <a:pt x="157663" y="438079"/>
                  <a:pt x="152424" y="438079"/>
                </a:cubicBezTo>
                <a:lnTo>
                  <a:pt x="108704" y="438079"/>
                </a:lnTo>
                <a:lnTo>
                  <a:pt x="168616" y="378166"/>
                </a:lnTo>
                <a:cubicBezTo>
                  <a:pt x="172331" y="374452"/>
                  <a:pt x="172331" y="368451"/>
                  <a:pt x="168616" y="364736"/>
                </a:cubicBezTo>
                <a:cubicBezTo>
                  <a:pt x="164902" y="361021"/>
                  <a:pt x="158901" y="361021"/>
                  <a:pt x="155186" y="364736"/>
                </a:cubicBezTo>
                <a:close/>
                <a:moveTo>
                  <a:pt x="371499" y="171474"/>
                </a:moveTo>
                <a:cubicBezTo>
                  <a:pt x="373976" y="171474"/>
                  <a:pt x="376357" y="170521"/>
                  <a:pt x="378261" y="168712"/>
                </a:cubicBezTo>
                <a:lnTo>
                  <a:pt x="438174" y="108799"/>
                </a:lnTo>
                <a:lnTo>
                  <a:pt x="438174" y="152519"/>
                </a:lnTo>
                <a:cubicBezTo>
                  <a:pt x="438174" y="157758"/>
                  <a:pt x="442460" y="162044"/>
                  <a:pt x="447699" y="162044"/>
                </a:cubicBezTo>
                <a:cubicBezTo>
                  <a:pt x="452938" y="162044"/>
                  <a:pt x="457224" y="157758"/>
                  <a:pt x="457224" y="152519"/>
                </a:cubicBezTo>
                <a:lnTo>
                  <a:pt x="457224" y="85844"/>
                </a:lnTo>
                <a:cubicBezTo>
                  <a:pt x="457224" y="80605"/>
                  <a:pt x="452938" y="76319"/>
                  <a:pt x="447699" y="76319"/>
                </a:cubicBezTo>
                <a:lnTo>
                  <a:pt x="381024" y="76319"/>
                </a:lnTo>
                <a:cubicBezTo>
                  <a:pt x="375785" y="76319"/>
                  <a:pt x="371499" y="80605"/>
                  <a:pt x="371499" y="85844"/>
                </a:cubicBezTo>
                <a:cubicBezTo>
                  <a:pt x="371499" y="91083"/>
                  <a:pt x="375785" y="95369"/>
                  <a:pt x="381024" y="95369"/>
                </a:cubicBezTo>
                <a:lnTo>
                  <a:pt x="424743" y="95369"/>
                </a:lnTo>
                <a:lnTo>
                  <a:pt x="364831" y="155281"/>
                </a:lnTo>
                <a:cubicBezTo>
                  <a:pt x="361116" y="158996"/>
                  <a:pt x="361116" y="164997"/>
                  <a:pt x="364831" y="168712"/>
                </a:cubicBezTo>
                <a:cubicBezTo>
                  <a:pt x="366736" y="170617"/>
                  <a:pt x="369118" y="171474"/>
                  <a:pt x="371594" y="171474"/>
                </a:cubicBezTo>
                <a:close/>
                <a:moveTo>
                  <a:pt x="32504" y="276249"/>
                </a:moveTo>
                <a:lnTo>
                  <a:pt x="104799" y="276249"/>
                </a:lnTo>
                <a:cubicBezTo>
                  <a:pt x="110038" y="276249"/>
                  <a:pt x="114324" y="271963"/>
                  <a:pt x="114324" y="266724"/>
                </a:cubicBezTo>
                <a:cubicBezTo>
                  <a:pt x="114324" y="261485"/>
                  <a:pt x="110038" y="257199"/>
                  <a:pt x="104799" y="257199"/>
                </a:cubicBezTo>
                <a:lnTo>
                  <a:pt x="32504" y="257199"/>
                </a:lnTo>
                <a:lnTo>
                  <a:pt x="63841" y="225862"/>
                </a:lnTo>
                <a:cubicBezTo>
                  <a:pt x="67556" y="222147"/>
                  <a:pt x="67556" y="216146"/>
                  <a:pt x="63841" y="212431"/>
                </a:cubicBezTo>
                <a:cubicBezTo>
                  <a:pt x="60127" y="208717"/>
                  <a:pt x="54126" y="208717"/>
                  <a:pt x="50411" y="212431"/>
                </a:cubicBezTo>
                <a:lnTo>
                  <a:pt x="2786" y="260056"/>
                </a:lnTo>
                <a:cubicBezTo>
                  <a:pt x="-929" y="263771"/>
                  <a:pt x="-929" y="269772"/>
                  <a:pt x="2786" y="273487"/>
                </a:cubicBezTo>
                <a:lnTo>
                  <a:pt x="50411" y="321112"/>
                </a:lnTo>
                <a:cubicBezTo>
                  <a:pt x="52316" y="323017"/>
                  <a:pt x="54697" y="323874"/>
                  <a:pt x="57174" y="323874"/>
                </a:cubicBezTo>
                <a:cubicBezTo>
                  <a:pt x="59650" y="323874"/>
                  <a:pt x="62031" y="322921"/>
                  <a:pt x="63937" y="321112"/>
                </a:cubicBezTo>
                <a:cubicBezTo>
                  <a:pt x="67651" y="317397"/>
                  <a:pt x="67651" y="311396"/>
                  <a:pt x="63937" y="307681"/>
                </a:cubicBezTo>
                <a:lnTo>
                  <a:pt x="32599" y="276344"/>
                </a:lnTo>
                <a:close/>
                <a:moveTo>
                  <a:pt x="530567" y="259961"/>
                </a:moveTo>
                <a:lnTo>
                  <a:pt x="482942" y="212336"/>
                </a:lnTo>
                <a:cubicBezTo>
                  <a:pt x="479227" y="208621"/>
                  <a:pt x="473226" y="208621"/>
                  <a:pt x="469511" y="212336"/>
                </a:cubicBezTo>
                <a:cubicBezTo>
                  <a:pt x="465796" y="216051"/>
                  <a:pt x="465796" y="222052"/>
                  <a:pt x="469511" y="225766"/>
                </a:cubicBezTo>
                <a:lnTo>
                  <a:pt x="500849" y="257104"/>
                </a:lnTo>
                <a:lnTo>
                  <a:pt x="428554" y="257104"/>
                </a:lnTo>
                <a:cubicBezTo>
                  <a:pt x="423315" y="257104"/>
                  <a:pt x="419029" y="261390"/>
                  <a:pt x="419029" y="266629"/>
                </a:cubicBezTo>
                <a:cubicBezTo>
                  <a:pt x="419029" y="271867"/>
                  <a:pt x="423315" y="276154"/>
                  <a:pt x="428554" y="276154"/>
                </a:cubicBezTo>
                <a:lnTo>
                  <a:pt x="500849" y="276154"/>
                </a:lnTo>
                <a:lnTo>
                  <a:pt x="469511" y="307491"/>
                </a:lnTo>
                <a:cubicBezTo>
                  <a:pt x="465796" y="311205"/>
                  <a:pt x="465796" y="317206"/>
                  <a:pt x="469511" y="320921"/>
                </a:cubicBezTo>
                <a:cubicBezTo>
                  <a:pt x="471416" y="322826"/>
                  <a:pt x="473797" y="323683"/>
                  <a:pt x="476274" y="323683"/>
                </a:cubicBezTo>
                <a:cubicBezTo>
                  <a:pt x="478751" y="323683"/>
                  <a:pt x="481132" y="322731"/>
                  <a:pt x="483036" y="320921"/>
                </a:cubicBezTo>
                <a:lnTo>
                  <a:pt x="530661" y="273296"/>
                </a:lnTo>
                <a:cubicBezTo>
                  <a:pt x="534376" y="269581"/>
                  <a:pt x="534376" y="263580"/>
                  <a:pt x="530661" y="25986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29" name="Google Shape;2829;p269"/>
          <p:cNvGrpSpPr/>
          <p:nvPr/>
        </p:nvGrpSpPr>
        <p:grpSpPr>
          <a:xfrm>
            <a:off x="664824" y="1066107"/>
            <a:ext cx="428521" cy="428520"/>
            <a:chOff x="9358184" y="2764785"/>
            <a:chExt cx="495514" cy="495513"/>
          </a:xfrm>
        </p:grpSpPr>
        <p:grpSp>
          <p:nvGrpSpPr>
            <p:cNvPr id="2830" name="Google Shape;2830;p269"/>
            <p:cNvGrpSpPr/>
            <p:nvPr/>
          </p:nvGrpSpPr>
          <p:grpSpPr>
            <a:xfrm>
              <a:off x="9358184" y="2802389"/>
              <a:ext cx="457909" cy="457909"/>
              <a:chOff x="9358184" y="2802389"/>
              <a:chExt cx="457909" cy="457909"/>
            </a:xfrm>
          </p:grpSpPr>
          <p:sp>
            <p:nvSpPr>
              <p:cNvPr id="2831" name="Google Shape;2831;p269"/>
              <p:cNvSpPr/>
              <p:nvPr/>
            </p:nvSpPr>
            <p:spPr>
              <a:xfrm>
                <a:off x="9434344" y="2878548"/>
                <a:ext cx="305685" cy="305685"/>
              </a:xfrm>
              <a:custGeom>
                <a:avLst/>
                <a:gdLst/>
                <a:ahLst/>
                <a:cxnLst/>
                <a:rect l="l" t="t" r="r" b="b"/>
                <a:pathLst>
                  <a:path w="305685" h="305685" extrusionOk="0">
                    <a:moveTo>
                      <a:pt x="152795" y="305590"/>
                    </a:moveTo>
                    <a:cubicBezTo>
                      <a:pt x="68543" y="305590"/>
                      <a:pt x="0" y="237047"/>
                      <a:pt x="0" y="152795"/>
                    </a:cubicBezTo>
                    <a:cubicBezTo>
                      <a:pt x="0" y="68544"/>
                      <a:pt x="68543" y="0"/>
                      <a:pt x="152795" y="0"/>
                    </a:cubicBezTo>
                    <a:cubicBezTo>
                      <a:pt x="173453" y="0"/>
                      <a:pt x="193540" y="4094"/>
                      <a:pt x="212485" y="12090"/>
                    </a:cubicBezTo>
                    <a:cubicBezTo>
                      <a:pt x="212771" y="12186"/>
                      <a:pt x="212866" y="12471"/>
                      <a:pt x="212771" y="12757"/>
                    </a:cubicBezTo>
                    <a:cubicBezTo>
                      <a:pt x="212676" y="12947"/>
                      <a:pt x="212390" y="13138"/>
                      <a:pt x="212104" y="13042"/>
                    </a:cubicBezTo>
                    <a:cubicBezTo>
                      <a:pt x="193350" y="5046"/>
                      <a:pt x="173358" y="1047"/>
                      <a:pt x="152795" y="1047"/>
                    </a:cubicBezTo>
                    <a:cubicBezTo>
                      <a:pt x="69114" y="1047"/>
                      <a:pt x="952" y="69210"/>
                      <a:pt x="952" y="152890"/>
                    </a:cubicBezTo>
                    <a:cubicBezTo>
                      <a:pt x="952" y="236571"/>
                      <a:pt x="69114" y="304734"/>
                      <a:pt x="152795" y="304734"/>
                    </a:cubicBezTo>
                    <a:cubicBezTo>
                      <a:pt x="236475" y="304734"/>
                      <a:pt x="304639" y="236571"/>
                      <a:pt x="304639" y="152890"/>
                    </a:cubicBezTo>
                    <a:cubicBezTo>
                      <a:pt x="304639" y="132327"/>
                      <a:pt x="300640" y="112431"/>
                      <a:pt x="292643" y="93581"/>
                    </a:cubicBezTo>
                    <a:cubicBezTo>
                      <a:pt x="292548" y="93295"/>
                      <a:pt x="292643" y="93105"/>
                      <a:pt x="292929" y="92915"/>
                    </a:cubicBezTo>
                    <a:cubicBezTo>
                      <a:pt x="293215" y="92819"/>
                      <a:pt x="293405" y="92915"/>
                      <a:pt x="293595" y="93200"/>
                    </a:cubicBezTo>
                    <a:cubicBezTo>
                      <a:pt x="301592" y="112145"/>
                      <a:pt x="305686" y="132137"/>
                      <a:pt x="305686" y="152890"/>
                    </a:cubicBezTo>
                    <a:cubicBezTo>
                      <a:pt x="305686" y="237142"/>
                      <a:pt x="237142" y="305686"/>
                      <a:pt x="152891" y="3056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2" name="Google Shape;2832;p269"/>
              <p:cNvSpPr/>
              <p:nvPr/>
            </p:nvSpPr>
            <p:spPr>
              <a:xfrm>
                <a:off x="9358184" y="2802389"/>
                <a:ext cx="457909" cy="457909"/>
              </a:xfrm>
              <a:custGeom>
                <a:avLst/>
                <a:gdLst/>
                <a:ahLst/>
                <a:cxnLst/>
                <a:rect l="l" t="t" r="r" b="b"/>
                <a:pathLst>
                  <a:path w="457909" h="457909" extrusionOk="0">
                    <a:moveTo>
                      <a:pt x="228955" y="457910"/>
                    </a:moveTo>
                    <a:cubicBezTo>
                      <a:pt x="102720" y="457910"/>
                      <a:pt x="0" y="355189"/>
                      <a:pt x="0" y="228955"/>
                    </a:cubicBezTo>
                    <a:cubicBezTo>
                      <a:pt x="0" y="102720"/>
                      <a:pt x="102720" y="0"/>
                      <a:pt x="228955" y="0"/>
                    </a:cubicBezTo>
                    <a:cubicBezTo>
                      <a:pt x="269891" y="0"/>
                      <a:pt x="310065" y="10948"/>
                      <a:pt x="345193" y="31701"/>
                    </a:cubicBezTo>
                    <a:cubicBezTo>
                      <a:pt x="345384" y="31797"/>
                      <a:pt x="345479" y="32082"/>
                      <a:pt x="345384" y="32368"/>
                    </a:cubicBezTo>
                    <a:cubicBezTo>
                      <a:pt x="345289" y="32558"/>
                      <a:pt x="344908" y="32653"/>
                      <a:pt x="344717" y="32558"/>
                    </a:cubicBezTo>
                    <a:cubicBezTo>
                      <a:pt x="309684" y="11900"/>
                      <a:pt x="269700" y="952"/>
                      <a:pt x="228955" y="952"/>
                    </a:cubicBezTo>
                    <a:cubicBezTo>
                      <a:pt x="103196" y="952"/>
                      <a:pt x="952" y="103196"/>
                      <a:pt x="952" y="228955"/>
                    </a:cubicBezTo>
                    <a:cubicBezTo>
                      <a:pt x="952" y="354713"/>
                      <a:pt x="103196" y="456958"/>
                      <a:pt x="228955" y="456958"/>
                    </a:cubicBezTo>
                    <a:cubicBezTo>
                      <a:pt x="354713" y="456958"/>
                      <a:pt x="456958" y="354713"/>
                      <a:pt x="456958" y="228955"/>
                    </a:cubicBezTo>
                    <a:cubicBezTo>
                      <a:pt x="456958" y="188209"/>
                      <a:pt x="446010" y="148130"/>
                      <a:pt x="425352" y="113192"/>
                    </a:cubicBezTo>
                    <a:cubicBezTo>
                      <a:pt x="425256" y="113002"/>
                      <a:pt x="425352" y="112716"/>
                      <a:pt x="425542" y="112526"/>
                    </a:cubicBezTo>
                    <a:cubicBezTo>
                      <a:pt x="425732" y="112431"/>
                      <a:pt x="426018" y="112526"/>
                      <a:pt x="426208" y="112716"/>
                    </a:cubicBezTo>
                    <a:cubicBezTo>
                      <a:pt x="446962" y="147845"/>
                      <a:pt x="457910" y="188019"/>
                      <a:pt x="457910" y="228955"/>
                    </a:cubicBezTo>
                    <a:cubicBezTo>
                      <a:pt x="457910" y="355189"/>
                      <a:pt x="355190" y="457910"/>
                      <a:pt x="228955" y="457910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3" name="Google Shape;2833;p269"/>
              <p:cNvSpPr/>
              <p:nvPr/>
            </p:nvSpPr>
            <p:spPr>
              <a:xfrm>
                <a:off x="9510503" y="2954994"/>
                <a:ext cx="152985" cy="152985"/>
              </a:xfrm>
              <a:custGeom>
                <a:avLst/>
                <a:gdLst/>
                <a:ahLst/>
                <a:cxnLst/>
                <a:rect l="l" t="t" r="r" b="b"/>
                <a:pathLst>
                  <a:path w="152985" h="152985" extrusionOk="0">
                    <a:moveTo>
                      <a:pt x="76636" y="152986"/>
                    </a:moveTo>
                    <a:cubicBezTo>
                      <a:pt x="34367" y="152986"/>
                      <a:pt x="0" y="118619"/>
                      <a:pt x="0" y="76350"/>
                    </a:cubicBezTo>
                    <a:cubicBezTo>
                      <a:pt x="0" y="34081"/>
                      <a:pt x="31511" y="2475"/>
                      <a:pt x="71780" y="0"/>
                    </a:cubicBezTo>
                    <a:cubicBezTo>
                      <a:pt x="71971" y="0"/>
                      <a:pt x="72256" y="190"/>
                      <a:pt x="72256" y="476"/>
                    </a:cubicBezTo>
                    <a:cubicBezTo>
                      <a:pt x="72256" y="762"/>
                      <a:pt x="72066" y="952"/>
                      <a:pt x="71780" y="952"/>
                    </a:cubicBezTo>
                    <a:cubicBezTo>
                      <a:pt x="32082" y="3427"/>
                      <a:pt x="952" y="36652"/>
                      <a:pt x="952" y="76350"/>
                    </a:cubicBezTo>
                    <a:cubicBezTo>
                      <a:pt x="952" y="118047"/>
                      <a:pt x="34938" y="152034"/>
                      <a:pt x="76636" y="152034"/>
                    </a:cubicBezTo>
                    <a:cubicBezTo>
                      <a:pt x="118333" y="152034"/>
                      <a:pt x="149558" y="120903"/>
                      <a:pt x="152033" y="81205"/>
                    </a:cubicBezTo>
                    <a:cubicBezTo>
                      <a:pt x="152033" y="80920"/>
                      <a:pt x="152224" y="80729"/>
                      <a:pt x="152509" y="80729"/>
                    </a:cubicBezTo>
                    <a:cubicBezTo>
                      <a:pt x="152795" y="80729"/>
                      <a:pt x="152985" y="81015"/>
                      <a:pt x="152985" y="81205"/>
                    </a:cubicBezTo>
                    <a:cubicBezTo>
                      <a:pt x="150415" y="121475"/>
                      <a:pt x="116905" y="152986"/>
                      <a:pt x="76636" y="1529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834" name="Google Shape;2834;p269"/>
            <p:cNvSpPr/>
            <p:nvPr/>
          </p:nvSpPr>
          <p:spPr>
            <a:xfrm>
              <a:off x="9586615" y="2912545"/>
              <a:ext cx="119380" cy="119274"/>
            </a:xfrm>
            <a:custGeom>
              <a:avLst/>
              <a:gdLst/>
              <a:ahLst/>
              <a:cxnLst/>
              <a:rect l="l" t="t" r="r" b="b"/>
              <a:pathLst>
                <a:path w="119380" h="119274" extrusionOk="0">
                  <a:moveTo>
                    <a:pt x="524" y="119274"/>
                  </a:moveTo>
                  <a:cubicBezTo>
                    <a:pt x="524" y="119274"/>
                    <a:pt x="238" y="119274"/>
                    <a:pt x="143" y="119179"/>
                  </a:cubicBezTo>
                  <a:cubicBezTo>
                    <a:pt x="-48" y="118989"/>
                    <a:pt x="-48" y="118703"/>
                    <a:pt x="143" y="118513"/>
                  </a:cubicBezTo>
                  <a:lnTo>
                    <a:pt x="118571" y="85"/>
                  </a:lnTo>
                  <a:cubicBezTo>
                    <a:pt x="118571" y="85"/>
                    <a:pt x="119047" y="-106"/>
                    <a:pt x="119237" y="85"/>
                  </a:cubicBezTo>
                  <a:cubicBezTo>
                    <a:pt x="119428" y="275"/>
                    <a:pt x="119428" y="561"/>
                    <a:pt x="119237" y="751"/>
                  </a:cubicBezTo>
                  <a:lnTo>
                    <a:pt x="809" y="119179"/>
                  </a:lnTo>
                  <a:cubicBezTo>
                    <a:pt x="809" y="119179"/>
                    <a:pt x="619" y="119274"/>
                    <a:pt x="428" y="11927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5" name="Google Shape;2835;p269"/>
            <p:cNvSpPr/>
            <p:nvPr/>
          </p:nvSpPr>
          <p:spPr>
            <a:xfrm>
              <a:off x="9692144" y="2764785"/>
              <a:ext cx="161554" cy="161553"/>
            </a:xfrm>
            <a:custGeom>
              <a:avLst/>
              <a:gdLst/>
              <a:ahLst/>
              <a:cxnLst/>
              <a:rect l="l" t="t" r="r" b="b"/>
              <a:pathLst>
                <a:path w="161554" h="161553" extrusionOk="0">
                  <a:moveTo>
                    <a:pt x="94248" y="67306"/>
                  </a:moveTo>
                  <a:lnTo>
                    <a:pt x="80730" y="0"/>
                  </a:lnTo>
                  <a:lnTo>
                    <a:pt x="0" y="80824"/>
                  </a:lnTo>
                  <a:lnTo>
                    <a:pt x="13423" y="148130"/>
                  </a:lnTo>
                  <a:lnTo>
                    <a:pt x="80730" y="161554"/>
                  </a:lnTo>
                  <a:lnTo>
                    <a:pt x="161554" y="80824"/>
                  </a:lnTo>
                  <a:lnTo>
                    <a:pt x="94248" y="67306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16_3. Conteudo">
    <p:spTree>
      <p:nvGrpSpPr>
        <p:cNvPr id="1" name="Shape 2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7" name="Google Shape;2837;p27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838" name="Google Shape;2838;p270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9" name="Google Shape;2839;p270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0" name="Google Shape;2840;p270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1" name="Google Shape;2841;p270"/>
          <p:cNvSpPr txBox="1">
            <a:spLocks noGrp="1"/>
          </p:cNvSpPr>
          <p:nvPr>
            <p:ph type="body" idx="1"/>
          </p:nvPr>
        </p:nvSpPr>
        <p:spPr>
          <a:xfrm>
            <a:off x="3598410" y="633520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42" name="Google Shape;2842;p270"/>
          <p:cNvSpPr txBox="1">
            <a:spLocks noGrp="1"/>
          </p:cNvSpPr>
          <p:nvPr>
            <p:ph type="body" idx="2"/>
          </p:nvPr>
        </p:nvSpPr>
        <p:spPr>
          <a:xfrm>
            <a:off x="7767637" y="630987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43" name="Google Shape;2843;p270"/>
          <p:cNvSpPr/>
          <p:nvPr/>
        </p:nvSpPr>
        <p:spPr>
          <a:xfrm>
            <a:off x="200185" y="269162"/>
            <a:ext cx="2290200" cy="16713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4" name="Google Shape;2844;p270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Ponto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partida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15_3. Conteudo">
    <p:spTree>
      <p:nvGrpSpPr>
        <p:cNvPr id="1" name="Shape 2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6" name="Google Shape;2846;p27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847" name="Google Shape;2847;p271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8" name="Google Shape;2848;p271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9" name="Google Shape;2849;p271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0" name="Google Shape;2850;p271"/>
          <p:cNvSpPr txBox="1">
            <a:spLocks noGrp="1"/>
          </p:cNvSpPr>
          <p:nvPr>
            <p:ph type="body" idx="1"/>
          </p:nvPr>
        </p:nvSpPr>
        <p:spPr>
          <a:xfrm>
            <a:off x="3598334" y="2009776"/>
            <a:ext cx="8080500" cy="37392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51" name="Google Shape;2851;p271"/>
          <p:cNvSpPr/>
          <p:nvPr/>
        </p:nvSpPr>
        <p:spPr>
          <a:xfrm>
            <a:off x="200185" y="269162"/>
            <a:ext cx="2290200" cy="16713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2" name="Google Shape;2852;p271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Ponto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partida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7_1. Conteudo">
    <p:spTree>
      <p:nvGrpSpPr>
        <p:cNvPr id="1" name="Shape 2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4" name="Google Shape;2854;p272"/>
          <p:cNvSpPr txBox="1">
            <a:spLocks noGrp="1"/>
          </p:cNvSpPr>
          <p:nvPr>
            <p:ph type="body" idx="1"/>
          </p:nvPr>
        </p:nvSpPr>
        <p:spPr>
          <a:xfrm>
            <a:off x="3751838" y="21702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55" name="Google Shape;2855;p272"/>
          <p:cNvSpPr txBox="1">
            <a:spLocks noGrp="1"/>
          </p:cNvSpPr>
          <p:nvPr>
            <p:ph type="body" idx="2"/>
          </p:nvPr>
        </p:nvSpPr>
        <p:spPr>
          <a:xfrm>
            <a:off x="3751838" y="31227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56" name="Google Shape;2856;p272"/>
          <p:cNvSpPr txBox="1">
            <a:spLocks noGrp="1"/>
          </p:cNvSpPr>
          <p:nvPr>
            <p:ph type="body" idx="3"/>
          </p:nvPr>
        </p:nvSpPr>
        <p:spPr>
          <a:xfrm>
            <a:off x="3751838" y="40498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57" name="Google Shape;2857;p272"/>
          <p:cNvSpPr txBox="1">
            <a:spLocks noGrp="1"/>
          </p:cNvSpPr>
          <p:nvPr>
            <p:ph type="body" idx="4"/>
          </p:nvPr>
        </p:nvSpPr>
        <p:spPr>
          <a:xfrm>
            <a:off x="3751838" y="49896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58" name="Google Shape;2858;p272"/>
          <p:cNvSpPr txBox="1">
            <a:spLocks noGrp="1"/>
          </p:cNvSpPr>
          <p:nvPr>
            <p:ph type="body" idx="5"/>
          </p:nvPr>
        </p:nvSpPr>
        <p:spPr>
          <a:xfrm>
            <a:off x="3514725" y="559205"/>
            <a:ext cx="7208400" cy="12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59" name="Google Shape;2859;p272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0" name="Google Shape;2860;p272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14_3. Conteudo">
    <p:spTree>
      <p:nvGrpSpPr>
        <p:cNvPr id="1" name="Shape 2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2" name="Google Shape;2862;p27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863" name="Google Shape;2863;p273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4" name="Google Shape;2864;p273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5" name="Google Shape;2865;p273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6" name="Google Shape;2866;p273"/>
          <p:cNvSpPr txBox="1">
            <a:spLocks noGrp="1"/>
          </p:cNvSpPr>
          <p:nvPr>
            <p:ph type="body" idx="1"/>
          </p:nvPr>
        </p:nvSpPr>
        <p:spPr>
          <a:xfrm>
            <a:off x="3598410" y="633520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67" name="Google Shape;2867;p273"/>
          <p:cNvSpPr txBox="1">
            <a:spLocks noGrp="1"/>
          </p:cNvSpPr>
          <p:nvPr>
            <p:ph type="body" idx="2"/>
          </p:nvPr>
        </p:nvSpPr>
        <p:spPr>
          <a:xfrm>
            <a:off x="7767637" y="630987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68" name="Google Shape;2868;p273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9" name="Google Shape;2869;p273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13_3. Conteudo">
    <p:spTree>
      <p:nvGrpSpPr>
        <p:cNvPr id="1" name="Shape 2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1" name="Google Shape;2871;p27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872" name="Google Shape;2872;p274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3" name="Google Shape;2873;p274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4" name="Google Shape;2874;p274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5" name="Google Shape;2875;p274"/>
          <p:cNvSpPr>
            <a:spLocks noGrp="1"/>
          </p:cNvSpPr>
          <p:nvPr>
            <p:ph type="pic" idx="2"/>
          </p:nvPr>
        </p:nvSpPr>
        <p:spPr>
          <a:xfrm>
            <a:off x="3598408" y="2027345"/>
            <a:ext cx="8052600" cy="36999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2876" name="Google Shape;2876;p274"/>
          <p:cNvSpPr txBox="1">
            <a:spLocks noGrp="1"/>
          </p:cNvSpPr>
          <p:nvPr>
            <p:ph type="body" idx="1"/>
          </p:nvPr>
        </p:nvSpPr>
        <p:spPr>
          <a:xfrm>
            <a:off x="3598407" y="633942"/>
            <a:ext cx="80529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77" name="Google Shape;2877;p274"/>
          <p:cNvSpPr txBox="1">
            <a:spLocks noGrp="1"/>
          </p:cNvSpPr>
          <p:nvPr>
            <p:ph type="body" idx="3"/>
          </p:nvPr>
        </p:nvSpPr>
        <p:spPr>
          <a:xfrm>
            <a:off x="3598407" y="5842824"/>
            <a:ext cx="8052900" cy="3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78" name="Google Shape;2878;p274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9" name="Google Shape;2879;p274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12_3. Conteudo">
    <p:spTree>
      <p:nvGrpSpPr>
        <p:cNvPr id="1" name="Shape 2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1" name="Google Shape;2881;p27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882" name="Google Shape;2882;p275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3" name="Google Shape;2883;p275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4" name="Google Shape;2884;p275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5" name="Google Shape;2885;p275"/>
          <p:cNvSpPr txBox="1">
            <a:spLocks noGrp="1"/>
          </p:cNvSpPr>
          <p:nvPr>
            <p:ph type="body" idx="1"/>
          </p:nvPr>
        </p:nvSpPr>
        <p:spPr>
          <a:xfrm>
            <a:off x="3598409" y="619125"/>
            <a:ext cx="8052900" cy="11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86" name="Google Shape;2886;p275"/>
          <p:cNvSpPr txBox="1">
            <a:spLocks noGrp="1"/>
          </p:cNvSpPr>
          <p:nvPr>
            <p:ph type="body" idx="2"/>
          </p:nvPr>
        </p:nvSpPr>
        <p:spPr>
          <a:xfrm>
            <a:off x="3598409" y="5860191"/>
            <a:ext cx="80526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87" name="Google Shape;2887;p275"/>
          <p:cNvSpPr txBox="1"/>
          <p:nvPr/>
        </p:nvSpPr>
        <p:spPr>
          <a:xfrm>
            <a:off x="12032105" y="578620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8" name="Google Shape;2888;p275"/>
          <p:cNvSpPr txBox="1">
            <a:spLocks noGrp="1"/>
          </p:cNvSpPr>
          <p:nvPr>
            <p:ph type="body" idx="3"/>
          </p:nvPr>
        </p:nvSpPr>
        <p:spPr>
          <a:xfrm>
            <a:off x="3598409" y="2012716"/>
            <a:ext cx="8052600" cy="37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89" name="Google Shape;2889;p275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0" name="Google Shape;2890;p275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11_3. Conteudo">
    <p:spTree>
      <p:nvGrpSpPr>
        <p:cNvPr id="1" name="Shape 2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2" name="Google Shape;2892;p27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893" name="Google Shape;2893;p276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4" name="Google Shape;2894;p276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5" name="Google Shape;2895;p276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6" name="Google Shape;2896;p276"/>
          <p:cNvSpPr txBox="1">
            <a:spLocks noGrp="1"/>
          </p:cNvSpPr>
          <p:nvPr>
            <p:ph type="body" idx="1"/>
          </p:nvPr>
        </p:nvSpPr>
        <p:spPr>
          <a:xfrm>
            <a:off x="3598410" y="633942"/>
            <a:ext cx="80529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97" name="Google Shape;2897;p276"/>
          <p:cNvSpPr txBox="1">
            <a:spLocks noGrp="1"/>
          </p:cNvSpPr>
          <p:nvPr>
            <p:ph type="body" idx="2"/>
          </p:nvPr>
        </p:nvSpPr>
        <p:spPr>
          <a:xfrm>
            <a:off x="6374268" y="2372801"/>
            <a:ext cx="5277000" cy="3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98" name="Google Shape;2898;p276"/>
          <p:cNvSpPr txBox="1">
            <a:spLocks noGrp="1"/>
          </p:cNvSpPr>
          <p:nvPr>
            <p:ph type="body" idx="3"/>
          </p:nvPr>
        </p:nvSpPr>
        <p:spPr>
          <a:xfrm>
            <a:off x="3596090" y="5702430"/>
            <a:ext cx="2497500" cy="2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99" name="Google Shape;2899;p276"/>
          <p:cNvSpPr>
            <a:spLocks noGrp="1"/>
          </p:cNvSpPr>
          <p:nvPr>
            <p:ph type="pic" idx="4"/>
          </p:nvPr>
        </p:nvSpPr>
        <p:spPr>
          <a:xfrm>
            <a:off x="3596091" y="2364317"/>
            <a:ext cx="2497800" cy="32163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2900" name="Google Shape;2900;p276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1" name="Google Shape;2901;p276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10_3. Conteudo">
    <p:spTree>
      <p:nvGrpSpPr>
        <p:cNvPr id="1" name="Shape 2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3" name="Google Shape;2903;p27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904" name="Google Shape;2904;p277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5" name="Google Shape;2905;p277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6" name="Google Shape;2906;p277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7" name="Google Shape;2907;p277"/>
          <p:cNvSpPr txBox="1">
            <a:spLocks noGrp="1"/>
          </p:cNvSpPr>
          <p:nvPr>
            <p:ph type="body" idx="1"/>
          </p:nvPr>
        </p:nvSpPr>
        <p:spPr>
          <a:xfrm>
            <a:off x="3707268" y="641350"/>
            <a:ext cx="7366200" cy="17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08" name="Google Shape;2908;p277"/>
          <p:cNvSpPr txBox="1">
            <a:spLocks noGrp="1"/>
          </p:cNvSpPr>
          <p:nvPr>
            <p:ph type="body" idx="2"/>
          </p:nvPr>
        </p:nvSpPr>
        <p:spPr>
          <a:xfrm>
            <a:off x="4428690" y="2540104"/>
            <a:ext cx="6644700" cy="34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09" name="Google Shape;2909;p277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0" name="Google Shape;2910;p277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4_Title Only">
    <p:spTree>
      <p:nvGrpSpPr>
        <p:cNvPr id="1" name="Shape 2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2" name="Google Shape;2912;p27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13" name="Google Shape;2913;p278"/>
          <p:cNvSpPr/>
          <p:nvPr/>
        </p:nvSpPr>
        <p:spPr>
          <a:xfrm>
            <a:off x="3426936" y="0"/>
            <a:ext cx="8781600" cy="6886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4" name="Google Shape;2914;p278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5" name="Google Shape;2915;p278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16" name="Google Shape;2916;p278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2917" name="Google Shape;2917;p278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2918" name="Google Shape;2918;p278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2919" name="Google Shape;2919;p278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00" cy="1674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2920" name="Google Shape;2920;p278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21" name="Google Shape;2921;p278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22" name="Google Shape;2922;p278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23" name="Google Shape;2923;p278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24" name="Google Shape;2924;p278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25" name="Google Shape;2925;p278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26" name="Google Shape;2926;p278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27" name="Google Shape;2927;p278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2928" name="Google Shape;2928;p278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9" name="Google Shape;2929;p278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6_Título e Conteúdo">
    <p:spTree>
      <p:nvGrpSpPr>
        <p:cNvPr id="1" name="Shape 2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1" name="Google Shape;2931;p27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2" name="Google Shape;2932;p27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933" name="Google Shape;2933;p279"/>
          <p:cNvSpPr txBox="1">
            <a:spLocks noGrp="1"/>
          </p:cNvSpPr>
          <p:nvPr>
            <p:ph type="body" idx="1"/>
          </p:nvPr>
        </p:nvSpPr>
        <p:spPr>
          <a:xfrm>
            <a:off x="3178176" y="1031875"/>
            <a:ext cx="46164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34" name="Google Shape;2934;p279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5" name="Google Shape;2935;p279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84" Type="http://schemas.openxmlformats.org/officeDocument/2006/relationships/slideLayout" Target="../slideLayouts/slideLayout84.xml"/><Relationship Id="rId89" Type="http://schemas.openxmlformats.org/officeDocument/2006/relationships/slideLayout" Target="../slideLayouts/slideLayout89.xml"/><Relationship Id="rId1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74" Type="http://schemas.openxmlformats.org/officeDocument/2006/relationships/slideLayout" Target="../slideLayouts/slideLayout74.xml"/><Relationship Id="rId79" Type="http://schemas.openxmlformats.org/officeDocument/2006/relationships/slideLayout" Target="../slideLayouts/slideLayout79.xml"/><Relationship Id="rId5" Type="http://schemas.openxmlformats.org/officeDocument/2006/relationships/slideLayout" Target="../slideLayouts/slideLayout5.xml"/><Relationship Id="rId90" Type="http://schemas.openxmlformats.org/officeDocument/2006/relationships/slideLayout" Target="../slideLayouts/slideLayout90.xml"/><Relationship Id="rId95" Type="http://schemas.openxmlformats.org/officeDocument/2006/relationships/slideLayout" Target="../slideLayouts/slideLayout95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80" Type="http://schemas.openxmlformats.org/officeDocument/2006/relationships/slideLayout" Target="../slideLayouts/slideLayout80.xml"/><Relationship Id="rId85" Type="http://schemas.openxmlformats.org/officeDocument/2006/relationships/slideLayout" Target="../slideLayouts/slideLayout85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83" Type="http://schemas.openxmlformats.org/officeDocument/2006/relationships/slideLayout" Target="../slideLayouts/slideLayout83.xml"/><Relationship Id="rId88" Type="http://schemas.openxmlformats.org/officeDocument/2006/relationships/slideLayout" Target="../slideLayouts/slideLayout88.xml"/><Relationship Id="rId91" Type="http://schemas.openxmlformats.org/officeDocument/2006/relationships/slideLayout" Target="../slideLayouts/slideLayout91.xml"/><Relationship Id="rId96" Type="http://schemas.openxmlformats.org/officeDocument/2006/relationships/slideLayout" Target="../slideLayouts/slideLayout9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81" Type="http://schemas.openxmlformats.org/officeDocument/2006/relationships/slideLayout" Target="../slideLayouts/slideLayout81.xml"/><Relationship Id="rId86" Type="http://schemas.openxmlformats.org/officeDocument/2006/relationships/slideLayout" Target="../slideLayouts/slideLayout86.xml"/><Relationship Id="rId94" Type="http://schemas.openxmlformats.org/officeDocument/2006/relationships/slideLayout" Target="../slideLayouts/slideLayout94.xml"/><Relationship Id="rId99" Type="http://schemas.openxmlformats.org/officeDocument/2006/relationships/slideLayout" Target="../slideLayouts/slideLayout9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97" Type="http://schemas.openxmlformats.org/officeDocument/2006/relationships/slideLayout" Target="../slideLayouts/slideLayout97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92" Type="http://schemas.openxmlformats.org/officeDocument/2006/relationships/slideLayout" Target="../slideLayouts/slideLayout92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66" Type="http://schemas.openxmlformats.org/officeDocument/2006/relationships/slideLayout" Target="../slideLayouts/slideLayout66.xml"/><Relationship Id="rId87" Type="http://schemas.openxmlformats.org/officeDocument/2006/relationships/slideLayout" Target="../slideLayouts/slideLayout87.xml"/><Relationship Id="rId61" Type="http://schemas.openxmlformats.org/officeDocument/2006/relationships/slideLayout" Target="../slideLayouts/slideLayout61.xml"/><Relationship Id="rId82" Type="http://schemas.openxmlformats.org/officeDocument/2006/relationships/slideLayout" Target="../slideLayouts/slideLayout82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56" Type="http://schemas.openxmlformats.org/officeDocument/2006/relationships/slideLayout" Target="../slideLayouts/slideLayout56.xml"/><Relationship Id="rId77" Type="http://schemas.openxmlformats.org/officeDocument/2006/relationships/slideLayout" Target="../slideLayouts/slideLayout77.xml"/><Relationship Id="rId100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93" Type="http://schemas.openxmlformats.org/officeDocument/2006/relationships/slideLayout" Target="../slideLayouts/slideLayout93.xml"/><Relationship Id="rId98" Type="http://schemas.openxmlformats.org/officeDocument/2006/relationships/slideLayout" Target="../slideLayouts/slideLayout9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92" r:id="rId59"/>
    <p:sldLayoutId id="2147483793" r:id="rId60"/>
    <p:sldLayoutId id="2147483794" r:id="rId61"/>
    <p:sldLayoutId id="2147483795" r:id="rId62"/>
    <p:sldLayoutId id="2147483796" r:id="rId63"/>
    <p:sldLayoutId id="2147483798" r:id="rId64"/>
    <p:sldLayoutId id="2147483799" r:id="rId65"/>
    <p:sldLayoutId id="2147483800" r:id="rId66"/>
    <p:sldLayoutId id="2147483801" r:id="rId67"/>
    <p:sldLayoutId id="2147483802" r:id="rId68"/>
    <p:sldLayoutId id="2147483803" r:id="rId69"/>
    <p:sldLayoutId id="2147483804" r:id="rId70"/>
    <p:sldLayoutId id="2147483849" r:id="rId71"/>
    <p:sldLayoutId id="2147483850" r:id="rId72"/>
    <p:sldLayoutId id="2147483851" r:id="rId73"/>
    <p:sldLayoutId id="2147483852" r:id="rId74"/>
    <p:sldLayoutId id="2147483853" r:id="rId75"/>
    <p:sldLayoutId id="2147483854" r:id="rId76"/>
    <p:sldLayoutId id="2147483855" r:id="rId77"/>
    <p:sldLayoutId id="2147483856" r:id="rId78"/>
    <p:sldLayoutId id="2147483857" r:id="rId79"/>
    <p:sldLayoutId id="2147483858" r:id="rId80"/>
    <p:sldLayoutId id="2147483859" r:id="rId81"/>
    <p:sldLayoutId id="2147483860" r:id="rId82"/>
    <p:sldLayoutId id="2147483861" r:id="rId83"/>
    <p:sldLayoutId id="2147483862" r:id="rId84"/>
    <p:sldLayoutId id="2147483907" r:id="rId85"/>
    <p:sldLayoutId id="2147483908" r:id="rId86"/>
    <p:sldLayoutId id="2147483909" r:id="rId87"/>
    <p:sldLayoutId id="2147483910" r:id="rId88"/>
    <p:sldLayoutId id="2147483911" r:id="rId89"/>
    <p:sldLayoutId id="2147483912" r:id="rId90"/>
    <p:sldLayoutId id="2147483913" r:id="rId91"/>
    <p:sldLayoutId id="2147483914" r:id="rId92"/>
    <p:sldLayoutId id="2147483915" r:id="rId93"/>
    <p:sldLayoutId id="2147483916" r:id="rId94"/>
    <p:sldLayoutId id="2147483917" r:id="rId95"/>
    <p:sldLayoutId id="2147483918" r:id="rId96"/>
    <p:sldLayoutId id="2147483919" r:id="rId97"/>
    <p:sldLayoutId id="2147483920" r:id="rId98"/>
    <p:sldLayoutId id="2147483921" r:id="rId9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io.me/articles/dicas-para-bom-code-review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ev.to/womakerscode/testes-em-python-parte-1-introducao-43ei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1.xml"/><Relationship Id="rId4" Type="http://schemas.openxmlformats.org/officeDocument/2006/relationships/hyperlink" Target="https://www.dio.me/articles/dicas-para-bom-code-review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3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3.xml"/><Relationship Id="rId6" Type="http://schemas.openxmlformats.org/officeDocument/2006/relationships/image" Target="../media/image29.png"/><Relationship Id="rId5" Type="http://schemas.openxmlformats.org/officeDocument/2006/relationships/image" Target="../media/image34.svg"/><Relationship Id="rId4" Type="http://schemas.openxmlformats.org/officeDocument/2006/relationships/image" Target="../media/image33.sv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0" name="Google Shape;4760;p423"/>
          <p:cNvSpPr txBox="1"/>
          <p:nvPr/>
        </p:nvSpPr>
        <p:spPr>
          <a:xfrm>
            <a:off x="613177" y="1651109"/>
            <a:ext cx="6894240" cy="4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8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Organizar e apresentar o projeto</a:t>
            </a:r>
            <a:endParaRPr sz="2800" b="1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761" name="Google Shape;4761;p423"/>
          <p:cNvSpPr txBox="1"/>
          <p:nvPr/>
        </p:nvSpPr>
        <p:spPr>
          <a:xfrm>
            <a:off x="613177" y="3675569"/>
            <a:ext cx="6894240" cy="6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Código da aula: SISANO1C1B4S26A</a:t>
            </a:r>
            <a:r>
              <a:rPr lang="pt-BR" sz="2000" dirty="0">
                <a:latin typeface="Poppins"/>
                <a:ea typeface="Poppins"/>
                <a:cs typeface="Poppins"/>
                <a:sym typeface="Poppins"/>
              </a:rPr>
              <a:t>4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2" name="Google Shape;4762;p423"/>
          <p:cNvSpPr txBox="1"/>
          <p:nvPr/>
        </p:nvSpPr>
        <p:spPr>
          <a:xfrm>
            <a:off x="613177" y="863883"/>
            <a:ext cx="689424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3200" b="1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Vetores e matrizes</a:t>
            </a:r>
            <a:endParaRPr sz="3200" b="1" i="0" u="none" strike="noStrike" cap="none" dirty="0">
              <a:solidFill>
                <a:srgbClr val="FF161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763" name="Google Shape;4763;p423"/>
          <p:cNvSpPr txBox="1"/>
          <p:nvPr/>
        </p:nvSpPr>
        <p:spPr>
          <a:xfrm>
            <a:off x="613177" y="2630189"/>
            <a:ext cx="689424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pt-BR" sz="2200" dirty="0">
                <a:solidFill>
                  <a:srgbClr val="BFBFB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Aula 4: Testes, revisão em pares e apresentação</a:t>
            </a:r>
            <a:endParaRPr sz="2200" b="0" i="0" u="none" strike="noStrike" cap="none" dirty="0">
              <a:solidFill>
                <a:srgbClr val="BFBFB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4764" name="Google Shape;4764;p423"/>
          <p:cNvSpPr txBox="1"/>
          <p:nvPr/>
        </p:nvSpPr>
        <p:spPr>
          <a:xfrm>
            <a:off x="3763926" y="1711842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70" name="Google Shape;4770;p424"/>
          <p:cNvPicPr preferRelativeResize="0"/>
          <p:nvPr/>
        </p:nvPicPr>
        <p:blipFill rotWithShape="1">
          <a:blip r:embed="rId3">
            <a:alphaModFix/>
          </a:blip>
          <a:srcRect l="1999" r="951"/>
          <a:stretch/>
        </p:blipFill>
        <p:spPr>
          <a:xfrm>
            <a:off x="-5171" y="1336655"/>
            <a:ext cx="12197171" cy="4987269"/>
          </a:xfrm>
          <a:prstGeom prst="rect">
            <a:avLst/>
          </a:prstGeom>
          <a:noFill/>
          <a:ln>
            <a:noFill/>
          </a:ln>
        </p:spPr>
      </p:pic>
      <p:sp>
        <p:nvSpPr>
          <p:cNvPr id="4771" name="Google Shape;4771;p424"/>
          <p:cNvSpPr/>
          <p:nvPr/>
        </p:nvSpPr>
        <p:spPr>
          <a:xfrm rot="-3439711">
            <a:off x="3101904" y="4687022"/>
            <a:ext cx="210625" cy="210625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2" name="Google Shape;4772;p424"/>
          <p:cNvSpPr/>
          <p:nvPr/>
        </p:nvSpPr>
        <p:spPr>
          <a:xfrm rot="8953936">
            <a:off x="6038159" y="1499754"/>
            <a:ext cx="210533" cy="210533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3" name="Google Shape;4773;p424"/>
          <p:cNvSpPr/>
          <p:nvPr/>
        </p:nvSpPr>
        <p:spPr>
          <a:xfrm rot="-4953060">
            <a:off x="7445868" y="2445423"/>
            <a:ext cx="210577" cy="210577"/>
          </a:xfrm>
          <a:prstGeom prst="ellipse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4" name="Google Shape;4774;p424"/>
          <p:cNvSpPr/>
          <p:nvPr/>
        </p:nvSpPr>
        <p:spPr>
          <a:xfrm rot="-2290533">
            <a:off x="8128906" y="5906016"/>
            <a:ext cx="210655" cy="210655"/>
          </a:xfrm>
          <a:prstGeom prst="ellipse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5" name="Google Shape;4775;p424"/>
          <p:cNvSpPr/>
          <p:nvPr/>
        </p:nvSpPr>
        <p:spPr>
          <a:xfrm rot="4159189">
            <a:off x="9504251" y="4023316"/>
            <a:ext cx="210675" cy="210675"/>
          </a:xfrm>
          <a:prstGeom prst="ellipse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776" name="Google Shape;4776;p424"/>
          <p:cNvGrpSpPr/>
          <p:nvPr/>
        </p:nvGrpSpPr>
        <p:grpSpPr>
          <a:xfrm>
            <a:off x="587322" y="1618499"/>
            <a:ext cx="11456514" cy="4435193"/>
            <a:chOff x="880938" y="2427625"/>
            <a:chExt cx="17183911" cy="6652457"/>
          </a:xfrm>
        </p:grpSpPr>
        <p:sp>
          <p:nvSpPr>
            <p:cNvPr id="4777" name="Google Shape;4777;p424"/>
            <p:cNvSpPr/>
            <p:nvPr/>
          </p:nvSpPr>
          <p:spPr>
            <a:xfrm>
              <a:off x="880938" y="8194174"/>
              <a:ext cx="315900" cy="315900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78" name="Google Shape;4778;p424"/>
            <p:cNvSpPr/>
            <p:nvPr/>
          </p:nvSpPr>
          <p:spPr>
            <a:xfrm>
              <a:off x="2332293" y="8194174"/>
              <a:ext cx="315900" cy="315900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79" name="Google Shape;4779;p424"/>
            <p:cNvSpPr/>
            <p:nvPr/>
          </p:nvSpPr>
          <p:spPr>
            <a:xfrm>
              <a:off x="3751845" y="8108805"/>
              <a:ext cx="315900" cy="315900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80" name="Google Shape;4780;p424"/>
            <p:cNvSpPr/>
            <p:nvPr/>
          </p:nvSpPr>
          <p:spPr>
            <a:xfrm rot="-3437456">
              <a:off x="5201675" y="5679979"/>
              <a:ext cx="315893" cy="315893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81" name="Google Shape;4781;p424"/>
            <p:cNvSpPr/>
            <p:nvPr/>
          </p:nvSpPr>
          <p:spPr>
            <a:xfrm rot="-911871">
              <a:off x="6624196" y="5419647"/>
              <a:ext cx="315846" cy="315846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82" name="Google Shape;4782;p424"/>
            <p:cNvSpPr/>
            <p:nvPr/>
          </p:nvSpPr>
          <p:spPr>
            <a:xfrm rot="-911871">
              <a:off x="7693784" y="4751289"/>
              <a:ext cx="315846" cy="315846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83" name="Google Shape;4783;p424"/>
            <p:cNvSpPr/>
            <p:nvPr/>
          </p:nvSpPr>
          <p:spPr>
            <a:xfrm rot="8951697">
              <a:off x="10518648" y="2486202"/>
              <a:ext cx="315747" cy="315747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84" name="Google Shape;4784;p424"/>
            <p:cNvSpPr/>
            <p:nvPr/>
          </p:nvSpPr>
          <p:spPr>
            <a:xfrm rot="8951697">
              <a:off x="8026147" y="3148552"/>
              <a:ext cx="315747" cy="315747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85" name="Google Shape;4785;p424"/>
            <p:cNvSpPr/>
            <p:nvPr/>
          </p:nvSpPr>
          <p:spPr>
            <a:xfrm rot="-4951441">
              <a:off x="11180622" y="6509015"/>
              <a:ext cx="315885" cy="315885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86" name="Google Shape;4786;p424"/>
            <p:cNvSpPr/>
            <p:nvPr/>
          </p:nvSpPr>
          <p:spPr>
            <a:xfrm rot="-4951441">
              <a:off x="11209836" y="5069980"/>
              <a:ext cx="315885" cy="315885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87" name="Google Shape;4787;p424"/>
            <p:cNvSpPr/>
            <p:nvPr/>
          </p:nvSpPr>
          <p:spPr>
            <a:xfrm rot="-2287966">
              <a:off x="13545981" y="8700484"/>
              <a:ext cx="315797" cy="315797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88" name="Google Shape;4788;p424"/>
            <p:cNvSpPr/>
            <p:nvPr/>
          </p:nvSpPr>
          <p:spPr>
            <a:xfrm rot="-2287966">
              <a:off x="14277258" y="7524968"/>
              <a:ext cx="315797" cy="315797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89" name="Google Shape;4789;p424"/>
            <p:cNvSpPr/>
            <p:nvPr/>
          </p:nvSpPr>
          <p:spPr>
            <a:xfrm rot="5403265">
              <a:off x="11261393" y="7971458"/>
              <a:ext cx="315900" cy="315900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90" name="Google Shape;4790;p424"/>
            <p:cNvSpPr/>
            <p:nvPr/>
          </p:nvSpPr>
          <p:spPr>
            <a:xfrm rot="4161668">
              <a:off x="14897321" y="4884642"/>
              <a:ext cx="315766" cy="315766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91" name="Google Shape;4791;p424"/>
            <p:cNvSpPr/>
            <p:nvPr/>
          </p:nvSpPr>
          <p:spPr>
            <a:xfrm rot="-9744530">
              <a:off x="17708869" y="4757143"/>
              <a:ext cx="315661" cy="315661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92" name="Google Shape;4792;p424"/>
            <p:cNvSpPr/>
            <p:nvPr/>
          </p:nvSpPr>
          <p:spPr>
            <a:xfrm rot="-9744530">
              <a:off x="16321681" y="4758619"/>
              <a:ext cx="315661" cy="315661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793" name="Google Shape;4793;p424"/>
          <p:cNvSpPr/>
          <p:nvPr/>
        </p:nvSpPr>
        <p:spPr>
          <a:xfrm>
            <a:off x="2933526" y="2830191"/>
            <a:ext cx="536100" cy="536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19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20</a:t>
            </a:r>
            <a:endParaRPr sz="19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94" name="Google Shape;4794;p424"/>
          <p:cNvCxnSpPr>
            <a:stCxn id="4793" idx="4"/>
          </p:cNvCxnSpPr>
          <p:nvPr/>
        </p:nvCxnSpPr>
        <p:spPr>
          <a:xfrm>
            <a:off x="3201576" y="3366291"/>
            <a:ext cx="0" cy="1323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795" name="Google Shape;4795;p424"/>
          <p:cNvSpPr/>
          <p:nvPr/>
        </p:nvSpPr>
        <p:spPr>
          <a:xfrm>
            <a:off x="5860040" y="626852"/>
            <a:ext cx="572400" cy="5724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25</a:t>
            </a:r>
            <a:endParaRPr sz="20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96" name="Google Shape;4796;p424"/>
          <p:cNvCxnSpPr>
            <a:stCxn id="4795" idx="4"/>
            <a:endCxn id="4772" idx="7"/>
          </p:cNvCxnSpPr>
          <p:nvPr/>
        </p:nvCxnSpPr>
        <p:spPr>
          <a:xfrm flipH="1">
            <a:off x="6117440" y="1199252"/>
            <a:ext cx="28800" cy="507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797" name="Google Shape;4797;p424"/>
          <p:cNvSpPr txBox="1"/>
          <p:nvPr/>
        </p:nvSpPr>
        <p:spPr>
          <a:xfrm>
            <a:off x="8479754" y="1199254"/>
            <a:ext cx="17286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400" b="1" i="0" u="none" strike="noStrike" cap="none" dirty="0">
                <a:solidFill>
                  <a:srgbClr val="FA161E"/>
                </a:solidFill>
                <a:latin typeface="Poppins"/>
                <a:ea typeface="Poppins"/>
                <a:cs typeface="Poppins"/>
                <a:sym typeface="Poppins"/>
              </a:rPr>
              <a:t>Você está aqui!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98" name="Google Shape;4798;p4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744266">
            <a:off x="7713734" y="1307863"/>
            <a:ext cx="595814" cy="351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9" name="Google Shape;4799;p42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2744266">
            <a:off x="2809258" y="2658683"/>
            <a:ext cx="595814" cy="3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4800" name="Google Shape;4800;p424"/>
          <p:cNvSpPr txBox="1"/>
          <p:nvPr/>
        </p:nvSpPr>
        <p:spPr>
          <a:xfrm>
            <a:off x="587325" y="3087300"/>
            <a:ext cx="22476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dirty="0">
                <a:latin typeface="Poppins"/>
                <a:ea typeface="Poppins"/>
                <a:cs typeface="Poppins"/>
                <a:sym typeface="Poppins"/>
              </a:rPr>
              <a:t>Arquivos – Entrada e saída</a:t>
            </a:r>
            <a:endParaRPr sz="17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01" name="Google Shape;4801;p424"/>
          <p:cNvSpPr txBox="1"/>
          <p:nvPr/>
        </p:nvSpPr>
        <p:spPr>
          <a:xfrm>
            <a:off x="6482155" y="723769"/>
            <a:ext cx="37245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Do menu ao sistema completo</a:t>
            </a:r>
            <a:endParaRPr sz="17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02" name="Google Shape;4802;p424"/>
          <p:cNvSpPr/>
          <p:nvPr/>
        </p:nvSpPr>
        <p:spPr>
          <a:xfrm>
            <a:off x="113993" y="891153"/>
            <a:ext cx="2098800" cy="1571100"/>
          </a:xfrm>
          <a:prstGeom prst="roundRect">
            <a:avLst>
              <a:gd name="adj" fmla="val 16667"/>
            </a:avLst>
          </a:prstGeom>
          <a:solidFill>
            <a:srgbClr val="FF16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3" name="Google Shape;4803;p424"/>
          <p:cNvSpPr txBox="1"/>
          <p:nvPr/>
        </p:nvSpPr>
        <p:spPr>
          <a:xfrm>
            <a:off x="135519" y="1439639"/>
            <a:ext cx="18657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pt-BR" sz="13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Vetores e matrizes</a:t>
            </a:r>
            <a:endParaRPr sz="1300" b="1" i="0" u="none" strike="noStrike" cap="none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04" name="Google Shape;4804;p424"/>
          <p:cNvSpPr/>
          <p:nvPr/>
        </p:nvSpPr>
        <p:spPr>
          <a:xfrm>
            <a:off x="2078851" y="383070"/>
            <a:ext cx="2549700" cy="2090700"/>
          </a:xfrm>
          <a:prstGeom prst="roundRect">
            <a:avLst>
              <a:gd name="adj" fmla="val 1407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5" name="Google Shape;4805;p424"/>
          <p:cNvSpPr txBox="1"/>
          <p:nvPr/>
        </p:nvSpPr>
        <p:spPr>
          <a:xfrm>
            <a:off x="2160045" y="891153"/>
            <a:ext cx="2435700" cy="13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pt-BR" sz="21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Mapa da Unidade </a:t>
            </a:r>
            <a:r>
              <a:rPr lang="pt-BR" sz="21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6</a:t>
            </a:r>
            <a:r>
              <a:rPr lang="pt-BR" sz="21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  Componente 1</a:t>
            </a:r>
            <a:endParaRPr sz="21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1" i="0" u="none" strike="noStrike" cap="none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06" name="Google Shape;4806;p424"/>
          <p:cNvSpPr/>
          <p:nvPr/>
        </p:nvSpPr>
        <p:spPr>
          <a:xfrm>
            <a:off x="7817898" y="1482704"/>
            <a:ext cx="572400" cy="572400"/>
          </a:xfrm>
          <a:prstGeom prst="ellipse">
            <a:avLst/>
          </a:prstGeom>
          <a:solidFill>
            <a:srgbClr val="FA161E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26</a:t>
            </a:r>
            <a:endParaRPr sz="20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7" name="Google Shape;4807;p424"/>
          <p:cNvSpPr txBox="1"/>
          <p:nvPr/>
        </p:nvSpPr>
        <p:spPr>
          <a:xfrm>
            <a:off x="8465913" y="1421801"/>
            <a:ext cx="37245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Organizar e apresentar </a:t>
            </a:r>
            <a:endParaRPr sz="17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 projeto</a:t>
            </a:r>
            <a:endParaRPr sz="17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4808" name="Google Shape;4808;p424"/>
          <p:cNvCxnSpPr>
            <a:cxnSpLocks/>
            <a:stCxn id="4806" idx="2"/>
            <a:endCxn id="4783" idx="1"/>
          </p:cNvCxnSpPr>
          <p:nvPr/>
        </p:nvCxnSpPr>
        <p:spPr>
          <a:xfrm flipH="1">
            <a:off x="7220080" y="1768904"/>
            <a:ext cx="597818" cy="19713"/>
          </a:xfrm>
          <a:prstGeom prst="straightConnector1">
            <a:avLst/>
          </a:prstGeom>
          <a:noFill/>
          <a:ln w="9525" cap="flat" cmpd="sng">
            <a:solidFill>
              <a:srgbClr val="FA161E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4810" name="Google Shape;4810;p42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2744266">
            <a:off x="5750994" y="460537"/>
            <a:ext cx="595814" cy="3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4811" name="Google Shape;4811;p424"/>
          <p:cNvSpPr/>
          <p:nvPr/>
        </p:nvSpPr>
        <p:spPr>
          <a:xfrm rot="8953936">
            <a:off x="7011678" y="1657060"/>
            <a:ext cx="210533" cy="210533"/>
          </a:xfrm>
          <a:prstGeom prst="ellipse">
            <a:avLst/>
          </a:prstGeom>
          <a:solidFill>
            <a:srgbClr val="FF161F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6" name="Google Shape;4816;p425"/>
          <p:cNvPicPr preferRelativeResize="0"/>
          <p:nvPr/>
        </p:nvPicPr>
        <p:blipFill rotWithShape="1">
          <a:blip r:embed="rId3">
            <a:alphaModFix/>
          </a:blip>
          <a:srcRect l="-398" t="30200" r="53549" b="6021"/>
          <a:stretch/>
        </p:blipFill>
        <p:spPr>
          <a:xfrm rot="-573652">
            <a:off x="5678584" y="2638764"/>
            <a:ext cx="8603296" cy="4647676"/>
          </a:xfrm>
          <a:prstGeom prst="rect">
            <a:avLst/>
          </a:prstGeom>
          <a:noFill/>
          <a:ln>
            <a:noFill/>
          </a:ln>
        </p:spPr>
      </p:pic>
      <p:sp>
        <p:nvSpPr>
          <p:cNvPr id="4817" name="Google Shape;4817;p425"/>
          <p:cNvSpPr/>
          <p:nvPr/>
        </p:nvSpPr>
        <p:spPr>
          <a:xfrm rot="-3438164">
            <a:off x="10617304" y="5326466"/>
            <a:ext cx="408182" cy="408182"/>
          </a:xfrm>
          <a:prstGeom prst="ellipse">
            <a:avLst/>
          </a:prstGeom>
          <a:solidFill>
            <a:srgbClr val="FA161E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8" name="Google Shape;4818;p425"/>
          <p:cNvSpPr/>
          <p:nvPr/>
        </p:nvSpPr>
        <p:spPr>
          <a:xfrm>
            <a:off x="9084502" y="3402930"/>
            <a:ext cx="1317300" cy="1317300"/>
          </a:xfrm>
          <a:prstGeom prst="ellipse">
            <a:avLst/>
          </a:prstGeom>
          <a:solidFill>
            <a:srgbClr val="FA161E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lang="pt-BR" sz="42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r>
              <a:rPr lang="pt-BR" sz="42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6</a:t>
            </a:r>
            <a:endParaRPr sz="42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19" name="Google Shape;4819;p425"/>
          <p:cNvCxnSpPr/>
          <p:nvPr/>
        </p:nvCxnSpPr>
        <p:spPr>
          <a:xfrm>
            <a:off x="10016903" y="4528943"/>
            <a:ext cx="634200" cy="900300"/>
          </a:xfrm>
          <a:prstGeom prst="straightConnector1">
            <a:avLst/>
          </a:prstGeom>
          <a:noFill/>
          <a:ln w="9525" cap="flat" cmpd="sng">
            <a:solidFill>
              <a:srgbClr val="FA161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20" name="Google Shape;4820;p425"/>
          <p:cNvSpPr txBox="1"/>
          <p:nvPr/>
        </p:nvSpPr>
        <p:spPr>
          <a:xfrm>
            <a:off x="3380131" y="4922697"/>
            <a:ext cx="4487700" cy="6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pt-BR" sz="18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Código da aula: SISANO1C1B4S2</a:t>
            </a:r>
            <a:r>
              <a:rPr lang="pt-BR" sz="1800" dirty="0">
                <a:latin typeface="Poppins"/>
                <a:ea typeface="Poppins"/>
                <a:cs typeface="Poppins"/>
                <a:sym typeface="Poppins"/>
              </a:rPr>
              <a:t>6</a:t>
            </a:r>
            <a:r>
              <a:rPr lang="pt-BR" sz="18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pt-BR" sz="1800" dirty="0">
                <a:latin typeface="Poppins"/>
                <a:ea typeface="Poppins"/>
                <a:cs typeface="Poppins"/>
                <a:sym typeface="Poppins"/>
              </a:rPr>
              <a:t>4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1" name="Google Shape;4821;p425"/>
          <p:cNvSpPr txBox="1"/>
          <p:nvPr/>
        </p:nvSpPr>
        <p:spPr>
          <a:xfrm>
            <a:off x="365760" y="27432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2" name="Google Shape;4822;p425"/>
          <p:cNvSpPr txBox="1"/>
          <p:nvPr/>
        </p:nvSpPr>
        <p:spPr>
          <a:xfrm>
            <a:off x="154176" y="1212563"/>
            <a:ext cx="1865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pt-BR" sz="13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Nome da unidade curricular</a:t>
            </a:r>
            <a:endParaRPr sz="13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3" name="Google Shape;4823;p425"/>
          <p:cNvSpPr txBox="1"/>
          <p:nvPr/>
        </p:nvSpPr>
        <p:spPr>
          <a:xfrm>
            <a:off x="2113937" y="653818"/>
            <a:ext cx="2435700" cy="10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pt-BR" sz="21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Mapa da Unidade X   Componente Y</a:t>
            </a:r>
            <a:endParaRPr sz="2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4" name="Google Shape;4824;p425"/>
          <p:cNvSpPr txBox="1"/>
          <p:nvPr/>
        </p:nvSpPr>
        <p:spPr>
          <a:xfrm>
            <a:off x="3361975" y="3203825"/>
            <a:ext cx="6495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000" dirty="0">
                <a:latin typeface="Poppins"/>
                <a:ea typeface="Poppins"/>
                <a:cs typeface="Poppins"/>
                <a:sym typeface="Poppins"/>
              </a:rPr>
              <a:t>Organizar e apresentar o projeto</a:t>
            </a:r>
            <a:endParaRPr sz="20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25" name="Google Shape;4825;p425"/>
          <p:cNvSpPr txBox="1"/>
          <p:nvPr/>
        </p:nvSpPr>
        <p:spPr>
          <a:xfrm>
            <a:off x="3331829" y="2792959"/>
            <a:ext cx="25830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1" i="0" u="none" strike="noStrike" cap="none" dirty="0">
                <a:solidFill>
                  <a:srgbClr val="FA161E"/>
                </a:solidFill>
                <a:latin typeface="Poppins"/>
                <a:ea typeface="Poppins"/>
                <a:cs typeface="Poppins"/>
                <a:sym typeface="Poppins"/>
              </a:rPr>
              <a:t>Você está aqui!</a:t>
            </a: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6" name="Google Shape;4826;p425"/>
          <p:cNvSpPr txBox="1"/>
          <p:nvPr/>
        </p:nvSpPr>
        <p:spPr>
          <a:xfrm>
            <a:off x="3380126" y="3980163"/>
            <a:ext cx="4894298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2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Aula 4: Testes, revisão em pares e apresentação</a:t>
            </a:r>
            <a:endParaRPr sz="22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27" name="Google Shape;4827;p425"/>
          <p:cNvSpPr/>
          <p:nvPr/>
        </p:nvSpPr>
        <p:spPr>
          <a:xfrm>
            <a:off x="113993" y="891153"/>
            <a:ext cx="2098800" cy="1571100"/>
          </a:xfrm>
          <a:prstGeom prst="roundRect">
            <a:avLst>
              <a:gd name="adj" fmla="val 16667"/>
            </a:avLst>
          </a:prstGeom>
          <a:solidFill>
            <a:srgbClr val="FF16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8" name="Google Shape;4828;p425"/>
          <p:cNvSpPr/>
          <p:nvPr/>
        </p:nvSpPr>
        <p:spPr>
          <a:xfrm>
            <a:off x="2078851" y="383070"/>
            <a:ext cx="2549700" cy="2090700"/>
          </a:xfrm>
          <a:prstGeom prst="roundRect">
            <a:avLst>
              <a:gd name="adj" fmla="val 1407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9" name="Google Shape;4829;p425"/>
          <p:cNvSpPr txBox="1"/>
          <p:nvPr/>
        </p:nvSpPr>
        <p:spPr>
          <a:xfrm>
            <a:off x="135519" y="1439639"/>
            <a:ext cx="18657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lang="pt-BR" sz="13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Vetores e matrizes</a:t>
            </a:r>
            <a:endParaRPr sz="1300" b="1" i="0" u="none" strike="noStrike" cap="none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30" name="Google Shape;4830;p425"/>
          <p:cNvSpPr txBox="1"/>
          <p:nvPr/>
        </p:nvSpPr>
        <p:spPr>
          <a:xfrm>
            <a:off x="2160045" y="891153"/>
            <a:ext cx="2435700" cy="10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pt-BR" sz="21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Mapa da Unidade </a:t>
            </a:r>
            <a:r>
              <a:rPr lang="pt-BR" sz="21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6</a:t>
            </a:r>
            <a:r>
              <a:rPr lang="pt-BR" sz="21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Componente 1</a:t>
            </a:r>
            <a:endParaRPr sz="2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5" name="Google Shape;4835;p426"/>
          <p:cNvSpPr txBox="1"/>
          <p:nvPr/>
        </p:nvSpPr>
        <p:spPr>
          <a:xfrm>
            <a:off x="6215922" y="319790"/>
            <a:ext cx="184800" cy="1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6" name="Google Shape;4836;p426"/>
          <p:cNvSpPr txBox="1">
            <a:spLocks noGrp="1"/>
          </p:cNvSpPr>
          <p:nvPr>
            <p:ph type="body" idx="1"/>
          </p:nvPr>
        </p:nvSpPr>
        <p:spPr>
          <a:xfrm>
            <a:off x="1467909" y="1390650"/>
            <a:ext cx="4044900" cy="13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pt-BR" dirty="0"/>
              <a:t>Testar o sistema, revisar o código com os colegas e apresentar o projeto, mostrando como ele integra menu, dados, regras e interação.</a:t>
            </a:r>
            <a:endParaRPr dirty="0"/>
          </a:p>
        </p:txBody>
      </p:sp>
      <p:sp>
        <p:nvSpPr>
          <p:cNvPr id="4837" name="Google Shape;4837;p426"/>
          <p:cNvSpPr txBox="1">
            <a:spLocks noGrp="1"/>
          </p:cNvSpPr>
          <p:nvPr>
            <p:ph type="body" idx="2"/>
          </p:nvPr>
        </p:nvSpPr>
        <p:spPr>
          <a:xfrm>
            <a:off x="7467375" y="1355465"/>
            <a:ext cx="4401896" cy="1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lang="pt-BR" dirty="0"/>
              <a:t>Organizar e melhorar a legibilidade de um programa em terminal já funcional, usando nomes claros, funções e redução de trechos repetidos, sem alterar o comportamento esperado.</a:t>
            </a:r>
            <a:endParaRPr dirty="0"/>
          </a:p>
        </p:txBody>
      </p:sp>
      <p:sp>
        <p:nvSpPr>
          <p:cNvPr id="4838" name="Google Shape;4838;p426"/>
          <p:cNvSpPr txBox="1">
            <a:spLocks noGrp="1"/>
          </p:cNvSpPr>
          <p:nvPr>
            <p:ph type="body" idx="3"/>
          </p:nvPr>
        </p:nvSpPr>
        <p:spPr>
          <a:xfrm>
            <a:off x="7467375" y="3649329"/>
            <a:ext cx="4276390" cy="15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lang="pt-BR" dirty="0"/>
              <a:t>Exercer autonomia ao revisar o próprio código, melhorar a organização do projeto e apresentar a solução com clareza para a turma.</a:t>
            </a:r>
            <a:endParaRPr dirty="0"/>
          </a:p>
        </p:txBody>
      </p:sp>
      <p:sp>
        <p:nvSpPr>
          <p:cNvPr id="4839" name="Google Shape;4839;p426"/>
          <p:cNvSpPr txBox="1">
            <a:spLocks noGrp="1"/>
          </p:cNvSpPr>
          <p:nvPr>
            <p:ph type="body" idx="4"/>
          </p:nvPr>
        </p:nvSpPr>
        <p:spPr>
          <a:xfrm>
            <a:off x="1467909" y="3429000"/>
            <a:ext cx="4044900" cy="10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lang="pt-BR" dirty="0"/>
              <a:t>Roteiro de atividade prática.</a:t>
            </a:r>
            <a:endParaRPr dirty="0"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lang="pt-BR" sz="15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Recurso audiovisual para exibição de vídeos e imagens.</a:t>
            </a:r>
            <a:endParaRPr dirty="0"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lang="pt-BR" sz="15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Caneta e caderno para anotações.</a:t>
            </a:r>
            <a:endParaRPr dirty="0"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lang="pt-BR" sz="15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Computador com internet.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6" name="Google Shape;4846;p427"/>
          <p:cNvSpPr txBox="1"/>
          <p:nvPr/>
        </p:nvSpPr>
        <p:spPr>
          <a:xfrm>
            <a:off x="6136640" y="88392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7" name="Google Shape;4847;p427"/>
          <p:cNvSpPr txBox="1">
            <a:spLocks noGrp="1"/>
          </p:cNvSpPr>
          <p:nvPr>
            <p:ph type="body" idx="1"/>
          </p:nvPr>
        </p:nvSpPr>
        <p:spPr>
          <a:xfrm>
            <a:off x="2857900" y="444107"/>
            <a:ext cx="8345400" cy="4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3200" b="1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Testando, revisando e apresentando: Papelaria Ponto Certo</a:t>
            </a:r>
            <a:endParaRPr sz="3200" b="1" dirty="0">
              <a:solidFill>
                <a:srgbClr val="FF161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3200" b="1" dirty="0">
              <a:solidFill>
                <a:srgbClr val="FF161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3200" b="1" dirty="0">
              <a:solidFill>
                <a:srgbClr val="FF161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49" name="Google Shape;4849;p427"/>
          <p:cNvSpPr txBox="1"/>
          <p:nvPr/>
        </p:nvSpPr>
        <p:spPr>
          <a:xfrm>
            <a:off x="9272789" y="216365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0" name="Google Shape;4850;p427"/>
          <p:cNvSpPr txBox="1"/>
          <p:nvPr/>
        </p:nvSpPr>
        <p:spPr>
          <a:xfrm>
            <a:off x="5117205" y="212930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1" name="Google Shape;4851;p427"/>
          <p:cNvSpPr txBox="1"/>
          <p:nvPr/>
        </p:nvSpPr>
        <p:spPr>
          <a:xfrm>
            <a:off x="12629882" y="401820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3" name="Google Shape;4853;p427"/>
          <p:cNvSpPr txBox="1"/>
          <p:nvPr/>
        </p:nvSpPr>
        <p:spPr>
          <a:xfrm>
            <a:off x="5346357" y="2652584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Espaço Reservado para Texto 60">
            <a:extLst>
              <a:ext uri="{FF2B5EF4-FFF2-40B4-BE49-F238E27FC236}">
                <a16:creationId xmlns:a16="http://schemas.microsoft.com/office/drawing/2014/main" id="{79235772-D241-2F5B-4807-BD493E234F91}"/>
              </a:ext>
            </a:extLst>
          </p:cNvPr>
          <p:cNvSpPr txBox="1">
            <a:spLocks/>
          </p:cNvSpPr>
          <p:nvPr/>
        </p:nvSpPr>
        <p:spPr>
          <a:xfrm>
            <a:off x="878472" y="4753181"/>
            <a:ext cx="1302752" cy="306793"/>
          </a:xfrm>
          <a:prstGeom prst="rect">
            <a:avLst/>
          </a:prstGeom>
        </p:spPr>
        <p:txBody>
          <a:bodyPr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00" b="1" i="0" u="none" strike="noStrike" cap="none" spc="0">
                <a:solidFill>
                  <a:srgbClr val="000000"/>
                </a:solidFill>
                <a:latin typeface="Poppins" pitchFamily="2" charset="77"/>
                <a:ea typeface="Arial"/>
                <a:cs typeface="Poppins" pitchFamily="2" charset="77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1100" dirty="0"/>
              <a:t>Durante a aula</a:t>
            </a:r>
          </a:p>
        </p:txBody>
      </p:sp>
      <p:sp>
        <p:nvSpPr>
          <p:cNvPr id="5" name="Espaço Reservado para Texto 60">
            <a:extLst>
              <a:ext uri="{FF2B5EF4-FFF2-40B4-BE49-F238E27FC236}">
                <a16:creationId xmlns:a16="http://schemas.microsoft.com/office/drawing/2014/main" id="{FB6D453A-EB2C-1D5C-E47B-59756803409A}"/>
              </a:ext>
            </a:extLst>
          </p:cNvPr>
          <p:cNvSpPr txBox="1">
            <a:spLocks/>
          </p:cNvSpPr>
          <p:nvPr/>
        </p:nvSpPr>
        <p:spPr>
          <a:xfrm>
            <a:off x="878473" y="5194925"/>
            <a:ext cx="1180177" cy="306793"/>
          </a:xfrm>
          <a:prstGeom prst="rect">
            <a:avLst/>
          </a:prstGeom>
        </p:spPr>
        <p:txBody>
          <a:bodyPr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00" b="1" i="0" u="none" strike="noStrike" cap="none" spc="0">
                <a:solidFill>
                  <a:srgbClr val="000000"/>
                </a:solidFill>
                <a:latin typeface="Poppins" pitchFamily="2" charset="77"/>
                <a:ea typeface="Arial"/>
                <a:cs typeface="Poppins" pitchFamily="2" charset="77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1100" dirty="0"/>
              <a:t>Em duplas</a:t>
            </a:r>
          </a:p>
        </p:txBody>
      </p:sp>
      <p:grpSp>
        <p:nvGrpSpPr>
          <p:cNvPr id="6" name="Google Shape;474;p35">
            <a:extLst>
              <a:ext uri="{FF2B5EF4-FFF2-40B4-BE49-F238E27FC236}">
                <a16:creationId xmlns:a16="http://schemas.microsoft.com/office/drawing/2014/main" id="{EAB2F30A-51FA-AFBC-4665-3A0D5B0E5DAB}"/>
              </a:ext>
            </a:extLst>
          </p:cNvPr>
          <p:cNvGrpSpPr/>
          <p:nvPr/>
        </p:nvGrpSpPr>
        <p:grpSpPr>
          <a:xfrm>
            <a:off x="464298" y="4726001"/>
            <a:ext cx="284745" cy="286039"/>
            <a:chOff x="11797069" y="2783619"/>
            <a:chExt cx="427118" cy="429059"/>
          </a:xfrm>
          <a:noFill/>
        </p:grpSpPr>
        <p:sp>
          <p:nvSpPr>
            <p:cNvPr id="7" name="Google Shape;475;p35">
              <a:extLst>
                <a:ext uri="{FF2B5EF4-FFF2-40B4-BE49-F238E27FC236}">
                  <a16:creationId xmlns:a16="http://schemas.microsoft.com/office/drawing/2014/main" id="{2D172FDC-EBC3-9B27-B4E2-7F22CD22D499}"/>
                </a:ext>
              </a:extLst>
            </p:cNvPr>
            <p:cNvSpPr/>
            <p:nvPr/>
          </p:nvSpPr>
          <p:spPr>
            <a:xfrm>
              <a:off x="11797069" y="2931169"/>
              <a:ext cx="427118" cy="281509"/>
            </a:xfrm>
            <a:custGeom>
              <a:avLst/>
              <a:gdLst/>
              <a:ahLst/>
              <a:cxnLst/>
              <a:rect l="l" t="t" r="r" b="b"/>
              <a:pathLst>
                <a:path w="427118" h="281509" extrusionOk="0">
                  <a:moveTo>
                    <a:pt x="0" y="0"/>
                  </a:moveTo>
                  <a:lnTo>
                    <a:pt x="0" y="223266"/>
                  </a:lnTo>
                  <a:cubicBezTo>
                    <a:pt x="0" y="255397"/>
                    <a:pt x="26112" y="281510"/>
                    <a:pt x="58243" y="281510"/>
                  </a:cubicBezTo>
                  <a:lnTo>
                    <a:pt x="368875" y="281510"/>
                  </a:lnTo>
                  <a:cubicBezTo>
                    <a:pt x="401006" y="281510"/>
                    <a:pt x="427118" y="255397"/>
                    <a:pt x="427118" y="223266"/>
                  </a:cubicBezTo>
                  <a:lnTo>
                    <a:pt x="4271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905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>
                <a:buSzPts val="1800"/>
              </a:pPr>
              <a:endParaRPr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476;p35">
              <a:extLst>
                <a:ext uri="{FF2B5EF4-FFF2-40B4-BE49-F238E27FC236}">
                  <a16:creationId xmlns:a16="http://schemas.microsoft.com/office/drawing/2014/main" id="{7809620D-7010-F459-61F4-D7AA38DC6D56}"/>
                </a:ext>
              </a:extLst>
            </p:cNvPr>
            <p:cNvSpPr/>
            <p:nvPr/>
          </p:nvSpPr>
          <p:spPr>
            <a:xfrm>
              <a:off x="11797069" y="2824389"/>
              <a:ext cx="427118" cy="106779"/>
            </a:xfrm>
            <a:custGeom>
              <a:avLst/>
              <a:gdLst/>
              <a:ahLst/>
              <a:cxnLst/>
              <a:rect l="l" t="t" r="r" b="b"/>
              <a:pathLst>
                <a:path w="427118" h="106779" extrusionOk="0">
                  <a:moveTo>
                    <a:pt x="368875" y="0"/>
                  </a:moveTo>
                  <a:lnTo>
                    <a:pt x="357226" y="0"/>
                  </a:lnTo>
                  <a:lnTo>
                    <a:pt x="357226" y="17473"/>
                  </a:lnTo>
                  <a:cubicBezTo>
                    <a:pt x="357226" y="30384"/>
                    <a:pt x="346839" y="40770"/>
                    <a:pt x="333929" y="40770"/>
                  </a:cubicBezTo>
                  <a:cubicBezTo>
                    <a:pt x="321018" y="40770"/>
                    <a:pt x="310631" y="30384"/>
                    <a:pt x="310631" y="17473"/>
                  </a:cubicBezTo>
                  <a:lnTo>
                    <a:pt x="310631" y="0"/>
                  </a:lnTo>
                  <a:lnTo>
                    <a:pt x="116487" y="0"/>
                  </a:lnTo>
                  <a:lnTo>
                    <a:pt x="116487" y="17473"/>
                  </a:lnTo>
                  <a:cubicBezTo>
                    <a:pt x="116487" y="30384"/>
                    <a:pt x="106100" y="40770"/>
                    <a:pt x="93189" y="40770"/>
                  </a:cubicBezTo>
                  <a:cubicBezTo>
                    <a:pt x="80279" y="40770"/>
                    <a:pt x="69892" y="30384"/>
                    <a:pt x="69892" y="17473"/>
                  </a:cubicBezTo>
                  <a:lnTo>
                    <a:pt x="69892" y="0"/>
                  </a:lnTo>
                  <a:lnTo>
                    <a:pt x="58243" y="0"/>
                  </a:lnTo>
                  <a:cubicBezTo>
                    <a:pt x="26112" y="0"/>
                    <a:pt x="0" y="26112"/>
                    <a:pt x="0" y="58243"/>
                  </a:cubicBezTo>
                  <a:lnTo>
                    <a:pt x="0" y="106780"/>
                  </a:lnTo>
                  <a:lnTo>
                    <a:pt x="427118" y="106780"/>
                  </a:lnTo>
                  <a:lnTo>
                    <a:pt x="427118" y="58243"/>
                  </a:lnTo>
                  <a:cubicBezTo>
                    <a:pt x="427118" y="26112"/>
                    <a:pt x="401006" y="0"/>
                    <a:pt x="368875" y="0"/>
                  </a:cubicBezTo>
                  <a:close/>
                </a:path>
              </a:pathLst>
            </a:custGeom>
            <a:grpFill/>
            <a:ln w="1905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>
                <a:buSzPts val="1800"/>
              </a:pPr>
              <a:endParaRPr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477;p35">
              <a:extLst>
                <a:ext uri="{FF2B5EF4-FFF2-40B4-BE49-F238E27FC236}">
                  <a16:creationId xmlns:a16="http://schemas.microsoft.com/office/drawing/2014/main" id="{1956878B-FF20-B704-1939-2ECC5C8743C5}"/>
                </a:ext>
              </a:extLst>
            </p:cNvPr>
            <p:cNvSpPr/>
            <p:nvPr/>
          </p:nvSpPr>
          <p:spPr>
            <a:xfrm>
              <a:off x="11866961" y="2783619"/>
              <a:ext cx="46594" cy="81540"/>
            </a:xfrm>
            <a:custGeom>
              <a:avLst/>
              <a:gdLst/>
              <a:ahLst/>
              <a:cxnLst/>
              <a:rect l="l" t="t" r="r" b="b"/>
              <a:pathLst>
                <a:path w="46594" h="81540" extrusionOk="0">
                  <a:moveTo>
                    <a:pt x="23297" y="0"/>
                  </a:moveTo>
                  <a:cubicBezTo>
                    <a:pt x="10387" y="0"/>
                    <a:pt x="0" y="10387"/>
                    <a:pt x="0" y="23297"/>
                  </a:cubicBezTo>
                  <a:lnTo>
                    <a:pt x="0" y="58243"/>
                  </a:lnTo>
                  <a:cubicBezTo>
                    <a:pt x="0" y="71154"/>
                    <a:pt x="10387" y="81541"/>
                    <a:pt x="23297" y="81541"/>
                  </a:cubicBezTo>
                  <a:cubicBezTo>
                    <a:pt x="36208" y="81541"/>
                    <a:pt x="46595" y="71154"/>
                    <a:pt x="46595" y="58243"/>
                  </a:cubicBezTo>
                  <a:lnTo>
                    <a:pt x="46595" y="23297"/>
                  </a:lnTo>
                  <a:cubicBezTo>
                    <a:pt x="46595" y="10387"/>
                    <a:pt x="36208" y="0"/>
                    <a:pt x="23297" y="0"/>
                  </a:cubicBezTo>
                  <a:close/>
                </a:path>
              </a:pathLst>
            </a:custGeom>
            <a:grpFill/>
            <a:ln w="1905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>
                <a:buSzPts val="1800"/>
              </a:pPr>
              <a:endParaRPr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478;p35">
              <a:extLst>
                <a:ext uri="{FF2B5EF4-FFF2-40B4-BE49-F238E27FC236}">
                  <a16:creationId xmlns:a16="http://schemas.microsoft.com/office/drawing/2014/main" id="{A0F0AE0D-495F-80FF-D5E7-0CC88F3EFFD1}"/>
                </a:ext>
              </a:extLst>
            </p:cNvPr>
            <p:cNvSpPr/>
            <p:nvPr/>
          </p:nvSpPr>
          <p:spPr>
            <a:xfrm>
              <a:off x="12107700" y="2783619"/>
              <a:ext cx="46594" cy="81540"/>
            </a:xfrm>
            <a:custGeom>
              <a:avLst/>
              <a:gdLst/>
              <a:ahLst/>
              <a:cxnLst/>
              <a:rect l="l" t="t" r="r" b="b"/>
              <a:pathLst>
                <a:path w="46594" h="81540" extrusionOk="0">
                  <a:moveTo>
                    <a:pt x="23297" y="0"/>
                  </a:moveTo>
                  <a:cubicBezTo>
                    <a:pt x="10387" y="0"/>
                    <a:pt x="0" y="10387"/>
                    <a:pt x="0" y="23297"/>
                  </a:cubicBezTo>
                  <a:lnTo>
                    <a:pt x="0" y="58243"/>
                  </a:lnTo>
                  <a:cubicBezTo>
                    <a:pt x="0" y="71154"/>
                    <a:pt x="10387" y="81541"/>
                    <a:pt x="23297" y="81541"/>
                  </a:cubicBezTo>
                  <a:cubicBezTo>
                    <a:pt x="36208" y="81541"/>
                    <a:pt x="46595" y="71154"/>
                    <a:pt x="46595" y="58243"/>
                  </a:cubicBezTo>
                  <a:lnTo>
                    <a:pt x="46595" y="23297"/>
                  </a:lnTo>
                  <a:cubicBezTo>
                    <a:pt x="46595" y="10387"/>
                    <a:pt x="36208" y="0"/>
                    <a:pt x="23297" y="0"/>
                  </a:cubicBezTo>
                  <a:close/>
                </a:path>
              </a:pathLst>
            </a:custGeom>
            <a:grpFill/>
            <a:ln w="19050" cap="rnd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>
                <a:buSzPts val="1800"/>
              </a:pPr>
              <a:endParaRPr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" name="Google Shape;479;p35">
              <a:extLst>
                <a:ext uri="{FF2B5EF4-FFF2-40B4-BE49-F238E27FC236}">
                  <a16:creationId xmlns:a16="http://schemas.microsoft.com/office/drawing/2014/main" id="{482BDB6B-4C28-860F-A841-E778C6D96320}"/>
                </a:ext>
              </a:extLst>
            </p:cNvPr>
            <p:cNvGrpSpPr/>
            <p:nvPr/>
          </p:nvGrpSpPr>
          <p:grpSpPr>
            <a:xfrm>
              <a:off x="11889287" y="2999120"/>
              <a:ext cx="262095" cy="145608"/>
              <a:chOff x="11889287" y="2999120"/>
              <a:chExt cx="262095" cy="145608"/>
            </a:xfrm>
            <a:grpFill/>
          </p:grpSpPr>
          <p:sp>
            <p:nvSpPr>
              <p:cNvPr id="12" name="Google Shape;480;p35">
                <a:extLst>
                  <a:ext uri="{FF2B5EF4-FFF2-40B4-BE49-F238E27FC236}">
                    <a16:creationId xmlns:a16="http://schemas.microsoft.com/office/drawing/2014/main" id="{59803DD6-768F-18E7-E18A-5938B323A567}"/>
                  </a:ext>
                </a:extLst>
              </p:cNvPr>
              <p:cNvSpPr/>
              <p:nvPr/>
            </p:nvSpPr>
            <p:spPr>
              <a:xfrm>
                <a:off x="11966945" y="299912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" name="Google Shape;481;p35">
                <a:extLst>
                  <a:ext uri="{FF2B5EF4-FFF2-40B4-BE49-F238E27FC236}">
                    <a16:creationId xmlns:a16="http://schemas.microsoft.com/office/drawing/2014/main" id="{56E9C0D7-0889-9F7F-810D-5C26C3A4B322}"/>
                  </a:ext>
                </a:extLst>
              </p:cNvPr>
              <p:cNvSpPr/>
              <p:nvPr/>
            </p:nvSpPr>
            <p:spPr>
              <a:xfrm>
                <a:off x="12044603" y="299912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" name="Google Shape;482;p35">
                <a:extLst>
                  <a:ext uri="{FF2B5EF4-FFF2-40B4-BE49-F238E27FC236}">
                    <a16:creationId xmlns:a16="http://schemas.microsoft.com/office/drawing/2014/main" id="{1DFF7449-BE32-F6DE-55BC-A27ED24FF000}"/>
                  </a:ext>
                </a:extLst>
              </p:cNvPr>
              <p:cNvSpPr/>
              <p:nvPr/>
            </p:nvSpPr>
            <p:spPr>
              <a:xfrm>
                <a:off x="12122261" y="299912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" name="Google Shape;483;p35">
                <a:extLst>
                  <a:ext uri="{FF2B5EF4-FFF2-40B4-BE49-F238E27FC236}">
                    <a16:creationId xmlns:a16="http://schemas.microsoft.com/office/drawing/2014/main" id="{E9CDDDC7-A8C7-2A66-C0E5-9BD586F81E11}"/>
                  </a:ext>
                </a:extLst>
              </p:cNvPr>
              <p:cNvSpPr/>
              <p:nvPr/>
            </p:nvSpPr>
            <p:spPr>
              <a:xfrm>
                <a:off x="11889287" y="306707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" name="Google Shape;484;p35">
                <a:extLst>
                  <a:ext uri="{FF2B5EF4-FFF2-40B4-BE49-F238E27FC236}">
                    <a16:creationId xmlns:a16="http://schemas.microsoft.com/office/drawing/2014/main" id="{BBA8A7E8-F1F7-6AAA-3C11-D02A14A6286A}"/>
                  </a:ext>
                </a:extLst>
              </p:cNvPr>
              <p:cNvSpPr/>
              <p:nvPr/>
            </p:nvSpPr>
            <p:spPr>
              <a:xfrm>
                <a:off x="11966945" y="306707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" name="Google Shape;485;p35">
                <a:extLst>
                  <a:ext uri="{FF2B5EF4-FFF2-40B4-BE49-F238E27FC236}">
                    <a16:creationId xmlns:a16="http://schemas.microsoft.com/office/drawing/2014/main" id="{7D4917BA-367D-564F-9808-436BBDABD36D}"/>
                  </a:ext>
                </a:extLst>
              </p:cNvPr>
              <p:cNvSpPr/>
              <p:nvPr/>
            </p:nvSpPr>
            <p:spPr>
              <a:xfrm>
                <a:off x="12044603" y="306707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" name="Google Shape;486;p35">
                <a:extLst>
                  <a:ext uri="{FF2B5EF4-FFF2-40B4-BE49-F238E27FC236}">
                    <a16:creationId xmlns:a16="http://schemas.microsoft.com/office/drawing/2014/main" id="{B8C579A9-0EC6-2E03-5540-A1416D34EE12}"/>
                  </a:ext>
                </a:extLst>
              </p:cNvPr>
              <p:cNvSpPr/>
              <p:nvPr/>
            </p:nvSpPr>
            <p:spPr>
              <a:xfrm>
                <a:off x="12102846" y="3047656"/>
                <a:ext cx="48536" cy="48536"/>
              </a:xfrm>
              <a:custGeom>
                <a:avLst/>
                <a:gdLst/>
                <a:ahLst/>
                <a:cxnLst/>
                <a:rect l="l" t="t" r="r" b="b"/>
                <a:pathLst>
                  <a:path w="48536" h="48536" extrusionOk="0">
                    <a:moveTo>
                      <a:pt x="48536" y="24268"/>
                    </a:moveTo>
                    <a:cubicBezTo>
                      <a:pt x="48536" y="37671"/>
                      <a:pt x="37671" y="48536"/>
                      <a:pt x="24268" y="48536"/>
                    </a:cubicBezTo>
                    <a:cubicBezTo>
                      <a:pt x="10865" y="48536"/>
                      <a:pt x="0" y="37671"/>
                      <a:pt x="0" y="24268"/>
                    </a:cubicBezTo>
                    <a:cubicBezTo>
                      <a:pt x="0" y="10865"/>
                      <a:pt x="10865" y="0"/>
                      <a:pt x="24268" y="0"/>
                    </a:cubicBezTo>
                    <a:cubicBezTo>
                      <a:pt x="37671" y="0"/>
                      <a:pt x="48536" y="10865"/>
                      <a:pt x="48536" y="24268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" name="Google Shape;487;p35">
                <a:extLst>
                  <a:ext uri="{FF2B5EF4-FFF2-40B4-BE49-F238E27FC236}">
                    <a16:creationId xmlns:a16="http://schemas.microsoft.com/office/drawing/2014/main" id="{D98C5683-F422-5643-9D0C-3C6FC1509065}"/>
                  </a:ext>
                </a:extLst>
              </p:cNvPr>
              <p:cNvSpPr/>
              <p:nvPr/>
            </p:nvSpPr>
            <p:spPr>
              <a:xfrm>
                <a:off x="11889287" y="3135021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" name="Google Shape;488;p35">
                <a:extLst>
                  <a:ext uri="{FF2B5EF4-FFF2-40B4-BE49-F238E27FC236}">
                    <a16:creationId xmlns:a16="http://schemas.microsoft.com/office/drawing/2014/main" id="{9C3E3A27-8B0A-174B-69B2-ECEBA20EE625}"/>
                  </a:ext>
                </a:extLst>
              </p:cNvPr>
              <p:cNvSpPr/>
              <p:nvPr/>
            </p:nvSpPr>
            <p:spPr>
              <a:xfrm>
                <a:off x="11966945" y="3135021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" name="Google Shape;489;p35">
                <a:extLst>
                  <a:ext uri="{FF2B5EF4-FFF2-40B4-BE49-F238E27FC236}">
                    <a16:creationId xmlns:a16="http://schemas.microsoft.com/office/drawing/2014/main" id="{5F5C09D0-7249-09BC-06E5-4804CFA680E8}"/>
                  </a:ext>
                </a:extLst>
              </p:cNvPr>
              <p:cNvSpPr/>
              <p:nvPr/>
            </p:nvSpPr>
            <p:spPr>
              <a:xfrm>
                <a:off x="12044603" y="3135021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2" name="Google Shape;490;p35">
            <a:extLst>
              <a:ext uri="{FF2B5EF4-FFF2-40B4-BE49-F238E27FC236}">
                <a16:creationId xmlns:a16="http://schemas.microsoft.com/office/drawing/2014/main" id="{EC9F5880-7011-C338-D4DB-73FF1B8CA55C}"/>
              </a:ext>
            </a:extLst>
          </p:cNvPr>
          <p:cNvGrpSpPr/>
          <p:nvPr/>
        </p:nvGrpSpPr>
        <p:grpSpPr>
          <a:xfrm>
            <a:off x="454351" y="5173639"/>
            <a:ext cx="304639" cy="301465"/>
            <a:chOff x="6941066" y="2777637"/>
            <a:chExt cx="456958" cy="452197"/>
          </a:xfrm>
          <a:noFill/>
        </p:grpSpPr>
        <p:grpSp>
          <p:nvGrpSpPr>
            <p:cNvPr id="23" name="Google Shape;491;p35">
              <a:extLst>
                <a:ext uri="{FF2B5EF4-FFF2-40B4-BE49-F238E27FC236}">
                  <a16:creationId xmlns:a16="http://schemas.microsoft.com/office/drawing/2014/main" id="{13B00017-D42A-46DD-4D45-F15D769D3CB0}"/>
                </a:ext>
              </a:extLst>
            </p:cNvPr>
            <p:cNvGrpSpPr/>
            <p:nvPr/>
          </p:nvGrpSpPr>
          <p:grpSpPr>
            <a:xfrm>
              <a:off x="7226665" y="3067995"/>
              <a:ext cx="171359" cy="161839"/>
              <a:chOff x="7226665" y="3067995"/>
              <a:chExt cx="171359" cy="161839"/>
            </a:xfrm>
            <a:grpFill/>
          </p:grpSpPr>
          <p:sp>
            <p:nvSpPr>
              <p:cNvPr id="34" name="Google Shape;492;p35">
                <a:extLst>
                  <a:ext uri="{FF2B5EF4-FFF2-40B4-BE49-F238E27FC236}">
                    <a16:creationId xmlns:a16="http://schemas.microsoft.com/office/drawing/2014/main" id="{F36E5698-A0B2-E10B-479F-A8325BDC73B1}"/>
                  </a:ext>
                </a:extLst>
              </p:cNvPr>
              <p:cNvSpPr/>
              <p:nvPr/>
            </p:nvSpPr>
            <p:spPr>
              <a:xfrm>
                <a:off x="7269504" y="3067995"/>
                <a:ext cx="85679" cy="85679"/>
              </a:xfrm>
              <a:custGeom>
                <a:avLst/>
                <a:gdLst/>
                <a:ahLst/>
                <a:cxnLst/>
                <a:rect l="l" t="t" r="r" b="b"/>
                <a:pathLst>
                  <a:path w="85679" h="85679" extrusionOk="0">
                    <a:moveTo>
                      <a:pt x="85680" y="42840"/>
                    </a:moveTo>
                    <a:cubicBezTo>
                      <a:pt x="85680" y="66500"/>
                      <a:pt x="66500" y="85680"/>
                      <a:pt x="42840" y="85680"/>
                    </a:cubicBezTo>
                    <a:cubicBezTo>
                      <a:pt x="19180" y="85680"/>
                      <a:pt x="0" y="66500"/>
                      <a:pt x="0" y="42840"/>
                    </a:cubicBezTo>
                    <a:cubicBezTo>
                      <a:pt x="0" y="19180"/>
                      <a:pt x="19180" y="0"/>
                      <a:pt x="42840" y="0"/>
                    </a:cubicBezTo>
                    <a:cubicBezTo>
                      <a:pt x="66500" y="0"/>
                      <a:pt x="85680" y="19180"/>
                      <a:pt x="85680" y="42840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" name="Google Shape;493;p35">
                <a:extLst>
                  <a:ext uri="{FF2B5EF4-FFF2-40B4-BE49-F238E27FC236}">
                    <a16:creationId xmlns:a16="http://schemas.microsoft.com/office/drawing/2014/main" id="{279D6993-679F-97A3-5508-B6179AE8A2BC}"/>
                  </a:ext>
                </a:extLst>
              </p:cNvPr>
              <p:cNvSpPr/>
              <p:nvPr/>
            </p:nvSpPr>
            <p:spPr>
              <a:xfrm>
                <a:off x="7226665" y="3162243"/>
                <a:ext cx="171359" cy="67591"/>
              </a:xfrm>
              <a:custGeom>
                <a:avLst/>
                <a:gdLst/>
                <a:ahLst/>
                <a:cxnLst/>
                <a:rect l="l" t="t" r="r" b="b"/>
                <a:pathLst>
                  <a:path w="171359" h="67591" extrusionOk="0">
                    <a:moveTo>
                      <a:pt x="171359" y="67592"/>
                    </a:moveTo>
                    <a:lnTo>
                      <a:pt x="171359" y="42840"/>
                    </a:lnTo>
                    <a:cubicBezTo>
                      <a:pt x="171359" y="19325"/>
                      <a:pt x="152129" y="0"/>
                      <a:pt x="128519" y="0"/>
                    </a:cubicBezTo>
                    <a:lnTo>
                      <a:pt x="42840" y="0"/>
                    </a:lnTo>
                    <a:cubicBezTo>
                      <a:pt x="19230" y="0"/>
                      <a:pt x="0" y="19325"/>
                      <a:pt x="0" y="42840"/>
                    </a:cubicBezTo>
                    <a:lnTo>
                      <a:pt x="0" y="67592"/>
                    </a:lnTo>
                    <a:lnTo>
                      <a:pt x="171359" y="67592"/>
                    </a:lnTo>
                    <a:close/>
                  </a:path>
                </a:pathLst>
              </a:custGeom>
              <a:grpFill/>
              <a:ln w="1905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" name="Google Shape;494;p35">
              <a:extLst>
                <a:ext uri="{FF2B5EF4-FFF2-40B4-BE49-F238E27FC236}">
                  <a16:creationId xmlns:a16="http://schemas.microsoft.com/office/drawing/2014/main" id="{583D532A-8066-4EFF-838A-67A8BE6C4E23}"/>
                </a:ext>
              </a:extLst>
            </p:cNvPr>
            <p:cNvGrpSpPr/>
            <p:nvPr/>
          </p:nvGrpSpPr>
          <p:grpSpPr>
            <a:xfrm>
              <a:off x="6941066" y="3067995"/>
              <a:ext cx="171359" cy="161839"/>
              <a:chOff x="6941066" y="3067995"/>
              <a:chExt cx="171359" cy="161839"/>
            </a:xfrm>
            <a:grpFill/>
          </p:grpSpPr>
          <p:sp>
            <p:nvSpPr>
              <p:cNvPr id="32" name="Google Shape;495;p35">
                <a:extLst>
                  <a:ext uri="{FF2B5EF4-FFF2-40B4-BE49-F238E27FC236}">
                    <a16:creationId xmlns:a16="http://schemas.microsoft.com/office/drawing/2014/main" id="{2264E669-7644-97C1-08C2-F0AB977BEA0B}"/>
                  </a:ext>
                </a:extLst>
              </p:cNvPr>
              <p:cNvSpPr/>
              <p:nvPr/>
            </p:nvSpPr>
            <p:spPr>
              <a:xfrm>
                <a:off x="6983906" y="3067995"/>
                <a:ext cx="85679" cy="85679"/>
              </a:xfrm>
              <a:custGeom>
                <a:avLst/>
                <a:gdLst/>
                <a:ahLst/>
                <a:cxnLst/>
                <a:rect l="l" t="t" r="r" b="b"/>
                <a:pathLst>
                  <a:path w="85679" h="85679" extrusionOk="0">
                    <a:moveTo>
                      <a:pt x="85680" y="42840"/>
                    </a:moveTo>
                    <a:cubicBezTo>
                      <a:pt x="85680" y="66500"/>
                      <a:pt x="66500" y="85680"/>
                      <a:pt x="42840" y="85680"/>
                    </a:cubicBezTo>
                    <a:cubicBezTo>
                      <a:pt x="19180" y="85680"/>
                      <a:pt x="0" y="66500"/>
                      <a:pt x="0" y="42840"/>
                    </a:cubicBezTo>
                    <a:cubicBezTo>
                      <a:pt x="0" y="19180"/>
                      <a:pt x="19180" y="0"/>
                      <a:pt x="42840" y="0"/>
                    </a:cubicBezTo>
                    <a:cubicBezTo>
                      <a:pt x="66500" y="0"/>
                      <a:pt x="85680" y="19180"/>
                      <a:pt x="85680" y="42840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" name="Google Shape;496;p35">
                <a:extLst>
                  <a:ext uri="{FF2B5EF4-FFF2-40B4-BE49-F238E27FC236}">
                    <a16:creationId xmlns:a16="http://schemas.microsoft.com/office/drawing/2014/main" id="{6014C803-11C3-0E0B-FEC4-2F27598CE6F8}"/>
                  </a:ext>
                </a:extLst>
              </p:cNvPr>
              <p:cNvSpPr/>
              <p:nvPr/>
            </p:nvSpPr>
            <p:spPr>
              <a:xfrm>
                <a:off x="6941066" y="3162243"/>
                <a:ext cx="171359" cy="67591"/>
              </a:xfrm>
              <a:custGeom>
                <a:avLst/>
                <a:gdLst/>
                <a:ahLst/>
                <a:cxnLst/>
                <a:rect l="l" t="t" r="r" b="b"/>
                <a:pathLst>
                  <a:path w="171359" h="67591" extrusionOk="0">
                    <a:moveTo>
                      <a:pt x="171359" y="67592"/>
                    </a:moveTo>
                    <a:lnTo>
                      <a:pt x="171359" y="42840"/>
                    </a:lnTo>
                    <a:cubicBezTo>
                      <a:pt x="171359" y="19325"/>
                      <a:pt x="152129" y="0"/>
                      <a:pt x="128519" y="0"/>
                    </a:cubicBezTo>
                    <a:lnTo>
                      <a:pt x="42840" y="0"/>
                    </a:lnTo>
                    <a:cubicBezTo>
                      <a:pt x="19230" y="0"/>
                      <a:pt x="0" y="19325"/>
                      <a:pt x="0" y="42840"/>
                    </a:cubicBezTo>
                    <a:lnTo>
                      <a:pt x="0" y="67592"/>
                    </a:lnTo>
                    <a:lnTo>
                      <a:pt x="171359" y="67592"/>
                    </a:lnTo>
                    <a:close/>
                  </a:path>
                </a:pathLst>
              </a:custGeom>
              <a:grpFill/>
              <a:ln w="1905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" name="Google Shape;497;p35">
              <a:extLst>
                <a:ext uri="{FF2B5EF4-FFF2-40B4-BE49-F238E27FC236}">
                  <a16:creationId xmlns:a16="http://schemas.microsoft.com/office/drawing/2014/main" id="{F7FAA77B-939D-7C5C-9E85-ED793EE76EDB}"/>
                </a:ext>
              </a:extLst>
            </p:cNvPr>
            <p:cNvGrpSpPr/>
            <p:nvPr/>
          </p:nvGrpSpPr>
          <p:grpSpPr>
            <a:xfrm>
              <a:off x="7103153" y="2977080"/>
              <a:ext cx="132861" cy="96151"/>
              <a:chOff x="7103153" y="2977080"/>
              <a:chExt cx="132861" cy="96151"/>
            </a:xfrm>
            <a:grpFill/>
          </p:grpSpPr>
          <p:sp>
            <p:nvSpPr>
              <p:cNvPr id="29" name="Google Shape;498;p35">
                <a:extLst>
                  <a:ext uri="{FF2B5EF4-FFF2-40B4-BE49-F238E27FC236}">
                    <a16:creationId xmlns:a16="http://schemas.microsoft.com/office/drawing/2014/main" id="{AF6CD77C-1E75-7752-24FA-7F64ACC414CF}"/>
                  </a:ext>
                </a:extLst>
              </p:cNvPr>
              <p:cNvSpPr/>
              <p:nvPr/>
            </p:nvSpPr>
            <p:spPr>
              <a:xfrm>
                <a:off x="7169069" y="2977080"/>
                <a:ext cx="951" cy="58071"/>
              </a:xfrm>
              <a:custGeom>
                <a:avLst/>
                <a:gdLst/>
                <a:ahLst/>
                <a:cxnLst/>
                <a:rect l="l" t="t" r="r" b="b"/>
                <a:pathLst>
                  <a:path w="951" h="58071" extrusionOk="0">
                    <a:moveTo>
                      <a:pt x="476" y="58072"/>
                    </a:moveTo>
                    <a:cubicBezTo>
                      <a:pt x="476" y="58072"/>
                      <a:pt x="0" y="57881"/>
                      <a:pt x="0" y="57596"/>
                    </a:cubicBezTo>
                    <a:lnTo>
                      <a:pt x="0" y="476"/>
                    </a:lnTo>
                    <a:cubicBezTo>
                      <a:pt x="0" y="476"/>
                      <a:pt x="190" y="0"/>
                      <a:pt x="476" y="0"/>
                    </a:cubicBezTo>
                    <a:cubicBezTo>
                      <a:pt x="761" y="0"/>
                      <a:pt x="952" y="190"/>
                      <a:pt x="952" y="476"/>
                    </a:cubicBezTo>
                    <a:lnTo>
                      <a:pt x="952" y="57596"/>
                    </a:lnTo>
                    <a:cubicBezTo>
                      <a:pt x="952" y="57596"/>
                      <a:pt x="761" y="58072"/>
                      <a:pt x="476" y="58072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" name="Google Shape;499;p35">
                <a:extLst>
                  <a:ext uri="{FF2B5EF4-FFF2-40B4-BE49-F238E27FC236}">
                    <a16:creationId xmlns:a16="http://schemas.microsoft.com/office/drawing/2014/main" id="{E30212EC-0038-E4D0-39AD-BD924116578B}"/>
                  </a:ext>
                </a:extLst>
              </p:cNvPr>
              <p:cNvSpPr/>
              <p:nvPr/>
            </p:nvSpPr>
            <p:spPr>
              <a:xfrm>
                <a:off x="7169145" y="3034257"/>
                <a:ext cx="66869" cy="38973"/>
              </a:xfrm>
              <a:custGeom>
                <a:avLst/>
                <a:gdLst/>
                <a:ahLst/>
                <a:cxnLst/>
                <a:rect l="l" t="t" r="r" b="b"/>
                <a:pathLst>
                  <a:path w="66869" h="38973" extrusionOk="0">
                    <a:moveTo>
                      <a:pt x="66373" y="38974"/>
                    </a:moveTo>
                    <a:cubicBezTo>
                      <a:pt x="66373" y="38974"/>
                      <a:pt x="66183" y="38974"/>
                      <a:pt x="66183" y="38974"/>
                    </a:cubicBezTo>
                    <a:lnTo>
                      <a:pt x="210" y="894"/>
                    </a:lnTo>
                    <a:cubicBezTo>
                      <a:pt x="210" y="894"/>
                      <a:pt x="-76" y="513"/>
                      <a:pt x="19" y="228"/>
                    </a:cubicBezTo>
                    <a:cubicBezTo>
                      <a:pt x="115" y="37"/>
                      <a:pt x="400" y="-58"/>
                      <a:pt x="686" y="37"/>
                    </a:cubicBezTo>
                    <a:lnTo>
                      <a:pt x="66659" y="38117"/>
                    </a:lnTo>
                    <a:cubicBezTo>
                      <a:pt x="66659" y="38117"/>
                      <a:pt x="66945" y="38498"/>
                      <a:pt x="66850" y="38784"/>
                    </a:cubicBezTo>
                    <a:cubicBezTo>
                      <a:pt x="66850" y="38974"/>
                      <a:pt x="66564" y="38974"/>
                      <a:pt x="66469" y="3897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" name="Google Shape;500;p35">
                <a:extLst>
                  <a:ext uri="{FF2B5EF4-FFF2-40B4-BE49-F238E27FC236}">
                    <a16:creationId xmlns:a16="http://schemas.microsoft.com/office/drawing/2014/main" id="{12172FB3-A727-62A4-856F-9B89B5E6600A}"/>
                  </a:ext>
                </a:extLst>
              </p:cNvPr>
              <p:cNvSpPr/>
              <p:nvPr/>
            </p:nvSpPr>
            <p:spPr>
              <a:xfrm>
                <a:off x="7103153" y="3034295"/>
                <a:ext cx="66904" cy="38936"/>
              </a:xfrm>
              <a:custGeom>
                <a:avLst/>
                <a:gdLst/>
                <a:ahLst/>
                <a:cxnLst/>
                <a:rect l="l" t="t" r="r" b="b"/>
                <a:pathLst>
                  <a:path w="66904" h="38936" extrusionOk="0">
                    <a:moveTo>
                      <a:pt x="418" y="38937"/>
                    </a:moveTo>
                    <a:cubicBezTo>
                      <a:pt x="418" y="38937"/>
                      <a:pt x="133" y="38937"/>
                      <a:pt x="37" y="38746"/>
                    </a:cubicBezTo>
                    <a:cubicBezTo>
                      <a:pt x="-58" y="38556"/>
                      <a:pt x="37" y="38270"/>
                      <a:pt x="228" y="38080"/>
                    </a:cubicBezTo>
                    <a:lnTo>
                      <a:pt x="66201" y="0"/>
                    </a:lnTo>
                    <a:cubicBezTo>
                      <a:pt x="66201" y="0"/>
                      <a:pt x="66677" y="0"/>
                      <a:pt x="66867" y="190"/>
                    </a:cubicBezTo>
                    <a:cubicBezTo>
                      <a:pt x="66963" y="381"/>
                      <a:pt x="66867" y="666"/>
                      <a:pt x="66677" y="857"/>
                    </a:cubicBezTo>
                    <a:lnTo>
                      <a:pt x="704" y="38937"/>
                    </a:lnTo>
                    <a:cubicBezTo>
                      <a:pt x="704" y="38937"/>
                      <a:pt x="513" y="38937"/>
                      <a:pt x="513" y="38937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" name="Google Shape;501;p35">
              <a:extLst>
                <a:ext uri="{FF2B5EF4-FFF2-40B4-BE49-F238E27FC236}">
                  <a16:creationId xmlns:a16="http://schemas.microsoft.com/office/drawing/2014/main" id="{8CC45F3A-A249-1669-F688-EBB24CBD7B72}"/>
                </a:ext>
              </a:extLst>
            </p:cNvPr>
            <p:cNvGrpSpPr/>
            <p:nvPr/>
          </p:nvGrpSpPr>
          <p:grpSpPr>
            <a:xfrm>
              <a:off x="7083865" y="2777637"/>
              <a:ext cx="171359" cy="161838"/>
              <a:chOff x="7083865" y="2777637"/>
              <a:chExt cx="171359" cy="161838"/>
            </a:xfrm>
            <a:grpFill/>
          </p:grpSpPr>
          <p:sp>
            <p:nvSpPr>
              <p:cNvPr id="27" name="Google Shape;502;p35">
                <a:extLst>
                  <a:ext uri="{FF2B5EF4-FFF2-40B4-BE49-F238E27FC236}">
                    <a16:creationId xmlns:a16="http://schemas.microsoft.com/office/drawing/2014/main" id="{B4BF0922-9D56-D126-98FB-7BFD7CCBC501}"/>
                  </a:ext>
                </a:extLst>
              </p:cNvPr>
              <p:cNvSpPr/>
              <p:nvPr/>
            </p:nvSpPr>
            <p:spPr>
              <a:xfrm>
                <a:off x="7126705" y="2777637"/>
                <a:ext cx="85679" cy="85679"/>
              </a:xfrm>
              <a:custGeom>
                <a:avLst/>
                <a:gdLst/>
                <a:ahLst/>
                <a:cxnLst/>
                <a:rect l="l" t="t" r="r" b="b"/>
                <a:pathLst>
                  <a:path w="85679" h="85679" extrusionOk="0">
                    <a:moveTo>
                      <a:pt x="85680" y="42840"/>
                    </a:moveTo>
                    <a:cubicBezTo>
                      <a:pt x="85680" y="66500"/>
                      <a:pt x="66500" y="85680"/>
                      <a:pt x="42840" y="85680"/>
                    </a:cubicBezTo>
                    <a:cubicBezTo>
                      <a:pt x="19180" y="85680"/>
                      <a:pt x="0" y="66500"/>
                      <a:pt x="0" y="42840"/>
                    </a:cubicBezTo>
                    <a:cubicBezTo>
                      <a:pt x="0" y="19180"/>
                      <a:pt x="19180" y="0"/>
                      <a:pt x="42840" y="0"/>
                    </a:cubicBezTo>
                    <a:cubicBezTo>
                      <a:pt x="66500" y="0"/>
                      <a:pt x="85680" y="19180"/>
                      <a:pt x="85680" y="42840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" name="Google Shape;503;p35">
                <a:extLst>
                  <a:ext uri="{FF2B5EF4-FFF2-40B4-BE49-F238E27FC236}">
                    <a16:creationId xmlns:a16="http://schemas.microsoft.com/office/drawing/2014/main" id="{C0CDAC9D-A3DC-9D57-676F-303ABCA93600}"/>
                  </a:ext>
                </a:extLst>
              </p:cNvPr>
              <p:cNvSpPr/>
              <p:nvPr/>
            </p:nvSpPr>
            <p:spPr>
              <a:xfrm>
                <a:off x="7083865" y="2871884"/>
                <a:ext cx="171359" cy="67591"/>
              </a:xfrm>
              <a:custGeom>
                <a:avLst/>
                <a:gdLst/>
                <a:ahLst/>
                <a:cxnLst/>
                <a:rect l="l" t="t" r="r" b="b"/>
                <a:pathLst>
                  <a:path w="171359" h="67591" extrusionOk="0">
                    <a:moveTo>
                      <a:pt x="171359" y="67592"/>
                    </a:moveTo>
                    <a:lnTo>
                      <a:pt x="171359" y="42840"/>
                    </a:lnTo>
                    <a:cubicBezTo>
                      <a:pt x="171359" y="19325"/>
                      <a:pt x="152129" y="0"/>
                      <a:pt x="128519" y="0"/>
                    </a:cubicBezTo>
                    <a:lnTo>
                      <a:pt x="42840" y="0"/>
                    </a:lnTo>
                    <a:cubicBezTo>
                      <a:pt x="19230" y="0"/>
                      <a:pt x="0" y="19325"/>
                      <a:pt x="0" y="42840"/>
                    </a:cubicBezTo>
                    <a:lnTo>
                      <a:pt x="0" y="67592"/>
                    </a:lnTo>
                    <a:lnTo>
                      <a:pt x="171359" y="67592"/>
                    </a:lnTo>
                    <a:close/>
                  </a:path>
                </a:pathLst>
              </a:custGeom>
              <a:grpFill/>
              <a:ln w="1905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6" name="Google Shape;3505;p321">
            <a:extLst>
              <a:ext uri="{FF2B5EF4-FFF2-40B4-BE49-F238E27FC236}">
                <a16:creationId xmlns:a16="http://schemas.microsoft.com/office/drawing/2014/main" id="{9F094ABE-B0FC-2464-51CD-C61AD6DAB32F}"/>
              </a:ext>
            </a:extLst>
          </p:cNvPr>
          <p:cNvSpPr txBox="1"/>
          <p:nvPr/>
        </p:nvSpPr>
        <p:spPr>
          <a:xfrm>
            <a:off x="2976282" y="2891100"/>
            <a:ext cx="3832500" cy="1169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Roteiro de atividade prática.</a:t>
            </a:r>
            <a:endParaRPr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Caneta ou lápis.</a:t>
            </a:r>
            <a:endParaRPr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Computador com Python instalado.</a:t>
            </a:r>
            <a:endParaRPr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" name="Google Shape;3506;p321">
            <a:extLst>
              <a:ext uri="{FF2B5EF4-FFF2-40B4-BE49-F238E27FC236}">
                <a16:creationId xmlns:a16="http://schemas.microsoft.com/office/drawing/2014/main" id="{397F38AC-2FA5-FB92-7379-78AA0B3C345A}"/>
              </a:ext>
            </a:extLst>
          </p:cNvPr>
          <p:cNvSpPr txBox="1"/>
          <p:nvPr/>
        </p:nvSpPr>
        <p:spPr>
          <a:xfrm>
            <a:off x="7370800" y="2891100"/>
            <a:ext cx="3832500" cy="27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1200" tIns="30450" rIns="60950" bIns="30450" anchor="t" anchorCtr="0">
            <a:normAutofit/>
          </a:bodyPr>
          <a:lstStyle/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600"/>
              <a:buAutoNum type="arabicPeriod"/>
            </a:pPr>
            <a:r>
              <a:rPr lang="pt-BR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Leiam o roteiro de atividade prática.</a:t>
            </a: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600"/>
              <a:buAutoNum type="arabicPeriod"/>
            </a:pPr>
            <a:r>
              <a:rPr lang="pt-BR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Sigam os passos propostos.</a:t>
            </a: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600"/>
              <a:buAutoNum type="arabicPeriod"/>
            </a:pPr>
            <a:r>
              <a:rPr lang="pt-BR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Ao finalizarem, compartilhem os resultados conforme orientação do professor. </a:t>
            </a:r>
            <a:endParaRPr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73" name="Google Shape;4873;p428" title="diagrama (55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9975" y="413300"/>
            <a:ext cx="5214750" cy="5818799"/>
          </a:xfrm>
          <a:prstGeom prst="rect">
            <a:avLst/>
          </a:prstGeom>
          <a:noFill/>
          <a:ln>
            <a:noFill/>
          </a:ln>
        </p:spPr>
      </p:pic>
      <p:sp>
        <p:nvSpPr>
          <p:cNvPr id="4874" name="Google Shape;4874;p428"/>
          <p:cNvSpPr txBox="1"/>
          <p:nvPr/>
        </p:nvSpPr>
        <p:spPr>
          <a:xfrm>
            <a:off x="5826775" y="6275438"/>
            <a:ext cx="4217400" cy="33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Produzido pela SEDUC-SP com apoio da ferramenta ChatGPT.</a:t>
            </a: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9" name="Google Shape;4879;p429"/>
          <p:cNvSpPr txBox="1">
            <a:spLocks noGrp="1"/>
          </p:cNvSpPr>
          <p:nvPr>
            <p:ph type="body" idx="1"/>
          </p:nvPr>
        </p:nvSpPr>
        <p:spPr>
          <a:xfrm>
            <a:off x="5589525" y="1396181"/>
            <a:ext cx="5740500" cy="4082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1200"/>
              </a:spcAft>
              <a:buSzPts val="1100"/>
            </a:pPr>
            <a:r>
              <a:rPr lang="pt-BR" sz="1800" b="1" dirty="0"/>
              <a:t>Conheça dicas práticas para revisar um código de forma construtiva, identificando pontos de melhoria e elaborando um bom feedback:</a:t>
            </a:r>
            <a:endParaRPr sz="1800" b="1" dirty="0"/>
          </a:p>
          <a:p>
            <a:pPr marL="0" lvl="0" indent="0">
              <a:spcBef>
                <a:spcPts val="0"/>
              </a:spcBef>
              <a:spcAft>
                <a:spcPts val="1200"/>
              </a:spcAft>
              <a:buSzPts val="1100"/>
            </a:pPr>
            <a:r>
              <a:rPr lang="pt-BR" sz="1800" dirty="0"/>
              <a:t>PINHEIRO, P. Dicas para bom Code Review. </a:t>
            </a:r>
            <a:r>
              <a:rPr lang="pt-BR" sz="1800" b="1" dirty="0"/>
              <a:t>Dio</a:t>
            </a:r>
            <a:r>
              <a:rPr lang="pt-BR" sz="1800" dirty="0"/>
              <a:t>, </a:t>
            </a:r>
            <a:br>
              <a:rPr lang="pt-BR" sz="1800" dirty="0"/>
            </a:br>
            <a:r>
              <a:rPr lang="pt-BR" sz="1800" dirty="0"/>
              <a:t>17 ago. 2023. Disponível em: </a:t>
            </a:r>
            <a:r>
              <a:rPr lang="pt-BR" sz="1800" u="sng" dirty="0">
                <a:solidFill>
                  <a:schemeClr val="hlink"/>
                </a:solidFill>
                <a:hlinkClick r:id="rId3"/>
              </a:rPr>
              <a:t>https://www.dio.me/articles/dicas-para-bom-code-review</a:t>
            </a:r>
            <a:r>
              <a:rPr lang="pt-BR" sz="1800" u="sng" dirty="0">
                <a:solidFill>
                  <a:schemeClr val="hlink"/>
                </a:solidFill>
              </a:rPr>
              <a:t>.</a:t>
            </a:r>
            <a:r>
              <a:rPr lang="pt-BR" sz="1800" dirty="0"/>
              <a:t> Acesso em: 26 ago. 2026. </a:t>
            </a:r>
            <a:endParaRPr sz="1800"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1"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1"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1"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1" dirty="0"/>
          </a:p>
          <a:p>
            <a:pPr marL="0" marR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2800"/>
              <a:buFont typeface="Poppins"/>
              <a:buNone/>
            </a:pPr>
            <a:endParaRPr sz="1800" b="1" dirty="0"/>
          </a:p>
        </p:txBody>
      </p:sp>
      <p:sp>
        <p:nvSpPr>
          <p:cNvPr id="4880" name="Google Shape;4880;p429"/>
          <p:cNvSpPr txBox="1"/>
          <p:nvPr/>
        </p:nvSpPr>
        <p:spPr>
          <a:xfrm>
            <a:off x="1024125" y="1786467"/>
            <a:ext cx="3183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pt-BR" sz="4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Saiba mais</a:t>
            </a:r>
            <a:endParaRPr sz="4000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5" name="Google Shape;4885;p430"/>
          <p:cNvSpPr txBox="1">
            <a:spLocks noGrp="1"/>
          </p:cNvSpPr>
          <p:nvPr>
            <p:ph type="body" idx="1"/>
          </p:nvPr>
        </p:nvSpPr>
        <p:spPr>
          <a:xfrm>
            <a:off x="569893" y="1701800"/>
            <a:ext cx="11362128" cy="41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dirty="0"/>
              <a:t>ANDRADE, G. de. Testes em Python – Parte 1: Introdução. </a:t>
            </a:r>
            <a:r>
              <a:rPr lang="pt-BR" b="1" dirty="0"/>
              <a:t>DEV</a:t>
            </a:r>
            <a:r>
              <a:rPr lang="pt-BR" dirty="0"/>
              <a:t>, 31 maio 2020. Disponível em:</a:t>
            </a:r>
            <a:r>
              <a:rPr lang="pt-BR" dirty="0">
                <a:solidFill>
                  <a:schemeClr val="hlink"/>
                </a:solidFill>
                <a:uFill>
                  <a:noFill/>
                </a:uFill>
                <a:hlinkClick r:id="rId3"/>
              </a:rPr>
              <a:t> </a:t>
            </a:r>
            <a:r>
              <a:rPr lang="pt-BR" u="sng" dirty="0">
                <a:solidFill>
                  <a:schemeClr val="hlink"/>
                </a:solidFill>
                <a:hlinkClick r:id="rId3"/>
              </a:rPr>
              <a:t>https://dev.to/womakerscode/testes-em-python-parte-1-introducao-43ei</a:t>
            </a:r>
            <a:r>
              <a:rPr lang="pt-BR" dirty="0"/>
              <a:t>. Acesso em: 08 ago. 2026.</a:t>
            </a:r>
            <a:endParaRPr dirty="0"/>
          </a:p>
          <a:p>
            <a:pPr marL="0" indent="0">
              <a:spcBef>
                <a:spcPts val="0"/>
              </a:spcBef>
              <a:spcAft>
                <a:spcPts val="1200"/>
              </a:spcAft>
              <a:buSzPts val="1100"/>
            </a:pPr>
            <a:r>
              <a:rPr lang="pt-BR" dirty="0"/>
              <a:t>PINHEIRO, P. Dicas para bom Code Review. </a:t>
            </a:r>
            <a:r>
              <a:rPr lang="pt-BR" b="1" dirty="0"/>
              <a:t>Dio</a:t>
            </a:r>
            <a:r>
              <a:rPr lang="pt-BR" dirty="0"/>
              <a:t>, 17 ago. 2023. Disponível em: </a:t>
            </a:r>
            <a:r>
              <a:rPr lang="pt-BR" u="sng" dirty="0">
                <a:solidFill>
                  <a:schemeClr val="hlink"/>
                </a:solidFill>
                <a:hlinkClick r:id="rId4"/>
              </a:rPr>
              <a:t>https://www.dio.me/articles/dicas-para-bom-code-review</a:t>
            </a:r>
            <a:r>
              <a:rPr lang="pt-BR" u="sng" dirty="0">
                <a:solidFill>
                  <a:schemeClr val="hlink"/>
                </a:solidFill>
              </a:rPr>
              <a:t>.</a:t>
            </a:r>
            <a:r>
              <a:rPr lang="pt-BR" dirty="0"/>
              <a:t> Acesso em: 08 ago. 2026. 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pt-BR" dirty="0"/>
              <a:t>Identidade visual: imagens © Getty Images</a:t>
            </a:r>
            <a:endParaRPr dirty="0"/>
          </a:p>
        </p:txBody>
      </p:sp>
      <p:sp>
        <p:nvSpPr>
          <p:cNvPr id="4886" name="Google Shape;4886;p430"/>
          <p:cNvSpPr txBox="1"/>
          <p:nvPr/>
        </p:nvSpPr>
        <p:spPr>
          <a:xfrm>
            <a:off x="3245708" y="139219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489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4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7" name="Google Shape;4897;p432"/>
          <p:cNvSpPr/>
          <p:nvPr/>
        </p:nvSpPr>
        <p:spPr>
          <a:xfrm>
            <a:off x="0" y="785592"/>
            <a:ext cx="12192000" cy="493200"/>
          </a:xfrm>
          <a:prstGeom prst="rect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00" name="Google Shape;4900;p432"/>
          <p:cNvCxnSpPr>
            <a:cxnSpLocks/>
          </p:cNvCxnSpPr>
          <p:nvPr/>
        </p:nvCxnSpPr>
        <p:spPr>
          <a:xfrm flipV="1">
            <a:off x="680695" y="1011891"/>
            <a:ext cx="0" cy="3506321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4898" name="Google Shape;4898;p432"/>
          <p:cNvSpPr txBox="1"/>
          <p:nvPr/>
        </p:nvSpPr>
        <p:spPr>
          <a:xfrm>
            <a:off x="955053" y="769850"/>
            <a:ext cx="7869000" cy="6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pt-BR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Slide 6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9" name="Google Shape;4899;p432"/>
          <p:cNvSpPr txBox="1"/>
          <p:nvPr/>
        </p:nvSpPr>
        <p:spPr>
          <a:xfrm>
            <a:off x="985520" y="1419684"/>
            <a:ext cx="10251300" cy="2831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Orientações: </a:t>
            </a:r>
            <a:r>
              <a:rPr lang="pt-BR" sz="100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seção</a:t>
            </a: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Colocand</a:t>
            </a: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o em prática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Utilize o roteiro de atividade prática para conduzir os testes, a revisão em pares e a preparação da apresentação. Oriente os estudantes a testarem o sistema completo, trocarem de dupla para revisar o código de outro grupo com um olhar externo e, por fim, prepararem uma apresentação curta explicando como o projeto funciona.</a:t>
            </a: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Tempo previsto:</a:t>
            </a: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47 minutos.</a:t>
            </a: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pt-BR" sz="1000" b="1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Gestão de sala de aula:</a:t>
            </a: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acompanhe o andamento da atividade, garantindo que a troca de duplas para a revisão realmente aconteça. Incentive um feedback construtivo durante a revisão de código, sem julgamentos pessoais, e circule pela sala apoiando os grupos na preparação da apresentação.</a:t>
            </a: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Condução da dinâmica:</a:t>
            </a: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siga a sequência proposta no roteiro: primeiro, os testes do sistema completo; depois, a troca de duplas para a revisão de código; por fim, a preparação da apresentação. Durante a revisão em pares, reforce que o objetivo é ajudar o colega a deixar o código mais claro, e não apontar erros de forma negativa. Ao final, organize a ordem das apresentações dos grupos.</a:t>
            </a: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Expectativas de respostas</a:t>
            </a: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disponível no roteiro de atividade prática do professor. E</a:t>
            </a: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spera-se que os estudantes testem o sistema completo de forma organizada, ofereçam e recebam sugestões de melhoria durante a revisão em pares, e consigam explicar com clareza, na apresentação, como o menu, os dados, as regras de validação e as funções do sistema trabalham juntos. Essa atividade encerra o projeto do bimestre, consolidando a compreensão da turma sobre todo o sistema construído.</a:t>
            </a: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4902" name="Google Shape;4902;p432"/>
          <p:cNvGrpSpPr/>
          <p:nvPr/>
        </p:nvGrpSpPr>
        <p:grpSpPr>
          <a:xfrm>
            <a:off x="497841" y="1394804"/>
            <a:ext cx="386100" cy="382500"/>
            <a:chOff x="497841" y="1318604"/>
            <a:chExt cx="386100" cy="382500"/>
          </a:xfrm>
        </p:grpSpPr>
        <p:sp>
          <p:nvSpPr>
            <p:cNvPr id="4903" name="Google Shape;4903;p432"/>
            <p:cNvSpPr/>
            <p:nvPr/>
          </p:nvSpPr>
          <p:spPr>
            <a:xfrm>
              <a:off x="497841" y="1318604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4" name="Google Shape;4904;p432"/>
            <p:cNvSpPr/>
            <p:nvPr/>
          </p:nvSpPr>
          <p:spPr>
            <a:xfrm>
              <a:off x="569897" y="1417160"/>
              <a:ext cx="237744" cy="201168"/>
            </a:xfrm>
            <a:custGeom>
              <a:avLst/>
              <a:gdLst/>
              <a:ahLst/>
              <a:cxnLst/>
              <a:rect l="l" t="t" r="r" b="b"/>
              <a:pathLst>
                <a:path w="495300" h="419100" extrusionOk="0">
                  <a:moveTo>
                    <a:pt x="457200" y="0"/>
                  </a:moveTo>
                  <a:lnTo>
                    <a:pt x="38100" y="0"/>
                  </a:lnTo>
                  <a:cubicBezTo>
                    <a:pt x="17050" y="0"/>
                    <a:pt x="0" y="17050"/>
                    <a:pt x="0" y="38100"/>
                  </a:cubicBezTo>
                  <a:lnTo>
                    <a:pt x="0" y="323850"/>
                  </a:lnTo>
                  <a:cubicBezTo>
                    <a:pt x="0" y="344900"/>
                    <a:pt x="17050" y="361950"/>
                    <a:pt x="38100" y="361950"/>
                  </a:cubicBezTo>
                  <a:lnTo>
                    <a:pt x="188786" y="361950"/>
                  </a:lnTo>
                  <a:lnTo>
                    <a:pt x="182404" y="400050"/>
                  </a:lnTo>
                  <a:lnTo>
                    <a:pt x="161925" y="400050"/>
                  </a:lnTo>
                  <a:cubicBezTo>
                    <a:pt x="156686" y="400050"/>
                    <a:pt x="152400" y="404336"/>
                    <a:pt x="152400" y="409575"/>
                  </a:cubicBezTo>
                  <a:cubicBezTo>
                    <a:pt x="152400" y="414814"/>
                    <a:pt x="156686" y="419100"/>
                    <a:pt x="161925" y="419100"/>
                  </a:cubicBezTo>
                  <a:lnTo>
                    <a:pt x="333375" y="419100"/>
                  </a:lnTo>
                  <a:cubicBezTo>
                    <a:pt x="338614" y="419100"/>
                    <a:pt x="342900" y="414814"/>
                    <a:pt x="342900" y="409575"/>
                  </a:cubicBezTo>
                  <a:cubicBezTo>
                    <a:pt x="342900" y="404336"/>
                    <a:pt x="338614" y="400050"/>
                    <a:pt x="333375" y="400050"/>
                  </a:cubicBezTo>
                  <a:lnTo>
                    <a:pt x="312896" y="400050"/>
                  </a:lnTo>
                  <a:lnTo>
                    <a:pt x="306514" y="361950"/>
                  </a:lnTo>
                  <a:lnTo>
                    <a:pt x="457200" y="361950"/>
                  </a:lnTo>
                  <a:cubicBezTo>
                    <a:pt x="478250" y="361950"/>
                    <a:pt x="495300" y="344900"/>
                    <a:pt x="495300" y="323850"/>
                  </a:cubicBezTo>
                  <a:lnTo>
                    <a:pt x="495300" y="38100"/>
                  </a:lnTo>
                  <a:cubicBezTo>
                    <a:pt x="495300" y="17050"/>
                    <a:pt x="478250" y="0"/>
                    <a:pt x="457200" y="0"/>
                  </a:cubicBezTo>
                  <a:close/>
                  <a:moveTo>
                    <a:pt x="201739" y="400050"/>
                  </a:moveTo>
                  <a:lnTo>
                    <a:pt x="208121" y="361950"/>
                  </a:lnTo>
                  <a:lnTo>
                    <a:pt x="287274" y="361950"/>
                  </a:lnTo>
                  <a:lnTo>
                    <a:pt x="293656" y="400050"/>
                  </a:lnTo>
                  <a:lnTo>
                    <a:pt x="201835" y="400050"/>
                  </a:lnTo>
                  <a:close/>
                  <a:moveTo>
                    <a:pt x="476250" y="323850"/>
                  </a:moveTo>
                  <a:cubicBezTo>
                    <a:pt x="476250" y="334328"/>
                    <a:pt x="467678" y="342900"/>
                    <a:pt x="457200" y="342900"/>
                  </a:cubicBezTo>
                  <a:lnTo>
                    <a:pt x="38100" y="342900"/>
                  </a:lnTo>
                  <a:cubicBezTo>
                    <a:pt x="27622" y="342900"/>
                    <a:pt x="19050" y="334328"/>
                    <a:pt x="19050" y="323850"/>
                  </a:cubicBezTo>
                  <a:lnTo>
                    <a:pt x="19050" y="304800"/>
                  </a:lnTo>
                  <a:lnTo>
                    <a:pt x="476250" y="304800"/>
                  </a:lnTo>
                  <a:lnTo>
                    <a:pt x="476250" y="323850"/>
                  </a:lnTo>
                  <a:close/>
                  <a:moveTo>
                    <a:pt x="476250" y="285750"/>
                  </a:moveTo>
                  <a:lnTo>
                    <a:pt x="19050" y="285750"/>
                  </a:lnTo>
                  <a:lnTo>
                    <a:pt x="19050" y="38100"/>
                  </a:lnTo>
                  <a:cubicBezTo>
                    <a:pt x="19050" y="27623"/>
                    <a:pt x="27622" y="19050"/>
                    <a:pt x="38100" y="19050"/>
                  </a:cubicBezTo>
                  <a:lnTo>
                    <a:pt x="457200" y="19050"/>
                  </a:lnTo>
                  <a:cubicBezTo>
                    <a:pt x="467678" y="19050"/>
                    <a:pt x="476250" y="27623"/>
                    <a:pt x="476250" y="38100"/>
                  </a:cubicBezTo>
                  <a:lnTo>
                    <a:pt x="476250" y="285750"/>
                  </a:lnTo>
                  <a:close/>
                  <a:moveTo>
                    <a:pt x="290131" y="82772"/>
                  </a:moveTo>
                  <a:lnTo>
                    <a:pt x="190310" y="41624"/>
                  </a:lnTo>
                  <a:cubicBezTo>
                    <a:pt x="184499" y="39243"/>
                    <a:pt x="178403" y="38005"/>
                    <a:pt x="172212" y="38005"/>
                  </a:cubicBezTo>
                  <a:lnTo>
                    <a:pt x="170783" y="38005"/>
                  </a:lnTo>
                  <a:cubicBezTo>
                    <a:pt x="164497" y="38005"/>
                    <a:pt x="158401" y="39243"/>
                    <a:pt x="152686" y="41624"/>
                  </a:cubicBezTo>
                  <a:lnTo>
                    <a:pt x="52864" y="82772"/>
                  </a:lnTo>
                  <a:cubicBezTo>
                    <a:pt x="43910" y="86487"/>
                    <a:pt x="38195" y="95060"/>
                    <a:pt x="38195" y="104775"/>
                  </a:cubicBezTo>
                  <a:lnTo>
                    <a:pt x="38195" y="161925"/>
                  </a:lnTo>
                  <a:cubicBezTo>
                    <a:pt x="38195" y="167164"/>
                    <a:pt x="42481" y="171450"/>
                    <a:pt x="47720" y="171450"/>
                  </a:cubicBezTo>
                  <a:cubicBezTo>
                    <a:pt x="52959" y="171450"/>
                    <a:pt x="57245" y="167164"/>
                    <a:pt x="57245" y="161925"/>
                  </a:cubicBezTo>
                  <a:lnTo>
                    <a:pt x="57245" y="128492"/>
                  </a:lnTo>
                  <a:lnTo>
                    <a:pt x="76295" y="136303"/>
                  </a:lnTo>
                  <a:lnTo>
                    <a:pt x="76295" y="199073"/>
                  </a:lnTo>
                  <a:cubicBezTo>
                    <a:pt x="76295" y="209169"/>
                    <a:pt x="81629" y="218504"/>
                    <a:pt x="90202" y="223552"/>
                  </a:cubicBezTo>
                  <a:cubicBezTo>
                    <a:pt x="105251" y="232505"/>
                    <a:pt x="135922" y="247555"/>
                    <a:pt x="171545" y="247555"/>
                  </a:cubicBezTo>
                  <a:cubicBezTo>
                    <a:pt x="207169" y="247555"/>
                    <a:pt x="237839" y="232505"/>
                    <a:pt x="252889" y="223552"/>
                  </a:cubicBezTo>
                  <a:cubicBezTo>
                    <a:pt x="261461" y="218504"/>
                    <a:pt x="266795" y="209074"/>
                    <a:pt x="266795" y="199073"/>
                  </a:cubicBezTo>
                  <a:lnTo>
                    <a:pt x="266795" y="136303"/>
                  </a:lnTo>
                  <a:lnTo>
                    <a:pt x="290227" y="126683"/>
                  </a:lnTo>
                  <a:cubicBezTo>
                    <a:pt x="299180" y="122968"/>
                    <a:pt x="304895" y="114395"/>
                    <a:pt x="304895" y="104680"/>
                  </a:cubicBezTo>
                  <a:cubicBezTo>
                    <a:pt x="304895" y="94964"/>
                    <a:pt x="299085" y="86392"/>
                    <a:pt x="290227" y="82677"/>
                  </a:cubicBezTo>
                  <a:close/>
                  <a:moveTo>
                    <a:pt x="247650" y="199168"/>
                  </a:moveTo>
                  <a:cubicBezTo>
                    <a:pt x="247650" y="202502"/>
                    <a:pt x="245936" y="205645"/>
                    <a:pt x="243173" y="207264"/>
                  </a:cubicBezTo>
                  <a:cubicBezTo>
                    <a:pt x="229743" y="215170"/>
                    <a:pt x="202597" y="228600"/>
                    <a:pt x="171450" y="228600"/>
                  </a:cubicBezTo>
                  <a:cubicBezTo>
                    <a:pt x="140303" y="228600"/>
                    <a:pt x="113157" y="215265"/>
                    <a:pt x="99727" y="207264"/>
                  </a:cubicBezTo>
                  <a:cubicBezTo>
                    <a:pt x="96964" y="205645"/>
                    <a:pt x="95250" y="202502"/>
                    <a:pt x="95250" y="199168"/>
                  </a:cubicBezTo>
                  <a:lnTo>
                    <a:pt x="95250" y="144209"/>
                  </a:lnTo>
                  <a:lnTo>
                    <a:pt x="152590" y="167831"/>
                  </a:lnTo>
                  <a:cubicBezTo>
                    <a:pt x="158401" y="170212"/>
                    <a:pt x="164497" y="171450"/>
                    <a:pt x="170688" y="171450"/>
                  </a:cubicBezTo>
                  <a:lnTo>
                    <a:pt x="172117" y="171450"/>
                  </a:lnTo>
                  <a:cubicBezTo>
                    <a:pt x="178403" y="171450"/>
                    <a:pt x="184499" y="170212"/>
                    <a:pt x="190214" y="167831"/>
                  </a:cubicBezTo>
                  <a:lnTo>
                    <a:pt x="247555" y="144209"/>
                  </a:lnTo>
                  <a:lnTo>
                    <a:pt x="247555" y="199168"/>
                  </a:lnTo>
                  <a:close/>
                  <a:moveTo>
                    <a:pt x="282797" y="109061"/>
                  </a:moveTo>
                  <a:lnTo>
                    <a:pt x="182975" y="150209"/>
                  </a:lnTo>
                  <a:cubicBezTo>
                    <a:pt x="179546" y="151638"/>
                    <a:pt x="175831" y="152400"/>
                    <a:pt x="172117" y="152400"/>
                  </a:cubicBezTo>
                  <a:lnTo>
                    <a:pt x="170688" y="152400"/>
                  </a:lnTo>
                  <a:cubicBezTo>
                    <a:pt x="166973" y="152400"/>
                    <a:pt x="163259" y="151638"/>
                    <a:pt x="159829" y="150209"/>
                  </a:cubicBezTo>
                  <a:lnTo>
                    <a:pt x="60007" y="109061"/>
                  </a:lnTo>
                  <a:cubicBezTo>
                    <a:pt x="58198" y="108299"/>
                    <a:pt x="57055" y="106585"/>
                    <a:pt x="57055" y="104680"/>
                  </a:cubicBezTo>
                  <a:cubicBezTo>
                    <a:pt x="57055" y="102775"/>
                    <a:pt x="58198" y="101060"/>
                    <a:pt x="60007" y="100298"/>
                  </a:cubicBezTo>
                  <a:lnTo>
                    <a:pt x="159829" y="59150"/>
                  </a:lnTo>
                  <a:cubicBezTo>
                    <a:pt x="163259" y="57721"/>
                    <a:pt x="166973" y="56960"/>
                    <a:pt x="170688" y="56960"/>
                  </a:cubicBezTo>
                  <a:lnTo>
                    <a:pt x="172117" y="56960"/>
                  </a:lnTo>
                  <a:cubicBezTo>
                    <a:pt x="175831" y="56960"/>
                    <a:pt x="179546" y="57721"/>
                    <a:pt x="182975" y="59150"/>
                  </a:cubicBezTo>
                  <a:lnTo>
                    <a:pt x="282797" y="100298"/>
                  </a:lnTo>
                  <a:cubicBezTo>
                    <a:pt x="284607" y="101060"/>
                    <a:pt x="285750" y="102775"/>
                    <a:pt x="285750" y="104680"/>
                  </a:cubicBezTo>
                  <a:cubicBezTo>
                    <a:pt x="285750" y="106585"/>
                    <a:pt x="284607" y="108299"/>
                    <a:pt x="282797" y="109061"/>
                  </a:cubicBezTo>
                  <a:close/>
                  <a:moveTo>
                    <a:pt x="400050" y="209360"/>
                  </a:moveTo>
                  <a:cubicBezTo>
                    <a:pt x="400050" y="205454"/>
                    <a:pt x="397573" y="201930"/>
                    <a:pt x="393859" y="200596"/>
                  </a:cubicBezTo>
                  <a:lnTo>
                    <a:pt x="317659" y="172021"/>
                  </a:lnTo>
                  <a:cubicBezTo>
                    <a:pt x="314135" y="170688"/>
                    <a:pt x="310229" y="171545"/>
                    <a:pt x="307562" y="174212"/>
                  </a:cubicBezTo>
                  <a:cubicBezTo>
                    <a:pt x="304895" y="176879"/>
                    <a:pt x="304038" y="180785"/>
                    <a:pt x="305371" y="184309"/>
                  </a:cubicBezTo>
                  <a:lnTo>
                    <a:pt x="333946" y="260509"/>
                  </a:lnTo>
                  <a:cubicBezTo>
                    <a:pt x="335280" y="264223"/>
                    <a:pt x="338804" y="266605"/>
                    <a:pt x="342710" y="266700"/>
                  </a:cubicBezTo>
                  <a:lnTo>
                    <a:pt x="342805" y="266700"/>
                  </a:lnTo>
                  <a:cubicBezTo>
                    <a:pt x="346710" y="266700"/>
                    <a:pt x="350139" y="264319"/>
                    <a:pt x="351663" y="260794"/>
                  </a:cubicBezTo>
                  <a:lnTo>
                    <a:pt x="360045" y="240221"/>
                  </a:lnTo>
                  <a:lnTo>
                    <a:pt x="383762" y="263938"/>
                  </a:lnTo>
                  <a:cubicBezTo>
                    <a:pt x="387477" y="267653"/>
                    <a:pt x="393478" y="267653"/>
                    <a:pt x="397193" y="263938"/>
                  </a:cubicBezTo>
                  <a:cubicBezTo>
                    <a:pt x="400907" y="260223"/>
                    <a:pt x="400907" y="254222"/>
                    <a:pt x="397193" y="250508"/>
                  </a:cubicBezTo>
                  <a:lnTo>
                    <a:pt x="373475" y="226790"/>
                  </a:lnTo>
                  <a:lnTo>
                    <a:pt x="394049" y="218408"/>
                  </a:lnTo>
                  <a:cubicBezTo>
                    <a:pt x="397669" y="216979"/>
                    <a:pt x="400050" y="213360"/>
                    <a:pt x="399955" y="209455"/>
                  </a:cubicBezTo>
                  <a:close/>
                  <a:moveTo>
                    <a:pt x="353092" y="214408"/>
                  </a:moveTo>
                  <a:lnTo>
                    <a:pt x="353092" y="214408"/>
                  </a:lnTo>
                  <a:cubicBezTo>
                    <a:pt x="353092" y="214408"/>
                    <a:pt x="353092" y="214408"/>
                    <a:pt x="353092" y="214408"/>
                  </a:cubicBezTo>
                  <a:cubicBezTo>
                    <a:pt x="353092" y="214408"/>
                    <a:pt x="353092" y="214408"/>
                    <a:pt x="353092" y="214408"/>
                  </a:cubicBezTo>
                  <a:lnTo>
                    <a:pt x="353092" y="214408"/>
                  </a:lnTo>
                  <a:cubicBezTo>
                    <a:pt x="353092" y="214408"/>
                    <a:pt x="353092" y="214408"/>
                    <a:pt x="353092" y="214408"/>
                  </a:cubicBezTo>
                  <a:lnTo>
                    <a:pt x="353092" y="214408"/>
                  </a:lnTo>
                  <a:cubicBezTo>
                    <a:pt x="353092" y="214408"/>
                    <a:pt x="352901" y="214503"/>
                    <a:pt x="352806" y="214598"/>
                  </a:cubicBezTo>
                  <a:cubicBezTo>
                    <a:pt x="352806" y="214598"/>
                    <a:pt x="352806" y="214598"/>
                    <a:pt x="352806" y="214598"/>
                  </a:cubicBezTo>
                  <a:cubicBezTo>
                    <a:pt x="352806" y="214598"/>
                    <a:pt x="352806" y="214598"/>
                    <a:pt x="352806" y="214598"/>
                  </a:cubicBezTo>
                  <a:lnTo>
                    <a:pt x="352806" y="214598"/>
                  </a:lnTo>
                  <a:cubicBezTo>
                    <a:pt x="350806" y="215551"/>
                    <a:pt x="349187" y="217075"/>
                    <a:pt x="348234" y="219265"/>
                  </a:cubicBezTo>
                  <a:cubicBezTo>
                    <a:pt x="348234" y="219456"/>
                    <a:pt x="348139" y="219551"/>
                    <a:pt x="348044" y="219742"/>
                  </a:cubicBezTo>
                  <a:lnTo>
                    <a:pt x="343471" y="230981"/>
                  </a:lnTo>
                  <a:lnTo>
                    <a:pt x="330803" y="197263"/>
                  </a:lnTo>
                  <a:lnTo>
                    <a:pt x="364522" y="209931"/>
                  </a:lnTo>
                  <a:lnTo>
                    <a:pt x="353282" y="214503"/>
                  </a:lnTo>
                  <a:close/>
                  <a:moveTo>
                    <a:pt x="428625" y="57055"/>
                  </a:moveTo>
                  <a:lnTo>
                    <a:pt x="333375" y="57055"/>
                  </a:lnTo>
                  <a:cubicBezTo>
                    <a:pt x="328136" y="57055"/>
                    <a:pt x="323850" y="61341"/>
                    <a:pt x="323850" y="66580"/>
                  </a:cubicBezTo>
                  <a:cubicBezTo>
                    <a:pt x="323850" y="71819"/>
                    <a:pt x="328136" y="76105"/>
                    <a:pt x="333375" y="76105"/>
                  </a:cubicBezTo>
                  <a:lnTo>
                    <a:pt x="428625" y="76105"/>
                  </a:lnTo>
                  <a:cubicBezTo>
                    <a:pt x="433864" y="76105"/>
                    <a:pt x="438150" y="71819"/>
                    <a:pt x="438150" y="66580"/>
                  </a:cubicBezTo>
                  <a:cubicBezTo>
                    <a:pt x="438150" y="61341"/>
                    <a:pt x="433864" y="57055"/>
                    <a:pt x="428625" y="57055"/>
                  </a:cubicBezTo>
                  <a:close/>
                  <a:moveTo>
                    <a:pt x="428625" y="95155"/>
                  </a:moveTo>
                  <a:lnTo>
                    <a:pt x="333375" y="95155"/>
                  </a:lnTo>
                  <a:cubicBezTo>
                    <a:pt x="328136" y="95155"/>
                    <a:pt x="323850" y="99441"/>
                    <a:pt x="323850" y="104680"/>
                  </a:cubicBezTo>
                  <a:cubicBezTo>
                    <a:pt x="323850" y="109919"/>
                    <a:pt x="328136" y="114205"/>
                    <a:pt x="333375" y="114205"/>
                  </a:cubicBezTo>
                  <a:lnTo>
                    <a:pt x="428625" y="114205"/>
                  </a:lnTo>
                  <a:cubicBezTo>
                    <a:pt x="433864" y="114205"/>
                    <a:pt x="438150" y="109919"/>
                    <a:pt x="438150" y="104680"/>
                  </a:cubicBezTo>
                  <a:cubicBezTo>
                    <a:pt x="438150" y="99441"/>
                    <a:pt x="433864" y="95155"/>
                    <a:pt x="428625" y="95155"/>
                  </a:cubicBezTo>
                  <a:close/>
                  <a:moveTo>
                    <a:pt x="428625" y="133255"/>
                  </a:moveTo>
                  <a:lnTo>
                    <a:pt x="333375" y="133255"/>
                  </a:lnTo>
                  <a:cubicBezTo>
                    <a:pt x="328136" y="133255"/>
                    <a:pt x="323850" y="137541"/>
                    <a:pt x="323850" y="142780"/>
                  </a:cubicBezTo>
                  <a:cubicBezTo>
                    <a:pt x="323850" y="148019"/>
                    <a:pt x="328136" y="152305"/>
                    <a:pt x="333375" y="152305"/>
                  </a:cubicBezTo>
                  <a:lnTo>
                    <a:pt x="428625" y="152305"/>
                  </a:lnTo>
                  <a:cubicBezTo>
                    <a:pt x="433864" y="152305"/>
                    <a:pt x="438150" y="148019"/>
                    <a:pt x="438150" y="142780"/>
                  </a:cubicBezTo>
                  <a:cubicBezTo>
                    <a:pt x="438150" y="137541"/>
                    <a:pt x="433864" y="133255"/>
                    <a:pt x="428625" y="13325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905" name="Google Shape;4905;p432"/>
          <p:cNvGrpSpPr/>
          <p:nvPr/>
        </p:nvGrpSpPr>
        <p:grpSpPr>
          <a:xfrm>
            <a:off x="497841" y="2437134"/>
            <a:ext cx="386100" cy="382500"/>
            <a:chOff x="497841" y="2265726"/>
            <a:chExt cx="386100" cy="382500"/>
          </a:xfrm>
        </p:grpSpPr>
        <p:sp>
          <p:nvSpPr>
            <p:cNvPr id="4906" name="Google Shape;4906;p432"/>
            <p:cNvSpPr/>
            <p:nvPr/>
          </p:nvSpPr>
          <p:spPr>
            <a:xfrm>
              <a:off x="497841" y="2265726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7" name="Google Shape;4907;p432"/>
            <p:cNvSpPr/>
            <p:nvPr/>
          </p:nvSpPr>
          <p:spPr>
            <a:xfrm>
              <a:off x="566852" y="2344156"/>
              <a:ext cx="245174" cy="226314"/>
            </a:xfrm>
            <a:custGeom>
              <a:avLst/>
              <a:gdLst/>
              <a:ahLst/>
              <a:cxnLst/>
              <a:rect l="l" t="t" r="r" b="b"/>
              <a:pathLst>
                <a:path w="495300" h="457200" extrusionOk="0">
                  <a:moveTo>
                    <a:pt x="116396" y="388525"/>
                  </a:moveTo>
                  <a:cubicBezTo>
                    <a:pt x="126682" y="379762"/>
                    <a:pt x="133350" y="366903"/>
                    <a:pt x="133350" y="352425"/>
                  </a:cubicBezTo>
                  <a:cubicBezTo>
                    <a:pt x="133350" y="326136"/>
                    <a:pt x="112014" y="304800"/>
                    <a:pt x="85725" y="304800"/>
                  </a:cubicBezTo>
                  <a:cubicBezTo>
                    <a:pt x="59436" y="304800"/>
                    <a:pt x="38100" y="326136"/>
                    <a:pt x="38100" y="352425"/>
                  </a:cubicBezTo>
                  <a:cubicBezTo>
                    <a:pt x="38100" y="366903"/>
                    <a:pt x="44767" y="379762"/>
                    <a:pt x="55054" y="388525"/>
                  </a:cubicBezTo>
                  <a:cubicBezTo>
                    <a:pt x="33718" y="399669"/>
                    <a:pt x="19050" y="421958"/>
                    <a:pt x="19050" y="447675"/>
                  </a:cubicBezTo>
                  <a:cubicBezTo>
                    <a:pt x="19050" y="452914"/>
                    <a:pt x="23336" y="457200"/>
                    <a:pt x="28575" y="457200"/>
                  </a:cubicBezTo>
                  <a:cubicBezTo>
                    <a:pt x="33814" y="457200"/>
                    <a:pt x="38100" y="452914"/>
                    <a:pt x="38100" y="447675"/>
                  </a:cubicBezTo>
                  <a:cubicBezTo>
                    <a:pt x="38100" y="421386"/>
                    <a:pt x="59436" y="400050"/>
                    <a:pt x="85725" y="400050"/>
                  </a:cubicBezTo>
                  <a:cubicBezTo>
                    <a:pt x="112014" y="400050"/>
                    <a:pt x="133350" y="421386"/>
                    <a:pt x="133350" y="447675"/>
                  </a:cubicBezTo>
                  <a:cubicBezTo>
                    <a:pt x="133350" y="452914"/>
                    <a:pt x="137636" y="457200"/>
                    <a:pt x="142875" y="457200"/>
                  </a:cubicBezTo>
                  <a:cubicBezTo>
                    <a:pt x="148114" y="457200"/>
                    <a:pt x="152400" y="452914"/>
                    <a:pt x="152400" y="447675"/>
                  </a:cubicBezTo>
                  <a:cubicBezTo>
                    <a:pt x="152400" y="421958"/>
                    <a:pt x="137731" y="399669"/>
                    <a:pt x="116396" y="388525"/>
                  </a:cubicBezTo>
                  <a:close/>
                  <a:moveTo>
                    <a:pt x="85725" y="381000"/>
                  </a:moveTo>
                  <a:cubicBezTo>
                    <a:pt x="70009" y="381000"/>
                    <a:pt x="57150" y="368141"/>
                    <a:pt x="57150" y="352425"/>
                  </a:cubicBezTo>
                  <a:cubicBezTo>
                    <a:pt x="57150" y="336709"/>
                    <a:pt x="70009" y="323850"/>
                    <a:pt x="85725" y="323850"/>
                  </a:cubicBezTo>
                  <a:cubicBezTo>
                    <a:pt x="101441" y="323850"/>
                    <a:pt x="114300" y="336709"/>
                    <a:pt x="114300" y="352425"/>
                  </a:cubicBezTo>
                  <a:cubicBezTo>
                    <a:pt x="114300" y="368141"/>
                    <a:pt x="101441" y="381000"/>
                    <a:pt x="85725" y="381000"/>
                  </a:cubicBezTo>
                  <a:close/>
                  <a:moveTo>
                    <a:pt x="278321" y="388525"/>
                  </a:moveTo>
                  <a:cubicBezTo>
                    <a:pt x="288607" y="379762"/>
                    <a:pt x="295275" y="366903"/>
                    <a:pt x="295275" y="352425"/>
                  </a:cubicBezTo>
                  <a:cubicBezTo>
                    <a:pt x="295275" y="326136"/>
                    <a:pt x="273939" y="304800"/>
                    <a:pt x="247650" y="304800"/>
                  </a:cubicBezTo>
                  <a:cubicBezTo>
                    <a:pt x="221361" y="304800"/>
                    <a:pt x="200025" y="326136"/>
                    <a:pt x="200025" y="352425"/>
                  </a:cubicBezTo>
                  <a:cubicBezTo>
                    <a:pt x="200025" y="366903"/>
                    <a:pt x="206693" y="379762"/>
                    <a:pt x="216979" y="388525"/>
                  </a:cubicBezTo>
                  <a:cubicBezTo>
                    <a:pt x="195644" y="399669"/>
                    <a:pt x="180975" y="421958"/>
                    <a:pt x="180975" y="447675"/>
                  </a:cubicBezTo>
                  <a:cubicBezTo>
                    <a:pt x="180975" y="452914"/>
                    <a:pt x="185261" y="457200"/>
                    <a:pt x="190500" y="457200"/>
                  </a:cubicBezTo>
                  <a:cubicBezTo>
                    <a:pt x="195739" y="457200"/>
                    <a:pt x="200025" y="452914"/>
                    <a:pt x="200025" y="447675"/>
                  </a:cubicBezTo>
                  <a:cubicBezTo>
                    <a:pt x="200025" y="421386"/>
                    <a:pt x="221361" y="400050"/>
                    <a:pt x="247650" y="400050"/>
                  </a:cubicBezTo>
                  <a:cubicBezTo>
                    <a:pt x="273939" y="400050"/>
                    <a:pt x="295275" y="421386"/>
                    <a:pt x="295275" y="447675"/>
                  </a:cubicBezTo>
                  <a:cubicBezTo>
                    <a:pt x="295275" y="452914"/>
                    <a:pt x="299561" y="457200"/>
                    <a:pt x="304800" y="457200"/>
                  </a:cubicBezTo>
                  <a:cubicBezTo>
                    <a:pt x="310039" y="457200"/>
                    <a:pt x="314325" y="452914"/>
                    <a:pt x="314325" y="447675"/>
                  </a:cubicBezTo>
                  <a:cubicBezTo>
                    <a:pt x="314325" y="421958"/>
                    <a:pt x="299656" y="399669"/>
                    <a:pt x="278321" y="388525"/>
                  </a:cubicBezTo>
                  <a:close/>
                  <a:moveTo>
                    <a:pt x="247650" y="381000"/>
                  </a:moveTo>
                  <a:cubicBezTo>
                    <a:pt x="231934" y="381000"/>
                    <a:pt x="219075" y="368141"/>
                    <a:pt x="219075" y="352425"/>
                  </a:cubicBezTo>
                  <a:cubicBezTo>
                    <a:pt x="219075" y="336709"/>
                    <a:pt x="231934" y="323850"/>
                    <a:pt x="247650" y="323850"/>
                  </a:cubicBezTo>
                  <a:cubicBezTo>
                    <a:pt x="263366" y="323850"/>
                    <a:pt x="276225" y="336709"/>
                    <a:pt x="276225" y="352425"/>
                  </a:cubicBezTo>
                  <a:cubicBezTo>
                    <a:pt x="276225" y="368141"/>
                    <a:pt x="263366" y="381000"/>
                    <a:pt x="247650" y="381000"/>
                  </a:cubicBezTo>
                  <a:close/>
                  <a:moveTo>
                    <a:pt x="440246" y="388525"/>
                  </a:moveTo>
                  <a:cubicBezTo>
                    <a:pt x="450532" y="379762"/>
                    <a:pt x="457200" y="366903"/>
                    <a:pt x="457200" y="352425"/>
                  </a:cubicBezTo>
                  <a:cubicBezTo>
                    <a:pt x="457200" y="326136"/>
                    <a:pt x="435864" y="304800"/>
                    <a:pt x="409575" y="304800"/>
                  </a:cubicBezTo>
                  <a:cubicBezTo>
                    <a:pt x="383286" y="304800"/>
                    <a:pt x="361950" y="326136"/>
                    <a:pt x="361950" y="352425"/>
                  </a:cubicBezTo>
                  <a:cubicBezTo>
                    <a:pt x="361950" y="366903"/>
                    <a:pt x="368618" y="379762"/>
                    <a:pt x="378905" y="388525"/>
                  </a:cubicBezTo>
                  <a:cubicBezTo>
                    <a:pt x="357569" y="399669"/>
                    <a:pt x="342900" y="421958"/>
                    <a:pt x="342900" y="447675"/>
                  </a:cubicBezTo>
                  <a:cubicBezTo>
                    <a:pt x="342900" y="452914"/>
                    <a:pt x="347186" y="457200"/>
                    <a:pt x="352425" y="457200"/>
                  </a:cubicBezTo>
                  <a:cubicBezTo>
                    <a:pt x="357664" y="457200"/>
                    <a:pt x="361950" y="452914"/>
                    <a:pt x="361950" y="447675"/>
                  </a:cubicBezTo>
                  <a:cubicBezTo>
                    <a:pt x="361950" y="421386"/>
                    <a:pt x="383286" y="400050"/>
                    <a:pt x="409575" y="400050"/>
                  </a:cubicBezTo>
                  <a:cubicBezTo>
                    <a:pt x="435864" y="400050"/>
                    <a:pt x="457200" y="421386"/>
                    <a:pt x="457200" y="447675"/>
                  </a:cubicBezTo>
                  <a:cubicBezTo>
                    <a:pt x="457200" y="452914"/>
                    <a:pt x="461486" y="457200"/>
                    <a:pt x="466725" y="457200"/>
                  </a:cubicBezTo>
                  <a:cubicBezTo>
                    <a:pt x="471964" y="457200"/>
                    <a:pt x="476250" y="452914"/>
                    <a:pt x="476250" y="447675"/>
                  </a:cubicBezTo>
                  <a:cubicBezTo>
                    <a:pt x="476250" y="421958"/>
                    <a:pt x="461581" y="399669"/>
                    <a:pt x="440246" y="388525"/>
                  </a:cubicBezTo>
                  <a:close/>
                  <a:moveTo>
                    <a:pt x="409575" y="381000"/>
                  </a:moveTo>
                  <a:cubicBezTo>
                    <a:pt x="393859" y="381000"/>
                    <a:pt x="381000" y="368141"/>
                    <a:pt x="381000" y="352425"/>
                  </a:cubicBezTo>
                  <a:cubicBezTo>
                    <a:pt x="381000" y="336709"/>
                    <a:pt x="393859" y="323850"/>
                    <a:pt x="409575" y="323850"/>
                  </a:cubicBezTo>
                  <a:cubicBezTo>
                    <a:pt x="425291" y="323850"/>
                    <a:pt x="438150" y="336709"/>
                    <a:pt x="438150" y="352425"/>
                  </a:cubicBezTo>
                  <a:cubicBezTo>
                    <a:pt x="438150" y="368141"/>
                    <a:pt x="425291" y="381000"/>
                    <a:pt x="409575" y="381000"/>
                  </a:cubicBezTo>
                  <a:close/>
                  <a:moveTo>
                    <a:pt x="285750" y="123825"/>
                  </a:moveTo>
                  <a:cubicBezTo>
                    <a:pt x="285750" y="108109"/>
                    <a:pt x="272891" y="95250"/>
                    <a:pt x="257175" y="95250"/>
                  </a:cubicBezTo>
                  <a:lnTo>
                    <a:pt x="125254" y="95250"/>
                  </a:lnTo>
                  <a:cubicBezTo>
                    <a:pt x="138779" y="85725"/>
                    <a:pt x="147638" y="70104"/>
                    <a:pt x="147638" y="52388"/>
                  </a:cubicBezTo>
                  <a:cubicBezTo>
                    <a:pt x="147638" y="23527"/>
                    <a:pt x="124111" y="0"/>
                    <a:pt x="95250" y="0"/>
                  </a:cubicBezTo>
                  <a:cubicBezTo>
                    <a:pt x="66389" y="0"/>
                    <a:pt x="42863" y="23527"/>
                    <a:pt x="42863" y="52388"/>
                  </a:cubicBezTo>
                  <a:cubicBezTo>
                    <a:pt x="42863" y="71628"/>
                    <a:pt x="53340" y="88392"/>
                    <a:pt x="68771" y="97536"/>
                  </a:cubicBezTo>
                  <a:cubicBezTo>
                    <a:pt x="27242" y="104775"/>
                    <a:pt x="0" y="129254"/>
                    <a:pt x="0" y="161925"/>
                  </a:cubicBezTo>
                  <a:lnTo>
                    <a:pt x="0" y="238125"/>
                  </a:lnTo>
                  <a:cubicBezTo>
                    <a:pt x="0" y="264414"/>
                    <a:pt x="21336" y="285750"/>
                    <a:pt x="47625" y="285750"/>
                  </a:cubicBezTo>
                  <a:cubicBezTo>
                    <a:pt x="52864" y="285750"/>
                    <a:pt x="57150" y="281464"/>
                    <a:pt x="57150" y="276225"/>
                  </a:cubicBezTo>
                  <a:lnTo>
                    <a:pt x="57150" y="171450"/>
                  </a:lnTo>
                  <a:cubicBezTo>
                    <a:pt x="57150" y="166211"/>
                    <a:pt x="52864" y="161925"/>
                    <a:pt x="47625" y="161925"/>
                  </a:cubicBezTo>
                  <a:cubicBezTo>
                    <a:pt x="42386" y="161925"/>
                    <a:pt x="38100" y="166211"/>
                    <a:pt x="38100" y="171450"/>
                  </a:cubicBezTo>
                  <a:lnTo>
                    <a:pt x="38100" y="265081"/>
                  </a:lnTo>
                  <a:cubicBezTo>
                    <a:pt x="27051" y="261176"/>
                    <a:pt x="19050" y="250603"/>
                    <a:pt x="19050" y="238125"/>
                  </a:cubicBezTo>
                  <a:lnTo>
                    <a:pt x="19050" y="161925"/>
                  </a:lnTo>
                  <a:cubicBezTo>
                    <a:pt x="19050" y="129159"/>
                    <a:pt x="58579" y="114300"/>
                    <a:pt x="95250" y="114300"/>
                  </a:cubicBezTo>
                  <a:lnTo>
                    <a:pt x="257175" y="114300"/>
                  </a:lnTo>
                  <a:cubicBezTo>
                    <a:pt x="262414" y="114300"/>
                    <a:pt x="266700" y="118586"/>
                    <a:pt x="266700" y="123825"/>
                  </a:cubicBezTo>
                  <a:cubicBezTo>
                    <a:pt x="266700" y="129064"/>
                    <a:pt x="262414" y="133350"/>
                    <a:pt x="257175" y="133350"/>
                  </a:cubicBezTo>
                  <a:lnTo>
                    <a:pt x="161925" y="133350"/>
                  </a:lnTo>
                  <a:cubicBezTo>
                    <a:pt x="146209" y="133350"/>
                    <a:pt x="133350" y="146209"/>
                    <a:pt x="133350" y="161925"/>
                  </a:cubicBezTo>
                  <a:lnTo>
                    <a:pt x="133350" y="295275"/>
                  </a:lnTo>
                  <a:cubicBezTo>
                    <a:pt x="133350" y="300514"/>
                    <a:pt x="137636" y="304800"/>
                    <a:pt x="142875" y="304800"/>
                  </a:cubicBezTo>
                  <a:cubicBezTo>
                    <a:pt x="148114" y="304800"/>
                    <a:pt x="152400" y="300514"/>
                    <a:pt x="152400" y="295275"/>
                  </a:cubicBezTo>
                  <a:lnTo>
                    <a:pt x="152400" y="161925"/>
                  </a:lnTo>
                  <a:cubicBezTo>
                    <a:pt x="152400" y="156686"/>
                    <a:pt x="156686" y="152400"/>
                    <a:pt x="161925" y="152400"/>
                  </a:cubicBezTo>
                  <a:lnTo>
                    <a:pt x="257175" y="152400"/>
                  </a:lnTo>
                  <a:cubicBezTo>
                    <a:pt x="272891" y="152400"/>
                    <a:pt x="285750" y="139541"/>
                    <a:pt x="285750" y="123825"/>
                  </a:cubicBezTo>
                  <a:close/>
                  <a:moveTo>
                    <a:pt x="95250" y="85725"/>
                  </a:moveTo>
                  <a:cubicBezTo>
                    <a:pt x="76867" y="85725"/>
                    <a:pt x="61913" y="70771"/>
                    <a:pt x="61913" y="52388"/>
                  </a:cubicBezTo>
                  <a:cubicBezTo>
                    <a:pt x="61913" y="34004"/>
                    <a:pt x="76867" y="19050"/>
                    <a:pt x="95250" y="19050"/>
                  </a:cubicBezTo>
                  <a:cubicBezTo>
                    <a:pt x="113633" y="19050"/>
                    <a:pt x="128588" y="34004"/>
                    <a:pt x="128588" y="52388"/>
                  </a:cubicBezTo>
                  <a:cubicBezTo>
                    <a:pt x="128588" y="70771"/>
                    <a:pt x="113633" y="85725"/>
                    <a:pt x="95250" y="85725"/>
                  </a:cubicBezTo>
                  <a:close/>
                  <a:moveTo>
                    <a:pt x="457200" y="0"/>
                  </a:moveTo>
                  <a:lnTo>
                    <a:pt x="171450" y="0"/>
                  </a:lnTo>
                  <a:cubicBezTo>
                    <a:pt x="166211" y="0"/>
                    <a:pt x="161925" y="4286"/>
                    <a:pt x="161925" y="9525"/>
                  </a:cubicBezTo>
                  <a:cubicBezTo>
                    <a:pt x="161925" y="14764"/>
                    <a:pt x="166211" y="19050"/>
                    <a:pt x="171450" y="19050"/>
                  </a:cubicBezTo>
                  <a:lnTo>
                    <a:pt x="457200" y="19050"/>
                  </a:lnTo>
                  <a:cubicBezTo>
                    <a:pt x="467678" y="19050"/>
                    <a:pt x="476250" y="27623"/>
                    <a:pt x="476250" y="38100"/>
                  </a:cubicBezTo>
                  <a:lnTo>
                    <a:pt x="476250" y="247650"/>
                  </a:lnTo>
                  <a:cubicBezTo>
                    <a:pt x="476250" y="258128"/>
                    <a:pt x="467678" y="266700"/>
                    <a:pt x="457200" y="266700"/>
                  </a:cubicBezTo>
                  <a:lnTo>
                    <a:pt x="180975" y="266700"/>
                  </a:lnTo>
                  <a:cubicBezTo>
                    <a:pt x="175736" y="266700"/>
                    <a:pt x="171450" y="270986"/>
                    <a:pt x="171450" y="276225"/>
                  </a:cubicBezTo>
                  <a:cubicBezTo>
                    <a:pt x="171450" y="281464"/>
                    <a:pt x="175736" y="285750"/>
                    <a:pt x="180975" y="285750"/>
                  </a:cubicBezTo>
                  <a:lnTo>
                    <a:pt x="457200" y="285750"/>
                  </a:lnTo>
                  <a:cubicBezTo>
                    <a:pt x="478250" y="285750"/>
                    <a:pt x="495300" y="268700"/>
                    <a:pt x="495300" y="247650"/>
                  </a:cubicBezTo>
                  <a:lnTo>
                    <a:pt x="495300" y="38100"/>
                  </a:lnTo>
                  <a:cubicBezTo>
                    <a:pt x="495300" y="17050"/>
                    <a:pt x="478250" y="0"/>
                    <a:pt x="457200" y="0"/>
                  </a:cubicBezTo>
                  <a:close/>
                  <a:moveTo>
                    <a:pt x="352425" y="38100"/>
                  </a:moveTo>
                  <a:lnTo>
                    <a:pt x="257175" y="38100"/>
                  </a:lnTo>
                  <a:cubicBezTo>
                    <a:pt x="251936" y="38100"/>
                    <a:pt x="247650" y="42386"/>
                    <a:pt x="247650" y="47625"/>
                  </a:cubicBezTo>
                  <a:cubicBezTo>
                    <a:pt x="247650" y="52864"/>
                    <a:pt x="251936" y="57150"/>
                    <a:pt x="257175" y="57150"/>
                  </a:cubicBezTo>
                  <a:lnTo>
                    <a:pt x="352425" y="57150"/>
                  </a:lnTo>
                  <a:cubicBezTo>
                    <a:pt x="357664" y="57150"/>
                    <a:pt x="361950" y="52864"/>
                    <a:pt x="361950" y="47625"/>
                  </a:cubicBezTo>
                  <a:cubicBezTo>
                    <a:pt x="361950" y="42386"/>
                    <a:pt x="357664" y="38100"/>
                    <a:pt x="352425" y="38100"/>
                  </a:cubicBezTo>
                  <a:close/>
                  <a:moveTo>
                    <a:pt x="428625" y="95250"/>
                  </a:moveTo>
                  <a:lnTo>
                    <a:pt x="314325" y="95250"/>
                  </a:lnTo>
                  <a:cubicBezTo>
                    <a:pt x="309086" y="95250"/>
                    <a:pt x="304800" y="99536"/>
                    <a:pt x="304800" y="104775"/>
                  </a:cubicBezTo>
                  <a:cubicBezTo>
                    <a:pt x="304800" y="110014"/>
                    <a:pt x="309086" y="114300"/>
                    <a:pt x="314325" y="114300"/>
                  </a:cubicBezTo>
                  <a:lnTo>
                    <a:pt x="428625" y="114300"/>
                  </a:lnTo>
                  <a:cubicBezTo>
                    <a:pt x="433864" y="114300"/>
                    <a:pt x="438150" y="110014"/>
                    <a:pt x="438150" y="104775"/>
                  </a:cubicBezTo>
                  <a:cubicBezTo>
                    <a:pt x="438150" y="99536"/>
                    <a:pt x="433864" y="95250"/>
                    <a:pt x="428625" y="95250"/>
                  </a:cubicBezTo>
                  <a:close/>
                  <a:moveTo>
                    <a:pt x="428625" y="133350"/>
                  </a:moveTo>
                  <a:lnTo>
                    <a:pt x="314325" y="133350"/>
                  </a:lnTo>
                  <a:cubicBezTo>
                    <a:pt x="309086" y="133350"/>
                    <a:pt x="304800" y="137636"/>
                    <a:pt x="304800" y="142875"/>
                  </a:cubicBezTo>
                  <a:cubicBezTo>
                    <a:pt x="304800" y="148114"/>
                    <a:pt x="309086" y="152400"/>
                    <a:pt x="314325" y="152400"/>
                  </a:cubicBezTo>
                  <a:lnTo>
                    <a:pt x="428625" y="152400"/>
                  </a:lnTo>
                  <a:cubicBezTo>
                    <a:pt x="433864" y="152400"/>
                    <a:pt x="438150" y="148114"/>
                    <a:pt x="438150" y="142875"/>
                  </a:cubicBezTo>
                  <a:cubicBezTo>
                    <a:pt x="438150" y="137636"/>
                    <a:pt x="433864" y="133350"/>
                    <a:pt x="428625" y="133350"/>
                  </a:cubicBezTo>
                  <a:close/>
                  <a:moveTo>
                    <a:pt x="428625" y="171450"/>
                  </a:moveTo>
                  <a:lnTo>
                    <a:pt x="180975" y="171450"/>
                  </a:lnTo>
                  <a:cubicBezTo>
                    <a:pt x="175736" y="171450"/>
                    <a:pt x="171450" y="175736"/>
                    <a:pt x="171450" y="180975"/>
                  </a:cubicBezTo>
                  <a:cubicBezTo>
                    <a:pt x="171450" y="186214"/>
                    <a:pt x="175736" y="190500"/>
                    <a:pt x="180975" y="190500"/>
                  </a:cubicBezTo>
                  <a:lnTo>
                    <a:pt x="428625" y="190500"/>
                  </a:lnTo>
                  <a:cubicBezTo>
                    <a:pt x="433864" y="190500"/>
                    <a:pt x="438150" y="186214"/>
                    <a:pt x="438150" y="180975"/>
                  </a:cubicBezTo>
                  <a:cubicBezTo>
                    <a:pt x="438150" y="175736"/>
                    <a:pt x="433864" y="171450"/>
                    <a:pt x="428625" y="171450"/>
                  </a:cubicBezTo>
                  <a:close/>
                  <a:moveTo>
                    <a:pt x="428625" y="209550"/>
                  </a:moveTo>
                  <a:lnTo>
                    <a:pt x="180975" y="209550"/>
                  </a:lnTo>
                  <a:cubicBezTo>
                    <a:pt x="175736" y="209550"/>
                    <a:pt x="171450" y="213836"/>
                    <a:pt x="171450" y="219075"/>
                  </a:cubicBezTo>
                  <a:cubicBezTo>
                    <a:pt x="171450" y="224314"/>
                    <a:pt x="175736" y="228600"/>
                    <a:pt x="180975" y="228600"/>
                  </a:cubicBezTo>
                  <a:lnTo>
                    <a:pt x="428625" y="228600"/>
                  </a:lnTo>
                  <a:cubicBezTo>
                    <a:pt x="433864" y="228600"/>
                    <a:pt x="438150" y="224314"/>
                    <a:pt x="438150" y="219075"/>
                  </a:cubicBezTo>
                  <a:cubicBezTo>
                    <a:pt x="438150" y="213836"/>
                    <a:pt x="433864" y="209550"/>
                    <a:pt x="428625" y="20955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908" name="Google Shape;4908;p432"/>
          <p:cNvGrpSpPr/>
          <p:nvPr/>
        </p:nvGrpSpPr>
        <p:grpSpPr>
          <a:xfrm>
            <a:off x="488876" y="1945158"/>
            <a:ext cx="386100" cy="382500"/>
            <a:chOff x="497841" y="1802325"/>
            <a:chExt cx="386100" cy="382500"/>
          </a:xfrm>
        </p:grpSpPr>
        <p:sp>
          <p:nvSpPr>
            <p:cNvPr id="4909" name="Google Shape;4909;p432"/>
            <p:cNvSpPr/>
            <p:nvPr/>
          </p:nvSpPr>
          <p:spPr>
            <a:xfrm>
              <a:off x="497841" y="1802325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910" name="Google Shape;4910;p43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16072" y="1896031"/>
              <a:ext cx="154445" cy="1930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911" name="Google Shape;4911;p432"/>
          <p:cNvGrpSpPr/>
          <p:nvPr/>
        </p:nvGrpSpPr>
        <p:grpSpPr>
          <a:xfrm>
            <a:off x="497841" y="2938669"/>
            <a:ext cx="386100" cy="382500"/>
            <a:chOff x="497841" y="3037886"/>
            <a:chExt cx="386100" cy="382500"/>
          </a:xfrm>
        </p:grpSpPr>
        <p:sp>
          <p:nvSpPr>
            <p:cNvPr id="4912" name="Google Shape;4912;p432"/>
            <p:cNvSpPr/>
            <p:nvPr/>
          </p:nvSpPr>
          <p:spPr>
            <a:xfrm>
              <a:off x="497841" y="3037886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913" name="Google Shape;4913;p432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65906" y="3108341"/>
              <a:ext cx="235296" cy="24064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914" name="Google Shape;4914;p432"/>
          <p:cNvGrpSpPr/>
          <p:nvPr/>
        </p:nvGrpSpPr>
        <p:grpSpPr>
          <a:xfrm>
            <a:off x="492741" y="3555058"/>
            <a:ext cx="386100" cy="382500"/>
            <a:chOff x="497841" y="3801694"/>
            <a:chExt cx="386100" cy="382500"/>
          </a:xfrm>
        </p:grpSpPr>
        <p:sp>
          <p:nvSpPr>
            <p:cNvPr id="4915" name="Google Shape;4915;p432"/>
            <p:cNvSpPr/>
            <p:nvPr/>
          </p:nvSpPr>
          <p:spPr>
            <a:xfrm>
              <a:off x="497841" y="3801694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901" name="Google Shape;4901;p432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81782" y="3855815"/>
              <a:ext cx="208026" cy="2667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054">
          <a:extLst>
            <a:ext uri="{FF2B5EF4-FFF2-40B4-BE49-F238E27FC236}">
              <a16:creationId xmlns:a16="http://schemas.microsoft.com/office/drawing/2014/main" id="{170E51D6-F4A0-DFFA-5AA6-D61E7FBC9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737;p54">
            <a:extLst>
              <a:ext uri="{FF2B5EF4-FFF2-40B4-BE49-F238E27FC236}">
                <a16:creationId xmlns:a16="http://schemas.microsoft.com/office/drawing/2014/main" id="{124C6D32-DF2B-C40D-39BE-1D95AC663FC6}"/>
              </a:ext>
            </a:extLst>
          </p:cNvPr>
          <p:cNvSpPr/>
          <p:nvPr/>
        </p:nvSpPr>
        <p:spPr>
          <a:xfrm>
            <a:off x="0" y="4821383"/>
            <a:ext cx="12192000" cy="493059"/>
          </a:xfrm>
          <a:prstGeom prst="rect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67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709;p52">
            <a:extLst>
              <a:ext uri="{FF2B5EF4-FFF2-40B4-BE49-F238E27FC236}">
                <a16:creationId xmlns:a16="http://schemas.microsoft.com/office/drawing/2014/main" id="{CC48462E-F75E-C36C-E8FC-E702BD7D2D60}"/>
              </a:ext>
            </a:extLst>
          </p:cNvPr>
          <p:cNvSpPr/>
          <p:nvPr/>
        </p:nvSpPr>
        <p:spPr>
          <a:xfrm>
            <a:off x="0" y="666839"/>
            <a:ext cx="12192000" cy="493058"/>
          </a:xfrm>
          <a:prstGeom prst="rect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" name="Google Shape;1739;p54">
            <a:extLst>
              <a:ext uri="{FF2B5EF4-FFF2-40B4-BE49-F238E27FC236}">
                <a16:creationId xmlns:a16="http://schemas.microsoft.com/office/drawing/2014/main" id="{5315A7D9-188C-4C8B-7B4C-19C35B92A787}"/>
              </a:ext>
            </a:extLst>
          </p:cNvPr>
          <p:cNvCxnSpPr>
            <a:cxnSpLocks/>
          </p:cNvCxnSpPr>
          <p:nvPr/>
        </p:nvCxnSpPr>
        <p:spPr>
          <a:xfrm flipV="1">
            <a:off x="683554" y="5106884"/>
            <a:ext cx="0" cy="1410457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3" name="Conector Reto 6">
            <a:extLst>
              <a:ext uri="{FF2B5EF4-FFF2-40B4-BE49-F238E27FC236}">
                <a16:creationId xmlns:a16="http://schemas.microsoft.com/office/drawing/2014/main" id="{447C7B93-5268-2DF8-E87C-BEC3C4BB6A37}"/>
              </a:ext>
            </a:extLst>
          </p:cNvPr>
          <p:cNvCxnSpPr>
            <a:cxnSpLocks/>
          </p:cNvCxnSpPr>
          <p:nvPr/>
        </p:nvCxnSpPr>
        <p:spPr>
          <a:xfrm flipV="1">
            <a:off x="683554" y="883132"/>
            <a:ext cx="0" cy="3701848"/>
          </a:xfrm>
          <a:prstGeom prst="line">
            <a:avLst/>
          </a:prstGeom>
          <a:ln w="19050">
            <a:headEnd type="oval" w="med" len="med"/>
            <a:tailEnd type="oval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250EEB8C-20DF-D3D6-02E5-CFCE31027C2D}"/>
              </a:ext>
            </a:extLst>
          </p:cNvPr>
          <p:cNvSpPr txBox="1"/>
          <p:nvPr/>
        </p:nvSpPr>
        <p:spPr>
          <a:xfrm>
            <a:off x="985520" y="663122"/>
            <a:ext cx="5923280" cy="482898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Autofit/>
          </a:bodyPr>
          <a:lstStyle/>
          <a:p>
            <a:pPr algn="l"/>
            <a:r>
              <a:rPr lang="pt-BR" sz="3000" b="1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Slide 7</a:t>
            </a:r>
            <a:endParaRPr lang="pt-BR" sz="3200" b="1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7" name="Oval 8">
            <a:extLst>
              <a:ext uri="{FF2B5EF4-FFF2-40B4-BE49-F238E27FC236}">
                <a16:creationId xmlns:a16="http://schemas.microsoft.com/office/drawing/2014/main" id="{F85BFD1E-B682-E235-16B6-F9225BD4EA21}"/>
              </a:ext>
            </a:extLst>
          </p:cNvPr>
          <p:cNvSpPr/>
          <p:nvPr/>
        </p:nvSpPr>
        <p:spPr>
          <a:xfrm>
            <a:off x="497841" y="3985988"/>
            <a:ext cx="386079" cy="382464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sz="622" dirty="0"/>
          </a:p>
        </p:txBody>
      </p:sp>
      <p:sp>
        <p:nvSpPr>
          <p:cNvPr id="8" name="Oval 9">
            <a:extLst>
              <a:ext uri="{FF2B5EF4-FFF2-40B4-BE49-F238E27FC236}">
                <a16:creationId xmlns:a16="http://schemas.microsoft.com/office/drawing/2014/main" id="{C77E7DEF-BE8C-A556-AB91-F83E428551A8}"/>
              </a:ext>
            </a:extLst>
          </p:cNvPr>
          <p:cNvSpPr/>
          <p:nvPr/>
        </p:nvSpPr>
        <p:spPr>
          <a:xfrm>
            <a:off x="497841" y="3177720"/>
            <a:ext cx="386079" cy="382464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sz="622" dirty="0"/>
          </a:p>
        </p:txBody>
      </p:sp>
      <p:sp>
        <p:nvSpPr>
          <p:cNvPr id="9" name="Oval 10">
            <a:extLst>
              <a:ext uri="{FF2B5EF4-FFF2-40B4-BE49-F238E27FC236}">
                <a16:creationId xmlns:a16="http://schemas.microsoft.com/office/drawing/2014/main" id="{D1CA29C0-8E27-21DC-EBCC-1B4847AEDC32}"/>
              </a:ext>
            </a:extLst>
          </p:cNvPr>
          <p:cNvSpPr/>
          <p:nvPr/>
        </p:nvSpPr>
        <p:spPr>
          <a:xfrm>
            <a:off x="497841" y="2405301"/>
            <a:ext cx="386079" cy="382464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sz="622" dirty="0"/>
          </a:p>
        </p:txBody>
      </p:sp>
      <p:sp>
        <p:nvSpPr>
          <p:cNvPr id="10" name="Oval 11">
            <a:extLst>
              <a:ext uri="{FF2B5EF4-FFF2-40B4-BE49-F238E27FC236}">
                <a16:creationId xmlns:a16="http://schemas.microsoft.com/office/drawing/2014/main" id="{DC2130EE-A2BB-7082-0D05-CE988BE6DE02}"/>
              </a:ext>
            </a:extLst>
          </p:cNvPr>
          <p:cNvSpPr/>
          <p:nvPr/>
        </p:nvSpPr>
        <p:spPr>
          <a:xfrm>
            <a:off x="497841" y="1890557"/>
            <a:ext cx="386079" cy="382464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sz="622" dirty="0"/>
          </a:p>
        </p:txBody>
      </p:sp>
      <p:sp>
        <p:nvSpPr>
          <p:cNvPr id="11" name="Oval 12">
            <a:extLst>
              <a:ext uri="{FF2B5EF4-FFF2-40B4-BE49-F238E27FC236}">
                <a16:creationId xmlns:a16="http://schemas.microsoft.com/office/drawing/2014/main" id="{4493ECE5-9A50-9C44-08E5-281BCC8B845A}"/>
              </a:ext>
            </a:extLst>
          </p:cNvPr>
          <p:cNvSpPr/>
          <p:nvPr/>
        </p:nvSpPr>
        <p:spPr>
          <a:xfrm>
            <a:off x="497841" y="1283109"/>
            <a:ext cx="386079" cy="382464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sz="622" dirty="0"/>
          </a:p>
        </p:txBody>
      </p:sp>
      <p:sp>
        <p:nvSpPr>
          <p:cNvPr id="12" name="Google Shape;2216;p100">
            <a:extLst>
              <a:ext uri="{FF2B5EF4-FFF2-40B4-BE49-F238E27FC236}">
                <a16:creationId xmlns:a16="http://schemas.microsoft.com/office/drawing/2014/main" id="{EECC57B3-AFF9-5874-AB00-21463EC9AF39}"/>
              </a:ext>
            </a:extLst>
          </p:cNvPr>
          <p:cNvSpPr/>
          <p:nvPr/>
        </p:nvSpPr>
        <p:spPr>
          <a:xfrm>
            <a:off x="569897" y="1381664"/>
            <a:ext cx="237235" cy="200737"/>
          </a:xfrm>
          <a:custGeom>
            <a:avLst/>
            <a:gdLst/>
            <a:ahLst/>
            <a:cxnLst/>
            <a:rect l="l" t="t" r="r" b="b"/>
            <a:pathLst>
              <a:path w="495300" h="419100" extrusionOk="0">
                <a:moveTo>
                  <a:pt x="457200" y="0"/>
                </a:moveTo>
                <a:lnTo>
                  <a:pt x="38100" y="0"/>
                </a:lnTo>
                <a:cubicBezTo>
                  <a:pt x="17050" y="0"/>
                  <a:pt x="0" y="17050"/>
                  <a:pt x="0" y="38100"/>
                </a:cubicBezTo>
                <a:lnTo>
                  <a:pt x="0" y="323850"/>
                </a:lnTo>
                <a:cubicBezTo>
                  <a:pt x="0" y="344900"/>
                  <a:pt x="17050" y="361950"/>
                  <a:pt x="38100" y="361950"/>
                </a:cubicBezTo>
                <a:lnTo>
                  <a:pt x="188786" y="361950"/>
                </a:lnTo>
                <a:lnTo>
                  <a:pt x="182404" y="400050"/>
                </a:lnTo>
                <a:lnTo>
                  <a:pt x="161925" y="400050"/>
                </a:lnTo>
                <a:cubicBezTo>
                  <a:pt x="156686" y="400050"/>
                  <a:pt x="152400" y="404336"/>
                  <a:pt x="152400" y="409575"/>
                </a:cubicBezTo>
                <a:cubicBezTo>
                  <a:pt x="152400" y="414814"/>
                  <a:pt x="156686" y="419100"/>
                  <a:pt x="161925" y="419100"/>
                </a:cubicBezTo>
                <a:lnTo>
                  <a:pt x="333375" y="419100"/>
                </a:lnTo>
                <a:cubicBezTo>
                  <a:pt x="338614" y="419100"/>
                  <a:pt x="342900" y="414814"/>
                  <a:pt x="342900" y="409575"/>
                </a:cubicBezTo>
                <a:cubicBezTo>
                  <a:pt x="342900" y="404336"/>
                  <a:pt x="338614" y="400050"/>
                  <a:pt x="333375" y="400050"/>
                </a:cubicBezTo>
                <a:lnTo>
                  <a:pt x="312896" y="400050"/>
                </a:lnTo>
                <a:lnTo>
                  <a:pt x="306514" y="361950"/>
                </a:lnTo>
                <a:lnTo>
                  <a:pt x="457200" y="361950"/>
                </a:lnTo>
                <a:cubicBezTo>
                  <a:pt x="478250" y="361950"/>
                  <a:pt x="495300" y="344900"/>
                  <a:pt x="495300" y="3238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201739" y="400050"/>
                </a:moveTo>
                <a:lnTo>
                  <a:pt x="208121" y="361950"/>
                </a:lnTo>
                <a:lnTo>
                  <a:pt x="287274" y="361950"/>
                </a:lnTo>
                <a:lnTo>
                  <a:pt x="293656" y="400050"/>
                </a:lnTo>
                <a:lnTo>
                  <a:pt x="201835" y="400050"/>
                </a:lnTo>
                <a:close/>
                <a:moveTo>
                  <a:pt x="476250" y="323850"/>
                </a:moveTo>
                <a:cubicBezTo>
                  <a:pt x="476250" y="334328"/>
                  <a:pt x="467678" y="342900"/>
                  <a:pt x="457200" y="342900"/>
                </a:cubicBezTo>
                <a:lnTo>
                  <a:pt x="38100" y="342900"/>
                </a:lnTo>
                <a:cubicBezTo>
                  <a:pt x="27622" y="342900"/>
                  <a:pt x="19050" y="334328"/>
                  <a:pt x="19050" y="323850"/>
                </a:cubicBezTo>
                <a:lnTo>
                  <a:pt x="19050" y="304800"/>
                </a:lnTo>
                <a:lnTo>
                  <a:pt x="476250" y="304800"/>
                </a:lnTo>
                <a:lnTo>
                  <a:pt x="476250" y="323850"/>
                </a:lnTo>
                <a:close/>
                <a:moveTo>
                  <a:pt x="476250" y="285750"/>
                </a:moveTo>
                <a:lnTo>
                  <a:pt x="19050" y="285750"/>
                </a:lnTo>
                <a:lnTo>
                  <a:pt x="19050" y="38100"/>
                </a:lnTo>
                <a:cubicBezTo>
                  <a:pt x="19050" y="27623"/>
                  <a:pt x="27622" y="19050"/>
                  <a:pt x="3810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85750"/>
                </a:lnTo>
                <a:close/>
                <a:moveTo>
                  <a:pt x="290131" y="82772"/>
                </a:moveTo>
                <a:lnTo>
                  <a:pt x="190310" y="41624"/>
                </a:lnTo>
                <a:cubicBezTo>
                  <a:pt x="184499" y="39243"/>
                  <a:pt x="178403" y="38005"/>
                  <a:pt x="172212" y="38005"/>
                </a:cubicBezTo>
                <a:lnTo>
                  <a:pt x="170783" y="38005"/>
                </a:lnTo>
                <a:cubicBezTo>
                  <a:pt x="164497" y="38005"/>
                  <a:pt x="158401" y="39243"/>
                  <a:pt x="152686" y="41624"/>
                </a:cubicBezTo>
                <a:lnTo>
                  <a:pt x="52864" y="82772"/>
                </a:lnTo>
                <a:cubicBezTo>
                  <a:pt x="43910" y="86487"/>
                  <a:pt x="38195" y="95060"/>
                  <a:pt x="38195" y="104775"/>
                </a:cubicBezTo>
                <a:lnTo>
                  <a:pt x="38195" y="161925"/>
                </a:lnTo>
                <a:cubicBezTo>
                  <a:pt x="38195" y="167164"/>
                  <a:pt x="42481" y="171450"/>
                  <a:pt x="47720" y="171450"/>
                </a:cubicBezTo>
                <a:cubicBezTo>
                  <a:pt x="52959" y="171450"/>
                  <a:pt x="57245" y="167164"/>
                  <a:pt x="57245" y="161925"/>
                </a:cubicBezTo>
                <a:lnTo>
                  <a:pt x="57245" y="128492"/>
                </a:lnTo>
                <a:lnTo>
                  <a:pt x="76295" y="136303"/>
                </a:lnTo>
                <a:lnTo>
                  <a:pt x="76295" y="199073"/>
                </a:lnTo>
                <a:cubicBezTo>
                  <a:pt x="76295" y="209169"/>
                  <a:pt x="81629" y="218504"/>
                  <a:pt x="90202" y="223552"/>
                </a:cubicBezTo>
                <a:cubicBezTo>
                  <a:pt x="105251" y="232505"/>
                  <a:pt x="135922" y="247555"/>
                  <a:pt x="171545" y="247555"/>
                </a:cubicBezTo>
                <a:cubicBezTo>
                  <a:pt x="207169" y="247555"/>
                  <a:pt x="237839" y="232505"/>
                  <a:pt x="252889" y="223552"/>
                </a:cubicBezTo>
                <a:cubicBezTo>
                  <a:pt x="261461" y="218504"/>
                  <a:pt x="266795" y="209074"/>
                  <a:pt x="266795" y="199073"/>
                </a:cubicBezTo>
                <a:lnTo>
                  <a:pt x="266795" y="136303"/>
                </a:lnTo>
                <a:lnTo>
                  <a:pt x="290227" y="126683"/>
                </a:lnTo>
                <a:cubicBezTo>
                  <a:pt x="299180" y="122968"/>
                  <a:pt x="304895" y="114395"/>
                  <a:pt x="304895" y="104680"/>
                </a:cubicBezTo>
                <a:cubicBezTo>
                  <a:pt x="304895" y="94964"/>
                  <a:pt x="299085" y="86392"/>
                  <a:pt x="290227" y="82677"/>
                </a:cubicBezTo>
                <a:close/>
                <a:moveTo>
                  <a:pt x="247650" y="199168"/>
                </a:moveTo>
                <a:cubicBezTo>
                  <a:pt x="247650" y="202502"/>
                  <a:pt x="245936" y="205645"/>
                  <a:pt x="243173" y="207264"/>
                </a:cubicBezTo>
                <a:cubicBezTo>
                  <a:pt x="229743" y="215170"/>
                  <a:pt x="202597" y="228600"/>
                  <a:pt x="171450" y="228600"/>
                </a:cubicBezTo>
                <a:cubicBezTo>
                  <a:pt x="140303" y="228600"/>
                  <a:pt x="113157" y="215265"/>
                  <a:pt x="99727" y="207264"/>
                </a:cubicBezTo>
                <a:cubicBezTo>
                  <a:pt x="96964" y="205645"/>
                  <a:pt x="95250" y="202502"/>
                  <a:pt x="95250" y="199168"/>
                </a:cubicBezTo>
                <a:lnTo>
                  <a:pt x="95250" y="144209"/>
                </a:lnTo>
                <a:lnTo>
                  <a:pt x="152590" y="167831"/>
                </a:lnTo>
                <a:cubicBezTo>
                  <a:pt x="158401" y="170212"/>
                  <a:pt x="164497" y="171450"/>
                  <a:pt x="170688" y="171450"/>
                </a:cubicBezTo>
                <a:lnTo>
                  <a:pt x="172117" y="171450"/>
                </a:lnTo>
                <a:cubicBezTo>
                  <a:pt x="178403" y="171450"/>
                  <a:pt x="184499" y="170212"/>
                  <a:pt x="190214" y="167831"/>
                </a:cubicBezTo>
                <a:lnTo>
                  <a:pt x="247555" y="144209"/>
                </a:lnTo>
                <a:lnTo>
                  <a:pt x="247555" y="199168"/>
                </a:lnTo>
                <a:close/>
                <a:moveTo>
                  <a:pt x="282797" y="109061"/>
                </a:moveTo>
                <a:lnTo>
                  <a:pt x="182975" y="150209"/>
                </a:lnTo>
                <a:cubicBezTo>
                  <a:pt x="179546" y="151638"/>
                  <a:pt x="175831" y="152400"/>
                  <a:pt x="172117" y="152400"/>
                </a:cubicBezTo>
                <a:lnTo>
                  <a:pt x="170688" y="152400"/>
                </a:lnTo>
                <a:cubicBezTo>
                  <a:pt x="166973" y="152400"/>
                  <a:pt x="163259" y="151638"/>
                  <a:pt x="159829" y="150209"/>
                </a:cubicBezTo>
                <a:lnTo>
                  <a:pt x="60007" y="109061"/>
                </a:lnTo>
                <a:cubicBezTo>
                  <a:pt x="58198" y="108299"/>
                  <a:pt x="57055" y="106585"/>
                  <a:pt x="57055" y="104680"/>
                </a:cubicBezTo>
                <a:cubicBezTo>
                  <a:pt x="57055" y="102775"/>
                  <a:pt x="58198" y="101060"/>
                  <a:pt x="60007" y="100298"/>
                </a:cubicBezTo>
                <a:lnTo>
                  <a:pt x="159829" y="59150"/>
                </a:lnTo>
                <a:cubicBezTo>
                  <a:pt x="163259" y="57721"/>
                  <a:pt x="166973" y="56960"/>
                  <a:pt x="170688" y="56960"/>
                </a:cubicBezTo>
                <a:lnTo>
                  <a:pt x="172117" y="56960"/>
                </a:lnTo>
                <a:cubicBezTo>
                  <a:pt x="175831" y="56960"/>
                  <a:pt x="179546" y="57721"/>
                  <a:pt x="182975" y="59150"/>
                </a:cubicBezTo>
                <a:lnTo>
                  <a:pt x="282797" y="100298"/>
                </a:lnTo>
                <a:cubicBezTo>
                  <a:pt x="284607" y="101060"/>
                  <a:pt x="285750" y="102775"/>
                  <a:pt x="285750" y="104680"/>
                </a:cubicBezTo>
                <a:cubicBezTo>
                  <a:pt x="285750" y="106585"/>
                  <a:pt x="284607" y="108299"/>
                  <a:pt x="282797" y="109061"/>
                </a:cubicBezTo>
                <a:close/>
                <a:moveTo>
                  <a:pt x="400050" y="209360"/>
                </a:moveTo>
                <a:cubicBezTo>
                  <a:pt x="400050" y="205454"/>
                  <a:pt x="397573" y="201930"/>
                  <a:pt x="393859" y="200596"/>
                </a:cubicBezTo>
                <a:lnTo>
                  <a:pt x="317659" y="172021"/>
                </a:lnTo>
                <a:cubicBezTo>
                  <a:pt x="314135" y="170688"/>
                  <a:pt x="310229" y="171545"/>
                  <a:pt x="307562" y="174212"/>
                </a:cubicBezTo>
                <a:cubicBezTo>
                  <a:pt x="304895" y="176879"/>
                  <a:pt x="304038" y="180785"/>
                  <a:pt x="305371" y="184309"/>
                </a:cubicBezTo>
                <a:lnTo>
                  <a:pt x="333946" y="260509"/>
                </a:lnTo>
                <a:cubicBezTo>
                  <a:pt x="335280" y="264223"/>
                  <a:pt x="338804" y="266605"/>
                  <a:pt x="342710" y="266700"/>
                </a:cubicBezTo>
                <a:lnTo>
                  <a:pt x="342805" y="266700"/>
                </a:lnTo>
                <a:cubicBezTo>
                  <a:pt x="346710" y="266700"/>
                  <a:pt x="350139" y="264319"/>
                  <a:pt x="351663" y="260794"/>
                </a:cubicBezTo>
                <a:lnTo>
                  <a:pt x="360045" y="240221"/>
                </a:lnTo>
                <a:lnTo>
                  <a:pt x="383762" y="263938"/>
                </a:lnTo>
                <a:cubicBezTo>
                  <a:pt x="387477" y="267653"/>
                  <a:pt x="393478" y="267653"/>
                  <a:pt x="397193" y="263938"/>
                </a:cubicBezTo>
                <a:cubicBezTo>
                  <a:pt x="400907" y="260223"/>
                  <a:pt x="400907" y="254222"/>
                  <a:pt x="397193" y="250508"/>
                </a:cubicBezTo>
                <a:lnTo>
                  <a:pt x="373475" y="226790"/>
                </a:lnTo>
                <a:lnTo>
                  <a:pt x="394049" y="218408"/>
                </a:lnTo>
                <a:cubicBezTo>
                  <a:pt x="397669" y="216979"/>
                  <a:pt x="400050" y="213360"/>
                  <a:pt x="399955" y="209455"/>
                </a:cubicBezTo>
                <a:close/>
                <a:moveTo>
                  <a:pt x="353092" y="214408"/>
                </a:move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2901" y="214503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lnTo>
                  <a:pt x="352806" y="214598"/>
                </a:lnTo>
                <a:cubicBezTo>
                  <a:pt x="350806" y="215551"/>
                  <a:pt x="349187" y="217075"/>
                  <a:pt x="348234" y="219265"/>
                </a:cubicBezTo>
                <a:cubicBezTo>
                  <a:pt x="348234" y="219456"/>
                  <a:pt x="348139" y="219551"/>
                  <a:pt x="348044" y="219742"/>
                </a:cubicBezTo>
                <a:lnTo>
                  <a:pt x="343471" y="230981"/>
                </a:lnTo>
                <a:lnTo>
                  <a:pt x="330803" y="197263"/>
                </a:lnTo>
                <a:lnTo>
                  <a:pt x="364522" y="209931"/>
                </a:lnTo>
                <a:lnTo>
                  <a:pt x="353282" y="214503"/>
                </a:lnTo>
                <a:close/>
                <a:moveTo>
                  <a:pt x="428625" y="57055"/>
                </a:moveTo>
                <a:lnTo>
                  <a:pt x="333375" y="57055"/>
                </a:lnTo>
                <a:cubicBezTo>
                  <a:pt x="328136" y="57055"/>
                  <a:pt x="323850" y="61341"/>
                  <a:pt x="323850" y="66580"/>
                </a:cubicBezTo>
                <a:cubicBezTo>
                  <a:pt x="323850" y="71819"/>
                  <a:pt x="328136" y="76105"/>
                  <a:pt x="333375" y="76105"/>
                </a:cubicBezTo>
                <a:lnTo>
                  <a:pt x="428625" y="76105"/>
                </a:lnTo>
                <a:cubicBezTo>
                  <a:pt x="433864" y="76105"/>
                  <a:pt x="438150" y="71819"/>
                  <a:pt x="438150" y="66580"/>
                </a:cubicBezTo>
                <a:cubicBezTo>
                  <a:pt x="438150" y="61341"/>
                  <a:pt x="433864" y="57055"/>
                  <a:pt x="428625" y="57055"/>
                </a:cubicBezTo>
                <a:close/>
                <a:moveTo>
                  <a:pt x="428625" y="95155"/>
                </a:moveTo>
                <a:lnTo>
                  <a:pt x="333375" y="95155"/>
                </a:lnTo>
                <a:cubicBezTo>
                  <a:pt x="328136" y="95155"/>
                  <a:pt x="323850" y="99441"/>
                  <a:pt x="323850" y="104680"/>
                </a:cubicBezTo>
                <a:cubicBezTo>
                  <a:pt x="323850" y="109919"/>
                  <a:pt x="328136" y="114205"/>
                  <a:pt x="333375" y="114205"/>
                </a:cubicBezTo>
                <a:lnTo>
                  <a:pt x="428625" y="114205"/>
                </a:lnTo>
                <a:cubicBezTo>
                  <a:pt x="433864" y="114205"/>
                  <a:pt x="438150" y="109919"/>
                  <a:pt x="438150" y="104680"/>
                </a:cubicBezTo>
                <a:cubicBezTo>
                  <a:pt x="438150" y="99441"/>
                  <a:pt x="433864" y="95155"/>
                  <a:pt x="428625" y="95155"/>
                </a:cubicBezTo>
                <a:close/>
                <a:moveTo>
                  <a:pt x="428625" y="133255"/>
                </a:moveTo>
                <a:lnTo>
                  <a:pt x="333375" y="133255"/>
                </a:lnTo>
                <a:cubicBezTo>
                  <a:pt x="328136" y="133255"/>
                  <a:pt x="323850" y="137541"/>
                  <a:pt x="323850" y="142780"/>
                </a:cubicBezTo>
                <a:cubicBezTo>
                  <a:pt x="323850" y="148019"/>
                  <a:pt x="328136" y="152305"/>
                  <a:pt x="333375" y="152305"/>
                </a:cubicBezTo>
                <a:lnTo>
                  <a:pt x="428625" y="152305"/>
                </a:lnTo>
                <a:cubicBezTo>
                  <a:pt x="433864" y="152305"/>
                  <a:pt x="438150" y="148019"/>
                  <a:pt x="438150" y="142780"/>
                </a:cubicBezTo>
                <a:cubicBezTo>
                  <a:pt x="438150" y="137541"/>
                  <a:pt x="433864" y="133255"/>
                  <a:pt x="428625" y="13325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>
              <a:buSzPts val="1800"/>
            </a:pP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2545DF91-3B2C-09A7-0409-B410F76C64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4865" y="1986676"/>
            <a:ext cx="156858" cy="188229"/>
          </a:xfrm>
          <a:prstGeom prst="rect">
            <a:avLst/>
          </a:prstGeom>
        </p:spPr>
      </p:pic>
      <p:sp>
        <p:nvSpPr>
          <p:cNvPr id="14" name="Google Shape;2223;p100">
            <a:extLst>
              <a:ext uri="{FF2B5EF4-FFF2-40B4-BE49-F238E27FC236}">
                <a16:creationId xmlns:a16="http://schemas.microsoft.com/office/drawing/2014/main" id="{A3C0C527-A246-CE14-B9C3-E69F4D1D5656}"/>
              </a:ext>
            </a:extLst>
          </p:cNvPr>
          <p:cNvSpPr>
            <a:spLocks/>
          </p:cNvSpPr>
          <p:nvPr/>
        </p:nvSpPr>
        <p:spPr>
          <a:xfrm>
            <a:off x="566852" y="2483731"/>
            <a:ext cx="245745" cy="226842"/>
          </a:xfrm>
          <a:custGeom>
            <a:avLst/>
            <a:gdLst/>
            <a:ahLst/>
            <a:cxnLst/>
            <a:rect l="l" t="t" r="r" b="b"/>
            <a:pathLst>
              <a:path w="495300" h="457200" extrusionOk="0">
                <a:moveTo>
                  <a:pt x="116396" y="388525"/>
                </a:moveTo>
                <a:cubicBezTo>
                  <a:pt x="126682" y="379762"/>
                  <a:pt x="133350" y="366903"/>
                  <a:pt x="133350" y="352425"/>
                </a:cubicBezTo>
                <a:cubicBezTo>
                  <a:pt x="133350" y="326136"/>
                  <a:pt x="112014" y="304800"/>
                  <a:pt x="85725" y="304800"/>
                </a:cubicBezTo>
                <a:cubicBezTo>
                  <a:pt x="59436" y="304800"/>
                  <a:pt x="38100" y="326136"/>
                  <a:pt x="38100" y="352425"/>
                </a:cubicBezTo>
                <a:cubicBezTo>
                  <a:pt x="38100" y="366903"/>
                  <a:pt x="44767" y="379762"/>
                  <a:pt x="55054" y="388525"/>
                </a:cubicBezTo>
                <a:cubicBezTo>
                  <a:pt x="33718" y="399669"/>
                  <a:pt x="19050" y="421958"/>
                  <a:pt x="19050" y="447675"/>
                </a:cubicBezTo>
                <a:cubicBezTo>
                  <a:pt x="19050" y="452914"/>
                  <a:pt x="23336" y="457200"/>
                  <a:pt x="28575" y="457200"/>
                </a:cubicBezTo>
                <a:cubicBezTo>
                  <a:pt x="33814" y="457200"/>
                  <a:pt x="38100" y="452914"/>
                  <a:pt x="38100" y="447675"/>
                </a:cubicBezTo>
                <a:cubicBezTo>
                  <a:pt x="38100" y="421386"/>
                  <a:pt x="59436" y="400050"/>
                  <a:pt x="85725" y="400050"/>
                </a:cubicBezTo>
                <a:cubicBezTo>
                  <a:pt x="112014" y="400050"/>
                  <a:pt x="133350" y="421386"/>
                  <a:pt x="133350" y="447675"/>
                </a:cubicBezTo>
                <a:cubicBezTo>
                  <a:pt x="133350" y="452914"/>
                  <a:pt x="137636" y="457200"/>
                  <a:pt x="142875" y="457200"/>
                </a:cubicBezTo>
                <a:cubicBezTo>
                  <a:pt x="148114" y="457200"/>
                  <a:pt x="152400" y="452914"/>
                  <a:pt x="152400" y="447675"/>
                </a:cubicBezTo>
                <a:cubicBezTo>
                  <a:pt x="152400" y="421958"/>
                  <a:pt x="137731" y="399669"/>
                  <a:pt x="116396" y="388525"/>
                </a:cubicBezTo>
                <a:close/>
                <a:moveTo>
                  <a:pt x="85725" y="381000"/>
                </a:moveTo>
                <a:cubicBezTo>
                  <a:pt x="70009" y="381000"/>
                  <a:pt x="57150" y="368141"/>
                  <a:pt x="57150" y="352425"/>
                </a:cubicBezTo>
                <a:cubicBezTo>
                  <a:pt x="57150" y="336709"/>
                  <a:pt x="70009" y="323850"/>
                  <a:pt x="85725" y="323850"/>
                </a:cubicBezTo>
                <a:cubicBezTo>
                  <a:pt x="101441" y="323850"/>
                  <a:pt x="114300" y="336709"/>
                  <a:pt x="114300" y="352425"/>
                </a:cubicBezTo>
                <a:cubicBezTo>
                  <a:pt x="114300" y="368141"/>
                  <a:pt x="101441" y="381000"/>
                  <a:pt x="85725" y="381000"/>
                </a:cubicBezTo>
                <a:close/>
                <a:moveTo>
                  <a:pt x="278321" y="388525"/>
                </a:moveTo>
                <a:cubicBezTo>
                  <a:pt x="288607" y="379762"/>
                  <a:pt x="295275" y="366903"/>
                  <a:pt x="295275" y="352425"/>
                </a:cubicBezTo>
                <a:cubicBezTo>
                  <a:pt x="295275" y="326136"/>
                  <a:pt x="273939" y="304800"/>
                  <a:pt x="247650" y="304800"/>
                </a:cubicBezTo>
                <a:cubicBezTo>
                  <a:pt x="221361" y="304800"/>
                  <a:pt x="200025" y="326136"/>
                  <a:pt x="200025" y="352425"/>
                </a:cubicBezTo>
                <a:cubicBezTo>
                  <a:pt x="200025" y="366903"/>
                  <a:pt x="206693" y="379762"/>
                  <a:pt x="216979" y="388525"/>
                </a:cubicBezTo>
                <a:cubicBezTo>
                  <a:pt x="195644" y="399669"/>
                  <a:pt x="180975" y="421958"/>
                  <a:pt x="180975" y="447675"/>
                </a:cubicBezTo>
                <a:cubicBezTo>
                  <a:pt x="180975" y="452914"/>
                  <a:pt x="185261" y="457200"/>
                  <a:pt x="190500" y="457200"/>
                </a:cubicBezTo>
                <a:cubicBezTo>
                  <a:pt x="195739" y="457200"/>
                  <a:pt x="200025" y="452914"/>
                  <a:pt x="200025" y="447675"/>
                </a:cubicBezTo>
                <a:cubicBezTo>
                  <a:pt x="200025" y="421386"/>
                  <a:pt x="221361" y="400050"/>
                  <a:pt x="247650" y="400050"/>
                </a:cubicBezTo>
                <a:cubicBezTo>
                  <a:pt x="273939" y="400050"/>
                  <a:pt x="295275" y="421386"/>
                  <a:pt x="295275" y="447675"/>
                </a:cubicBezTo>
                <a:cubicBezTo>
                  <a:pt x="295275" y="452914"/>
                  <a:pt x="299561" y="457200"/>
                  <a:pt x="304800" y="457200"/>
                </a:cubicBezTo>
                <a:cubicBezTo>
                  <a:pt x="310039" y="457200"/>
                  <a:pt x="314325" y="452914"/>
                  <a:pt x="314325" y="447675"/>
                </a:cubicBezTo>
                <a:cubicBezTo>
                  <a:pt x="314325" y="421958"/>
                  <a:pt x="299656" y="399669"/>
                  <a:pt x="278321" y="388525"/>
                </a:cubicBezTo>
                <a:close/>
                <a:moveTo>
                  <a:pt x="247650" y="381000"/>
                </a:moveTo>
                <a:cubicBezTo>
                  <a:pt x="231934" y="381000"/>
                  <a:pt x="219075" y="368141"/>
                  <a:pt x="219075" y="352425"/>
                </a:cubicBezTo>
                <a:cubicBezTo>
                  <a:pt x="219075" y="336709"/>
                  <a:pt x="231934" y="323850"/>
                  <a:pt x="247650" y="323850"/>
                </a:cubicBezTo>
                <a:cubicBezTo>
                  <a:pt x="263366" y="323850"/>
                  <a:pt x="276225" y="336709"/>
                  <a:pt x="276225" y="352425"/>
                </a:cubicBezTo>
                <a:cubicBezTo>
                  <a:pt x="276225" y="368141"/>
                  <a:pt x="263366" y="381000"/>
                  <a:pt x="247650" y="381000"/>
                </a:cubicBezTo>
                <a:close/>
                <a:moveTo>
                  <a:pt x="440246" y="388525"/>
                </a:moveTo>
                <a:cubicBezTo>
                  <a:pt x="450532" y="379762"/>
                  <a:pt x="457200" y="366903"/>
                  <a:pt x="457200" y="352425"/>
                </a:cubicBezTo>
                <a:cubicBezTo>
                  <a:pt x="457200" y="326136"/>
                  <a:pt x="435864" y="304800"/>
                  <a:pt x="409575" y="304800"/>
                </a:cubicBezTo>
                <a:cubicBezTo>
                  <a:pt x="383286" y="304800"/>
                  <a:pt x="361950" y="326136"/>
                  <a:pt x="361950" y="352425"/>
                </a:cubicBezTo>
                <a:cubicBezTo>
                  <a:pt x="361950" y="366903"/>
                  <a:pt x="368618" y="379762"/>
                  <a:pt x="378905" y="388525"/>
                </a:cubicBezTo>
                <a:cubicBezTo>
                  <a:pt x="357569" y="399669"/>
                  <a:pt x="342900" y="421958"/>
                  <a:pt x="342900" y="447675"/>
                </a:cubicBezTo>
                <a:cubicBezTo>
                  <a:pt x="342900" y="452914"/>
                  <a:pt x="347186" y="457200"/>
                  <a:pt x="352425" y="457200"/>
                </a:cubicBezTo>
                <a:cubicBezTo>
                  <a:pt x="357664" y="457200"/>
                  <a:pt x="361950" y="452914"/>
                  <a:pt x="361950" y="447675"/>
                </a:cubicBezTo>
                <a:cubicBezTo>
                  <a:pt x="361950" y="421386"/>
                  <a:pt x="383286" y="400050"/>
                  <a:pt x="409575" y="400050"/>
                </a:cubicBezTo>
                <a:cubicBezTo>
                  <a:pt x="435864" y="400050"/>
                  <a:pt x="457200" y="421386"/>
                  <a:pt x="457200" y="447675"/>
                </a:cubicBezTo>
                <a:cubicBezTo>
                  <a:pt x="457200" y="452914"/>
                  <a:pt x="461486" y="457200"/>
                  <a:pt x="466725" y="457200"/>
                </a:cubicBezTo>
                <a:cubicBezTo>
                  <a:pt x="471964" y="457200"/>
                  <a:pt x="476250" y="452914"/>
                  <a:pt x="476250" y="447675"/>
                </a:cubicBezTo>
                <a:cubicBezTo>
                  <a:pt x="476250" y="421958"/>
                  <a:pt x="461581" y="399669"/>
                  <a:pt x="440246" y="388525"/>
                </a:cubicBezTo>
                <a:close/>
                <a:moveTo>
                  <a:pt x="409575" y="381000"/>
                </a:moveTo>
                <a:cubicBezTo>
                  <a:pt x="393859" y="381000"/>
                  <a:pt x="381000" y="368141"/>
                  <a:pt x="381000" y="352425"/>
                </a:cubicBezTo>
                <a:cubicBezTo>
                  <a:pt x="381000" y="336709"/>
                  <a:pt x="393859" y="323850"/>
                  <a:pt x="409575" y="323850"/>
                </a:cubicBezTo>
                <a:cubicBezTo>
                  <a:pt x="425291" y="323850"/>
                  <a:pt x="438150" y="336709"/>
                  <a:pt x="438150" y="352425"/>
                </a:cubicBezTo>
                <a:cubicBezTo>
                  <a:pt x="438150" y="368141"/>
                  <a:pt x="425291" y="381000"/>
                  <a:pt x="409575" y="381000"/>
                </a:cubicBezTo>
                <a:close/>
                <a:moveTo>
                  <a:pt x="285750" y="123825"/>
                </a:moveTo>
                <a:cubicBezTo>
                  <a:pt x="285750" y="108109"/>
                  <a:pt x="272891" y="95250"/>
                  <a:pt x="257175" y="95250"/>
                </a:cubicBezTo>
                <a:lnTo>
                  <a:pt x="125254" y="95250"/>
                </a:lnTo>
                <a:cubicBezTo>
                  <a:pt x="138779" y="85725"/>
                  <a:pt x="147638" y="70104"/>
                  <a:pt x="147638" y="52388"/>
                </a:cubicBezTo>
                <a:cubicBezTo>
                  <a:pt x="147638" y="23527"/>
                  <a:pt x="124111" y="0"/>
                  <a:pt x="95250" y="0"/>
                </a:cubicBezTo>
                <a:cubicBezTo>
                  <a:pt x="66389" y="0"/>
                  <a:pt x="42863" y="23527"/>
                  <a:pt x="42863" y="52388"/>
                </a:cubicBezTo>
                <a:cubicBezTo>
                  <a:pt x="42863" y="71628"/>
                  <a:pt x="53340" y="88392"/>
                  <a:pt x="68771" y="97536"/>
                </a:cubicBezTo>
                <a:cubicBezTo>
                  <a:pt x="27242" y="104775"/>
                  <a:pt x="0" y="129254"/>
                  <a:pt x="0" y="161925"/>
                </a:cubicBezTo>
                <a:lnTo>
                  <a:pt x="0" y="238125"/>
                </a:lnTo>
                <a:cubicBezTo>
                  <a:pt x="0" y="264414"/>
                  <a:pt x="21336" y="285750"/>
                  <a:pt x="47625" y="285750"/>
                </a:cubicBezTo>
                <a:cubicBezTo>
                  <a:pt x="52864" y="285750"/>
                  <a:pt x="57150" y="281464"/>
                  <a:pt x="57150" y="276225"/>
                </a:cubicBezTo>
                <a:lnTo>
                  <a:pt x="57150" y="171450"/>
                </a:lnTo>
                <a:cubicBezTo>
                  <a:pt x="57150" y="166211"/>
                  <a:pt x="52864" y="161925"/>
                  <a:pt x="47625" y="161925"/>
                </a:cubicBezTo>
                <a:cubicBezTo>
                  <a:pt x="42386" y="161925"/>
                  <a:pt x="38100" y="166211"/>
                  <a:pt x="38100" y="171450"/>
                </a:cubicBezTo>
                <a:lnTo>
                  <a:pt x="38100" y="265081"/>
                </a:lnTo>
                <a:cubicBezTo>
                  <a:pt x="27051" y="261176"/>
                  <a:pt x="19050" y="250603"/>
                  <a:pt x="19050" y="238125"/>
                </a:cubicBezTo>
                <a:lnTo>
                  <a:pt x="19050" y="161925"/>
                </a:lnTo>
                <a:cubicBezTo>
                  <a:pt x="19050" y="129159"/>
                  <a:pt x="58579" y="114300"/>
                  <a:pt x="95250" y="114300"/>
                </a:cubicBezTo>
                <a:lnTo>
                  <a:pt x="257175" y="114300"/>
                </a:lnTo>
                <a:cubicBezTo>
                  <a:pt x="262414" y="114300"/>
                  <a:pt x="266700" y="118586"/>
                  <a:pt x="266700" y="123825"/>
                </a:cubicBezTo>
                <a:cubicBezTo>
                  <a:pt x="266700" y="129064"/>
                  <a:pt x="262414" y="133350"/>
                  <a:pt x="257175" y="133350"/>
                </a:cubicBezTo>
                <a:lnTo>
                  <a:pt x="161925" y="133350"/>
                </a:lnTo>
                <a:cubicBezTo>
                  <a:pt x="146209" y="133350"/>
                  <a:pt x="133350" y="146209"/>
                  <a:pt x="133350" y="161925"/>
                </a:cubicBezTo>
                <a:lnTo>
                  <a:pt x="133350" y="295275"/>
                </a:lnTo>
                <a:cubicBezTo>
                  <a:pt x="133350" y="300514"/>
                  <a:pt x="137636" y="304800"/>
                  <a:pt x="142875" y="304800"/>
                </a:cubicBezTo>
                <a:cubicBezTo>
                  <a:pt x="148114" y="304800"/>
                  <a:pt x="152400" y="300514"/>
                  <a:pt x="152400" y="295275"/>
                </a:cubicBezTo>
                <a:lnTo>
                  <a:pt x="152400" y="161925"/>
                </a:lnTo>
                <a:cubicBezTo>
                  <a:pt x="152400" y="156686"/>
                  <a:pt x="156686" y="152400"/>
                  <a:pt x="161925" y="152400"/>
                </a:cubicBezTo>
                <a:lnTo>
                  <a:pt x="257175" y="152400"/>
                </a:lnTo>
                <a:cubicBezTo>
                  <a:pt x="272891" y="152400"/>
                  <a:pt x="285750" y="139541"/>
                  <a:pt x="285750" y="123825"/>
                </a:cubicBezTo>
                <a:close/>
                <a:moveTo>
                  <a:pt x="95250" y="85725"/>
                </a:moveTo>
                <a:cubicBezTo>
                  <a:pt x="76867" y="85725"/>
                  <a:pt x="61913" y="70771"/>
                  <a:pt x="61913" y="52388"/>
                </a:cubicBezTo>
                <a:cubicBezTo>
                  <a:pt x="61913" y="34004"/>
                  <a:pt x="76867" y="19050"/>
                  <a:pt x="95250" y="19050"/>
                </a:cubicBezTo>
                <a:cubicBezTo>
                  <a:pt x="113633" y="19050"/>
                  <a:pt x="128588" y="34004"/>
                  <a:pt x="128588" y="52388"/>
                </a:cubicBezTo>
                <a:cubicBezTo>
                  <a:pt x="128588" y="70771"/>
                  <a:pt x="113633" y="85725"/>
                  <a:pt x="95250" y="85725"/>
                </a:cubicBezTo>
                <a:close/>
                <a:moveTo>
                  <a:pt x="457200" y="0"/>
                </a:moveTo>
                <a:lnTo>
                  <a:pt x="171450" y="0"/>
                </a:lnTo>
                <a:cubicBezTo>
                  <a:pt x="166211" y="0"/>
                  <a:pt x="161925" y="4286"/>
                  <a:pt x="161925" y="9525"/>
                </a:cubicBezTo>
                <a:cubicBezTo>
                  <a:pt x="161925" y="14764"/>
                  <a:pt x="166211" y="19050"/>
                  <a:pt x="17145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47650"/>
                </a:lnTo>
                <a:cubicBezTo>
                  <a:pt x="476250" y="258128"/>
                  <a:pt x="467678" y="266700"/>
                  <a:pt x="457200" y="266700"/>
                </a:cubicBezTo>
                <a:lnTo>
                  <a:pt x="180975" y="266700"/>
                </a:lnTo>
                <a:cubicBezTo>
                  <a:pt x="175736" y="266700"/>
                  <a:pt x="171450" y="270986"/>
                  <a:pt x="171450" y="276225"/>
                </a:cubicBezTo>
                <a:cubicBezTo>
                  <a:pt x="171450" y="281464"/>
                  <a:pt x="175736" y="285750"/>
                  <a:pt x="180975" y="285750"/>
                </a:cubicBezTo>
                <a:lnTo>
                  <a:pt x="457200" y="285750"/>
                </a:lnTo>
                <a:cubicBezTo>
                  <a:pt x="478250" y="285750"/>
                  <a:pt x="495300" y="268700"/>
                  <a:pt x="495300" y="2476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352425" y="38100"/>
                </a:moveTo>
                <a:lnTo>
                  <a:pt x="257175" y="38100"/>
                </a:lnTo>
                <a:cubicBezTo>
                  <a:pt x="251936" y="38100"/>
                  <a:pt x="247650" y="42386"/>
                  <a:pt x="247650" y="47625"/>
                </a:cubicBezTo>
                <a:cubicBezTo>
                  <a:pt x="247650" y="52864"/>
                  <a:pt x="251936" y="57150"/>
                  <a:pt x="257175" y="57150"/>
                </a:cubicBezTo>
                <a:lnTo>
                  <a:pt x="352425" y="57150"/>
                </a:lnTo>
                <a:cubicBezTo>
                  <a:pt x="357664" y="57150"/>
                  <a:pt x="361950" y="52864"/>
                  <a:pt x="361950" y="47625"/>
                </a:cubicBezTo>
                <a:cubicBezTo>
                  <a:pt x="361950" y="42386"/>
                  <a:pt x="357664" y="38100"/>
                  <a:pt x="352425" y="38100"/>
                </a:cubicBezTo>
                <a:close/>
                <a:moveTo>
                  <a:pt x="428625" y="95250"/>
                </a:moveTo>
                <a:lnTo>
                  <a:pt x="314325" y="95250"/>
                </a:lnTo>
                <a:cubicBezTo>
                  <a:pt x="309086" y="95250"/>
                  <a:pt x="304800" y="99536"/>
                  <a:pt x="304800" y="104775"/>
                </a:cubicBezTo>
                <a:cubicBezTo>
                  <a:pt x="304800" y="110014"/>
                  <a:pt x="309086" y="114300"/>
                  <a:pt x="314325" y="114300"/>
                </a:cubicBezTo>
                <a:lnTo>
                  <a:pt x="428625" y="114300"/>
                </a:lnTo>
                <a:cubicBezTo>
                  <a:pt x="433864" y="114300"/>
                  <a:pt x="438150" y="110014"/>
                  <a:pt x="438150" y="104775"/>
                </a:cubicBezTo>
                <a:cubicBezTo>
                  <a:pt x="438150" y="99536"/>
                  <a:pt x="433864" y="95250"/>
                  <a:pt x="428625" y="95250"/>
                </a:cubicBezTo>
                <a:close/>
                <a:moveTo>
                  <a:pt x="428625" y="133350"/>
                </a:moveTo>
                <a:lnTo>
                  <a:pt x="314325" y="133350"/>
                </a:lnTo>
                <a:cubicBezTo>
                  <a:pt x="309086" y="133350"/>
                  <a:pt x="304800" y="137636"/>
                  <a:pt x="304800" y="142875"/>
                </a:cubicBezTo>
                <a:cubicBezTo>
                  <a:pt x="304800" y="148114"/>
                  <a:pt x="309086" y="152400"/>
                  <a:pt x="314325" y="152400"/>
                </a:cubicBezTo>
                <a:lnTo>
                  <a:pt x="428625" y="152400"/>
                </a:lnTo>
                <a:cubicBezTo>
                  <a:pt x="433864" y="152400"/>
                  <a:pt x="438150" y="148114"/>
                  <a:pt x="438150" y="142875"/>
                </a:cubicBezTo>
                <a:cubicBezTo>
                  <a:pt x="438150" y="137636"/>
                  <a:pt x="433864" y="133350"/>
                  <a:pt x="428625" y="133350"/>
                </a:cubicBezTo>
                <a:close/>
                <a:moveTo>
                  <a:pt x="428625" y="171450"/>
                </a:moveTo>
                <a:lnTo>
                  <a:pt x="180975" y="171450"/>
                </a:lnTo>
                <a:cubicBezTo>
                  <a:pt x="175736" y="171450"/>
                  <a:pt x="171450" y="175736"/>
                  <a:pt x="171450" y="180975"/>
                </a:cubicBezTo>
                <a:cubicBezTo>
                  <a:pt x="171450" y="186214"/>
                  <a:pt x="175736" y="190500"/>
                  <a:pt x="180975" y="190500"/>
                </a:cubicBezTo>
                <a:lnTo>
                  <a:pt x="428625" y="190500"/>
                </a:lnTo>
                <a:cubicBezTo>
                  <a:pt x="433864" y="190500"/>
                  <a:pt x="438150" y="186214"/>
                  <a:pt x="438150" y="180975"/>
                </a:cubicBezTo>
                <a:cubicBezTo>
                  <a:pt x="438150" y="175736"/>
                  <a:pt x="433864" y="171450"/>
                  <a:pt x="428625" y="171450"/>
                </a:cubicBezTo>
                <a:close/>
                <a:moveTo>
                  <a:pt x="428625" y="209550"/>
                </a:moveTo>
                <a:lnTo>
                  <a:pt x="180975" y="209550"/>
                </a:lnTo>
                <a:cubicBezTo>
                  <a:pt x="175736" y="209550"/>
                  <a:pt x="171450" y="213836"/>
                  <a:pt x="171450" y="219075"/>
                </a:cubicBezTo>
                <a:cubicBezTo>
                  <a:pt x="171450" y="224314"/>
                  <a:pt x="175736" y="228600"/>
                  <a:pt x="180975" y="228600"/>
                </a:cubicBezTo>
                <a:lnTo>
                  <a:pt x="428625" y="228600"/>
                </a:lnTo>
                <a:cubicBezTo>
                  <a:pt x="433864" y="228600"/>
                  <a:pt x="438150" y="224314"/>
                  <a:pt x="438150" y="219075"/>
                </a:cubicBezTo>
                <a:cubicBezTo>
                  <a:pt x="438150" y="213836"/>
                  <a:pt x="433864" y="209550"/>
                  <a:pt x="428625" y="20955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>
              <a:buSzPts val="1800"/>
            </a:pP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Gráfico 14">
            <a:extLst>
              <a:ext uri="{FF2B5EF4-FFF2-40B4-BE49-F238E27FC236}">
                <a16:creationId xmlns:a16="http://schemas.microsoft.com/office/drawing/2014/main" id="{4E6F332C-F734-4E00-8D40-5C79A2BD638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5906" y="3248175"/>
            <a:ext cx="235296" cy="240643"/>
          </a:xfrm>
          <a:prstGeom prst="rect">
            <a:avLst/>
          </a:prstGeom>
        </p:spPr>
      </p:pic>
      <p:pic>
        <p:nvPicPr>
          <p:cNvPr id="16" name="Gráfico 15">
            <a:extLst>
              <a:ext uri="{FF2B5EF4-FFF2-40B4-BE49-F238E27FC236}">
                <a16:creationId xmlns:a16="http://schemas.microsoft.com/office/drawing/2014/main" id="{57023761-817A-A972-4D78-AD3065133C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1782" y="4040108"/>
            <a:ext cx="208026" cy="266700"/>
          </a:xfrm>
          <a:prstGeom prst="rect">
            <a:avLst/>
          </a:prstGeom>
        </p:spPr>
      </p:pic>
      <p:sp>
        <p:nvSpPr>
          <p:cNvPr id="17" name="CaixaDeTexto 3">
            <a:extLst>
              <a:ext uri="{FF2B5EF4-FFF2-40B4-BE49-F238E27FC236}">
                <a16:creationId xmlns:a16="http://schemas.microsoft.com/office/drawing/2014/main" id="{8E2F80D2-1D59-13BA-3B4A-F34042BA632E}"/>
              </a:ext>
            </a:extLst>
          </p:cNvPr>
          <p:cNvSpPr txBox="1"/>
          <p:nvPr/>
        </p:nvSpPr>
        <p:spPr>
          <a:xfrm>
            <a:off x="999415" y="1364950"/>
            <a:ext cx="10876724" cy="2985433"/>
          </a:xfrm>
          <a:prstGeom prst="rect">
            <a:avLst/>
          </a:prstGeom>
          <a:noFill/>
          <a:ln>
            <a:noFill/>
          </a:ln>
        </p:spPr>
        <p:txBody>
          <a:bodyPr wrap="square" lIns="60960" tIns="30480" rIns="60960" bIns="3048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>
              <a:buSzPts val="1000"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Orientações: 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a seção </a:t>
            </a: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O que nós aprendemos hoje? 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tem o objetivo de reforçar e esclarecer os principais conceitos discutidos, incentivando os estudantes a recordarem e articularem os principais pontos da aula. </a:t>
            </a:r>
          </a:p>
          <a:p>
            <a:pPr lvl="0">
              <a:buSzPts val="1000"/>
            </a:pPr>
            <a:endParaRPr lang="pt-BR" sz="1000" b="1" dirty="0">
              <a:latin typeface="Poppins"/>
              <a:ea typeface="Poppins"/>
              <a:cs typeface="Poppins"/>
              <a:sym typeface="Poppins"/>
            </a:endParaRPr>
          </a:p>
          <a:p>
            <a:pPr lvl="0">
              <a:buSzPts val="1000"/>
            </a:pPr>
            <a:br>
              <a:rPr lang="pt-BR" sz="1000" b="1" dirty="0">
                <a:latin typeface="Poppins"/>
                <a:ea typeface="Poppins"/>
                <a:cs typeface="Poppins"/>
                <a:sym typeface="Poppins"/>
              </a:rPr>
            </a:b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Tempo previsto: 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2 minutos. </a:t>
            </a:r>
          </a:p>
          <a:p>
            <a:pPr lvl="0">
              <a:buSzPts val="1000"/>
            </a:pPr>
            <a:endParaRPr lang="pt-BR" sz="1000" b="1" dirty="0">
              <a:latin typeface="Poppins"/>
              <a:ea typeface="Poppins"/>
              <a:cs typeface="Poppins"/>
              <a:sym typeface="Poppins"/>
            </a:endParaRPr>
          </a:p>
          <a:p>
            <a:pPr lvl="0">
              <a:buSzPts val="1000"/>
            </a:pPr>
            <a:endParaRPr lang="pt-BR" sz="1000" b="1" dirty="0">
              <a:latin typeface="Poppins"/>
              <a:ea typeface="Poppins"/>
              <a:cs typeface="Poppins"/>
              <a:sym typeface="Poppins"/>
            </a:endParaRPr>
          </a:p>
          <a:p>
            <a:pPr lvl="0">
              <a:buSzPts val="1000"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Gestão de sala de aula:</a:t>
            </a:r>
          </a:p>
          <a:p>
            <a:pPr marL="171450" lvl="0" indent="-171450">
              <a:buSzPts val="10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mantenha um tom positivo e construtivo, reforçando o aprendizado; </a:t>
            </a:r>
          </a:p>
          <a:p>
            <a:pPr marL="171450" lvl="0" indent="-171450">
              <a:buSzPts val="10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seja direto e objetivo nas explicações para manter a atividade dentro do tempo estipulado; </a:t>
            </a:r>
          </a:p>
          <a:p>
            <a:pPr marL="171450" lvl="0" indent="-171450">
              <a:buSzPts val="10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engaje os estudantes rapidamente, pedindo confirmações ou reações breves às definições apresentadas. </a:t>
            </a:r>
          </a:p>
          <a:p>
            <a:pPr lvl="0">
              <a:buSzPts val="1000"/>
            </a:pPr>
            <a:endParaRPr lang="pt-BR" sz="1000" b="1" dirty="0">
              <a:latin typeface="Poppins"/>
              <a:ea typeface="Poppins"/>
              <a:cs typeface="Poppins"/>
              <a:sym typeface="Poppins"/>
            </a:endParaRPr>
          </a:p>
          <a:p>
            <a:pPr lvl="0">
              <a:buSzPts val="1000"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Condução da dinâmica:</a:t>
            </a:r>
          </a:p>
          <a:p>
            <a:pPr marL="171450" lvl="0" indent="-171450">
              <a:buSzPts val="10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explique aos estudantes que esse é um momento de reflexão e esclarecimento sobre os conceitos abordados na aula; </a:t>
            </a:r>
          </a:p>
          <a:p>
            <a:pPr marL="171450" lvl="0" indent="-171450">
              <a:buSzPts val="10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informe que será feita uma rápida revisão para assegurar o entendimento correto das definições e dos conceitos; </a:t>
            </a:r>
          </a:p>
          <a:p>
            <a:pPr marL="171450" lvl="0" indent="-171450">
              <a:buSzPts val="10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apresente o slide com os principais tópicos da aula. E retome rapidamente os conceitos representados no esquema, reiterando a importância de cada um deles e como ele se encaixa no contexto maior da aula e na vida profissional.</a:t>
            </a:r>
          </a:p>
          <a:p>
            <a:pPr lvl="0">
              <a:buSzPts val="1000"/>
            </a:pPr>
            <a:endParaRPr lang="pt-BR" sz="1000" b="1" dirty="0">
              <a:latin typeface="Poppins"/>
              <a:ea typeface="Poppins"/>
              <a:cs typeface="Poppins"/>
              <a:sym typeface="Poppins"/>
            </a:endParaRPr>
          </a:p>
          <a:p>
            <a:pPr lvl="0">
              <a:buSzPts val="1000"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O que é esperado: 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os estudantes devem sair da aula com um entendimento claro e preciso dos conceitos principais. </a:t>
            </a:r>
          </a:p>
        </p:txBody>
      </p:sp>
      <p:sp>
        <p:nvSpPr>
          <p:cNvPr id="18" name="Google Shape;1740;p54">
            <a:extLst>
              <a:ext uri="{FF2B5EF4-FFF2-40B4-BE49-F238E27FC236}">
                <a16:creationId xmlns:a16="http://schemas.microsoft.com/office/drawing/2014/main" id="{FDC15ABE-72A6-7CED-2AF8-8C0101DABC2A}"/>
              </a:ext>
            </a:extLst>
          </p:cNvPr>
          <p:cNvSpPr/>
          <p:nvPr/>
        </p:nvSpPr>
        <p:spPr>
          <a:xfrm>
            <a:off x="492761" y="5397191"/>
            <a:ext cx="386080" cy="382464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67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741;p54">
            <a:extLst>
              <a:ext uri="{FF2B5EF4-FFF2-40B4-BE49-F238E27FC236}">
                <a16:creationId xmlns:a16="http://schemas.microsoft.com/office/drawing/2014/main" id="{9D741D43-ABF2-3828-8186-B1184FA9C210}"/>
              </a:ext>
            </a:extLst>
          </p:cNvPr>
          <p:cNvSpPr txBox="1"/>
          <p:nvPr/>
        </p:nvSpPr>
        <p:spPr>
          <a:xfrm>
            <a:off x="970280" y="4840036"/>
            <a:ext cx="5923280" cy="61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Slide </a:t>
            </a:r>
            <a:r>
              <a:rPr lang="pt-BR" sz="30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8</a:t>
            </a:r>
            <a:endParaRPr dirty="0"/>
          </a:p>
        </p:txBody>
      </p:sp>
      <p:sp>
        <p:nvSpPr>
          <p:cNvPr id="20" name="Google Shape;1743;p54">
            <a:extLst>
              <a:ext uri="{FF2B5EF4-FFF2-40B4-BE49-F238E27FC236}">
                <a16:creationId xmlns:a16="http://schemas.microsoft.com/office/drawing/2014/main" id="{CCD7A24B-2492-04E9-38A6-9DB85C19696B}"/>
              </a:ext>
            </a:extLst>
          </p:cNvPr>
          <p:cNvSpPr/>
          <p:nvPr/>
        </p:nvSpPr>
        <p:spPr>
          <a:xfrm>
            <a:off x="492761" y="5967384"/>
            <a:ext cx="386080" cy="382464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67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1749;p54">
            <a:extLst>
              <a:ext uri="{FF2B5EF4-FFF2-40B4-BE49-F238E27FC236}">
                <a16:creationId xmlns:a16="http://schemas.microsoft.com/office/drawing/2014/main" id="{182FA175-B672-B396-5DA9-27A6787F2FE0}"/>
              </a:ext>
            </a:extLst>
          </p:cNvPr>
          <p:cNvSpPr/>
          <p:nvPr/>
        </p:nvSpPr>
        <p:spPr>
          <a:xfrm>
            <a:off x="569898" y="5501058"/>
            <a:ext cx="237236" cy="200737"/>
          </a:xfrm>
          <a:custGeom>
            <a:avLst/>
            <a:gdLst/>
            <a:ahLst/>
            <a:cxnLst/>
            <a:rect l="l" t="t" r="r" b="b"/>
            <a:pathLst>
              <a:path w="495300" h="419100" extrusionOk="0">
                <a:moveTo>
                  <a:pt x="457200" y="0"/>
                </a:moveTo>
                <a:lnTo>
                  <a:pt x="38100" y="0"/>
                </a:lnTo>
                <a:cubicBezTo>
                  <a:pt x="17050" y="0"/>
                  <a:pt x="0" y="17050"/>
                  <a:pt x="0" y="38100"/>
                </a:cubicBezTo>
                <a:lnTo>
                  <a:pt x="0" y="323850"/>
                </a:lnTo>
                <a:cubicBezTo>
                  <a:pt x="0" y="344900"/>
                  <a:pt x="17050" y="361950"/>
                  <a:pt x="38100" y="361950"/>
                </a:cubicBezTo>
                <a:lnTo>
                  <a:pt x="188786" y="361950"/>
                </a:lnTo>
                <a:lnTo>
                  <a:pt x="182404" y="400050"/>
                </a:lnTo>
                <a:lnTo>
                  <a:pt x="161925" y="400050"/>
                </a:lnTo>
                <a:cubicBezTo>
                  <a:pt x="156686" y="400050"/>
                  <a:pt x="152400" y="404336"/>
                  <a:pt x="152400" y="409575"/>
                </a:cubicBezTo>
                <a:cubicBezTo>
                  <a:pt x="152400" y="414814"/>
                  <a:pt x="156686" y="419100"/>
                  <a:pt x="161925" y="419100"/>
                </a:cubicBezTo>
                <a:lnTo>
                  <a:pt x="333375" y="419100"/>
                </a:lnTo>
                <a:cubicBezTo>
                  <a:pt x="338614" y="419100"/>
                  <a:pt x="342900" y="414814"/>
                  <a:pt x="342900" y="409575"/>
                </a:cubicBezTo>
                <a:cubicBezTo>
                  <a:pt x="342900" y="404336"/>
                  <a:pt x="338614" y="400050"/>
                  <a:pt x="333375" y="400050"/>
                </a:cubicBezTo>
                <a:lnTo>
                  <a:pt x="312896" y="400050"/>
                </a:lnTo>
                <a:lnTo>
                  <a:pt x="306514" y="361950"/>
                </a:lnTo>
                <a:lnTo>
                  <a:pt x="457200" y="361950"/>
                </a:lnTo>
                <a:cubicBezTo>
                  <a:pt x="478250" y="361950"/>
                  <a:pt x="495300" y="344900"/>
                  <a:pt x="495300" y="3238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201739" y="400050"/>
                </a:moveTo>
                <a:lnTo>
                  <a:pt x="208121" y="361950"/>
                </a:lnTo>
                <a:lnTo>
                  <a:pt x="287274" y="361950"/>
                </a:lnTo>
                <a:lnTo>
                  <a:pt x="293656" y="400050"/>
                </a:lnTo>
                <a:lnTo>
                  <a:pt x="201835" y="400050"/>
                </a:lnTo>
                <a:close/>
                <a:moveTo>
                  <a:pt x="476250" y="323850"/>
                </a:moveTo>
                <a:cubicBezTo>
                  <a:pt x="476250" y="334328"/>
                  <a:pt x="467678" y="342900"/>
                  <a:pt x="457200" y="342900"/>
                </a:cubicBezTo>
                <a:lnTo>
                  <a:pt x="38100" y="342900"/>
                </a:lnTo>
                <a:cubicBezTo>
                  <a:pt x="27622" y="342900"/>
                  <a:pt x="19050" y="334328"/>
                  <a:pt x="19050" y="323850"/>
                </a:cubicBezTo>
                <a:lnTo>
                  <a:pt x="19050" y="304800"/>
                </a:lnTo>
                <a:lnTo>
                  <a:pt x="476250" y="304800"/>
                </a:lnTo>
                <a:lnTo>
                  <a:pt x="476250" y="323850"/>
                </a:lnTo>
                <a:close/>
                <a:moveTo>
                  <a:pt x="476250" y="285750"/>
                </a:moveTo>
                <a:lnTo>
                  <a:pt x="19050" y="285750"/>
                </a:lnTo>
                <a:lnTo>
                  <a:pt x="19050" y="38100"/>
                </a:lnTo>
                <a:cubicBezTo>
                  <a:pt x="19050" y="27623"/>
                  <a:pt x="27622" y="19050"/>
                  <a:pt x="3810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85750"/>
                </a:lnTo>
                <a:close/>
                <a:moveTo>
                  <a:pt x="290131" y="82772"/>
                </a:moveTo>
                <a:lnTo>
                  <a:pt x="190310" y="41624"/>
                </a:lnTo>
                <a:cubicBezTo>
                  <a:pt x="184499" y="39243"/>
                  <a:pt x="178403" y="38005"/>
                  <a:pt x="172212" y="38005"/>
                </a:cubicBezTo>
                <a:lnTo>
                  <a:pt x="170783" y="38005"/>
                </a:lnTo>
                <a:cubicBezTo>
                  <a:pt x="164497" y="38005"/>
                  <a:pt x="158401" y="39243"/>
                  <a:pt x="152686" y="41624"/>
                </a:cubicBezTo>
                <a:lnTo>
                  <a:pt x="52864" y="82772"/>
                </a:lnTo>
                <a:cubicBezTo>
                  <a:pt x="43910" y="86487"/>
                  <a:pt x="38195" y="95060"/>
                  <a:pt x="38195" y="104775"/>
                </a:cubicBezTo>
                <a:lnTo>
                  <a:pt x="38195" y="161925"/>
                </a:lnTo>
                <a:cubicBezTo>
                  <a:pt x="38195" y="167164"/>
                  <a:pt x="42481" y="171450"/>
                  <a:pt x="47720" y="171450"/>
                </a:cubicBezTo>
                <a:cubicBezTo>
                  <a:pt x="52959" y="171450"/>
                  <a:pt x="57245" y="167164"/>
                  <a:pt x="57245" y="161925"/>
                </a:cubicBezTo>
                <a:lnTo>
                  <a:pt x="57245" y="128492"/>
                </a:lnTo>
                <a:lnTo>
                  <a:pt x="76295" y="136303"/>
                </a:lnTo>
                <a:lnTo>
                  <a:pt x="76295" y="199073"/>
                </a:lnTo>
                <a:cubicBezTo>
                  <a:pt x="76295" y="209169"/>
                  <a:pt x="81629" y="218504"/>
                  <a:pt x="90202" y="223552"/>
                </a:cubicBezTo>
                <a:cubicBezTo>
                  <a:pt x="105251" y="232505"/>
                  <a:pt x="135922" y="247555"/>
                  <a:pt x="171545" y="247555"/>
                </a:cubicBezTo>
                <a:cubicBezTo>
                  <a:pt x="207169" y="247555"/>
                  <a:pt x="237839" y="232505"/>
                  <a:pt x="252889" y="223552"/>
                </a:cubicBezTo>
                <a:cubicBezTo>
                  <a:pt x="261461" y="218504"/>
                  <a:pt x="266795" y="209074"/>
                  <a:pt x="266795" y="199073"/>
                </a:cubicBezTo>
                <a:lnTo>
                  <a:pt x="266795" y="136303"/>
                </a:lnTo>
                <a:lnTo>
                  <a:pt x="290227" y="126683"/>
                </a:lnTo>
                <a:cubicBezTo>
                  <a:pt x="299180" y="122968"/>
                  <a:pt x="304895" y="114395"/>
                  <a:pt x="304895" y="104680"/>
                </a:cubicBezTo>
                <a:cubicBezTo>
                  <a:pt x="304895" y="94964"/>
                  <a:pt x="299085" y="86392"/>
                  <a:pt x="290227" y="82677"/>
                </a:cubicBezTo>
                <a:close/>
                <a:moveTo>
                  <a:pt x="247650" y="199168"/>
                </a:moveTo>
                <a:cubicBezTo>
                  <a:pt x="247650" y="202502"/>
                  <a:pt x="245936" y="205645"/>
                  <a:pt x="243173" y="207264"/>
                </a:cubicBezTo>
                <a:cubicBezTo>
                  <a:pt x="229743" y="215170"/>
                  <a:pt x="202597" y="228600"/>
                  <a:pt x="171450" y="228600"/>
                </a:cubicBezTo>
                <a:cubicBezTo>
                  <a:pt x="140303" y="228600"/>
                  <a:pt x="113157" y="215265"/>
                  <a:pt x="99727" y="207264"/>
                </a:cubicBezTo>
                <a:cubicBezTo>
                  <a:pt x="96964" y="205645"/>
                  <a:pt x="95250" y="202502"/>
                  <a:pt x="95250" y="199168"/>
                </a:cubicBezTo>
                <a:lnTo>
                  <a:pt x="95250" y="144209"/>
                </a:lnTo>
                <a:lnTo>
                  <a:pt x="152590" y="167831"/>
                </a:lnTo>
                <a:cubicBezTo>
                  <a:pt x="158401" y="170212"/>
                  <a:pt x="164497" y="171450"/>
                  <a:pt x="170688" y="171450"/>
                </a:cubicBezTo>
                <a:lnTo>
                  <a:pt x="172117" y="171450"/>
                </a:lnTo>
                <a:cubicBezTo>
                  <a:pt x="178403" y="171450"/>
                  <a:pt x="184499" y="170212"/>
                  <a:pt x="190214" y="167831"/>
                </a:cubicBezTo>
                <a:lnTo>
                  <a:pt x="247555" y="144209"/>
                </a:lnTo>
                <a:lnTo>
                  <a:pt x="247555" y="199168"/>
                </a:lnTo>
                <a:close/>
                <a:moveTo>
                  <a:pt x="282797" y="109061"/>
                </a:moveTo>
                <a:lnTo>
                  <a:pt x="182975" y="150209"/>
                </a:lnTo>
                <a:cubicBezTo>
                  <a:pt x="179546" y="151638"/>
                  <a:pt x="175831" y="152400"/>
                  <a:pt x="172117" y="152400"/>
                </a:cubicBezTo>
                <a:lnTo>
                  <a:pt x="170688" y="152400"/>
                </a:lnTo>
                <a:cubicBezTo>
                  <a:pt x="166973" y="152400"/>
                  <a:pt x="163259" y="151638"/>
                  <a:pt x="159829" y="150209"/>
                </a:cubicBezTo>
                <a:lnTo>
                  <a:pt x="60007" y="109061"/>
                </a:lnTo>
                <a:cubicBezTo>
                  <a:pt x="58198" y="108299"/>
                  <a:pt x="57055" y="106585"/>
                  <a:pt x="57055" y="104680"/>
                </a:cubicBezTo>
                <a:cubicBezTo>
                  <a:pt x="57055" y="102775"/>
                  <a:pt x="58198" y="101060"/>
                  <a:pt x="60007" y="100298"/>
                </a:cubicBezTo>
                <a:lnTo>
                  <a:pt x="159829" y="59150"/>
                </a:lnTo>
                <a:cubicBezTo>
                  <a:pt x="163259" y="57721"/>
                  <a:pt x="166973" y="56960"/>
                  <a:pt x="170688" y="56960"/>
                </a:cubicBezTo>
                <a:lnTo>
                  <a:pt x="172117" y="56960"/>
                </a:lnTo>
                <a:cubicBezTo>
                  <a:pt x="175831" y="56960"/>
                  <a:pt x="179546" y="57721"/>
                  <a:pt x="182975" y="59150"/>
                </a:cubicBezTo>
                <a:lnTo>
                  <a:pt x="282797" y="100298"/>
                </a:lnTo>
                <a:cubicBezTo>
                  <a:pt x="284607" y="101060"/>
                  <a:pt x="285750" y="102775"/>
                  <a:pt x="285750" y="104680"/>
                </a:cubicBezTo>
                <a:cubicBezTo>
                  <a:pt x="285750" y="106585"/>
                  <a:pt x="284607" y="108299"/>
                  <a:pt x="282797" y="109061"/>
                </a:cubicBezTo>
                <a:close/>
                <a:moveTo>
                  <a:pt x="400050" y="209360"/>
                </a:moveTo>
                <a:cubicBezTo>
                  <a:pt x="400050" y="205454"/>
                  <a:pt x="397573" y="201930"/>
                  <a:pt x="393859" y="200596"/>
                </a:cubicBezTo>
                <a:lnTo>
                  <a:pt x="317659" y="172021"/>
                </a:lnTo>
                <a:cubicBezTo>
                  <a:pt x="314135" y="170688"/>
                  <a:pt x="310229" y="171545"/>
                  <a:pt x="307562" y="174212"/>
                </a:cubicBezTo>
                <a:cubicBezTo>
                  <a:pt x="304895" y="176879"/>
                  <a:pt x="304038" y="180785"/>
                  <a:pt x="305371" y="184309"/>
                </a:cubicBezTo>
                <a:lnTo>
                  <a:pt x="333946" y="260509"/>
                </a:lnTo>
                <a:cubicBezTo>
                  <a:pt x="335280" y="264223"/>
                  <a:pt x="338804" y="266605"/>
                  <a:pt x="342710" y="266700"/>
                </a:cubicBezTo>
                <a:lnTo>
                  <a:pt x="342805" y="266700"/>
                </a:lnTo>
                <a:cubicBezTo>
                  <a:pt x="346710" y="266700"/>
                  <a:pt x="350139" y="264319"/>
                  <a:pt x="351663" y="260794"/>
                </a:cubicBezTo>
                <a:lnTo>
                  <a:pt x="360045" y="240221"/>
                </a:lnTo>
                <a:lnTo>
                  <a:pt x="383762" y="263938"/>
                </a:lnTo>
                <a:cubicBezTo>
                  <a:pt x="387477" y="267653"/>
                  <a:pt x="393478" y="267653"/>
                  <a:pt x="397193" y="263938"/>
                </a:cubicBezTo>
                <a:cubicBezTo>
                  <a:pt x="400907" y="260223"/>
                  <a:pt x="400907" y="254222"/>
                  <a:pt x="397193" y="250508"/>
                </a:cubicBezTo>
                <a:lnTo>
                  <a:pt x="373475" y="226790"/>
                </a:lnTo>
                <a:lnTo>
                  <a:pt x="394049" y="218408"/>
                </a:lnTo>
                <a:cubicBezTo>
                  <a:pt x="397669" y="216979"/>
                  <a:pt x="400050" y="213360"/>
                  <a:pt x="399955" y="209455"/>
                </a:cubicBezTo>
                <a:close/>
                <a:moveTo>
                  <a:pt x="353092" y="214408"/>
                </a:move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2901" y="214503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lnTo>
                  <a:pt x="352806" y="214598"/>
                </a:lnTo>
                <a:cubicBezTo>
                  <a:pt x="350806" y="215551"/>
                  <a:pt x="349187" y="217075"/>
                  <a:pt x="348234" y="219265"/>
                </a:cubicBezTo>
                <a:cubicBezTo>
                  <a:pt x="348234" y="219456"/>
                  <a:pt x="348139" y="219551"/>
                  <a:pt x="348044" y="219742"/>
                </a:cubicBezTo>
                <a:lnTo>
                  <a:pt x="343471" y="230981"/>
                </a:lnTo>
                <a:lnTo>
                  <a:pt x="330803" y="197263"/>
                </a:lnTo>
                <a:lnTo>
                  <a:pt x="364522" y="209931"/>
                </a:lnTo>
                <a:lnTo>
                  <a:pt x="353282" y="214503"/>
                </a:lnTo>
                <a:close/>
                <a:moveTo>
                  <a:pt x="428625" y="57055"/>
                </a:moveTo>
                <a:lnTo>
                  <a:pt x="333375" y="57055"/>
                </a:lnTo>
                <a:cubicBezTo>
                  <a:pt x="328136" y="57055"/>
                  <a:pt x="323850" y="61341"/>
                  <a:pt x="323850" y="66580"/>
                </a:cubicBezTo>
                <a:cubicBezTo>
                  <a:pt x="323850" y="71819"/>
                  <a:pt x="328136" y="76105"/>
                  <a:pt x="333375" y="76105"/>
                </a:cubicBezTo>
                <a:lnTo>
                  <a:pt x="428625" y="76105"/>
                </a:lnTo>
                <a:cubicBezTo>
                  <a:pt x="433864" y="76105"/>
                  <a:pt x="438150" y="71819"/>
                  <a:pt x="438150" y="66580"/>
                </a:cubicBezTo>
                <a:cubicBezTo>
                  <a:pt x="438150" y="61341"/>
                  <a:pt x="433864" y="57055"/>
                  <a:pt x="428625" y="57055"/>
                </a:cubicBezTo>
                <a:close/>
                <a:moveTo>
                  <a:pt x="428625" y="95155"/>
                </a:moveTo>
                <a:lnTo>
                  <a:pt x="333375" y="95155"/>
                </a:lnTo>
                <a:cubicBezTo>
                  <a:pt x="328136" y="95155"/>
                  <a:pt x="323850" y="99441"/>
                  <a:pt x="323850" y="104680"/>
                </a:cubicBezTo>
                <a:cubicBezTo>
                  <a:pt x="323850" y="109919"/>
                  <a:pt x="328136" y="114205"/>
                  <a:pt x="333375" y="114205"/>
                </a:cubicBezTo>
                <a:lnTo>
                  <a:pt x="428625" y="114205"/>
                </a:lnTo>
                <a:cubicBezTo>
                  <a:pt x="433864" y="114205"/>
                  <a:pt x="438150" y="109919"/>
                  <a:pt x="438150" y="104680"/>
                </a:cubicBezTo>
                <a:cubicBezTo>
                  <a:pt x="438150" y="99441"/>
                  <a:pt x="433864" y="95155"/>
                  <a:pt x="428625" y="95155"/>
                </a:cubicBezTo>
                <a:close/>
                <a:moveTo>
                  <a:pt x="428625" y="133255"/>
                </a:moveTo>
                <a:lnTo>
                  <a:pt x="333375" y="133255"/>
                </a:lnTo>
                <a:cubicBezTo>
                  <a:pt x="328136" y="133255"/>
                  <a:pt x="323850" y="137541"/>
                  <a:pt x="323850" y="142780"/>
                </a:cubicBezTo>
                <a:cubicBezTo>
                  <a:pt x="323850" y="148019"/>
                  <a:pt x="328136" y="152305"/>
                  <a:pt x="333375" y="152305"/>
                </a:cubicBezTo>
                <a:lnTo>
                  <a:pt x="428625" y="152305"/>
                </a:lnTo>
                <a:cubicBezTo>
                  <a:pt x="433864" y="152305"/>
                  <a:pt x="438150" y="148019"/>
                  <a:pt x="438150" y="142780"/>
                </a:cubicBezTo>
                <a:cubicBezTo>
                  <a:pt x="438150" y="137541"/>
                  <a:pt x="433864" y="133255"/>
                  <a:pt x="428625" y="133255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" name="Google Shape;1751;p54">
            <a:extLst>
              <a:ext uri="{FF2B5EF4-FFF2-40B4-BE49-F238E27FC236}">
                <a16:creationId xmlns:a16="http://schemas.microsoft.com/office/drawing/2014/main" id="{495AC243-71EB-70E2-473C-9CABA7D89ED9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08578" y="6055488"/>
            <a:ext cx="154445" cy="193056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1260;p25">
            <a:extLst>
              <a:ext uri="{FF2B5EF4-FFF2-40B4-BE49-F238E27FC236}">
                <a16:creationId xmlns:a16="http://schemas.microsoft.com/office/drawing/2014/main" id="{E7B24D0D-4C77-EA51-D20F-4221C91BCCB6}"/>
              </a:ext>
            </a:extLst>
          </p:cNvPr>
          <p:cNvSpPr txBox="1"/>
          <p:nvPr/>
        </p:nvSpPr>
        <p:spPr>
          <a:xfrm>
            <a:off x="992497" y="5453411"/>
            <a:ext cx="10251300" cy="830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spAutoFit/>
          </a:bodyPr>
          <a:lstStyle/>
          <a:p>
            <a:r>
              <a:rPr lang="pt-BR" sz="1000" b="1" i="0" u="none" strike="noStrike" cap="none" dirty="0">
                <a:solidFill>
                  <a:srgbClr val="000000"/>
                </a:solidFill>
                <a:latin typeface="Poppins" pitchFamily="2" charset="77"/>
                <a:ea typeface="Poppins"/>
                <a:cs typeface="Poppins" pitchFamily="2" charset="77"/>
                <a:sym typeface="Poppins"/>
              </a:rPr>
              <a:t>Orientações: </a:t>
            </a:r>
            <a:r>
              <a:rPr lang="pt-BR" sz="1000" dirty="0">
                <a:latin typeface="Poppins" pitchFamily="2" charset="77"/>
                <a:cs typeface="Poppins" pitchFamily="2" charset="77"/>
              </a:rPr>
              <a:t>a seção </a:t>
            </a:r>
            <a:r>
              <a:rPr lang="pt-BR" sz="1000" b="1" dirty="0">
                <a:latin typeface="Poppins" pitchFamily="2" charset="77"/>
                <a:cs typeface="Poppins" pitchFamily="2" charset="77"/>
              </a:rPr>
              <a:t>Saiba mais </a:t>
            </a:r>
            <a:r>
              <a:rPr lang="pt-BR" sz="1000" dirty="0">
                <a:latin typeface="Poppins" pitchFamily="2" charset="77"/>
                <a:cs typeface="Poppins" pitchFamily="2" charset="77"/>
              </a:rPr>
              <a:t>apresenta recursos extraclasse para que os estudantes complementem sua formação. Incentive-os a continuarem explorando o tema da aula.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1000" b="0" i="0" u="none" strike="noStrike" cap="none" dirty="0">
              <a:solidFill>
                <a:srgbClr val="000000"/>
              </a:solidFill>
              <a:latin typeface="Poppins" pitchFamily="2" charset="77"/>
              <a:ea typeface="Poppins"/>
              <a:cs typeface="Poppins" pitchFamily="2" charset="77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1000" b="0" i="0" u="none" strike="noStrike" cap="none" dirty="0">
              <a:solidFill>
                <a:srgbClr val="000000"/>
              </a:solidFill>
              <a:latin typeface="Poppins" pitchFamily="2" charset="77"/>
              <a:ea typeface="Poppins"/>
              <a:cs typeface="Poppins" pitchFamily="2" charset="77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 pitchFamily="2" charset="77"/>
                <a:ea typeface="Poppins"/>
                <a:cs typeface="Poppins" pitchFamily="2" charset="77"/>
                <a:sym typeface="Poppins"/>
              </a:rPr>
              <a:t>Tempo previsto: </a:t>
            </a:r>
            <a:r>
              <a:rPr lang="pt-BR" sz="1000" dirty="0">
                <a:latin typeface="Poppins" pitchFamily="2" charset="77"/>
                <a:ea typeface="Poppins"/>
                <a:cs typeface="Poppins" pitchFamily="2" charset="77"/>
                <a:sym typeface="Poppins"/>
              </a:rPr>
              <a:t>1</a:t>
            </a:r>
            <a:r>
              <a:rPr lang="pt-BR" sz="1000" b="0" i="0" u="none" strike="noStrike" cap="none" dirty="0">
                <a:solidFill>
                  <a:srgbClr val="000000"/>
                </a:solidFill>
                <a:latin typeface="Poppins" pitchFamily="2" charset="77"/>
                <a:ea typeface="Poppins"/>
                <a:cs typeface="Poppins" pitchFamily="2" charset="77"/>
                <a:sym typeface="Poppins"/>
              </a:rPr>
              <a:t> minuto.</a:t>
            </a:r>
            <a:endParaRPr sz="1000" b="1" i="0" u="none" strike="noStrike" cap="none" dirty="0">
              <a:solidFill>
                <a:srgbClr val="000000"/>
              </a:solidFill>
              <a:latin typeface="Poppins" pitchFamily="2" charset="77"/>
              <a:ea typeface="Poppins"/>
              <a:cs typeface="Poppins" pitchFamily="2" charset="77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8237968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683</TotalTime>
  <Words>935</Words>
  <Application>Microsoft Office PowerPoint</Application>
  <PresentationFormat>Ecrã Panorâmico</PresentationFormat>
  <Paragraphs>88</Paragraphs>
  <Slides>13</Slides>
  <Notes>13</Notes>
  <HiddenSlides>3</HiddenSlides>
  <MMClips>0</MMClips>
  <ScaleCrop>false</ScaleCrop>
  <HeadingPairs>
    <vt:vector size="6" baseType="variant">
      <vt:variant>
        <vt:lpstr>Tipos de letra usados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13</vt:i4>
      </vt:variant>
    </vt:vector>
  </HeadingPairs>
  <TitlesOfParts>
    <vt:vector size="19" baseType="lpstr">
      <vt:lpstr>Poppins Medium</vt:lpstr>
      <vt:lpstr>Arial</vt:lpstr>
      <vt:lpstr>Poppins Light</vt:lpstr>
      <vt:lpstr>Poppins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Gustavo Henrique da Silva Oliveira</cp:lastModifiedBy>
  <cp:revision>105</cp:revision>
  <dcterms:modified xsi:type="dcterms:W3CDTF">2026-09-03T19:21:21Z</dcterms:modified>
</cp:coreProperties>
</file>