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9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593" r:id="rId9"/>
    <p:sldId id="594" r:id="rId10"/>
    <p:sldId id="595" r:id="rId11"/>
    <p:sldId id="266" r:id="rId12"/>
    <p:sldId id="268" r:id="rId13"/>
    <p:sldId id="587" r:id="rId14"/>
    <p:sldId id="588" r:id="rId15"/>
    <p:sldId id="272" r:id="rId16"/>
    <p:sldId id="273" r:id="rId17"/>
    <p:sldId id="597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626" r:id="rId27"/>
    <p:sldId id="284" r:id="rId28"/>
  </p:sldIdLst>
  <p:sldSz cx="12192000" cy="6858000"/>
  <p:notesSz cx="6858000" cy="9144000"/>
  <p:embeddedFontLs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Light" panose="00000400000000000000" pitchFamily="2" charset="0"/>
      <p:regular r:id="rId34"/>
      <p:bold r:id="rId35"/>
      <p:italic r:id="rId36"/>
      <p:boldItalic r:id="rId37"/>
    </p:embeddedFont>
    <p:embeddedFont>
      <p:font typeface="Poppins Medium" panose="00000600000000000000" pitchFamily="2" charset="0"/>
      <p:regular r:id="rId38"/>
      <p:bold r:id="rId39"/>
      <p:italic r:id="rId40"/>
      <p:boldItalic r:id="rId41"/>
    </p:embeddedFont>
    <p:embeddedFont>
      <p:font typeface="Roboto Mono" panose="00000009000000000000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1" id="{F4033D97-CC70-44B3-A228-F1024C93BD2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593"/>
            <p14:sldId id="594"/>
            <p14:sldId id="595"/>
            <p14:sldId id="266"/>
            <p14:sldId id="268"/>
            <p14:sldId id="587"/>
            <p14:sldId id="588"/>
            <p14:sldId id="272"/>
            <p14:sldId id="273"/>
            <p14:sldId id="597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626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51">
          <p15:clr>
            <a:srgbClr val="747775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DAB643-D88A-3E75-0270-FC2E3B49D3D7}" name="kym melo" initials="km" userId="cd73f0512394dcac" providerId="Windows Live"/>
  <p188:author id="{4BD3CBB0-6750-1FDD-67D3-2ACB669506AF}" name="Soraia Novaes" initials="SN" userId="S::soraia.novaes@apoiofde.sp.gov.br::f517fece-32b1-4449-a5a1-33836cdfbea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ER" initials="A" lastIdx="35" clrIdx="0">
    <p:extLst>
      <p:ext uri="{19B8F6BF-5375-455C-9EA6-DF929625EA0E}">
        <p15:presenceInfo xmlns:p15="http://schemas.microsoft.com/office/powerpoint/2012/main" userId="ACER" providerId="None"/>
      </p:ext>
    </p:extLst>
  </p:cmAuthor>
  <p:cmAuthor id="2" name="Soraia Novaes" initials="SN" lastIdx="19" clrIdx="1">
    <p:extLst>
      <p:ext uri="{19B8F6BF-5375-455C-9EA6-DF929625EA0E}">
        <p15:presenceInfo xmlns:p15="http://schemas.microsoft.com/office/powerpoint/2012/main" userId="S::soraia.novaes@apoiofde.sp.gov.br::f517fece-32b1-4449-a5a1-33836cdfbea7" providerId="AD"/>
      </p:ext>
    </p:extLst>
  </p:cmAuthor>
  <p:cmAuthor id="3" name="Daniel Paiva" initials="DP" lastIdx="8" clrIdx="2">
    <p:extLst>
      <p:ext uri="{19B8F6BF-5375-455C-9EA6-DF929625EA0E}">
        <p15:presenceInfo xmlns:p15="http://schemas.microsoft.com/office/powerpoint/2012/main" userId="8a33842c199de2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66E"/>
    <a:srgbClr val="529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9E6EF-522B-48FC-9BC4-9D5ECF2A86BA}" v="62" dt="2026-09-02T11:34:05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69801" autoAdjust="0"/>
  </p:normalViewPr>
  <p:slideViewPr>
    <p:cSldViewPr snapToGrid="0">
      <p:cViewPr varScale="1">
        <p:scale>
          <a:sx n="107" d="100"/>
          <a:sy n="107" d="100"/>
        </p:scale>
        <p:origin x="834" y="102"/>
      </p:cViewPr>
      <p:guideLst>
        <p:guide orient="horz" pos="3251"/>
        <p:guide pos="3840"/>
      </p:guideLst>
    </p:cSldViewPr>
  </p:slideViewPr>
  <p:outlineViewPr>
    <p:cViewPr>
      <p:scale>
        <a:sx n="33" d="100"/>
        <a:sy n="33" d="100"/>
      </p:scale>
      <p:origin x="0" y="-22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Paiva" userId="8a33842c199de2dd" providerId="LiveId" clId="{03B7172A-24DE-4F15-9EEA-ACEE23D13517}"/>
    <pc:docChg chg="undo custSel modSld delMainMaster modMainMaster">
      <pc:chgData name="Daniel Paiva" userId="8a33842c199de2dd" providerId="LiveId" clId="{03B7172A-24DE-4F15-9EEA-ACEE23D13517}" dt="2026-09-02T12:03:17.806" v="1302" actId="20577"/>
      <pc:docMkLst>
        <pc:docMk/>
      </pc:docMkLst>
      <pc:sldChg chg="modNotesTx">
        <pc:chgData name="Daniel Paiva" userId="8a33842c199de2dd" providerId="LiveId" clId="{03B7172A-24DE-4F15-9EEA-ACEE23D13517}" dt="2026-09-01T18:18:58.621" v="1" actId="20577"/>
        <pc:sldMkLst>
          <pc:docMk/>
          <pc:sldMk cId="0" sldId="256"/>
        </pc:sldMkLst>
      </pc:sldChg>
      <pc:sldChg chg="modSp mod">
        <pc:chgData name="Daniel Paiva" userId="8a33842c199de2dd" providerId="LiveId" clId="{03B7172A-24DE-4F15-9EEA-ACEE23D13517}" dt="2026-09-01T18:27:00.359" v="145" actId="13926"/>
        <pc:sldMkLst>
          <pc:docMk/>
          <pc:sldMk cId="0" sldId="257"/>
        </pc:sldMkLst>
        <pc:spChg chg="mod">
          <ac:chgData name="Daniel Paiva" userId="8a33842c199de2dd" providerId="LiveId" clId="{03B7172A-24DE-4F15-9EEA-ACEE23D13517}" dt="2026-09-01T18:27:00.359" v="145" actId="13926"/>
          <ac:spMkLst>
            <pc:docMk/>
            <pc:sldMk cId="0" sldId="257"/>
            <ac:spMk id="3625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1T18:28:30.703" v="153"/>
        <pc:sldMkLst>
          <pc:docMk/>
          <pc:sldMk cId="0" sldId="258"/>
        </pc:sldMkLst>
        <pc:spChg chg="mod">
          <ac:chgData name="Daniel Paiva" userId="8a33842c199de2dd" providerId="LiveId" clId="{03B7172A-24DE-4F15-9EEA-ACEE23D13517}" dt="2026-09-01T18:27:29.092" v="151" actId="13926"/>
          <ac:spMkLst>
            <pc:docMk/>
            <pc:sldMk cId="0" sldId="258"/>
            <ac:spMk id="3663" creationId="{00000000-0000-0000-0000-000000000000}"/>
          </ac:spMkLst>
        </pc:spChg>
        <pc:spChg chg="mod">
          <ac:chgData name="Daniel Paiva" userId="8a33842c199de2dd" providerId="LiveId" clId="{03B7172A-24DE-4F15-9EEA-ACEE23D13517}" dt="2026-09-01T18:27:14.263" v="147" actId="13926"/>
          <ac:spMkLst>
            <pc:docMk/>
            <pc:sldMk cId="0" sldId="258"/>
            <ac:spMk id="3666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1T18:28:50.711" v="155" actId="13926"/>
        <pc:sldMkLst>
          <pc:docMk/>
          <pc:sldMk cId="0" sldId="259"/>
        </pc:sldMkLst>
        <pc:spChg chg="mod">
          <ac:chgData name="Daniel Paiva" userId="8a33842c199de2dd" providerId="LiveId" clId="{03B7172A-24DE-4F15-9EEA-ACEE23D13517}" dt="2026-09-01T18:28:50.711" v="155" actId="13926"/>
          <ac:spMkLst>
            <pc:docMk/>
            <pc:sldMk cId="0" sldId="259"/>
            <ac:spMk id="3692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1T18:30:59.735" v="180" actId="13926"/>
        <pc:sldMkLst>
          <pc:docMk/>
          <pc:sldMk cId="0" sldId="261"/>
        </pc:sldMkLst>
        <pc:spChg chg="mod">
          <ac:chgData name="Daniel Paiva" userId="8a33842c199de2dd" providerId="LiveId" clId="{03B7172A-24DE-4F15-9EEA-ACEE23D13517}" dt="2026-09-01T18:30:59.735" v="180" actId="13926"/>
          <ac:spMkLst>
            <pc:docMk/>
            <pc:sldMk cId="0" sldId="261"/>
            <ac:spMk id="3" creationId="{20EE5CF9-7176-C58D-F903-E748BFEF6EC8}"/>
          </ac:spMkLst>
        </pc:spChg>
        <pc:spChg chg="mod">
          <ac:chgData name="Daniel Paiva" userId="8a33842c199de2dd" providerId="LiveId" clId="{03B7172A-24DE-4F15-9EEA-ACEE23D13517}" dt="2026-09-01T18:30:28.817" v="167" actId="20577"/>
          <ac:spMkLst>
            <pc:docMk/>
            <pc:sldMk cId="0" sldId="261"/>
            <ac:spMk id="3707" creationId="{00000000-0000-0000-0000-000000000000}"/>
          </ac:spMkLst>
        </pc:spChg>
      </pc:sldChg>
      <pc:sldChg chg="addSp delSp modSp mod">
        <pc:chgData name="Daniel Paiva" userId="8a33842c199de2dd" providerId="LiveId" clId="{03B7172A-24DE-4F15-9EEA-ACEE23D13517}" dt="2026-09-02T11:37:19.795" v="1225" actId="13926"/>
        <pc:sldMkLst>
          <pc:docMk/>
          <pc:sldMk cId="0" sldId="262"/>
        </pc:sldMkLst>
        <pc:spChg chg="add del mod">
          <ac:chgData name="Daniel Paiva" userId="8a33842c199de2dd" providerId="LiveId" clId="{03B7172A-24DE-4F15-9EEA-ACEE23D13517}" dt="2026-09-01T18:42:33.343" v="207"/>
          <ac:spMkLst>
            <pc:docMk/>
            <pc:sldMk cId="0" sldId="262"/>
            <ac:spMk id="2" creationId="{F90EEED7-3901-E0E6-83D3-11E8F9122BF9}"/>
          </ac:spMkLst>
        </pc:spChg>
        <pc:spChg chg="add del mod">
          <ac:chgData name="Daniel Paiva" userId="8a33842c199de2dd" providerId="LiveId" clId="{03B7172A-24DE-4F15-9EEA-ACEE23D13517}" dt="2026-09-01T18:42:34.790" v="210"/>
          <ac:spMkLst>
            <pc:docMk/>
            <pc:sldMk cId="0" sldId="262"/>
            <ac:spMk id="8" creationId="{F09428AA-C277-0780-9858-EB06C746C25E}"/>
          </ac:spMkLst>
        </pc:spChg>
        <pc:spChg chg="add del mod">
          <ac:chgData name="Daniel Paiva" userId="8a33842c199de2dd" providerId="LiveId" clId="{03B7172A-24DE-4F15-9EEA-ACEE23D13517}" dt="2026-09-01T18:42:35.782" v="213"/>
          <ac:spMkLst>
            <pc:docMk/>
            <pc:sldMk cId="0" sldId="262"/>
            <ac:spMk id="9" creationId="{A709AA54-3B47-5BE5-9A5B-0950DED1DFCF}"/>
          </ac:spMkLst>
        </pc:spChg>
        <pc:spChg chg="add del mod">
          <ac:chgData name="Daniel Paiva" userId="8a33842c199de2dd" providerId="LiveId" clId="{03B7172A-24DE-4F15-9EEA-ACEE23D13517}" dt="2026-09-01T18:42:37.184" v="216"/>
          <ac:spMkLst>
            <pc:docMk/>
            <pc:sldMk cId="0" sldId="262"/>
            <ac:spMk id="10" creationId="{56E04DFB-7549-BDAD-EA5A-743C6F1185DA}"/>
          </ac:spMkLst>
        </pc:spChg>
        <pc:spChg chg="mod">
          <ac:chgData name="Daniel Paiva" userId="8a33842c199de2dd" providerId="LiveId" clId="{03B7172A-24DE-4F15-9EEA-ACEE23D13517}" dt="2026-09-02T11:36:43.137" v="1223" actId="13926"/>
          <ac:spMkLst>
            <pc:docMk/>
            <pc:sldMk cId="0" sldId="262"/>
            <ac:spMk id="3731" creationId="{00000000-0000-0000-0000-000000000000}"/>
          </ac:spMkLst>
        </pc:spChg>
        <pc:spChg chg="mod">
          <ac:chgData name="Daniel Paiva" userId="8a33842c199de2dd" providerId="LiveId" clId="{03B7172A-24DE-4F15-9EEA-ACEE23D13517}" dt="2026-09-01T18:33:37.569" v="182" actId="13926"/>
          <ac:spMkLst>
            <pc:docMk/>
            <pc:sldMk cId="0" sldId="262"/>
            <ac:spMk id="3732" creationId="{00000000-0000-0000-0000-000000000000}"/>
          </ac:spMkLst>
        </pc:spChg>
        <pc:spChg chg="mod">
          <ac:chgData name="Daniel Paiva" userId="8a33842c199de2dd" providerId="LiveId" clId="{03B7172A-24DE-4F15-9EEA-ACEE23D13517}" dt="2026-09-01T18:33:59.181" v="184" actId="13926"/>
          <ac:spMkLst>
            <pc:docMk/>
            <pc:sldMk cId="0" sldId="262"/>
            <ac:spMk id="3736" creationId="{00000000-0000-0000-0000-000000000000}"/>
          </ac:spMkLst>
        </pc:spChg>
        <pc:spChg chg="mod">
          <ac:chgData name="Daniel Paiva" userId="8a33842c199de2dd" providerId="LiveId" clId="{03B7172A-24DE-4F15-9EEA-ACEE23D13517}" dt="2026-09-02T11:37:19.795" v="1225" actId="13926"/>
          <ac:spMkLst>
            <pc:docMk/>
            <pc:sldMk cId="0" sldId="262"/>
            <ac:spMk id="3742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2T11:39:59.320" v="1226" actId="6549"/>
        <pc:sldMkLst>
          <pc:docMk/>
          <pc:sldMk cId="0" sldId="266"/>
        </pc:sldMkLst>
        <pc:spChg chg="mod">
          <ac:chgData name="Daniel Paiva" userId="8a33842c199de2dd" providerId="LiveId" clId="{03B7172A-24DE-4F15-9EEA-ACEE23D13517}" dt="2026-09-02T11:39:59.320" v="1226" actId="6549"/>
          <ac:spMkLst>
            <pc:docMk/>
            <pc:sldMk cId="0" sldId="266"/>
            <ac:spMk id="3789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1T18:52:00.416" v="247" actId="13926"/>
        <pc:sldMkLst>
          <pc:docMk/>
          <pc:sldMk cId="0" sldId="268"/>
        </pc:sldMkLst>
        <pc:spChg chg="mod">
          <ac:chgData name="Daniel Paiva" userId="8a33842c199de2dd" providerId="LiveId" clId="{03B7172A-24DE-4F15-9EEA-ACEE23D13517}" dt="2026-09-01T18:52:00.416" v="247" actId="13926"/>
          <ac:spMkLst>
            <pc:docMk/>
            <pc:sldMk cId="0" sldId="268"/>
            <ac:spMk id="3" creationId="{81C54AC2-09B3-4E8A-DCE4-ED018239A4F3}"/>
          </ac:spMkLst>
        </pc:spChg>
      </pc:sldChg>
      <pc:sldChg chg="modNotesTx">
        <pc:chgData name="Daniel Paiva" userId="8a33842c199de2dd" providerId="LiveId" clId="{03B7172A-24DE-4F15-9EEA-ACEE23D13517}" dt="2026-09-01T18:19:23.598" v="6" actId="120"/>
        <pc:sldMkLst>
          <pc:docMk/>
          <pc:sldMk cId="0" sldId="272"/>
        </pc:sldMkLst>
      </pc:sldChg>
      <pc:sldChg chg="modSp mod modNotesTx">
        <pc:chgData name="Daniel Paiva" userId="8a33842c199de2dd" providerId="LiveId" clId="{03B7172A-24DE-4F15-9EEA-ACEE23D13517}" dt="2026-09-02T11:41:28.209" v="1227" actId="113"/>
        <pc:sldMkLst>
          <pc:docMk/>
          <pc:sldMk cId="0" sldId="273"/>
        </pc:sldMkLst>
        <pc:spChg chg="mod">
          <ac:chgData name="Daniel Paiva" userId="8a33842c199de2dd" providerId="LiveId" clId="{03B7172A-24DE-4F15-9EEA-ACEE23D13517}" dt="2026-09-02T11:41:28.209" v="1227" actId="113"/>
          <ac:spMkLst>
            <pc:docMk/>
            <pc:sldMk cId="0" sldId="273"/>
            <ac:spMk id="3" creationId="{64FEA1A6-944A-B092-0B05-1887E8C9A767}"/>
          </ac:spMkLst>
        </pc:spChg>
      </pc:sldChg>
      <pc:sldChg chg="modSp mod modNotesTx">
        <pc:chgData name="Daniel Paiva" userId="8a33842c199de2dd" providerId="LiveId" clId="{03B7172A-24DE-4F15-9EEA-ACEE23D13517}" dt="2026-09-01T18:54:40.950" v="265" actId="13926"/>
        <pc:sldMkLst>
          <pc:docMk/>
          <pc:sldMk cId="0" sldId="275"/>
        </pc:sldMkLst>
        <pc:spChg chg="mod">
          <ac:chgData name="Daniel Paiva" userId="8a33842c199de2dd" providerId="LiveId" clId="{03B7172A-24DE-4F15-9EEA-ACEE23D13517}" dt="2026-09-01T18:54:40.950" v="265" actId="13926"/>
          <ac:spMkLst>
            <pc:docMk/>
            <pc:sldMk cId="0" sldId="275"/>
            <ac:spMk id="390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1T18:57:48.130" v="279" actId="13926"/>
        <pc:sldMkLst>
          <pc:docMk/>
          <pc:sldMk cId="0" sldId="276"/>
        </pc:sldMkLst>
        <pc:spChg chg="mod">
          <ac:chgData name="Daniel Paiva" userId="8a33842c199de2dd" providerId="LiveId" clId="{03B7172A-24DE-4F15-9EEA-ACEE23D13517}" dt="2026-09-01T18:57:48.130" v="279" actId="13926"/>
          <ac:spMkLst>
            <pc:docMk/>
            <pc:sldMk cId="0" sldId="276"/>
            <ac:spMk id="3913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16:03.683" v="961" actId="20577"/>
        <pc:sldMkLst>
          <pc:docMk/>
          <pc:sldMk cId="0" sldId="277"/>
        </pc:sldMkLst>
        <pc:spChg chg="mod">
          <ac:chgData name="Daniel Paiva" userId="8a33842c199de2dd" providerId="LiveId" clId="{03B7172A-24DE-4F15-9EEA-ACEE23D13517}" dt="2026-09-02T11:16:03.683" v="961" actId="20577"/>
          <ac:spMkLst>
            <pc:docMk/>
            <pc:sldMk cId="0" sldId="277"/>
            <ac:spMk id="3919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19:39.708" v="14" actId="20577"/>
        <pc:sldMkLst>
          <pc:docMk/>
          <pc:sldMk cId="0" sldId="278"/>
        </pc:sldMkLst>
      </pc:sldChg>
      <pc:sldChg chg="modSp mod modNotesTx">
        <pc:chgData name="Daniel Paiva" userId="8a33842c199de2dd" providerId="LiveId" clId="{03B7172A-24DE-4F15-9EEA-ACEE23D13517}" dt="2026-09-01T19:05:21.929" v="396" actId="13926"/>
        <pc:sldMkLst>
          <pc:docMk/>
          <pc:sldMk cId="0" sldId="279"/>
        </pc:sldMkLst>
        <pc:spChg chg="mod">
          <ac:chgData name="Daniel Paiva" userId="8a33842c199de2dd" providerId="LiveId" clId="{03B7172A-24DE-4F15-9EEA-ACEE23D13517}" dt="2026-09-01T19:05:21.929" v="396" actId="13926"/>
          <ac:spMkLst>
            <pc:docMk/>
            <pc:sldMk cId="0" sldId="279"/>
            <ac:spMk id="3939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1T19:07:33.452" v="408" actId="13926"/>
        <pc:sldMkLst>
          <pc:docMk/>
          <pc:sldMk cId="0" sldId="280"/>
        </pc:sldMkLst>
        <pc:spChg chg="mod">
          <ac:chgData name="Daniel Paiva" userId="8a33842c199de2dd" providerId="LiveId" clId="{03B7172A-24DE-4F15-9EEA-ACEE23D13517}" dt="2026-09-01T19:07:33.452" v="408" actId="13926"/>
          <ac:spMkLst>
            <pc:docMk/>
            <pc:sldMk cId="0" sldId="280"/>
            <ac:spMk id="3952" creationId="{00000000-0000-0000-0000-000000000000}"/>
          </ac:spMkLst>
        </pc:spChg>
        <pc:spChg chg="mod">
          <ac:chgData name="Daniel Paiva" userId="8a33842c199de2dd" providerId="LiveId" clId="{03B7172A-24DE-4F15-9EEA-ACEE23D13517}" dt="2026-09-01T19:05:59.229" v="400" actId="13926"/>
          <ac:spMkLst>
            <pc:docMk/>
            <pc:sldMk cId="0" sldId="280"/>
            <ac:spMk id="3954" creationId="{00000000-0000-0000-0000-000000000000}"/>
          </ac:spMkLst>
        </pc:spChg>
      </pc:sldChg>
      <pc:sldChg chg="modSp mod modCm modNotesTx">
        <pc:chgData name="Daniel Paiva" userId="8a33842c199de2dd" providerId="LiveId" clId="{03B7172A-24DE-4F15-9EEA-ACEE23D13517}" dt="2026-09-02T11:45:51.916" v="1235" actId="13926"/>
        <pc:sldMkLst>
          <pc:docMk/>
          <pc:sldMk cId="0" sldId="281"/>
        </pc:sldMkLst>
        <pc:spChg chg="mod">
          <ac:chgData name="Daniel Paiva" userId="8a33842c199de2dd" providerId="LiveId" clId="{03B7172A-24DE-4F15-9EEA-ACEE23D13517}" dt="2026-09-01T19:08:02.880" v="412" actId="13926"/>
          <ac:spMkLst>
            <pc:docMk/>
            <pc:sldMk cId="0" sldId="281"/>
            <ac:spMk id="3977" creationId="{00000000-0000-0000-0000-000000000000}"/>
          </ac:spMkLst>
        </pc:spChg>
        <pc:spChg chg="mod">
          <ac:chgData name="Daniel Paiva" userId="8a33842c199de2dd" providerId="LiveId" clId="{03B7172A-24DE-4F15-9EEA-ACEE23D13517}" dt="2026-09-02T11:45:51.916" v="1235" actId="13926"/>
          <ac:spMkLst>
            <pc:docMk/>
            <pc:sldMk cId="0" sldId="281"/>
            <ac:spMk id="3978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1T19:14:28.732" v="524" actId="13926"/>
        <pc:sldMkLst>
          <pc:docMk/>
          <pc:sldMk cId="0" sldId="282"/>
        </pc:sldMkLst>
        <pc:spChg chg="mod">
          <ac:chgData name="Daniel Paiva" userId="8a33842c199de2dd" providerId="LiveId" clId="{03B7172A-24DE-4F15-9EEA-ACEE23D13517}" dt="2026-09-01T19:14:28.732" v="524" actId="13926"/>
          <ac:spMkLst>
            <pc:docMk/>
            <pc:sldMk cId="0" sldId="282"/>
            <ac:spMk id="5" creationId="{16B6C4F3-DC1B-6BFF-AA1A-0869A7B098CB}"/>
          </ac:spMkLst>
        </pc:spChg>
      </pc:sldChg>
      <pc:sldChg chg="modNotesTx">
        <pc:chgData name="Daniel Paiva" userId="8a33842c199de2dd" providerId="LiveId" clId="{03B7172A-24DE-4F15-9EEA-ACEE23D13517}" dt="2026-09-01T18:20:08.640" v="46" actId="20577"/>
        <pc:sldMkLst>
          <pc:docMk/>
          <pc:sldMk cId="0" sldId="284"/>
        </pc:sldMkLst>
      </pc:sldChg>
      <pc:sldChg chg="modNotesTx">
        <pc:chgData name="Daniel Paiva" userId="8a33842c199de2dd" providerId="LiveId" clId="{03B7172A-24DE-4F15-9EEA-ACEE23D13517}" dt="2026-09-01T18:20:13.745" v="48" actId="20577"/>
        <pc:sldMkLst>
          <pc:docMk/>
          <pc:sldMk cId="0" sldId="285"/>
        </pc:sldMkLst>
      </pc:sldChg>
      <pc:sldChg chg="modSp mod">
        <pc:chgData name="Daniel Paiva" userId="8a33842c199de2dd" providerId="LiveId" clId="{03B7172A-24DE-4F15-9EEA-ACEE23D13517}" dt="2026-09-02T10:45:40.693" v="572" actId="13926"/>
        <pc:sldMkLst>
          <pc:docMk/>
          <pc:sldMk cId="0" sldId="286"/>
        </pc:sldMkLst>
        <pc:spChg chg="mod">
          <ac:chgData name="Daniel Paiva" userId="8a33842c199de2dd" providerId="LiveId" clId="{03B7172A-24DE-4F15-9EEA-ACEE23D13517}" dt="2026-09-01T19:18:08.726" v="570" actId="20577"/>
          <ac:spMkLst>
            <pc:docMk/>
            <pc:sldMk cId="0" sldId="286"/>
            <ac:spMk id="4054" creationId="{00000000-0000-0000-0000-000000000000}"/>
          </ac:spMkLst>
        </pc:spChg>
        <pc:spChg chg="mod">
          <ac:chgData name="Daniel Paiva" userId="8a33842c199de2dd" providerId="LiveId" clId="{03B7172A-24DE-4F15-9EEA-ACEE23D13517}" dt="2026-09-02T10:45:40.693" v="572" actId="13926"/>
          <ac:spMkLst>
            <pc:docMk/>
            <pc:sldMk cId="0" sldId="286"/>
            <ac:spMk id="4056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0:46:19.430" v="578"/>
        <pc:sldMkLst>
          <pc:docMk/>
          <pc:sldMk cId="0" sldId="287"/>
        </pc:sldMkLst>
        <pc:spChg chg="mod">
          <ac:chgData name="Daniel Paiva" userId="8a33842c199de2dd" providerId="LiveId" clId="{03B7172A-24DE-4F15-9EEA-ACEE23D13517}" dt="2026-09-02T10:45:59.950" v="576" actId="13926"/>
          <ac:spMkLst>
            <pc:docMk/>
            <pc:sldMk cId="0" sldId="287"/>
            <ac:spMk id="4094" creationId="{00000000-0000-0000-0000-000000000000}"/>
          </ac:spMkLst>
        </pc:spChg>
        <pc:spChg chg="mod">
          <ac:chgData name="Daniel Paiva" userId="8a33842c199de2dd" providerId="LiveId" clId="{03B7172A-24DE-4F15-9EEA-ACEE23D13517}" dt="2026-09-02T10:45:52.991" v="574" actId="13926"/>
          <ac:spMkLst>
            <pc:docMk/>
            <pc:sldMk cId="0" sldId="287"/>
            <ac:spMk id="409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0:46:29.180" v="580" actId="13926"/>
        <pc:sldMkLst>
          <pc:docMk/>
          <pc:sldMk cId="0" sldId="288"/>
        </pc:sldMkLst>
        <pc:spChg chg="mod">
          <ac:chgData name="Daniel Paiva" userId="8a33842c199de2dd" providerId="LiveId" clId="{03B7172A-24DE-4F15-9EEA-ACEE23D13517}" dt="2026-09-02T10:46:29.180" v="580" actId="13926"/>
          <ac:spMkLst>
            <pc:docMk/>
            <pc:sldMk cId="0" sldId="288"/>
            <ac:spMk id="4123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0:50:47.825" v="583"/>
        <pc:sldMkLst>
          <pc:docMk/>
          <pc:sldMk cId="0" sldId="290"/>
        </pc:sldMkLst>
        <pc:spChg chg="mod">
          <ac:chgData name="Daniel Paiva" userId="8a33842c199de2dd" providerId="LiveId" clId="{03B7172A-24DE-4F15-9EEA-ACEE23D13517}" dt="2026-09-02T10:48:57.538" v="581" actId="20577"/>
          <ac:spMkLst>
            <pc:docMk/>
            <pc:sldMk cId="0" sldId="290"/>
            <ac:spMk id="4138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0:23.658" v="49" actId="120"/>
        <pc:sldMkLst>
          <pc:docMk/>
          <pc:sldMk cId="0" sldId="292"/>
        </pc:sldMkLst>
      </pc:sldChg>
      <pc:sldChg chg="modNotesTx">
        <pc:chgData name="Daniel Paiva" userId="8a33842c199de2dd" providerId="LiveId" clId="{03B7172A-24DE-4F15-9EEA-ACEE23D13517}" dt="2026-09-01T18:20:28.001" v="50" actId="120"/>
        <pc:sldMkLst>
          <pc:docMk/>
          <pc:sldMk cId="0" sldId="293"/>
        </pc:sldMkLst>
      </pc:sldChg>
      <pc:sldChg chg="modNotesTx">
        <pc:chgData name="Daniel Paiva" userId="8a33842c199de2dd" providerId="LiveId" clId="{03B7172A-24DE-4F15-9EEA-ACEE23D13517}" dt="2026-09-01T18:20:32.277" v="51" actId="120"/>
        <pc:sldMkLst>
          <pc:docMk/>
          <pc:sldMk cId="0" sldId="295"/>
        </pc:sldMkLst>
      </pc:sldChg>
      <pc:sldChg chg="modNotesTx">
        <pc:chgData name="Daniel Paiva" userId="8a33842c199de2dd" providerId="LiveId" clId="{03B7172A-24DE-4F15-9EEA-ACEE23D13517}" dt="2026-09-01T18:20:36.157" v="52" actId="120"/>
        <pc:sldMkLst>
          <pc:docMk/>
          <pc:sldMk cId="0" sldId="296"/>
        </pc:sldMkLst>
      </pc:sldChg>
      <pc:sldChg chg="modSp mod">
        <pc:chgData name="Daniel Paiva" userId="8a33842c199de2dd" providerId="LiveId" clId="{03B7172A-24DE-4F15-9EEA-ACEE23D13517}" dt="2026-09-02T10:54:42.535" v="614" actId="13926"/>
        <pc:sldMkLst>
          <pc:docMk/>
          <pc:sldMk cId="0" sldId="301"/>
        </pc:sldMkLst>
        <pc:spChg chg="mod">
          <ac:chgData name="Daniel Paiva" userId="8a33842c199de2dd" providerId="LiveId" clId="{03B7172A-24DE-4F15-9EEA-ACEE23D13517}" dt="2026-09-02T10:54:42.535" v="614" actId="13926"/>
          <ac:spMkLst>
            <pc:docMk/>
            <pc:sldMk cId="0" sldId="301"/>
            <ac:spMk id="4295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0:44.374" v="53" actId="20577"/>
        <pc:sldMkLst>
          <pc:docMk/>
          <pc:sldMk cId="0" sldId="302"/>
        </pc:sldMkLst>
      </pc:sldChg>
      <pc:sldChg chg="modSp mod">
        <pc:chgData name="Daniel Paiva" userId="8a33842c199de2dd" providerId="LiveId" clId="{03B7172A-24DE-4F15-9EEA-ACEE23D13517}" dt="2026-09-02T10:57:13.100" v="632" actId="13926"/>
        <pc:sldMkLst>
          <pc:docMk/>
          <pc:sldMk cId="0" sldId="303"/>
        </pc:sldMkLst>
        <pc:spChg chg="mod">
          <ac:chgData name="Daniel Paiva" userId="8a33842c199de2dd" providerId="LiveId" clId="{03B7172A-24DE-4F15-9EEA-ACEE23D13517}" dt="2026-09-02T10:57:13.100" v="632" actId="13926"/>
          <ac:spMkLst>
            <pc:docMk/>
            <pc:sldMk cId="0" sldId="303"/>
            <ac:spMk id="430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17:27.277" v="966" actId="20577"/>
        <pc:sldMkLst>
          <pc:docMk/>
          <pc:sldMk cId="0" sldId="304"/>
        </pc:sldMkLst>
        <pc:spChg chg="mod">
          <ac:chgData name="Daniel Paiva" userId="8a33842c199de2dd" providerId="LiveId" clId="{03B7172A-24DE-4F15-9EEA-ACEE23D13517}" dt="2026-09-02T11:17:27.277" v="966" actId="20577"/>
          <ac:spMkLst>
            <pc:docMk/>
            <pc:sldMk cId="0" sldId="304"/>
            <ac:spMk id="4313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0:54.764" v="59" actId="20577"/>
        <pc:sldMkLst>
          <pc:docMk/>
          <pc:sldMk cId="0" sldId="305"/>
        </pc:sldMkLst>
      </pc:sldChg>
      <pc:sldChg chg="modSp mod modNotesTx">
        <pc:chgData name="Daniel Paiva" userId="8a33842c199de2dd" providerId="LiveId" clId="{03B7172A-24DE-4F15-9EEA-ACEE23D13517}" dt="2026-09-02T11:00:17.503" v="677" actId="6549"/>
        <pc:sldMkLst>
          <pc:docMk/>
          <pc:sldMk cId="0" sldId="306"/>
        </pc:sldMkLst>
        <pc:spChg chg="mod">
          <ac:chgData name="Daniel Paiva" userId="8a33842c199de2dd" providerId="LiveId" clId="{03B7172A-24DE-4F15-9EEA-ACEE23D13517}" dt="2026-09-02T11:00:17.503" v="677" actId="6549"/>
          <ac:spMkLst>
            <pc:docMk/>
            <pc:sldMk cId="0" sldId="306"/>
            <ac:spMk id="4333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2T11:53:03.824" v="1272" actId="6549"/>
        <pc:sldMkLst>
          <pc:docMk/>
          <pc:sldMk cId="0" sldId="307"/>
        </pc:sldMkLst>
        <pc:spChg chg="mod">
          <ac:chgData name="Daniel Paiva" userId="8a33842c199de2dd" providerId="LiveId" clId="{03B7172A-24DE-4F15-9EEA-ACEE23D13517}" dt="2026-09-02T11:53:03.824" v="1272" actId="6549"/>
          <ac:spMkLst>
            <pc:docMk/>
            <pc:sldMk cId="0" sldId="307"/>
            <ac:spMk id="4348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2T11:06:42.865" v="771" actId="13926"/>
        <pc:sldMkLst>
          <pc:docMk/>
          <pc:sldMk cId="0" sldId="308"/>
        </pc:sldMkLst>
        <pc:spChg chg="mod">
          <ac:chgData name="Daniel Paiva" userId="8a33842c199de2dd" providerId="LiveId" clId="{03B7172A-24DE-4F15-9EEA-ACEE23D13517}" dt="2026-09-02T11:06:42.865" v="771" actId="13926"/>
          <ac:spMkLst>
            <pc:docMk/>
            <pc:sldMk cId="0" sldId="308"/>
            <ac:spMk id="5" creationId="{88841209-D0D5-062E-3FAC-DCC59E5D9B53}"/>
          </ac:spMkLst>
        </pc:spChg>
      </pc:sldChg>
      <pc:sldChg chg="modSp mod modNotesTx">
        <pc:chgData name="Daniel Paiva" userId="8a33842c199de2dd" providerId="LiveId" clId="{03B7172A-24DE-4F15-9EEA-ACEE23D13517}" dt="2026-09-02T11:53:53.809" v="1275" actId="13926"/>
        <pc:sldMkLst>
          <pc:docMk/>
          <pc:sldMk cId="0" sldId="309"/>
        </pc:sldMkLst>
        <pc:spChg chg="mod">
          <ac:chgData name="Daniel Paiva" userId="8a33842c199de2dd" providerId="LiveId" clId="{03B7172A-24DE-4F15-9EEA-ACEE23D13517}" dt="2026-09-02T11:53:53.809" v="1275" actId="13926"/>
          <ac:spMkLst>
            <pc:docMk/>
            <pc:sldMk cId="0" sldId="309"/>
            <ac:spMk id="4385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1:28.298" v="91" actId="20577"/>
        <pc:sldMkLst>
          <pc:docMk/>
          <pc:sldMk cId="0" sldId="311"/>
        </pc:sldMkLst>
      </pc:sldChg>
      <pc:sldChg chg="modNotesTx">
        <pc:chgData name="Daniel Paiva" userId="8a33842c199de2dd" providerId="LiveId" clId="{03B7172A-24DE-4F15-9EEA-ACEE23D13517}" dt="2026-09-01T18:21:32.598" v="93" actId="20577"/>
        <pc:sldMkLst>
          <pc:docMk/>
          <pc:sldMk cId="0" sldId="312"/>
        </pc:sldMkLst>
      </pc:sldChg>
      <pc:sldChg chg="modSp mod">
        <pc:chgData name="Daniel Paiva" userId="8a33842c199de2dd" providerId="LiveId" clId="{03B7172A-24DE-4F15-9EEA-ACEE23D13517}" dt="2026-09-02T11:10:41.403" v="856" actId="13926"/>
        <pc:sldMkLst>
          <pc:docMk/>
          <pc:sldMk cId="0" sldId="313"/>
        </pc:sldMkLst>
        <pc:spChg chg="mod">
          <ac:chgData name="Daniel Paiva" userId="8a33842c199de2dd" providerId="LiveId" clId="{03B7172A-24DE-4F15-9EEA-ACEE23D13517}" dt="2026-09-02T11:10:41.403" v="856" actId="13926"/>
          <ac:spMkLst>
            <pc:docMk/>
            <pc:sldMk cId="0" sldId="313"/>
            <ac:spMk id="4450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1:11:07.582" v="861"/>
        <pc:sldMkLst>
          <pc:docMk/>
          <pc:sldMk cId="0" sldId="314"/>
        </pc:sldMkLst>
        <pc:spChg chg="mod">
          <ac:chgData name="Daniel Paiva" userId="8a33842c199de2dd" providerId="LiveId" clId="{03B7172A-24DE-4F15-9EEA-ACEE23D13517}" dt="2026-09-02T11:10:55.406" v="860" actId="13926"/>
          <ac:spMkLst>
            <pc:docMk/>
            <pc:sldMk cId="0" sldId="314"/>
            <ac:spMk id="4488" creationId="{00000000-0000-0000-0000-000000000000}"/>
          </ac:spMkLst>
        </pc:spChg>
        <pc:spChg chg="mod">
          <ac:chgData name="Daniel Paiva" userId="8a33842c199de2dd" providerId="LiveId" clId="{03B7172A-24DE-4F15-9EEA-ACEE23D13517}" dt="2026-09-02T11:10:49.757" v="858" actId="13926"/>
          <ac:spMkLst>
            <pc:docMk/>
            <pc:sldMk cId="0" sldId="314"/>
            <ac:spMk id="4491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11:17.925" v="863" actId="13926"/>
        <pc:sldMkLst>
          <pc:docMk/>
          <pc:sldMk cId="0" sldId="315"/>
        </pc:sldMkLst>
        <pc:spChg chg="mod">
          <ac:chgData name="Daniel Paiva" userId="8a33842c199de2dd" providerId="LiveId" clId="{03B7172A-24DE-4F15-9EEA-ACEE23D13517}" dt="2026-09-02T11:11:17.925" v="863" actId="13926"/>
          <ac:spMkLst>
            <pc:docMk/>
            <pc:sldMk cId="0" sldId="315"/>
            <ac:spMk id="451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11:39.795" v="867" actId="13926"/>
        <pc:sldMkLst>
          <pc:docMk/>
          <pc:sldMk cId="0" sldId="316"/>
        </pc:sldMkLst>
        <pc:spChg chg="mod">
          <ac:chgData name="Daniel Paiva" userId="8a33842c199de2dd" providerId="LiveId" clId="{03B7172A-24DE-4F15-9EEA-ACEE23D13517}" dt="2026-09-02T11:11:39.795" v="867" actId="13926"/>
          <ac:spMkLst>
            <pc:docMk/>
            <pc:sldMk cId="0" sldId="316"/>
            <ac:spMk id="452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55:53.372" v="1278" actId="13926"/>
        <pc:sldMkLst>
          <pc:docMk/>
          <pc:sldMk cId="0" sldId="318"/>
        </pc:sldMkLst>
        <pc:spChg chg="mod">
          <ac:chgData name="Daniel Paiva" userId="8a33842c199de2dd" providerId="LiveId" clId="{03B7172A-24DE-4F15-9EEA-ACEE23D13517}" dt="2026-09-02T11:08:03.311" v="795" actId="14100"/>
          <ac:spMkLst>
            <pc:docMk/>
            <pc:sldMk cId="0" sldId="318"/>
            <ac:spMk id="8" creationId="{E059D2AE-5A09-FBF4-7B17-86A81C963DBC}"/>
          </ac:spMkLst>
        </pc:spChg>
        <pc:spChg chg="mod">
          <ac:chgData name="Daniel Paiva" userId="8a33842c199de2dd" providerId="LiveId" clId="{03B7172A-24DE-4F15-9EEA-ACEE23D13517}" dt="2026-09-02T11:12:58.106" v="886" actId="6549"/>
          <ac:spMkLst>
            <pc:docMk/>
            <pc:sldMk cId="0" sldId="318"/>
            <ac:spMk id="41" creationId="{BB645F27-091F-C16C-3404-C3E671F33460}"/>
          </ac:spMkLst>
        </pc:spChg>
        <pc:spChg chg="mod">
          <ac:chgData name="Daniel Paiva" userId="8a33842c199de2dd" providerId="LiveId" clId="{03B7172A-24DE-4F15-9EEA-ACEE23D13517}" dt="2026-09-02T11:55:53.372" v="1278" actId="13926"/>
          <ac:spMkLst>
            <pc:docMk/>
            <pc:sldMk cId="0" sldId="318"/>
            <ac:spMk id="42" creationId="{985092F7-38E3-A00E-3A5D-9768108DD635}"/>
          </ac:spMkLst>
        </pc:spChg>
      </pc:sldChg>
      <pc:sldChg chg="modNotesTx">
        <pc:chgData name="Daniel Paiva" userId="8a33842c199de2dd" providerId="LiveId" clId="{03B7172A-24DE-4F15-9EEA-ACEE23D13517}" dt="2026-09-01T18:21:43.926" v="94" actId="20577"/>
        <pc:sldMkLst>
          <pc:docMk/>
          <pc:sldMk cId="0" sldId="321"/>
        </pc:sldMkLst>
      </pc:sldChg>
      <pc:sldChg chg="modSp mod">
        <pc:chgData name="Daniel Paiva" userId="8a33842c199de2dd" providerId="LiveId" clId="{03B7172A-24DE-4F15-9EEA-ACEE23D13517}" dt="2026-09-02T11:57:29.811" v="1280" actId="207"/>
        <pc:sldMkLst>
          <pc:docMk/>
          <pc:sldMk cId="0" sldId="322"/>
        </pc:sldMkLst>
        <pc:spChg chg="mod">
          <ac:chgData name="Daniel Paiva" userId="8a33842c199de2dd" providerId="LiveId" clId="{03B7172A-24DE-4F15-9EEA-ACEE23D13517}" dt="2026-09-02T11:57:29.811" v="1280" actId="207"/>
          <ac:spMkLst>
            <pc:docMk/>
            <pc:sldMk cId="0" sldId="322"/>
            <ac:spMk id="4637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1:29:37.542" v="1161"/>
        <pc:sldMkLst>
          <pc:docMk/>
          <pc:sldMk cId="0" sldId="323"/>
        </pc:sldMkLst>
        <pc:spChg chg="mod">
          <ac:chgData name="Daniel Paiva" userId="8a33842c199de2dd" providerId="LiveId" clId="{03B7172A-24DE-4F15-9EEA-ACEE23D13517}" dt="2026-09-02T11:19:23.888" v="990"/>
          <ac:spMkLst>
            <pc:docMk/>
            <pc:sldMk cId="0" sldId="323"/>
            <ac:spMk id="4643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1:52.257" v="100" actId="20577"/>
        <pc:sldMkLst>
          <pc:docMk/>
          <pc:sldMk cId="0" sldId="324"/>
        </pc:sldMkLst>
      </pc:sldChg>
      <pc:sldChg chg="modSp mod modNotesTx">
        <pc:chgData name="Daniel Paiva" userId="8a33842c199de2dd" providerId="LiveId" clId="{03B7172A-24DE-4F15-9EEA-ACEE23D13517}" dt="2026-09-02T11:58:14.745" v="1283" actId="6549"/>
        <pc:sldMkLst>
          <pc:docMk/>
          <pc:sldMk cId="0" sldId="325"/>
        </pc:sldMkLst>
        <pc:spChg chg="mod">
          <ac:chgData name="Daniel Paiva" userId="8a33842c199de2dd" providerId="LiveId" clId="{03B7172A-24DE-4F15-9EEA-ACEE23D13517}" dt="2026-09-02T11:58:14.745" v="1283" actId="6549"/>
          <ac:spMkLst>
            <pc:docMk/>
            <pc:sldMk cId="0" sldId="325"/>
            <ac:spMk id="4657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2T11:59:51.475" v="1290" actId="113"/>
        <pc:sldMkLst>
          <pc:docMk/>
          <pc:sldMk cId="0" sldId="326"/>
        </pc:sldMkLst>
        <pc:spChg chg="mod">
          <ac:chgData name="Daniel Paiva" userId="8a33842c199de2dd" providerId="LiveId" clId="{03B7172A-24DE-4F15-9EEA-ACEE23D13517}" dt="2026-09-02T11:59:51.475" v="1290" actId="113"/>
          <ac:spMkLst>
            <pc:docMk/>
            <pc:sldMk cId="0" sldId="326"/>
            <ac:spMk id="6" creationId="{EBBF54E1-7D50-9CD3-4EB4-D3D24FD781B0}"/>
          </ac:spMkLst>
        </pc:spChg>
        <pc:spChg chg="mod">
          <ac:chgData name="Daniel Paiva" userId="8a33842c199de2dd" providerId="LiveId" clId="{03B7172A-24DE-4F15-9EEA-ACEE23D13517}" dt="2026-09-02T11:59:20.886" v="1289" actId="13926"/>
          <ac:spMkLst>
            <pc:docMk/>
            <pc:sldMk cId="0" sldId="326"/>
            <ac:spMk id="4681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4:23.736" v="120" actId="20577"/>
        <pc:sldMkLst>
          <pc:docMk/>
          <pc:sldMk cId="0" sldId="329"/>
        </pc:sldMkLst>
      </pc:sldChg>
      <pc:sldChg chg="modNotesTx">
        <pc:chgData name="Daniel Paiva" userId="8a33842c199de2dd" providerId="LiveId" clId="{03B7172A-24DE-4F15-9EEA-ACEE23D13517}" dt="2026-09-01T18:25:36.100" v="122" actId="20577"/>
        <pc:sldMkLst>
          <pc:docMk/>
          <pc:sldMk cId="0" sldId="330"/>
        </pc:sldMkLst>
      </pc:sldChg>
      <pc:sldChg chg="modSp mod">
        <pc:chgData name="Daniel Paiva" userId="8a33842c199de2dd" providerId="LiveId" clId="{03B7172A-24DE-4F15-9EEA-ACEE23D13517}" dt="2026-09-02T11:23:29.954" v="1066" actId="13926"/>
        <pc:sldMkLst>
          <pc:docMk/>
          <pc:sldMk cId="0" sldId="331"/>
        </pc:sldMkLst>
        <pc:spChg chg="mod">
          <ac:chgData name="Daniel Paiva" userId="8a33842c199de2dd" providerId="LiveId" clId="{03B7172A-24DE-4F15-9EEA-ACEE23D13517}" dt="2026-09-02T11:23:29.954" v="1066" actId="13926"/>
          <ac:spMkLst>
            <pc:docMk/>
            <pc:sldMk cId="0" sldId="331"/>
            <ac:spMk id="4762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1:23:55.795" v="1071"/>
        <pc:sldMkLst>
          <pc:docMk/>
          <pc:sldMk cId="0" sldId="332"/>
        </pc:sldMkLst>
        <pc:spChg chg="mod">
          <ac:chgData name="Daniel Paiva" userId="8a33842c199de2dd" providerId="LiveId" clId="{03B7172A-24DE-4F15-9EEA-ACEE23D13517}" dt="2026-09-02T11:23:43.053" v="1070" actId="13926"/>
          <ac:spMkLst>
            <pc:docMk/>
            <pc:sldMk cId="0" sldId="332"/>
            <ac:spMk id="4800" creationId="{00000000-0000-0000-0000-000000000000}"/>
          </ac:spMkLst>
        </pc:spChg>
        <pc:spChg chg="mod">
          <ac:chgData name="Daniel Paiva" userId="8a33842c199de2dd" providerId="LiveId" clId="{03B7172A-24DE-4F15-9EEA-ACEE23D13517}" dt="2026-09-02T11:23:38.951" v="1068" actId="13926"/>
          <ac:spMkLst>
            <pc:docMk/>
            <pc:sldMk cId="0" sldId="332"/>
            <ac:spMk id="4803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24:07.140" v="1073" actId="13926"/>
        <pc:sldMkLst>
          <pc:docMk/>
          <pc:sldMk cId="0" sldId="333"/>
        </pc:sldMkLst>
        <pc:spChg chg="mod">
          <ac:chgData name="Daniel Paiva" userId="8a33842c199de2dd" providerId="LiveId" clId="{03B7172A-24DE-4F15-9EEA-ACEE23D13517}" dt="2026-09-02T11:24:07.140" v="1073" actId="13926"/>
          <ac:spMkLst>
            <pc:docMk/>
            <pc:sldMk cId="0" sldId="333"/>
            <ac:spMk id="4829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24:22.667" v="1077" actId="13926"/>
        <pc:sldMkLst>
          <pc:docMk/>
          <pc:sldMk cId="0" sldId="334"/>
        </pc:sldMkLst>
        <pc:spChg chg="mod">
          <ac:chgData name="Daniel Paiva" userId="8a33842c199de2dd" providerId="LiveId" clId="{03B7172A-24DE-4F15-9EEA-ACEE23D13517}" dt="2026-09-02T11:24:22.667" v="1077" actId="13926"/>
          <ac:spMkLst>
            <pc:docMk/>
            <pc:sldMk cId="0" sldId="334"/>
            <ac:spMk id="4839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2:01:15.190" v="1291" actId="20577"/>
        <pc:sldMkLst>
          <pc:docMk/>
          <pc:sldMk cId="0" sldId="335"/>
        </pc:sldMkLst>
        <pc:spChg chg="mod">
          <ac:chgData name="Daniel Paiva" userId="8a33842c199de2dd" providerId="LiveId" clId="{03B7172A-24DE-4F15-9EEA-ACEE23D13517}" dt="2026-09-02T12:01:15.190" v="1291" actId="20577"/>
          <ac:spMkLst>
            <pc:docMk/>
            <pc:sldMk cId="0" sldId="335"/>
            <ac:spMk id="36" creationId="{9F094ABE-B0FC-2464-51CD-C61AD6DAB32F}"/>
          </ac:spMkLst>
        </pc:spChg>
        <pc:spChg chg="mod">
          <ac:chgData name="Daniel Paiva" userId="8a33842c199de2dd" providerId="LiveId" clId="{03B7172A-24DE-4F15-9EEA-ACEE23D13517}" dt="2026-09-02T11:24:55.402" v="1090" actId="13926"/>
          <ac:spMkLst>
            <pc:docMk/>
            <pc:sldMk cId="0" sldId="335"/>
            <ac:spMk id="37" creationId="{397F38AC-2FA5-FB92-7379-78AA0B3C345A}"/>
          </ac:spMkLst>
        </pc:spChg>
      </pc:sldChg>
      <pc:sldChg chg="modNotesTx">
        <pc:chgData name="Daniel Paiva" userId="8a33842c199de2dd" providerId="LiveId" clId="{03B7172A-24DE-4F15-9EEA-ACEE23D13517}" dt="2026-09-01T18:25:44.304" v="123" actId="20577"/>
        <pc:sldMkLst>
          <pc:docMk/>
          <pc:sldMk cId="0" sldId="336"/>
        </pc:sldMkLst>
      </pc:sldChg>
      <pc:sldChg chg="modSp mod">
        <pc:chgData name="Daniel Paiva" userId="8a33842c199de2dd" providerId="LiveId" clId="{03B7172A-24DE-4F15-9EEA-ACEE23D13517}" dt="2026-09-02T11:26:18.472" v="1127" actId="113"/>
        <pc:sldMkLst>
          <pc:docMk/>
          <pc:sldMk cId="0" sldId="337"/>
        </pc:sldMkLst>
        <pc:spChg chg="mod">
          <ac:chgData name="Daniel Paiva" userId="8a33842c199de2dd" providerId="LiveId" clId="{03B7172A-24DE-4F15-9EEA-ACEE23D13517}" dt="2026-09-02T11:26:18.472" v="1127" actId="113"/>
          <ac:spMkLst>
            <pc:docMk/>
            <pc:sldMk cId="0" sldId="337"/>
            <ac:spMk id="4879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1:30:03.346" v="1163"/>
        <pc:sldMkLst>
          <pc:docMk/>
          <pc:sldMk cId="0" sldId="338"/>
        </pc:sldMkLst>
        <pc:spChg chg="mod">
          <ac:chgData name="Daniel Paiva" userId="8a33842c199de2dd" providerId="LiveId" clId="{03B7172A-24DE-4F15-9EEA-ACEE23D13517}" dt="2026-09-02T11:28:46.670" v="1160" actId="20577"/>
          <ac:spMkLst>
            <pc:docMk/>
            <pc:sldMk cId="0" sldId="338"/>
            <ac:spMk id="4885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5:51.266" v="129" actId="20577"/>
        <pc:sldMkLst>
          <pc:docMk/>
          <pc:sldMk cId="0" sldId="339"/>
        </pc:sldMkLst>
      </pc:sldChg>
      <pc:sldChg chg="modSp mod modNotesTx">
        <pc:chgData name="Daniel Paiva" userId="8a33842c199de2dd" providerId="LiveId" clId="{03B7172A-24DE-4F15-9EEA-ACEE23D13517}" dt="2026-09-02T12:03:17.806" v="1302" actId="20577"/>
        <pc:sldMkLst>
          <pc:docMk/>
          <pc:sldMk cId="0" sldId="340"/>
        </pc:sldMkLst>
        <pc:spChg chg="mod">
          <ac:chgData name="Daniel Paiva" userId="8a33842c199de2dd" providerId="LiveId" clId="{03B7172A-24DE-4F15-9EEA-ACEE23D13517}" dt="2026-09-02T12:03:17.806" v="1302" actId="20577"/>
          <ac:spMkLst>
            <pc:docMk/>
            <pc:sldMk cId="0" sldId="340"/>
            <ac:spMk id="4899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6:04.388" v="143" actId="20577"/>
        <pc:sldMkLst>
          <pc:docMk/>
          <pc:sldMk cId="0" sldId="342"/>
        </pc:sldMkLst>
      </pc:sldChg>
      <pc:sldChg chg="modSp mod">
        <pc:chgData name="Daniel Paiva" userId="8a33842c199de2dd" providerId="LiveId" clId="{03B7172A-24DE-4F15-9EEA-ACEE23D13517}" dt="2026-09-01T18:52:36.249" v="253" actId="13926"/>
        <pc:sldMkLst>
          <pc:docMk/>
          <pc:sldMk cId="348024202" sldId="587"/>
        </pc:sldMkLst>
        <pc:spChg chg="mod">
          <ac:chgData name="Daniel Paiva" userId="8a33842c199de2dd" providerId="LiveId" clId="{03B7172A-24DE-4F15-9EEA-ACEE23D13517}" dt="2026-09-01T18:52:36.249" v="253" actId="13926"/>
          <ac:spMkLst>
            <pc:docMk/>
            <pc:sldMk cId="348024202" sldId="587"/>
            <ac:spMk id="5" creationId="{3B30F271-3498-D5A4-79C6-693642042D8E}"/>
          </ac:spMkLst>
        </pc:spChg>
        <pc:spChg chg="mod">
          <ac:chgData name="Daniel Paiva" userId="8a33842c199de2dd" providerId="LiveId" clId="{03B7172A-24DE-4F15-9EEA-ACEE23D13517}" dt="2026-09-01T18:52:19.137" v="249" actId="13926"/>
          <ac:spMkLst>
            <pc:docMk/>
            <pc:sldMk cId="348024202" sldId="587"/>
            <ac:spMk id="11" creationId="{ABA620DC-69AF-7B74-22BE-7462CA958E3F}"/>
          </ac:spMkLst>
        </pc:spChg>
        <pc:spChg chg="mod">
          <ac:chgData name="Daniel Paiva" userId="8a33842c199de2dd" providerId="LiveId" clId="{03B7172A-24DE-4F15-9EEA-ACEE23D13517}" dt="2026-09-01T18:52:30.995" v="251" actId="13926"/>
          <ac:spMkLst>
            <pc:docMk/>
            <pc:sldMk cId="348024202" sldId="587"/>
            <ac:spMk id="20" creationId="{32B59E54-585A-5342-A0C6-7CEF0F74353A}"/>
          </ac:spMkLst>
        </pc:spChg>
      </pc:sldChg>
      <pc:sldChg chg="modSp mod">
        <pc:chgData name="Daniel Paiva" userId="8a33842c199de2dd" providerId="LiveId" clId="{03B7172A-24DE-4F15-9EEA-ACEE23D13517}" dt="2026-09-01T18:52:54.688" v="259" actId="13926"/>
        <pc:sldMkLst>
          <pc:docMk/>
          <pc:sldMk cId="895442015" sldId="588"/>
        </pc:sldMkLst>
        <pc:spChg chg="mod">
          <ac:chgData name="Daniel Paiva" userId="8a33842c199de2dd" providerId="LiveId" clId="{03B7172A-24DE-4F15-9EEA-ACEE23D13517}" dt="2026-09-01T18:52:54.688" v="259" actId="13926"/>
          <ac:spMkLst>
            <pc:docMk/>
            <pc:sldMk cId="895442015" sldId="588"/>
            <ac:spMk id="5" creationId="{34B78DE3-2DE9-54BE-884F-D9AB7B047554}"/>
          </ac:spMkLst>
        </pc:spChg>
        <pc:spChg chg="mod">
          <ac:chgData name="Daniel Paiva" userId="8a33842c199de2dd" providerId="LiveId" clId="{03B7172A-24DE-4F15-9EEA-ACEE23D13517}" dt="2026-09-01T18:52:42.855" v="255" actId="13926"/>
          <ac:spMkLst>
            <pc:docMk/>
            <pc:sldMk cId="895442015" sldId="588"/>
            <ac:spMk id="11" creationId="{63DB72FF-6D0F-61F0-41FC-A09E096DDA3A}"/>
          </ac:spMkLst>
        </pc:spChg>
        <pc:spChg chg="mod">
          <ac:chgData name="Daniel Paiva" userId="8a33842c199de2dd" providerId="LiveId" clId="{03B7172A-24DE-4F15-9EEA-ACEE23D13517}" dt="2026-09-01T18:52:49.803" v="257" actId="13926"/>
          <ac:spMkLst>
            <pc:docMk/>
            <pc:sldMk cId="895442015" sldId="588"/>
            <ac:spMk id="20" creationId="{57FA8D28-758F-5FB2-1980-F4867B429648}"/>
          </ac:spMkLst>
        </pc:spChg>
      </pc:sldChg>
      <pc:sldChg chg="modSp mod">
        <pc:chgData name="Daniel Paiva" userId="8a33842c199de2dd" providerId="LiveId" clId="{03B7172A-24DE-4F15-9EEA-ACEE23D13517}" dt="2026-09-02T10:52:40.452" v="591" actId="13926"/>
        <pc:sldMkLst>
          <pc:docMk/>
          <pc:sldMk cId="2654924718" sldId="589"/>
        </pc:sldMkLst>
        <pc:spChg chg="mod">
          <ac:chgData name="Daniel Paiva" userId="8a33842c199de2dd" providerId="LiveId" clId="{03B7172A-24DE-4F15-9EEA-ACEE23D13517}" dt="2026-09-02T10:52:29.842" v="587" actId="13926"/>
          <ac:spMkLst>
            <pc:docMk/>
            <pc:sldMk cId="2654924718" sldId="589"/>
            <ac:spMk id="2" creationId="{40D9303F-0657-E6D2-4352-6A83C83EF2A4}"/>
          </ac:spMkLst>
        </pc:spChg>
        <pc:spChg chg="mod">
          <ac:chgData name="Daniel Paiva" userId="8a33842c199de2dd" providerId="LiveId" clId="{03B7172A-24DE-4F15-9EEA-ACEE23D13517}" dt="2026-09-02T10:52:40.452" v="591" actId="13926"/>
          <ac:spMkLst>
            <pc:docMk/>
            <pc:sldMk cId="2654924718" sldId="589"/>
            <ac:spMk id="5" creationId="{3B30F271-3498-D5A4-79C6-693642042D8E}"/>
          </ac:spMkLst>
        </pc:spChg>
        <pc:spChg chg="mod">
          <ac:chgData name="Daniel Paiva" userId="8a33842c199de2dd" providerId="LiveId" clId="{03B7172A-24DE-4F15-9EEA-ACEE23D13517}" dt="2026-09-02T10:52:24.173" v="585" actId="13926"/>
          <ac:spMkLst>
            <pc:docMk/>
            <pc:sldMk cId="2654924718" sldId="589"/>
            <ac:spMk id="11" creationId="{ABA620DC-69AF-7B74-22BE-7462CA958E3F}"/>
          </ac:spMkLst>
        </pc:spChg>
        <pc:spChg chg="mod">
          <ac:chgData name="Daniel Paiva" userId="8a33842c199de2dd" providerId="LiveId" clId="{03B7172A-24DE-4F15-9EEA-ACEE23D13517}" dt="2026-09-02T10:52:35.759" v="589" actId="13926"/>
          <ac:spMkLst>
            <pc:docMk/>
            <pc:sldMk cId="2654924718" sldId="589"/>
            <ac:spMk id="20" creationId="{32B59E54-585A-5342-A0C6-7CEF0F74353A}"/>
          </ac:spMkLst>
        </pc:spChg>
      </pc:sldChg>
      <pc:sldChg chg="modSp mod">
        <pc:chgData name="Daniel Paiva" userId="8a33842c199de2dd" providerId="LiveId" clId="{03B7172A-24DE-4F15-9EEA-ACEE23D13517}" dt="2026-09-02T10:53:01.755" v="599" actId="13926"/>
        <pc:sldMkLst>
          <pc:docMk/>
          <pc:sldMk cId="2943960376" sldId="590"/>
        </pc:sldMkLst>
        <pc:spChg chg="mod">
          <ac:chgData name="Daniel Paiva" userId="8a33842c199de2dd" providerId="LiveId" clId="{03B7172A-24DE-4F15-9EEA-ACEE23D13517}" dt="2026-09-02T10:52:52.488" v="595" actId="13926"/>
          <ac:spMkLst>
            <pc:docMk/>
            <pc:sldMk cId="2943960376" sldId="590"/>
            <ac:spMk id="2" creationId="{D0CBF1E8-8E62-F247-C729-A8B7FF2A721D}"/>
          </ac:spMkLst>
        </pc:spChg>
        <pc:spChg chg="mod">
          <ac:chgData name="Daniel Paiva" userId="8a33842c199de2dd" providerId="LiveId" clId="{03B7172A-24DE-4F15-9EEA-ACEE23D13517}" dt="2026-09-02T10:53:01.755" v="599" actId="13926"/>
          <ac:spMkLst>
            <pc:docMk/>
            <pc:sldMk cId="2943960376" sldId="590"/>
            <ac:spMk id="5" creationId="{870455FE-6C12-2928-CFCA-44576A94482A}"/>
          </ac:spMkLst>
        </pc:spChg>
        <pc:spChg chg="mod">
          <ac:chgData name="Daniel Paiva" userId="8a33842c199de2dd" providerId="LiveId" clId="{03B7172A-24DE-4F15-9EEA-ACEE23D13517}" dt="2026-09-02T10:52:48.144" v="593" actId="13926"/>
          <ac:spMkLst>
            <pc:docMk/>
            <pc:sldMk cId="2943960376" sldId="590"/>
            <ac:spMk id="11" creationId="{D521CB81-A2C9-202B-D63C-C2C16F5E9053}"/>
          </ac:spMkLst>
        </pc:spChg>
        <pc:spChg chg="mod">
          <ac:chgData name="Daniel Paiva" userId="8a33842c199de2dd" providerId="LiveId" clId="{03B7172A-24DE-4F15-9EEA-ACEE23D13517}" dt="2026-09-02T10:52:57.220" v="597" actId="13926"/>
          <ac:spMkLst>
            <pc:docMk/>
            <pc:sldMk cId="2943960376" sldId="590"/>
            <ac:spMk id="20" creationId="{5146F13B-FD88-F884-A6D4-B21CBD285E4B}"/>
          </ac:spMkLst>
        </pc:spChg>
      </pc:sldChg>
      <pc:sldChg chg="modSp mod">
        <pc:chgData name="Daniel Paiva" userId="8a33842c199de2dd" providerId="LiveId" clId="{03B7172A-24DE-4F15-9EEA-ACEE23D13517}" dt="2026-09-02T11:13:32.647" v="894" actId="13926"/>
        <pc:sldMkLst>
          <pc:docMk/>
          <pc:sldMk cId="2156771623" sldId="591"/>
        </pc:sldMkLst>
        <pc:spChg chg="mod">
          <ac:chgData name="Daniel Paiva" userId="8a33842c199de2dd" providerId="LiveId" clId="{03B7172A-24DE-4F15-9EEA-ACEE23D13517}" dt="2026-09-02T11:13:22.218" v="890" actId="13926"/>
          <ac:spMkLst>
            <pc:docMk/>
            <pc:sldMk cId="2156771623" sldId="591"/>
            <ac:spMk id="2" creationId="{40D9303F-0657-E6D2-4352-6A83C83EF2A4}"/>
          </ac:spMkLst>
        </pc:spChg>
        <pc:spChg chg="mod">
          <ac:chgData name="Daniel Paiva" userId="8a33842c199de2dd" providerId="LiveId" clId="{03B7172A-24DE-4F15-9EEA-ACEE23D13517}" dt="2026-09-02T11:13:32.647" v="894" actId="13926"/>
          <ac:spMkLst>
            <pc:docMk/>
            <pc:sldMk cId="2156771623" sldId="591"/>
            <ac:spMk id="5" creationId="{3B30F271-3498-D5A4-79C6-693642042D8E}"/>
          </ac:spMkLst>
        </pc:spChg>
        <pc:spChg chg="mod">
          <ac:chgData name="Daniel Paiva" userId="8a33842c199de2dd" providerId="LiveId" clId="{03B7172A-24DE-4F15-9EEA-ACEE23D13517}" dt="2026-09-02T11:13:16.845" v="888" actId="13926"/>
          <ac:spMkLst>
            <pc:docMk/>
            <pc:sldMk cId="2156771623" sldId="591"/>
            <ac:spMk id="11" creationId="{ABA620DC-69AF-7B74-22BE-7462CA958E3F}"/>
          </ac:spMkLst>
        </pc:spChg>
        <pc:spChg chg="mod">
          <ac:chgData name="Daniel Paiva" userId="8a33842c199de2dd" providerId="LiveId" clId="{03B7172A-24DE-4F15-9EEA-ACEE23D13517}" dt="2026-09-02T11:13:28.048" v="892" actId="13926"/>
          <ac:spMkLst>
            <pc:docMk/>
            <pc:sldMk cId="2156771623" sldId="591"/>
            <ac:spMk id="20" creationId="{32B59E54-585A-5342-A0C6-7CEF0F74353A}"/>
          </ac:spMkLst>
        </pc:spChg>
      </pc:sldChg>
      <pc:sldChg chg="modSp mod">
        <pc:chgData name="Daniel Paiva" userId="8a33842c199de2dd" providerId="LiveId" clId="{03B7172A-24DE-4F15-9EEA-ACEE23D13517}" dt="2026-09-02T11:13:53.437" v="902" actId="13926"/>
        <pc:sldMkLst>
          <pc:docMk/>
          <pc:sldMk cId="2951632948" sldId="592"/>
        </pc:sldMkLst>
        <pc:spChg chg="mod">
          <ac:chgData name="Daniel Paiva" userId="8a33842c199de2dd" providerId="LiveId" clId="{03B7172A-24DE-4F15-9EEA-ACEE23D13517}" dt="2026-09-02T11:13:43.961" v="898" actId="13926"/>
          <ac:spMkLst>
            <pc:docMk/>
            <pc:sldMk cId="2951632948" sldId="592"/>
            <ac:spMk id="2" creationId="{CA1CEA8A-24BE-CD78-9490-A8F92DD865C4}"/>
          </ac:spMkLst>
        </pc:spChg>
        <pc:spChg chg="mod">
          <ac:chgData name="Daniel Paiva" userId="8a33842c199de2dd" providerId="LiveId" clId="{03B7172A-24DE-4F15-9EEA-ACEE23D13517}" dt="2026-09-02T11:13:53.437" v="902" actId="13926"/>
          <ac:spMkLst>
            <pc:docMk/>
            <pc:sldMk cId="2951632948" sldId="592"/>
            <ac:spMk id="5" creationId="{EC070E76-BA85-83D4-33C3-2DEAC4A6A387}"/>
          </ac:spMkLst>
        </pc:spChg>
        <pc:spChg chg="mod">
          <ac:chgData name="Daniel Paiva" userId="8a33842c199de2dd" providerId="LiveId" clId="{03B7172A-24DE-4F15-9EEA-ACEE23D13517}" dt="2026-09-02T11:13:39.373" v="896" actId="13926"/>
          <ac:spMkLst>
            <pc:docMk/>
            <pc:sldMk cId="2951632948" sldId="592"/>
            <ac:spMk id="11" creationId="{31B35155-9D3D-1496-6C19-2C22452863C0}"/>
          </ac:spMkLst>
        </pc:spChg>
        <pc:spChg chg="mod">
          <ac:chgData name="Daniel Paiva" userId="8a33842c199de2dd" providerId="LiveId" clId="{03B7172A-24DE-4F15-9EEA-ACEE23D13517}" dt="2026-09-02T11:13:48.647" v="900" actId="13926"/>
          <ac:spMkLst>
            <pc:docMk/>
            <pc:sldMk cId="2951632948" sldId="592"/>
            <ac:spMk id="20" creationId="{88842736-5332-5DBF-7F0B-CFAE3E55D32A}"/>
          </ac:spMkLst>
        </pc:spChg>
      </pc:sldChg>
      <pc:sldChg chg="modSp mod">
        <pc:chgData name="Daniel Paiva" userId="8a33842c199de2dd" providerId="LiveId" clId="{03B7172A-24DE-4F15-9EEA-ACEE23D13517}" dt="2026-09-01T18:44:05.249" v="239" actId="13926"/>
        <pc:sldMkLst>
          <pc:docMk/>
          <pc:sldMk cId="3366533767" sldId="593"/>
        </pc:sldMkLst>
        <pc:spChg chg="mod">
          <ac:chgData name="Daniel Paiva" userId="8a33842c199de2dd" providerId="LiveId" clId="{03B7172A-24DE-4F15-9EEA-ACEE23D13517}" dt="2026-09-01T18:43:14.340" v="220" actId="13926"/>
          <ac:spMkLst>
            <pc:docMk/>
            <pc:sldMk cId="3366533767" sldId="593"/>
            <ac:spMk id="29" creationId="{18AC2D7E-F467-E756-3E8B-3E537995B62A}"/>
          </ac:spMkLst>
        </pc:spChg>
        <pc:spChg chg="mod">
          <ac:chgData name="Daniel Paiva" userId="8a33842c199de2dd" providerId="LiveId" clId="{03B7172A-24DE-4F15-9EEA-ACEE23D13517}" dt="2026-09-01T18:44:05.249" v="239" actId="13926"/>
          <ac:spMkLst>
            <pc:docMk/>
            <pc:sldMk cId="3366533767" sldId="593"/>
            <ac:spMk id="32" creationId="{4EC32E19-D213-FA23-54A5-98E55508751B}"/>
          </ac:spMkLst>
        </pc:spChg>
      </pc:sldChg>
      <pc:sldChg chg="modSp mod">
        <pc:chgData name="Daniel Paiva" userId="8a33842c199de2dd" providerId="LiveId" clId="{03B7172A-24DE-4F15-9EEA-ACEE23D13517}" dt="2026-09-01T18:45:57.053" v="245" actId="13926"/>
        <pc:sldMkLst>
          <pc:docMk/>
          <pc:sldMk cId="3564415047" sldId="594"/>
        </pc:sldMkLst>
        <pc:spChg chg="mod">
          <ac:chgData name="Daniel Paiva" userId="8a33842c199de2dd" providerId="LiveId" clId="{03B7172A-24DE-4F15-9EEA-ACEE23D13517}" dt="2026-09-01T18:45:57.053" v="245" actId="13926"/>
          <ac:spMkLst>
            <pc:docMk/>
            <pc:sldMk cId="3564415047" sldId="594"/>
            <ac:spMk id="3766" creationId="{E9A057F3-A237-6DB3-00A2-7CA0D7EB6850}"/>
          </ac:spMkLst>
        </pc:spChg>
        <pc:spChg chg="mod">
          <ac:chgData name="Daniel Paiva" userId="8a33842c199de2dd" providerId="LiveId" clId="{03B7172A-24DE-4F15-9EEA-ACEE23D13517}" dt="2026-09-01T18:45:41.493" v="243" actId="13926"/>
          <ac:spMkLst>
            <pc:docMk/>
            <pc:sldMk cId="3564415047" sldId="594"/>
            <ac:spMk id="3768" creationId="{F72E41E9-1D0C-0FFD-03FF-5E3CB0AB91C2}"/>
          </ac:spMkLst>
        </pc:spChg>
      </pc:sldChg>
      <pc:sldChg chg="modSp mod">
        <pc:chgData name="Daniel Paiva" userId="8a33842c199de2dd" providerId="LiveId" clId="{03B7172A-24DE-4F15-9EEA-ACEE23D13517}" dt="2026-09-02T11:42:06.726" v="1228" actId="14100"/>
        <pc:sldMkLst>
          <pc:docMk/>
          <pc:sldMk cId="0" sldId="597"/>
        </pc:sldMkLst>
        <pc:spChg chg="mod">
          <ac:chgData name="Daniel Paiva" userId="8a33842c199de2dd" providerId="LiveId" clId="{03B7172A-24DE-4F15-9EEA-ACEE23D13517}" dt="2026-09-01T18:54:20.650" v="263" actId="13926"/>
          <ac:spMkLst>
            <pc:docMk/>
            <pc:sldMk cId="0" sldId="597"/>
            <ac:spMk id="4" creationId="{0133D691-AA8F-884B-2DF5-F713AF420BF6}"/>
          </ac:spMkLst>
        </pc:spChg>
        <pc:spChg chg="mod">
          <ac:chgData name="Daniel Paiva" userId="8a33842c199de2dd" providerId="LiveId" clId="{03B7172A-24DE-4F15-9EEA-ACEE23D13517}" dt="2026-09-02T11:42:06.726" v="1228" actId="14100"/>
          <ac:spMkLst>
            <pc:docMk/>
            <pc:sldMk cId="0" sldId="597"/>
            <ac:spMk id="6" creationId="{3D92F862-C156-BDF1-1A02-774497A40944}"/>
          </ac:spMkLst>
        </pc:spChg>
      </pc:sldChg>
      <pc:sldChg chg="modSp mod">
        <pc:chgData name="Daniel Paiva" userId="8a33842c199de2dd" providerId="LiveId" clId="{03B7172A-24DE-4F15-9EEA-ACEE23D13517}" dt="2026-09-02T10:54:12.784" v="610" actId="6549"/>
        <pc:sldMkLst>
          <pc:docMk/>
          <pc:sldMk cId="3826706446" sldId="598"/>
        </pc:sldMkLst>
        <pc:spChg chg="mod">
          <ac:chgData name="Daniel Paiva" userId="8a33842c199de2dd" providerId="LiveId" clId="{03B7172A-24DE-4F15-9EEA-ACEE23D13517}" dt="2026-09-02T10:54:12.784" v="610" actId="6549"/>
          <ac:spMkLst>
            <pc:docMk/>
            <pc:sldMk cId="3826706446" sldId="598"/>
            <ac:spMk id="46" creationId="{6A106ABF-D4A2-5049-2A71-D8BE2827270D}"/>
          </ac:spMkLst>
        </pc:spChg>
        <pc:spChg chg="mod">
          <ac:chgData name="Daniel Paiva" userId="8a33842c199de2dd" providerId="LiveId" clId="{03B7172A-24DE-4F15-9EEA-ACEE23D13517}" dt="2026-09-02T10:53:38.090" v="606" actId="13926"/>
          <ac:spMkLst>
            <pc:docMk/>
            <pc:sldMk cId="3826706446" sldId="598"/>
            <ac:spMk id="4277" creationId="{1C704428-482C-F657-CEF8-427340898085}"/>
          </ac:spMkLst>
        </pc:spChg>
      </pc:sldChg>
      <pc:sldChg chg="modSp mod modNotesTx">
        <pc:chgData name="Daniel Paiva" userId="8a33842c199de2dd" providerId="LiveId" clId="{03B7172A-24DE-4F15-9EEA-ACEE23D13517}" dt="2026-09-01T19:17:53.776" v="568" actId="6549"/>
        <pc:sldMkLst>
          <pc:docMk/>
          <pc:sldMk cId="0" sldId="626"/>
        </pc:sldMkLst>
        <pc:spChg chg="mod">
          <ac:chgData name="Daniel Paiva" userId="8a33842c199de2dd" providerId="LiveId" clId="{03B7172A-24DE-4F15-9EEA-ACEE23D13517}" dt="2026-09-01T19:17:53.776" v="568" actId="6549"/>
          <ac:spMkLst>
            <pc:docMk/>
            <pc:sldMk cId="0" sldId="626"/>
            <ac:spMk id="17" creationId="{A98B4930-1249-FA4C-31DB-16D940173436}"/>
          </ac:spMkLst>
        </pc:spChg>
      </pc:sldChg>
      <pc:sldChg chg="modSp mod modNotesTx">
        <pc:chgData name="Daniel Paiva" userId="8a33842c199de2dd" providerId="LiveId" clId="{03B7172A-24DE-4F15-9EEA-ACEE23D13517}" dt="2026-09-02T11:10:26.228" v="854" actId="13926"/>
        <pc:sldMkLst>
          <pc:docMk/>
          <pc:sldMk cId="785036831" sldId="627"/>
        </pc:sldMkLst>
        <pc:spChg chg="mod">
          <ac:chgData name="Daniel Paiva" userId="8a33842c199de2dd" providerId="LiveId" clId="{03B7172A-24DE-4F15-9EEA-ACEE23D13517}" dt="2026-09-02T11:10:26.228" v="854" actId="13926"/>
          <ac:spMkLst>
            <pc:docMk/>
            <pc:sldMk cId="785036831" sldId="627"/>
            <ac:spMk id="17" creationId="{473EFC5B-00C7-5806-4FDD-DF111AF56C7F}"/>
          </ac:spMkLst>
        </pc:spChg>
      </pc:sldChg>
      <pc:sldChg chg="modSp mod modNotesTx">
        <pc:chgData name="Daniel Paiva" userId="8a33842c199de2dd" providerId="LiveId" clId="{03B7172A-24DE-4F15-9EEA-ACEE23D13517}" dt="2026-09-02T11:23:17.085" v="1064" actId="20577"/>
        <pc:sldMkLst>
          <pc:docMk/>
          <pc:sldMk cId="142255791" sldId="628"/>
        </pc:sldMkLst>
        <pc:spChg chg="mod">
          <ac:chgData name="Daniel Paiva" userId="8a33842c199de2dd" providerId="LiveId" clId="{03B7172A-24DE-4F15-9EEA-ACEE23D13517}" dt="2026-09-02T11:23:17.085" v="1064" actId="20577"/>
          <ac:spMkLst>
            <pc:docMk/>
            <pc:sldMk cId="142255791" sldId="628"/>
            <ac:spMk id="17" creationId="{B94138A0-C1C7-9D43-810A-FBC61735E3BA}"/>
          </ac:spMkLst>
        </pc:spChg>
      </pc:sldChg>
      <pc:sldChg chg="modSp mod modNotesTx">
        <pc:chgData name="Daniel Paiva" userId="8a33842c199de2dd" providerId="LiveId" clId="{03B7172A-24DE-4F15-9EEA-ACEE23D13517}" dt="2026-09-02T11:32:42.818" v="1221" actId="20577"/>
        <pc:sldMkLst>
          <pc:docMk/>
          <pc:sldMk cId="1823796871" sldId="629"/>
        </pc:sldMkLst>
        <pc:spChg chg="mod">
          <ac:chgData name="Daniel Paiva" userId="8a33842c199de2dd" providerId="LiveId" clId="{03B7172A-24DE-4F15-9EEA-ACEE23D13517}" dt="2026-09-02T11:32:42.818" v="1221" actId="20577"/>
          <ac:spMkLst>
            <pc:docMk/>
            <pc:sldMk cId="1823796871" sldId="629"/>
            <ac:spMk id="17" creationId="{8E2F80D2-1D59-13BA-3B4A-F34042BA632E}"/>
          </ac:spMkLst>
        </pc:spChg>
      </pc:sldChg>
      <pc:sldMasterChg chg="modSldLayout sldLayoutOrd">
        <pc:chgData name="Daniel Paiva" userId="8a33842c199de2dd" providerId="LiveId" clId="{03B7172A-24DE-4F15-9EEA-ACEE23D13517}" dt="2026-09-01T18:53:50.140" v="261" actId="13926"/>
        <pc:sldMasterMkLst>
          <pc:docMk/>
          <pc:sldMasterMk cId="0" sldId="2147483990"/>
        </pc:sldMasterMkLst>
        <pc:sldLayoutChg chg="modSp mod">
          <pc:chgData name="Daniel Paiva" userId="8a33842c199de2dd" providerId="LiveId" clId="{03B7172A-24DE-4F15-9EEA-ACEE23D13517}" dt="2026-09-01T18:40:33.245" v="192" actId="13926"/>
          <pc:sldLayoutMkLst>
            <pc:docMk/>
            <pc:sldMasterMk cId="0" sldId="2147483990"/>
            <pc:sldLayoutMk cId="0" sldId="2147483658"/>
          </pc:sldLayoutMkLst>
          <pc:spChg chg="mod">
            <ac:chgData name="Daniel Paiva" userId="8a33842c199de2dd" providerId="LiveId" clId="{03B7172A-24DE-4F15-9EEA-ACEE23D13517}" dt="2026-09-01T18:40:33.245" v="192" actId="13926"/>
            <ac:spMkLst>
              <pc:docMk/>
              <pc:sldMasterMk cId="0" sldId="2147483990"/>
              <pc:sldLayoutMk cId="0" sldId="2147483658"/>
              <ac:spMk id="135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0:45.252" v="194" actId="13926"/>
          <pc:sldLayoutMkLst>
            <pc:docMk/>
            <pc:sldMasterMk cId="0" sldId="2147483990"/>
            <pc:sldLayoutMk cId="0" sldId="2147483662"/>
          </pc:sldLayoutMkLst>
          <pc:spChg chg="mod">
            <ac:chgData name="Daniel Paiva" userId="8a33842c199de2dd" providerId="LiveId" clId="{03B7172A-24DE-4F15-9EEA-ACEE23D13517}" dt="2026-09-01T18:40:45.252" v="194" actId="13926"/>
            <ac:spMkLst>
              <pc:docMk/>
              <pc:sldMasterMk cId="0" sldId="2147483990"/>
              <pc:sldLayoutMk cId="0" sldId="2147483662"/>
              <ac:spMk id="185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04.180" v="196" actId="13926"/>
          <pc:sldLayoutMkLst>
            <pc:docMk/>
            <pc:sldMasterMk cId="0" sldId="2147483990"/>
            <pc:sldLayoutMk cId="0" sldId="2147483679"/>
          </pc:sldLayoutMkLst>
          <pc:spChg chg="mod">
            <ac:chgData name="Daniel Paiva" userId="8a33842c199de2dd" providerId="LiveId" clId="{03B7172A-24DE-4F15-9EEA-ACEE23D13517}" dt="2026-09-01T18:41:04.180" v="196" actId="13926"/>
            <ac:spMkLst>
              <pc:docMk/>
              <pc:sldMasterMk cId="0" sldId="2147483990"/>
              <pc:sldLayoutMk cId="0" sldId="2147483679"/>
              <ac:spMk id="334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19.677" v="198" actId="13926"/>
          <pc:sldLayoutMkLst>
            <pc:docMk/>
            <pc:sldMasterMk cId="0" sldId="2147483990"/>
            <pc:sldLayoutMk cId="0" sldId="2147483692"/>
          </pc:sldLayoutMkLst>
          <pc:spChg chg="mod">
            <ac:chgData name="Daniel Paiva" userId="8a33842c199de2dd" providerId="LiveId" clId="{03B7172A-24DE-4F15-9EEA-ACEE23D13517}" dt="2026-09-01T18:41:19.677" v="198" actId="13926"/>
            <ac:spMkLst>
              <pc:docMk/>
              <pc:sldMasterMk cId="0" sldId="2147483990"/>
              <pc:sldLayoutMk cId="0" sldId="2147483692"/>
              <ac:spMk id="496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29.201" v="200" actId="13926"/>
          <pc:sldLayoutMkLst>
            <pc:docMk/>
            <pc:sldMasterMk cId="0" sldId="2147483990"/>
            <pc:sldLayoutMk cId="0" sldId="2147483694"/>
          </pc:sldLayoutMkLst>
          <pc:spChg chg="mod">
            <ac:chgData name="Daniel Paiva" userId="8a33842c199de2dd" providerId="LiveId" clId="{03B7172A-24DE-4F15-9EEA-ACEE23D13517}" dt="2026-09-01T18:41:29.201" v="200" actId="13926"/>
            <ac:spMkLst>
              <pc:docMk/>
              <pc:sldMasterMk cId="0" sldId="2147483990"/>
              <pc:sldLayoutMk cId="0" sldId="2147483694"/>
              <ac:spMk id="509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38.150" v="202" actId="13926"/>
          <pc:sldLayoutMkLst>
            <pc:docMk/>
            <pc:sldMasterMk cId="0" sldId="2147483990"/>
            <pc:sldLayoutMk cId="0" sldId="2147483697"/>
          </pc:sldLayoutMkLst>
          <pc:spChg chg="mod">
            <ac:chgData name="Daniel Paiva" userId="8a33842c199de2dd" providerId="LiveId" clId="{03B7172A-24DE-4F15-9EEA-ACEE23D13517}" dt="2026-09-01T18:41:38.150" v="202" actId="13926"/>
            <ac:spMkLst>
              <pc:docMk/>
              <pc:sldMasterMk cId="0" sldId="2147483990"/>
              <pc:sldLayoutMk cId="0" sldId="2147483697"/>
              <ac:spMk id="533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48.951" v="204" actId="13926"/>
          <pc:sldLayoutMkLst>
            <pc:docMk/>
            <pc:sldMasterMk cId="0" sldId="2147483990"/>
            <pc:sldLayoutMk cId="0" sldId="2147483699"/>
          </pc:sldLayoutMkLst>
          <pc:spChg chg="mod">
            <ac:chgData name="Daniel Paiva" userId="8a33842c199de2dd" providerId="LiveId" clId="{03B7172A-24DE-4F15-9EEA-ACEE23D13517}" dt="2026-09-01T18:41:48.951" v="204" actId="13926"/>
            <ac:spMkLst>
              <pc:docMk/>
              <pc:sldMasterMk cId="0" sldId="2147483990"/>
              <pc:sldLayoutMk cId="0" sldId="2147483699"/>
              <ac:spMk id="554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0:12.274" v="190" actId="13926"/>
          <pc:sldLayoutMkLst>
            <pc:docMk/>
            <pc:sldMasterMk cId="0" sldId="2147483990"/>
            <pc:sldLayoutMk cId="0" sldId="2147483701"/>
          </pc:sldLayoutMkLst>
          <pc:spChg chg="mod">
            <ac:chgData name="Daniel Paiva" userId="8a33842c199de2dd" providerId="LiveId" clId="{03B7172A-24DE-4F15-9EEA-ACEE23D13517}" dt="2026-09-01T18:40:12.274" v="190" actId="13926"/>
            <ac:spMkLst>
              <pc:docMk/>
              <pc:sldMasterMk cId="0" sldId="2147483990"/>
              <pc:sldLayoutMk cId="0" sldId="2147483701"/>
              <ac:spMk id="578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0:01.929" v="188" actId="13926"/>
          <pc:sldLayoutMkLst>
            <pc:docMk/>
            <pc:sldMasterMk cId="0" sldId="2147483990"/>
            <pc:sldLayoutMk cId="0" sldId="2147483703"/>
          </pc:sldLayoutMkLst>
          <pc:spChg chg="mod">
            <ac:chgData name="Daniel Paiva" userId="8a33842c199de2dd" providerId="LiveId" clId="{03B7172A-24DE-4F15-9EEA-ACEE23D13517}" dt="2026-09-01T18:40:01.929" v="188" actId="13926"/>
            <ac:spMkLst>
              <pc:docMk/>
              <pc:sldMasterMk cId="0" sldId="2147483990"/>
              <pc:sldLayoutMk cId="0" sldId="2147483703"/>
              <ac:spMk id="596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8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89"/>
              <ac:spMk id="1511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0"/>
              <ac:spMk id="151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2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2"/>
              <ac:spMk id="1531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3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3"/>
              <ac:spMk id="153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4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4"/>
              <ac:spMk id="1542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39:38.597" v="186" actId="13926"/>
          <pc:sldLayoutMkLst>
            <pc:docMk/>
            <pc:sldMasterMk cId="0" sldId="2147483990"/>
            <pc:sldLayoutMk cId="0" sldId="2147483795"/>
          </pc:sldLayoutMkLst>
          <pc:spChg chg="mod">
            <ac:chgData name="Daniel Paiva" userId="8a33842c199de2dd" providerId="LiveId" clId="{03B7172A-24DE-4F15-9EEA-ACEE23D13517}" dt="2026-09-01T18:39:38.597" v="186" actId="13926"/>
            <ac:spMkLst>
              <pc:docMk/>
              <pc:sldMasterMk cId="0" sldId="2147483990"/>
              <pc:sldLayoutMk cId="0" sldId="2147483795"/>
              <ac:spMk id="1551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6"/>
          </pc:sldLayoutMkLst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7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7"/>
              <ac:spMk id="155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7"/>
              <ac:spMk id="156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8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8"/>
              <ac:spMk id="156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8"/>
              <ac:spMk id="156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8"/>
              <ac:spMk id="157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8"/>
              <ac:spMk id="1571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9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0"/>
          </pc:sldLayoutMkLst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1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1"/>
              <ac:spMk id="160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1"/>
              <ac:spMk id="1604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2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2"/>
              <ac:spMk id="161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2"/>
              <ac:spMk id="161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2"/>
              <ac:spMk id="161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2"/>
              <ac:spMk id="161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3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3"/>
              <ac:spMk id="165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3"/>
              <ac:spMk id="165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3"/>
              <ac:spMk id="1660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4"/>
          </pc:sldLayoutMkLst>
        </pc:sldLayoutChg>
        <pc:sldLayoutChg chg="modSp mod ord">
          <pc:chgData name="Daniel Paiva" userId="8a33842c199de2dd" providerId="LiveId" clId="{03B7172A-24DE-4F15-9EEA-ACEE23D13517}" dt="2026-09-01T18:45:19.911" v="241" actId="13926"/>
          <pc:sldLayoutMkLst>
            <pc:docMk/>
            <pc:sldMasterMk cId="0" sldId="2147483990"/>
            <pc:sldLayoutMk cId="0" sldId="2147483836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6"/>
              <ac:spMk id="200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6"/>
              <ac:spMk id="201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6"/>
              <ac:spMk id="201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45:19.911" v="241" actId="13926"/>
            <ac:spMkLst>
              <pc:docMk/>
              <pc:sldMasterMk cId="0" sldId="2147483990"/>
              <pc:sldLayoutMk cId="0" sldId="2147483836"/>
              <ac:spMk id="2013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42:57.657" v="218" actId="13926"/>
          <pc:sldLayoutMkLst>
            <pc:docMk/>
            <pc:sldMasterMk cId="0" sldId="2147483990"/>
            <pc:sldLayoutMk cId="0" sldId="214748383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9"/>
              <ac:spMk id="203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9"/>
              <ac:spMk id="203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9"/>
              <ac:spMk id="203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42:57.657" v="218" actId="13926"/>
            <ac:spMkLst>
              <pc:docMk/>
              <pc:sldMasterMk cId="0" sldId="2147483990"/>
              <pc:sldLayoutMk cId="0" sldId="2147483839"/>
              <ac:spMk id="203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48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8"/>
              <ac:spMk id="211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8"/>
              <ac:spMk id="2112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8"/>
              <ac:spMk id="2113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4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9"/>
              <ac:spMk id="211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9"/>
              <ac:spMk id="212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9"/>
              <ac:spMk id="2121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0"/>
              <ac:spMk id="212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0"/>
              <ac:spMk id="213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0"/>
              <ac:spMk id="213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0"/>
              <ac:spMk id="2132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1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2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3"/>
          </pc:sldLayoutMkLst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4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7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7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7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2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5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19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19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19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19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2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5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6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6"/>
              <ac:spMk id="221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6"/>
              <ac:spMk id="221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6"/>
              <ac:spMk id="221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6"/>
              <ac:spMk id="222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7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5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5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6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6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62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8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8"/>
              <ac:spMk id="227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9"/>
              <ac:spMk id="227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9"/>
              <ac:spMk id="2279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6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0"/>
              <ac:spMk id="228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0"/>
              <ac:spMk id="228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0"/>
              <ac:spMk id="228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0"/>
              <ac:spMk id="229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61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1"/>
              <ac:spMk id="229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1"/>
              <ac:spMk id="229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1"/>
              <ac:spMk id="2301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62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2"/>
              <ac:spMk id="230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2"/>
              <ac:spMk id="231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2"/>
              <ac:spMk id="2311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07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08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09"/>
          </pc:sldLayoutMkLst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0"/>
              <ac:spMk id="278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0"/>
              <ac:spMk id="2786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1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1"/>
              <ac:spMk id="279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1"/>
              <ac:spMk id="279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1"/>
              <ac:spMk id="279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1"/>
              <ac:spMk id="2799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2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2"/>
              <ac:spMk id="284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2"/>
              <ac:spMk id="2842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3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3"/>
              <ac:spMk id="285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4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8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5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5"/>
              <ac:spMk id="286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5"/>
              <ac:spMk id="286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6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6"/>
              <ac:spMk id="287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6"/>
              <ac:spMk id="287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6"/>
              <ac:spMk id="287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7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7"/>
              <ac:spMk id="288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7"/>
              <ac:spMk id="288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7"/>
              <ac:spMk id="2888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8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8"/>
              <ac:spMk id="289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8"/>
              <ac:spMk id="289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8"/>
              <ac:spMk id="289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8"/>
              <ac:spMk id="2899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9"/>
              <ac:spMk id="290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9"/>
              <ac:spMk id="2908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2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1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1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1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1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2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21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1"/>
              <ac:spMk id="2933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53:50.140" v="261" actId="13926"/>
          <pc:sldLayoutMkLst>
            <pc:docMk/>
            <pc:sldMasterMk cId="0" sldId="2147483990"/>
            <pc:sldLayoutMk cId="0" sldId="2147483976"/>
          </pc:sldLayoutMkLst>
          <pc:spChg chg="mod">
            <ac:chgData name="Daniel Paiva" userId="8a33842c199de2dd" providerId="LiveId" clId="{03B7172A-24DE-4F15-9EEA-ACEE23D13517}" dt="2026-09-01T18:53:50.140" v="261" actId="13926"/>
            <ac:spMkLst>
              <pc:docMk/>
              <pc:sldMasterMk cId="0" sldId="2147483990"/>
              <pc:sldLayoutMk cId="0" sldId="2147483976"/>
              <ac:spMk id="2" creationId="{32CEA87F-0953-193E-3090-710A8DFBFC24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76"/>
              <ac:spMk id="345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76"/>
              <ac:spMk id="3458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1696351566" sldId="2147483995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1696351566" sldId="2147483995"/>
              <ac:spMk id="11" creationId="{195C8DE1-D92C-0520-6827-BF4E2122A3E1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1696351566" sldId="2147483995"/>
              <ac:spMk id="12" creationId="{D96DF696-0CE9-222F-9539-CCDCDE3B62F4}"/>
            </ac:spMkLst>
          </pc:spChg>
        </pc:sldLayoutChg>
      </pc:sldMasterChg>
      <pc:sldMasterChg chg="del sldLayoutOrd">
        <pc:chgData name="Daniel Paiva" userId="8a33842c199de2dd" providerId="LiveId" clId="{03B7172A-24DE-4F15-9EEA-ACEE23D13517}" dt="2026-09-01T18:19:07.438" v="3"/>
        <pc:sldMasterMkLst>
          <pc:docMk/>
          <pc:sldMasterMk cId="0" sldId="2147483992"/>
        </pc:sldMasterMkLst>
      </pc:sldMasterChg>
      <pc:sldMasterChg chg="del sldLayoutOrd">
        <pc:chgData name="Daniel Paiva" userId="8a33842c199de2dd" providerId="LiveId" clId="{03B7172A-24DE-4F15-9EEA-ACEE23D13517}" dt="2026-09-01T18:19:07.438" v="3"/>
        <pc:sldMasterMkLst>
          <pc:docMk/>
          <pc:sldMasterMk cId="0" sldId="2147483993"/>
        </pc:sldMasterMkLst>
      </pc:sldMasterChg>
      <pc:sldMasterChg chg="del sldLayoutOrd">
        <pc:chgData name="Daniel Paiva" userId="8a33842c199de2dd" providerId="LiveId" clId="{03B7172A-24DE-4F15-9EEA-ACEE23D13517}" dt="2026-09-01T18:19:07.438" v="3"/>
        <pc:sldMasterMkLst>
          <pc:docMk/>
          <pc:sldMasterMk cId="0" sldId="2147483994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5" name="Google Shape;36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616" name="Google Shape;36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617" name="Google Shape;361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Google Shape;362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621" name="Google Shape;36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Google Shape;3629;g3f6f2a67c1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630" name="Google Shape;3630;g3f6f2a67c1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631" name="Google Shape;3631;g3f6f2a67c17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" name="Google Shape;36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677" name="Google Shape;36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696" name="Google Shape;36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4" name="Google Shape;370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05" name="Google Shape;37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" name="Google Shape;3727;g3f7761614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3728" name="Google Shape;3728;g3f77616141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9" name="Google Shape;3729;g3f77616141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7</a:t>
            </a:fld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6">
          <a:extLst>
            <a:ext uri="{FF2B5EF4-FFF2-40B4-BE49-F238E27FC236}">
              <a16:creationId xmlns:a16="http://schemas.microsoft.com/office/drawing/2014/main" id="{B2391DF5-B973-6F21-93CB-9CA0B132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" name="Google Shape;3727;g3f776161415_0_0:notes">
            <a:extLst>
              <a:ext uri="{FF2B5EF4-FFF2-40B4-BE49-F238E27FC236}">
                <a16:creationId xmlns:a16="http://schemas.microsoft.com/office/drawing/2014/main" id="{3ECE2A23-8B0E-FD98-D1A9-40C7F4256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3728" name="Google Shape;3728;g3f776161415_0_0:notes">
            <a:extLst>
              <a:ext uri="{FF2B5EF4-FFF2-40B4-BE49-F238E27FC236}">
                <a16:creationId xmlns:a16="http://schemas.microsoft.com/office/drawing/2014/main" id="{B51A382E-35D9-179B-8B9E-0177D9B8C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9" name="Google Shape;3729;g3f776161415_0_0:notes">
            <a:extLst>
              <a:ext uri="{FF2B5EF4-FFF2-40B4-BE49-F238E27FC236}">
                <a16:creationId xmlns:a16="http://schemas.microsoft.com/office/drawing/2014/main" id="{BE1D8F07-B6FD-294E-356C-9A1F6EC192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743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8">
          <a:extLst>
            <a:ext uri="{FF2B5EF4-FFF2-40B4-BE49-F238E27FC236}">
              <a16:creationId xmlns:a16="http://schemas.microsoft.com/office/drawing/2014/main" id="{483F4AC4-9FE1-1EDD-2585-4C0787FD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Google Shape;3759;g3f776161415_0_33:notes">
            <a:extLst>
              <a:ext uri="{FF2B5EF4-FFF2-40B4-BE49-F238E27FC236}">
                <a16:creationId xmlns:a16="http://schemas.microsoft.com/office/drawing/2014/main" id="{140B88FA-BDA4-B06D-D94D-13A71FDD71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3760" name="Google Shape;3760;g3f776161415_0_33:notes">
            <a:extLst>
              <a:ext uri="{FF2B5EF4-FFF2-40B4-BE49-F238E27FC236}">
                <a16:creationId xmlns:a16="http://schemas.microsoft.com/office/drawing/2014/main" id="{CF755664-E6CE-D75C-9C59-188BDAB54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61" name="Google Shape;3761;g3f776161415_0_33:notes">
            <a:extLst>
              <a:ext uri="{FF2B5EF4-FFF2-40B4-BE49-F238E27FC236}">
                <a16:creationId xmlns:a16="http://schemas.microsoft.com/office/drawing/2014/main" id="{6A2A0704-3E81-D245-7703-BAB084A35A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1243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8">
          <a:extLst>
            <a:ext uri="{FF2B5EF4-FFF2-40B4-BE49-F238E27FC236}">
              <a16:creationId xmlns:a16="http://schemas.microsoft.com/office/drawing/2014/main" id="{FD37D099-E707-0B86-1A73-3BDC5429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Google Shape;3759;g3f776161415_0_33:notes">
            <a:extLst>
              <a:ext uri="{FF2B5EF4-FFF2-40B4-BE49-F238E27FC236}">
                <a16:creationId xmlns:a16="http://schemas.microsoft.com/office/drawing/2014/main" id="{623162D7-F541-967F-D7DB-0550BDB1F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3760" name="Google Shape;3760;g3f776161415_0_33:notes">
            <a:extLst>
              <a:ext uri="{FF2B5EF4-FFF2-40B4-BE49-F238E27FC236}">
                <a16:creationId xmlns:a16="http://schemas.microsoft.com/office/drawing/2014/main" id="{EB2471A6-D4FE-D124-3316-CBF798B03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61" name="Google Shape;3761;g3f776161415_0_33:notes">
            <a:extLst>
              <a:ext uri="{FF2B5EF4-FFF2-40B4-BE49-F238E27FC236}">
                <a16:creationId xmlns:a16="http://schemas.microsoft.com/office/drawing/2014/main" id="{E9E898C4-214B-0B3A-3940-0A9DCE4859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2251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2" name="Google Shape;37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783" name="Google Shape;37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84" name="Google Shape;378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802" name="Google Shape;380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803" name="Google Shape;380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A00ED82E-5C65-FC31-6A2D-437AF18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B4F84568-387E-1CEC-A8C0-B2F917478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953BD46-A29E-B914-D694-176EF9E62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0205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6B859FB8-402E-936B-0549-20EFBB74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06D99847-0BFE-C17A-22AF-4CEB3BDB42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D94A7776-A496-C7AF-8CC6-82271D300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9170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g3f77616141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861" name="Google Shape;3861;g3f776161415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862" name="Google Shape;3862;g3f776161415_0_1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g3f77616141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871" name="Google Shape;3871;g3f776161415_0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872" name="Google Shape;3872;g3f776161415_0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2" name="Google Shape;7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4" name="Google Shape;390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endParaRPr dirty="0"/>
          </a:p>
        </p:txBody>
      </p:sp>
      <p:sp>
        <p:nvSpPr>
          <p:cNvPr id="3905" name="Google Shape;390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0" name="Google Shape;391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911" name="Google Shape;39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6" name="Google Shape;391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917" name="Google Shape;39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" name="Google Shape;39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3" name="Google Shape;392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924" name="Google Shape;392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8" name="Google Shape;392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929" name="Google Shape;392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8" name="Google Shape;39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949" name="Google Shape;394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950" name="Google Shape;395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2" name="Google Shape;397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973" name="Google Shape;397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974" name="Google Shape;397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994" name="Google Shape;399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995" name="Google Shape;399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52" name="Google Shape;3052;g3ee235a11d4_0_4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053" name="Google Shape;3053;g3ee235a11d4_0_4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1" name="Google Shape;404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042" name="Google Shape;404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4043" name="Google Shape;4043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 l="12566" t="26436" r="13369" b="26176"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t="13678" b="6264"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>
              <a:alphaModFix/>
            </a:blip>
            <a:srcRect l="6765" t="26294" b="17973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12566" t="26436" r="13369" b="26176"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>
              <a:alphaModFix/>
            </a:blip>
            <a:srcRect l="6765" t="26294" b="17973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</a:t>
            </a:r>
            <a:r>
              <a:rPr lang="pt-BR" sz="3000" b="1" i="0" u="none" strike="noStrike" cap="none" dirty="0">
                <a:solidFill>
                  <a:srgbClr val="FF161F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professor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>
              <a:alphaModFix/>
            </a:blip>
            <a:srcRect l="6765" t="26294" b="17973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4972" r="-24972"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4_3. Conteudo"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7" name="Google Shape;1507;p1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14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14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14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145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2" name="Google Shape;1512;p14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1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3_Título e Conteúdo"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1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" name="Google Shape;1516;p1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14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8" name="Google Shape;1518;p14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14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8_OqueAprendemos"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8" name="Google Shape;1528;p1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148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30" name="Google Shape;1530;p14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1" name="Google Shape;1531;p148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32" name="Google Shape;1532;p14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14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4_4. Exposição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4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4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38" name="Google Shape;1538;p14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5_Atividade_Seminario"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Google Shape;1540;p1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15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3" name="Google Shape;1543;p15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6_Layout Personalizado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p15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547" name="Google Shape;1547;p15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5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5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0" name="Google Shape;1550;p15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5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3_4. Exposição"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5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5_Layout Personalizado"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5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55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155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155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6" name="Google Shape;1586;p155" descr="Logotipo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 l="12569" t="26438" r="13368" b="26173"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4_Layout Personalizado"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8" name="Google Shape;1588;p156"/>
          <p:cNvPicPr preferRelativeResize="0"/>
          <p:nvPr/>
        </p:nvPicPr>
        <p:blipFill rotWithShape="1">
          <a:blip r:embed="rId2">
            <a:alphaModFix/>
          </a:blip>
          <a:srcRect t="13682" b="6261"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9" name="Google Shape;1589;p156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590" name="Google Shape;1590;p15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1" name="Google Shape;1591;p156" descr="Logotipo"/>
            <p:cNvPicPr preferRelativeResize="0"/>
            <p:nvPr/>
          </p:nvPicPr>
          <p:blipFill rotWithShape="1">
            <a:blip r:embed="rId4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2" name="Google Shape;1592;p156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3" name="Google Shape;1593;p1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4" name="Google Shape;1594;p156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595" name="Google Shape;1595;p156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56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97" name="Google Shape;1597;p156" descr="Logotip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12569" t="26438" r="13368" b="26173"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8" name="Google Shape;1598;p156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599" name="Google Shape;1599;p156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56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56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3_Atividade_embranco"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5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04" name="Google Shape;1604;p157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4_1. Conteudo"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6" name="Google Shape;1606;p15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7" name="Google Shape;1607;p15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8" name="Google Shape;1608;p15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9" name="Google Shape;1609;p15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0" name="Google Shape;1610;p15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1" name="Google Shape;1611;p15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2" name="Google Shape;1612;p15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5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5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5" name="Google Shape;1615;p15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6" name="Google Shape;1616;p15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7" name="Google Shape;1617;p15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618" name="Google Shape;1618;p1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19" name="Google Shape;1619;p15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158" descr="Logotipo"/>
            <p:cNvPicPr preferRelativeResize="0"/>
            <p:nvPr/>
          </p:nvPicPr>
          <p:blipFill rotWithShape="1">
            <a:blip r:embed="rId3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1" name="Google Shape;1621;p15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2" name="Google Shape;1622;p1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1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15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5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6" name="Google Shape;1626;p15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627" name="Google Shape;1627;p15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628" name="Google Shape;1628;p15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15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0" name="Google Shape;1630;p15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5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5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3" name="Google Shape;1633;p15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4" name="Google Shape;1634;p1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5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6" name="Google Shape;1636;p15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637" name="Google Shape;1637;p15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8" name="Google Shape;1638;p15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639" name="Google Shape;1639;p15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5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5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5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5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5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5" name="Google Shape;1645;p15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5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7" name="Google Shape;1647;p15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648" name="Google Shape;1648;p15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649" name="Google Shape;1649;p15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15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15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2" name="Google Shape;1652;p15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15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7_OqueAprendemos"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5" name="Google Shape;1655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59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7" name="Google Shape;1657;p15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58" name="Google Shape;1658;p15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59" name="Google Shape;1659;p15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0" name="Google Shape;1660;p15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1" name="Google Shape;1661;p159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159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159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15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15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15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5_1. Desenvolvimento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8" name="Google Shape;1668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6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1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1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2_Título e Conteúdo"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" name="Google Shape;2007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8" name="Google Shape;2008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92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0" name="Google Shape;2010;p192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1" name="Google Shape;2011;p192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2" name="Google Shape;2012;p1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19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3_1. Conteudo"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1" name="Google Shape;2031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2" name="Google Shape;2032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195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4" name="Google Shape;2034;p195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5" name="Google Shape;2035;p195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6" name="Google Shape;2036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19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userDrawn="1">
  <p:cSld name="2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0;p17">
            <a:extLst>
              <a:ext uri="{FF2B5EF4-FFF2-40B4-BE49-F238E27FC236}">
                <a16:creationId xmlns:a16="http://schemas.microsoft.com/office/drawing/2014/main" id="{33A45ED2-2403-7F26-C307-EF53421A29A4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95C8DE1-D92C-0520-6827-BF4E2122A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D96DF696-0CE9-222F-9539-CCDCDE3B6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64B8A15D-9C5D-FBA3-9832-9E5322593956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Google Shape;231;p21">
            <a:extLst>
              <a:ext uri="{FF2B5EF4-FFF2-40B4-BE49-F238E27FC236}">
                <a16:creationId xmlns:a16="http://schemas.microsoft.com/office/drawing/2014/main" id="{013A9C15-802B-99F9-ACE3-2B6FC097D2C1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635156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4_Título e Conteúdo"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7" name="Google Shape;2117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8" name="Google Shape;2118;p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9" name="Google Shape;2119;p206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20" name="Google Shape;2120;p206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21" name="Google Shape;2121;p206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2" name="Google Shape;2122;p20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6_Atividade_Resposta"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207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6" name="Google Shape;2126;p207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7" name="Google Shape;2127;p207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207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p207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0" name="Google Shape;2130;p207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34" name="Google Shape;2134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135" name="Google Shape;2135;p207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6" name="Google Shape;2136;p207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7" name="Google Shape;2137;p207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207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9" name="Google Shape;2139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9_Layout Personalizado">
    <p:spTree>
      <p:nvGrpSpPr>
        <p:cNvPr id="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208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208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208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208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7" name="Google Shape;2147;p208" descr="Logotipo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 l="12569" t="26438" r="13368" b="26173"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8_Layout Personalizado"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9" name="Google Shape;2149;p209"/>
          <p:cNvPicPr preferRelativeResize="0"/>
          <p:nvPr/>
        </p:nvPicPr>
        <p:blipFill rotWithShape="1">
          <a:blip r:embed="rId2">
            <a:alphaModFix/>
          </a:blip>
          <a:srcRect t="13682" b="6261"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0" name="Google Shape;2150;p209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2151" name="Google Shape;2151;p20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2" name="Google Shape;2152;p209" descr="Logotipo"/>
            <p:cNvPicPr preferRelativeResize="0"/>
            <p:nvPr/>
          </p:nvPicPr>
          <p:blipFill rotWithShape="1">
            <a:blip r:embed="rId4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3" name="Google Shape;2153;p209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4" name="Google Shape;2154;p20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5" name="Google Shape;2155;p209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2156" name="Google Shape;2156;p209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209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58" name="Google Shape;2158;p209" descr="Logotip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12569" t="26438" r="13368" b="26173"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9" name="Google Shape;2159;p209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160" name="Google Shape;2160;p20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20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20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7_Layout Personalizado"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5" name="Google Shape;2165;p210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166" name="Google Shape;2166;p210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210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210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9" name="Google Shape;2169;p210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210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3_Title Only">
    <p:spTree>
      <p:nvGrpSpPr>
        <p:cNvPr id="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2" name="Google Shape;2172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3" name="Google Shape;2173;p211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21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21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6" name="Google Shape;2176;p21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77" name="Google Shape;2177;p21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178" name="Google Shape;2178;p21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79" name="Google Shape;2179;p21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80" name="Google Shape;2180;p21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3" name="Google Shape;2183;p21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4" name="Google Shape;2184;p21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5" name="Google Shape;2185;p21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6" name="Google Shape;2186;p21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7" name="Google Shape;2187;p21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88" name="Google Shape;2188;p21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2_Title Only"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oogle Shape;2191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212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212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96" name="Google Shape;2196;p212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197" name="Google Shape;2197;p212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98" name="Google Shape;2198;p212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99" name="Google Shape;2199;p212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0" name="Google Shape;2200;p212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1" name="Google Shape;2201;p212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2" name="Google Shape;2202;p212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3" name="Google Shape;2203;p212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4" name="Google Shape;2204;p212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5" name="Google Shape;2205;p212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6" name="Google Shape;2206;p212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207" name="Google Shape;2207;p21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6_1. Conteudo"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9" name="Google Shape;2209;p213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0" name="Google Shape;2210;p213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1" name="Google Shape;2211;p213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2" name="Google Shape;2212;p213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3" name="Google Shape;2213;p213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4" name="Google Shape;2214;p213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5" name="Google Shape;2215;p213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213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3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8" name="Google Shape;2218;p213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9" name="Google Shape;2219;p213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0" name="Google Shape;2220;p213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221" name="Google Shape;2221;p21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222" name="Google Shape;2222;p21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3" name="Google Shape;2223;p213" descr="Logotipo"/>
            <p:cNvPicPr preferRelativeResize="0"/>
            <p:nvPr/>
          </p:nvPicPr>
          <p:blipFill rotWithShape="1">
            <a:blip r:embed="rId3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4" name="Google Shape;2224;p213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5" name="Google Shape;2225;p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6" name="Google Shape;2226;p2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7" name="Google Shape;2227;p213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213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9" name="Google Shape;2229;p213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2230" name="Google Shape;2230;p213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2231" name="Google Shape;2231;p213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213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33" name="Google Shape;2233;p213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213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213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6" name="Google Shape;2236;p213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7" name="Google Shape;2237;p2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8" name="Google Shape;2238;p213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9" name="Google Shape;2239;p213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2240" name="Google Shape;2240;p213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41" name="Google Shape;2241;p213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2242" name="Google Shape;2242;p213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213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4" name="Google Shape;2244;p213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213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213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213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48" name="Google Shape;2248;p213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213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0" name="Google Shape;2250;p213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2251" name="Google Shape;2251;p213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2252" name="Google Shape;2252;p213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3" name="Google Shape;2253;p213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213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55" name="Google Shape;2255;p213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6" name="Google Shape;2256;p213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5_1. Conteudo"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214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9" name="Google Shape;2259;p214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0" name="Google Shape;2260;p214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1" name="Google Shape;2261;p214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2" name="Google Shape;2262;p214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3" name="Google Shape;2263;p21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9_3. Conteudo"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6" name="Google Shape;2266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67" name="Google Shape;2267;p21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21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21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215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1" name="Google Shape;2271;p21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21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8_3. Conteudo"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4" name="Google Shape;2274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5" name="Google Shape;2275;p21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p21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21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216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6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0" name="Google Shape;2280;p21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21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7_3. Conteudo"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3" name="Google Shape;2283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84" name="Google Shape;2284;p21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1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1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217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17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17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17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291" name="Google Shape;2291;p21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21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6_3. Conteudo"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4" name="Google Shape;2294;p2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5" name="Google Shape;2295;p2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2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218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9" name="Google Shape;2299;p218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0" name="Google Shape;2300;p218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18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1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21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5_3. Conteudo">
    <p:spTree>
      <p:nvGrpSpPr>
        <p:cNvPr id="1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5" name="Google Shape;2305;p2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06" name="Google Shape;2306;p2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219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0" name="Google Shape;2310;p219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19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1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p21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11_Layout Personalizado">
    <p:spTree>
      <p:nvGrpSpPr>
        <p:cNvPr id="1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2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265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265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265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265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9" name="Google Shape;2719;p265" descr="Logotipo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 l="12569" t="26434" r="13362" b="26178"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michoca"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1" name="Google Shape;2721;p266"/>
          <p:cNvPicPr preferRelativeResize="0"/>
          <p:nvPr/>
        </p:nvPicPr>
        <p:blipFill rotWithShape="1">
          <a:blip r:embed="rId2">
            <a:alphaModFix/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22" name="Google Shape;2722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7" name="Google Shape;2727;p266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2728" name="Google Shape;2728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9" name="Google Shape;2729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0" name="Google Shape;2730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3" name="Google Shape;2733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4" name="Google Shape;2734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5" name="Google Shape;2735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6" name="Google Shape;2736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4" name="Google Shape;2744;p266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5" name="Google Shape;2745;p266"/>
          <p:cNvCxnSpPr>
            <a:stCxn id="2744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6" name="Google Shape;2746;p266"/>
          <p:cNvCxnSpPr>
            <a:endCxn id="2725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7" name="Google Shape;2747;p266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8" name="Google Shape;2748;p266"/>
          <p:cNvCxnSpPr>
            <a:stCxn id="2747" idx="4"/>
            <a:endCxn id="2723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9" name="Google Shape;2749;p266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0" name="Google Shape;2750;p266"/>
          <p:cNvCxnSpPr>
            <a:stCxn id="2749" idx="3"/>
            <a:endCxn id="2724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1" name="Google Shape;2751;p266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2" name="Google Shape;2752;p2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3" name="Google Shape;2753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4" name="Google Shape;2754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5" name="Google Shape;2755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6" name="Google Shape;2756;p266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7" name="Google Shape;2757;p266"/>
          <p:cNvCxnSpPr>
            <a:stCxn id="2756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58" name="Google Shape;2758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9" name="Google Shape;2759;p266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0" name="Google Shape;2760;p266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1" name="Google Shape;2761;p266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2" name="Google Shape;2762;p266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3" name="Google Shape;2763;p266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4" name="Google Shape;2764;p266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266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266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0_Layout Personalizado"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0" name="Google Shape;2770;p267"/>
          <p:cNvPicPr preferRelativeResize="0"/>
          <p:nvPr/>
        </p:nvPicPr>
        <p:blipFill rotWithShape="1">
          <a:blip r:embed="rId2">
            <a:alphaModFix/>
          </a:blip>
          <a:srcRect t="13682" b="6261"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1" name="Google Shape;2771;p267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2772" name="Google Shape;2772;p2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3" name="Google Shape;2773;p267" descr="Logotipo"/>
            <p:cNvPicPr preferRelativeResize="0"/>
            <p:nvPr/>
          </p:nvPicPr>
          <p:blipFill rotWithShape="1">
            <a:blip r:embed="rId4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4" name="Google Shape;2774;p267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5" name="Google Shape;2775;p2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6" name="Google Shape;2776;p267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2777" name="Google Shape;2777;p267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267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79" name="Google Shape;2779;p267" descr="Logotip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12569" t="26434" r="13362" b="26178"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0" name="Google Shape;2780;p267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781" name="Google Shape;2781;p267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267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267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4_Atividade_embranco">
    <p:spTree>
      <p:nvGrpSpPr>
        <p:cNvPr id="1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p26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786" name="Google Shape;2786;p268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8_1. Conteudo">
    <p:spTree>
      <p:nvGrpSpPr>
        <p:cNvPr id="1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88" name="Google Shape;2788;p269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9" name="Google Shape;2789;p269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0" name="Google Shape;2790;p269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1" name="Google Shape;2791;p269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2" name="Google Shape;2792;p269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3" name="Google Shape;2793;p269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4" name="Google Shape;2794;p269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5" name="Google Shape;2795;p269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269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7" name="Google Shape;2797;p269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8" name="Google Shape;2798;p269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9" name="Google Shape;2799;p269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800" name="Google Shape;2800;p269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801" name="Google Shape;2801;p26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2" name="Google Shape;2802;p269" descr="Logotipo"/>
            <p:cNvPicPr preferRelativeResize="0"/>
            <p:nvPr/>
          </p:nvPicPr>
          <p:blipFill rotWithShape="1">
            <a:blip r:embed="rId3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3" name="Google Shape;2803;p269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4" name="Google Shape;2804;p2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5" name="Google Shape;2805;p2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6" name="Google Shape;2806;p269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269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8" name="Google Shape;2808;p269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2809" name="Google Shape;2809;p269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2810" name="Google Shape;2810;p269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269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12" name="Google Shape;2812;p269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269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4" name="Google Shape;2814;p269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5" name="Google Shape;2815;p269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6" name="Google Shape;2816;p2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2817" name="Google Shape;2817;p269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8" name="Google Shape;2818;p269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2819" name="Google Shape;2819;p269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20" name="Google Shape;2820;p269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2821" name="Google Shape;2821;p269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2" name="Google Shape;2822;p269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269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269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269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269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27" name="Google Shape;2827;p269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269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9" name="Google Shape;2829;p269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2830" name="Google Shape;2830;p269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2831" name="Google Shape;2831;p269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269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3" name="Google Shape;2833;p269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4" name="Google Shape;2834;p269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5" name="Google Shape;2835;p269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6_3. Conteudo"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7" name="Google Shape;2837;p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38" name="Google Shape;2838;p27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27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27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270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42" name="Google Shape;2842;p270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43" name="Google Shape;2843;p27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4" name="Google Shape;2844;p27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5_3. Conteudo"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6" name="Google Shape;2846;p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47" name="Google Shape;2847;p27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27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9" name="Google Shape;2849;p27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271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1" name="Google Shape;2851;p27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27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7_1. Conteudo"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272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5" name="Google Shape;2855;p272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6" name="Google Shape;2856;p272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7" name="Google Shape;2857;p272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8" name="Google Shape;2858;p272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9" name="Google Shape;2859;p27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0" name="Google Shape;2860;p27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4_3. Conteudo">
    <p:spTree>
      <p:nvGrpSpPr>
        <p:cNvPr id="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2" name="Google Shape;2862;p2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63" name="Google Shape;2863;p27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27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27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27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67" name="Google Shape;2867;p27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68" name="Google Shape;2868;p27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27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3_3. Conteudo"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1" name="Google Shape;2871;p2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72" name="Google Shape;2872;p27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27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27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27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876" name="Google Shape;2876;p27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77" name="Google Shape;2877;p27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78" name="Google Shape;2878;p27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27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2_3. Conteudo">
    <p:spTree>
      <p:nvGrpSpPr>
        <p:cNvPr id="1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1" name="Google Shape;2881;p2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82" name="Google Shape;2882;p27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3" name="Google Shape;2883;p27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27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275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6" name="Google Shape;2886;p275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7" name="Google Shape;2887;p275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275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9" name="Google Shape;2889;p275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275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1_3. Conteudo">
    <p:spTree>
      <p:nvGrpSpPr>
        <p:cNvPr id="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2" name="Google Shape;2892;p2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93" name="Google Shape;2893;p27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27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5" name="Google Shape;2895;p27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276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7" name="Google Shape;2897;p276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8" name="Google Shape;2898;p276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9" name="Google Shape;2899;p276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900" name="Google Shape;2900;p2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1" name="Google Shape;2901;p2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0_3. Conteudo">
    <p:spTree>
      <p:nvGrpSpPr>
        <p:cNvPr id="1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3" name="Google Shape;2903;p2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904" name="Google Shape;2904;p2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p2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2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7" name="Google Shape;2907;p2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8" name="Google Shape;2908;p2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9" name="Google Shape;2909;p2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2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4_Title Only">
    <p:spTree>
      <p:nvGrpSpPr>
        <p:cNvPr id="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2" name="Google Shape;2912;p2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3" name="Google Shape;2913;p278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4" name="Google Shape;2914;p278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5" name="Google Shape;2915;p278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6" name="Google Shape;2916;p278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917" name="Google Shape;2917;p278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918" name="Google Shape;2918;p278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919" name="Google Shape;2919;p278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920" name="Google Shape;2920;p278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1" name="Google Shape;2921;p278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2" name="Google Shape;2922;p278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3" name="Google Shape;2923;p278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4" name="Google Shape;2924;p278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5" name="Google Shape;2925;p278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6" name="Google Shape;2926;p278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7" name="Google Shape;2927;p278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928" name="Google Shape;2928;p27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9" name="Google Shape;2929;p27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6_Título e Conteúdo">
    <p:spTree>
      <p:nvGrpSpPr>
        <p:cNvPr id="1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1" name="Google Shape;2931;p2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2" name="Google Shape;2932;p2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933" name="Google Shape;2933;p279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4" name="Google Shape;2934;p27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27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2_Linha do Tempo2">
    <p:bg>
      <p:bgPr>
        <a:solidFill>
          <a:schemeClr val="lt1"/>
        </a:solidFill>
        <a:effectLst/>
      </p:bgPr>
    </p:bg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4" name="Google Shape;3454;p3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5" name="Google Shape;3455;p3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6" name="Google Shape;3456;p334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457" name="Google Shape;3457;p334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58" name="Google Shape;3458;p334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59" name="Google Shape;3459;p334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0" name="Google Shape;3460;p33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079;p293">
            <a:extLst>
              <a:ext uri="{FF2B5EF4-FFF2-40B4-BE49-F238E27FC236}">
                <a16:creationId xmlns:a16="http://schemas.microsoft.com/office/drawing/2014/main" id="{32CEA87F-0953-193E-3090-710A8DFBFC24}"/>
              </a:ext>
            </a:extLst>
          </p:cNvPr>
          <p:cNvSpPr txBox="1"/>
          <p:nvPr userDrawn="1"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89" r:id="rId59"/>
    <p:sldLayoutId id="2147483790" r:id="rId60"/>
    <p:sldLayoutId id="2147483792" r:id="rId61"/>
    <p:sldLayoutId id="2147483793" r:id="rId62"/>
    <p:sldLayoutId id="2147483794" r:id="rId63"/>
    <p:sldLayoutId id="2147483795" r:id="rId64"/>
    <p:sldLayoutId id="2147483796" r:id="rId65"/>
    <p:sldLayoutId id="2147483799" r:id="rId66"/>
    <p:sldLayoutId id="2147483800" r:id="rId67"/>
    <p:sldLayoutId id="2147483801" r:id="rId68"/>
    <p:sldLayoutId id="2147483802" r:id="rId69"/>
    <p:sldLayoutId id="2147483803" r:id="rId70"/>
    <p:sldLayoutId id="2147483804" r:id="rId71"/>
    <p:sldLayoutId id="2147483836" r:id="rId72"/>
    <p:sldLayoutId id="2147483839" r:id="rId73"/>
    <p:sldLayoutId id="2147483995" r:id="rId74"/>
    <p:sldLayoutId id="2147483849" r:id="rId75"/>
    <p:sldLayoutId id="2147483850" r:id="rId76"/>
    <p:sldLayoutId id="2147483851" r:id="rId77"/>
    <p:sldLayoutId id="2147483852" r:id="rId78"/>
    <p:sldLayoutId id="2147483853" r:id="rId79"/>
    <p:sldLayoutId id="2147483854" r:id="rId80"/>
    <p:sldLayoutId id="2147483855" r:id="rId81"/>
    <p:sldLayoutId id="2147483856" r:id="rId82"/>
    <p:sldLayoutId id="2147483857" r:id="rId83"/>
    <p:sldLayoutId id="2147483858" r:id="rId84"/>
    <p:sldLayoutId id="2147483859" r:id="rId85"/>
    <p:sldLayoutId id="2147483860" r:id="rId86"/>
    <p:sldLayoutId id="2147483861" r:id="rId87"/>
    <p:sldLayoutId id="2147483862" r:id="rId88"/>
    <p:sldLayoutId id="2147483907" r:id="rId89"/>
    <p:sldLayoutId id="2147483908" r:id="rId90"/>
    <p:sldLayoutId id="2147483909" r:id="rId91"/>
    <p:sldLayoutId id="2147483910" r:id="rId92"/>
    <p:sldLayoutId id="2147483911" r:id="rId93"/>
    <p:sldLayoutId id="2147483912" r:id="rId94"/>
    <p:sldLayoutId id="2147483913" r:id="rId95"/>
    <p:sldLayoutId id="2147483914" r:id="rId96"/>
    <p:sldLayoutId id="2147483915" r:id="rId97"/>
    <p:sldLayoutId id="2147483916" r:id="rId98"/>
    <p:sldLayoutId id="2147483917" r:id="rId99"/>
    <p:sldLayoutId id="2147483918" r:id="rId100"/>
    <p:sldLayoutId id="2147483919" r:id="rId101"/>
    <p:sldLayoutId id="2147483920" r:id="rId102"/>
    <p:sldLayoutId id="2147483921" r:id="rId103"/>
    <p:sldLayoutId id="2147483976" r:id="rId10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28.emf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28.emf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3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0.xml"/><Relationship Id="rId5" Type="http://schemas.openxmlformats.org/officeDocument/2006/relationships/image" Target="../media/image34.svg"/><Relationship Id="rId4" Type="http://schemas.openxmlformats.org/officeDocument/2006/relationships/image" Target="../media/image2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4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-guide-pt-br.readthedocs.io/pt-br/latest/writing/style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shtagtreinamentos.com/como-dar-nomes-para-variaveis-python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3.xml"/><Relationship Id="rId5" Type="http://schemas.openxmlformats.org/officeDocument/2006/relationships/hyperlink" Target="https://inforchannel.com.br/2025/12/10/modernizacao-do-legado-o-movimento-invisivel-por-tras-da-corrida-da-ia/" TargetMode="External"/><Relationship Id="rId4" Type="http://schemas.openxmlformats.org/officeDocument/2006/relationships/hyperlink" Target="https://www.dio.me/articles/clean-code-porque-bons-programadores-escrevem-codigo-para-pessoas-nao-para-maquinas-c4d01c2e5913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5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39.pn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3" name="Google Shape;3623;p349"/>
          <p:cNvSpPr txBox="1"/>
          <p:nvPr/>
        </p:nvSpPr>
        <p:spPr>
          <a:xfrm>
            <a:off x="613177" y="1664816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Organizar e apresentar o projeto</a:t>
            </a:r>
            <a:endParaRPr sz="2800" b="1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4" name="Google Shape;3624;p349"/>
          <p:cNvSpPr txBox="1"/>
          <p:nvPr/>
        </p:nvSpPr>
        <p:spPr>
          <a:xfrm>
            <a:off x="613177" y="3376148"/>
            <a:ext cx="6814747" cy="6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SISANO1C1B4S26A1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5" name="Google Shape;3625;p349"/>
          <p:cNvSpPr txBox="1"/>
          <p:nvPr/>
        </p:nvSpPr>
        <p:spPr>
          <a:xfrm>
            <a:off x="613204" y="910775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3200" b="1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6" name="Google Shape;3626;p349"/>
          <p:cNvSpPr txBox="1"/>
          <p:nvPr/>
        </p:nvSpPr>
        <p:spPr>
          <a:xfrm>
            <a:off x="613125" y="2426415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b="0" i="0" u="none" strike="noStrike" cap="none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1: O que torna um programa fácil </a:t>
            </a:r>
            <a:br>
              <a:rPr lang="pt-BR" sz="2200" b="0" i="0" u="none" strike="noStrike" cap="none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pt-BR" sz="2200" b="0" i="0" u="none" strike="noStrike" cap="none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 entender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627" name="Google Shape;3627;p349"/>
          <p:cNvSpPr txBox="1"/>
          <p:nvPr/>
        </p:nvSpPr>
        <p:spPr>
          <a:xfrm>
            <a:off x="3763926" y="171184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3" name="Google Shape;3633;p350"/>
          <p:cNvPicPr preferRelativeResize="0"/>
          <p:nvPr/>
        </p:nvPicPr>
        <p:blipFill rotWithShape="1">
          <a:blip r:embed="rId3">
            <a:alphaModFix/>
          </a:blip>
          <a:srcRect l="1999" r="951"/>
          <a:stretch/>
        </p:blipFill>
        <p:spPr>
          <a:xfrm>
            <a:off x="-5171" y="1336655"/>
            <a:ext cx="12197171" cy="4987269"/>
          </a:xfrm>
          <a:prstGeom prst="rect">
            <a:avLst/>
          </a:prstGeom>
          <a:noFill/>
          <a:ln>
            <a:noFill/>
          </a:ln>
        </p:spPr>
      </p:pic>
      <p:sp>
        <p:nvSpPr>
          <p:cNvPr id="3634" name="Google Shape;3634;p350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350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350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350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350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9" name="Google Shape;3639;p350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3640" name="Google Shape;3640;p350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350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350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350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350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350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350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350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350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350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350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350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350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350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350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350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6" name="Google Shape;3656;p350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9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19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7" name="Google Shape;3657;p350"/>
          <p:cNvCxnSpPr>
            <a:stCxn id="3656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8" name="Google Shape;3658;p350"/>
          <p:cNvSpPr/>
          <p:nvPr/>
        </p:nvSpPr>
        <p:spPr>
          <a:xfrm>
            <a:off x="5860040" y="62685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9" name="Google Shape;3659;p350"/>
          <p:cNvCxnSpPr>
            <a:stCxn id="3658" idx="4"/>
            <a:endCxn id="3635" idx="7"/>
          </p:cNvCxnSpPr>
          <p:nvPr/>
        </p:nvCxnSpPr>
        <p:spPr>
          <a:xfrm flipH="1">
            <a:off x="6117440" y="1199252"/>
            <a:ext cx="28800" cy="5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0" name="Google Shape;3660;p350"/>
          <p:cNvSpPr txBox="1"/>
          <p:nvPr/>
        </p:nvSpPr>
        <p:spPr>
          <a:xfrm>
            <a:off x="8479754" y="119925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1" name="Google Shape;3661;p3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713734" y="1307863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2" name="Google Shape;3662;p3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809258" y="265868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663" name="Google Shape;3663;p350"/>
          <p:cNvSpPr txBox="1"/>
          <p:nvPr/>
        </p:nvSpPr>
        <p:spPr>
          <a:xfrm>
            <a:off x="587325" y="3087300"/>
            <a:ext cx="22476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latin typeface="Poppins"/>
                <a:ea typeface="Poppins"/>
                <a:cs typeface="Poppins"/>
                <a:sym typeface="Poppins"/>
              </a:rPr>
              <a:t>Arquivos – Entrada e saída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4" name="Google Shape;3664;p350"/>
          <p:cNvSpPr txBox="1"/>
          <p:nvPr/>
        </p:nvSpPr>
        <p:spPr>
          <a:xfrm>
            <a:off x="6482155" y="723769"/>
            <a:ext cx="3724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menu ao sistema completo</a:t>
            </a: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5" name="Google Shape;3665;p350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6" name="Google Shape;3666;p350"/>
          <p:cNvSpPr txBox="1"/>
          <p:nvPr/>
        </p:nvSpPr>
        <p:spPr>
          <a:xfrm>
            <a:off x="135519" y="1439639"/>
            <a:ext cx="1865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13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7" name="Google Shape;3667;p350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8" name="Google Shape;3668;p350"/>
          <p:cNvSpPr txBox="1"/>
          <p:nvPr/>
        </p:nvSpPr>
        <p:spPr>
          <a:xfrm>
            <a:off x="2160045" y="891153"/>
            <a:ext cx="24357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</a:t>
            </a: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Componente 1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9" name="Google Shape;3669;p350"/>
          <p:cNvSpPr/>
          <p:nvPr/>
        </p:nvSpPr>
        <p:spPr>
          <a:xfrm>
            <a:off x="7817898" y="1482704"/>
            <a:ext cx="572400" cy="5724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0" name="Google Shape;3670;p350"/>
          <p:cNvSpPr txBox="1"/>
          <p:nvPr/>
        </p:nvSpPr>
        <p:spPr>
          <a:xfrm>
            <a:off x="8465913" y="1421801"/>
            <a:ext cx="37245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Organizar e apresentar 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projeto</a:t>
            </a: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71" name="Google Shape;3671;p350"/>
          <p:cNvCxnSpPr>
            <a:cxnSpLocks/>
            <a:stCxn id="3669" idx="2"/>
            <a:endCxn id="3646" idx="1"/>
          </p:cNvCxnSpPr>
          <p:nvPr/>
        </p:nvCxnSpPr>
        <p:spPr>
          <a:xfrm flipH="1">
            <a:off x="7220080" y="1768904"/>
            <a:ext cx="597818" cy="19713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673" name="Google Shape;3673;p3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5750994" y="46053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674" name="Google Shape;3674;p350"/>
          <p:cNvSpPr/>
          <p:nvPr/>
        </p:nvSpPr>
        <p:spPr>
          <a:xfrm rot="8953936">
            <a:off x="7011678" y="1657060"/>
            <a:ext cx="210533" cy="210533"/>
          </a:xfrm>
          <a:prstGeom prst="ellipse">
            <a:avLst/>
          </a:prstGeom>
          <a:solidFill>
            <a:srgbClr val="FF161F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9" name="Google Shape;3679;p351"/>
          <p:cNvPicPr preferRelativeResize="0"/>
          <p:nvPr/>
        </p:nvPicPr>
        <p:blipFill rotWithShape="1">
          <a:blip r:embed="rId3">
            <a:alphaModFix/>
          </a:blip>
          <a:srcRect l="-396" t="30197" r="53546" b="6024"/>
          <a:stretch/>
        </p:blipFill>
        <p:spPr>
          <a:xfrm rot="-573652">
            <a:off x="5678584" y="2638764"/>
            <a:ext cx="8603297" cy="4647676"/>
          </a:xfrm>
          <a:prstGeom prst="rect">
            <a:avLst/>
          </a:prstGeom>
          <a:noFill/>
          <a:ln>
            <a:noFill/>
          </a:ln>
        </p:spPr>
      </p:pic>
      <p:sp>
        <p:nvSpPr>
          <p:cNvPr id="3680" name="Google Shape;3680;p351"/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1" name="Google Shape;3681;p351"/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pt-BR" sz="4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2" name="Google Shape;3682;p351"/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83" name="Google Shape;3683;p351"/>
          <p:cNvSpPr txBox="1"/>
          <p:nvPr/>
        </p:nvSpPr>
        <p:spPr>
          <a:xfrm>
            <a:off x="3380131" y="4922697"/>
            <a:ext cx="4487736" cy="6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SISANO1C1B4S2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A1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4" name="Google Shape;3684;p351"/>
          <p:cNvSpPr txBox="1"/>
          <p:nvPr/>
        </p:nvSpPr>
        <p:spPr>
          <a:xfrm>
            <a:off x="365760" y="2743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5" name="Google Shape;3685;p351"/>
          <p:cNvSpPr txBox="1"/>
          <p:nvPr/>
        </p:nvSpPr>
        <p:spPr>
          <a:xfrm>
            <a:off x="154176" y="1212563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" name="Google Shape;3686;p351"/>
          <p:cNvSpPr txBox="1"/>
          <p:nvPr/>
        </p:nvSpPr>
        <p:spPr>
          <a:xfrm>
            <a:off x="2113937" y="653818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7" name="Google Shape;3687;p351"/>
          <p:cNvSpPr txBox="1"/>
          <p:nvPr/>
        </p:nvSpPr>
        <p:spPr>
          <a:xfrm>
            <a:off x="3361975" y="3203825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Organizar e apresentar o projeto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8" name="Google Shape;3688;p351"/>
          <p:cNvSpPr txBox="1"/>
          <p:nvPr/>
        </p:nvSpPr>
        <p:spPr>
          <a:xfrm>
            <a:off x="3331829" y="2792959"/>
            <a:ext cx="2582980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9" name="Google Shape;3689;p351"/>
          <p:cNvSpPr txBox="1"/>
          <p:nvPr/>
        </p:nvSpPr>
        <p:spPr>
          <a:xfrm>
            <a:off x="3380126" y="3980163"/>
            <a:ext cx="5373349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1: O que torna um programa fácil de entender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0" name="Google Shape;3690;p351"/>
          <p:cNvSpPr/>
          <p:nvPr/>
        </p:nvSpPr>
        <p:spPr>
          <a:xfrm>
            <a:off x="113993" y="891153"/>
            <a:ext cx="2098825" cy="1571239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1" name="Google Shape;3691;p351"/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2" name="Google Shape;3692;p351"/>
          <p:cNvSpPr txBox="1"/>
          <p:nvPr/>
        </p:nvSpPr>
        <p:spPr>
          <a:xfrm>
            <a:off x="135519" y="1439639"/>
            <a:ext cx="1865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13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3" name="Google Shape;3693;p351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</a:t>
            </a: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Componente 1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p352"/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9" name="Google Shape;3699;p352"/>
          <p:cNvSpPr txBox="1">
            <a:spLocks noGrp="1"/>
          </p:cNvSpPr>
          <p:nvPr>
            <p:ph type="body" idx="1"/>
          </p:nvPr>
        </p:nvSpPr>
        <p:spPr>
          <a:xfrm>
            <a:off x="1467908" y="1390650"/>
            <a:ext cx="4532841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Compreender como nomes, organização e tamanho das partes do código influenciam a leitura e a manutenção de um programa simples.</a:t>
            </a:r>
            <a:endParaRPr dirty="0"/>
          </a:p>
        </p:txBody>
      </p:sp>
      <p:sp>
        <p:nvSpPr>
          <p:cNvPr id="3700" name="Google Shape;3700;p352"/>
          <p:cNvSpPr txBox="1">
            <a:spLocks noGrp="1"/>
          </p:cNvSpPr>
          <p:nvPr>
            <p:ph type="body" idx="2"/>
          </p:nvPr>
        </p:nvSpPr>
        <p:spPr>
          <a:xfrm>
            <a:off x="7467375" y="1390650"/>
            <a:ext cx="438172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Organizar e melhorar a legibilidade de um programa em terminal já funcional, usando nomes claros, funções e redução de trechos repetidos, sem alterar o comportamento esperado.</a:t>
            </a:r>
            <a:endParaRPr dirty="0"/>
          </a:p>
        </p:txBody>
      </p:sp>
      <p:sp>
        <p:nvSpPr>
          <p:cNvPr id="3701" name="Google Shape;3701;p352"/>
          <p:cNvSpPr txBox="1">
            <a:spLocks noGrp="1"/>
          </p:cNvSpPr>
          <p:nvPr>
            <p:ph type="body" idx="3"/>
          </p:nvPr>
        </p:nvSpPr>
        <p:spPr>
          <a:xfrm>
            <a:off x="7467375" y="3649329"/>
            <a:ext cx="428647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Exercer autonomia ao revisar o próprio código, melhorar a organização do projeto e apresentar a solução com clareza para a turma.</a:t>
            </a:r>
            <a:endParaRPr dirty="0"/>
          </a:p>
        </p:txBody>
      </p:sp>
      <p:sp>
        <p:nvSpPr>
          <p:cNvPr id="3702" name="Google Shape;3702;p352"/>
          <p:cNvSpPr txBox="1">
            <a:spLocks noGrp="1"/>
          </p:cNvSpPr>
          <p:nvPr>
            <p:ph type="body" idx="4"/>
          </p:nvPr>
        </p:nvSpPr>
        <p:spPr>
          <a:xfrm>
            <a:off x="1467908" y="3429000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7" name="Google Shape;3707;p353"/>
          <p:cNvSpPr txBox="1">
            <a:spLocks noGrp="1"/>
          </p:cNvSpPr>
          <p:nvPr>
            <p:ph type="body" idx="1"/>
          </p:nvPr>
        </p:nvSpPr>
        <p:spPr>
          <a:xfrm>
            <a:off x="3579450" y="1622105"/>
            <a:ext cx="8083011" cy="3157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pt-BR" sz="2000" dirty="0"/>
              <a:t>Muitas empresas ainda dependem de sistemas antigos que continuam funcionando no dia a dia. O problema aparece quando alguém precisa fazer uma alteração. Sem documentação clara e com poucas pessoas que conhecem o código, uma mudança pequena pode exigir muito tempo para descobrir onde mexer e o que pode ser afetado. </a:t>
            </a:r>
            <a:endParaRPr sz="2000" dirty="0"/>
          </a:p>
          <a:p>
            <a:pPr marL="0" lvl="0" indent="0">
              <a:spcAft>
                <a:spcPts val="1200"/>
              </a:spcAft>
            </a:pPr>
            <a:r>
              <a:rPr lang="pt-BR" sz="2000" dirty="0"/>
              <a:t>“No Brasil, 53% das empresas brasileiras ainda enfrentam dificuldades para integrar sistemas legados com novas tecnologias, segundo o relatório HR Strategy 2025, realizado pela LG (Lugar de Gente), em parceria com a Mercer.”</a:t>
            </a:r>
            <a:endParaRPr sz="2000" dirty="0"/>
          </a:p>
        </p:txBody>
      </p:sp>
      <p:sp>
        <p:nvSpPr>
          <p:cNvPr id="3708" name="Google Shape;3708;p353"/>
          <p:cNvSpPr txBox="1"/>
          <p:nvPr/>
        </p:nvSpPr>
        <p:spPr>
          <a:xfrm>
            <a:off x="3570000" y="436425"/>
            <a:ext cx="79008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O sistema funciona, mas ninguém mexe</a:t>
            </a:r>
            <a:endParaRPr sz="3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09" name="Google Shape;3709;p353"/>
          <p:cNvGrpSpPr/>
          <p:nvPr/>
        </p:nvGrpSpPr>
        <p:grpSpPr>
          <a:xfrm>
            <a:off x="11470851" y="-15180"/>
            <a:ext cx="721836" cy="732801"/>
            <a:chOff x="17205424" y="-22770"/>
            <a:chExt cx="1082700" cy="1099146"/>
          </a:xfrm>
        </p:grpSpPr>
        <p:sp>
          <p:nvSpPr>
            <p:cNvPr id="3710" name="Google Shape;3710;p353"/>
            <p:cNvSpPr/>
            <p:nvPr/>
          </p:nvSpPr>
          <p:spPr>
            <a:xfrm flipH="1">
              <a:off x="17208525" y="0"/>
              <a:ext cx="1079474" cy="1076376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AC2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11" name="Google Shape;3711;p353"/>
            <p:cNvGrpSpPr/>
            <p:nvPr/>
          </p:nvGrpSpPr>
          <p:grpSpPr>
            <a:xfrm>
              <a:off x="17492825" y="308532"/>
              <a:ext cx="573896" cy="683969"/>
              <a:chOff x="16810081" y="921861"/>
              <a:chExt cx="743774" cy="886429"/>
            </a:xfrm>
          </p:grpSpPr>
          <p:grpSp>
            <p:nvGrpSpPr>
              <p:cNvPr id="3712" name="Google Shape;3712;p353"/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3713" name="Google Shape;3713;p353"/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4" name="Google Shape;3714;p353"/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5" name="Google Shape;3715;p353"/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6" name="Google Shape;3716;p353"/>
                <p:cNvSpPr/>
                <p:nvPr/>
              </p:nvSpPr>
              <p:spPr>
                <a:xfrm>
                  <a:off x="16866377" y="1660872"/>
                  <a:ext cx="26860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7" name="Google Shape;3717;p353"/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8" name="Google Shape;3718;p353"/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9" name="Google Shape;3719;p353"/>
              <p:cNvGrpSpPr/>
              <p:nvPr/>
            </p:nvGrpSpPr>
            <p:grpSpPr>
              <a:xfrm>
                <a:off x="16810081" y="921861"/>
                <a:ext cx="743774" cy="512573"/>
                <a:chOff x="16933626" y="782036"/>
                <a:chExt cx="743774" cy="512573"/>
              </a:xfrm>
            </p:grpSpPr>
            <p:sp>
              <p:nvSpPr>
                <p:cNvPr id="3720" name="Google Shape;3720;p353"/>
                <p:cNvSpPr/>
                <p:nvPr/>
              </p:nvSpPr>
              <p:spPr>
                <a:xfrm>
                  <a:off x="16933626" y="782036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1" name="Google Shape;3721;p353"/>
                <p:cNvSpPr/>
                <p:nvPr/>
              </p:nvSpPr>
              <p:spPr>
                <a:xfrm>
                  <a:off x="17201150" y="865984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722" name="Google Shape;3722;p353"/>
            <p:cNvSpPr txBox="1"/>
            <p:nvPr/>
          </p:nvSpPr>
          <p:spPr>
            <a:xfrm>
              <a:off x="17205424" y="-22770"/>
              <a:ext cx="1082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50" rIns="60950" bIns="30450" anchor="t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pt-BR" sz="933" b="1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07000"/>
                </a:lnSpc>
                <a:spcBef>
                  <a:spcPts val="715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1333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723" name="Google Shape;3723;p353"/>
          <p:cNvSpPr/>
          <p:nvPr/>
        </p:nvSpPr>
        <p:spPr>
          <a:xfrm>
            <a:off x="7494767" y="3555262"/>
            <a:ext cx="1387" cy="11666"/>
          </a:xfrm>
          <a:custGeom>
            <a:avLst/>
            <a:gdLst/>
            <a:ahLst/>
            <a:cxnLst/>
            <a:rect l="l" t="t" r="r" b="b"/>
            <a:pathLst>
              <a:path w="2078" h="17477" extrusionOk="0">
                <a:moveTo>
                  <a:pt x="1044" y="0"/>
                </a:moveTo>
                <a:cubicBezTo>
                  <a:pt x="16" y="5826"/>
                  <a:pt x="-670" y="11651"/>
                  <a:pt x="1044" y="17477"/>
                </a:cubicBezTo>
                <a:cubicBezTo>
                  <a:pt x="2186" y="11651"/>
                  <a:pt x="2643" y="5826"/>
                  <a:pt x="1044" y="0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4" name="Google Shape;3724;p353"/>
          <p:cNvSpPr/>
          <p:nvPr/>
        </p:nvSpPr>
        <p:spPr>
          <a:xfrm>
            <a:off x="7310524" y="3563486"/>
            <a:ext cx="1491" cy="2287"/>
          </a:xfrm>
          <a:custGeom>
            <a:avLst/>
            <a:gdLst/>
            <a:ahLst/>
            <a:cxnLst/>
            <a:rect l="l" t="t" r="r" b="b"/>
            <a:pathLst>
              <a:path w="2233" h="3426" extrusionOk="0">
                <a:moveTo>
                  <a:pt x="1085" y="3427"/>
                </a:moveTo>
                <a:cubicBezTo>
                  <a:pt x="2799" y="2170"/>
                  <a:pt x="2456" y="1028"/>
                  <a:pt x="971" y="0"/>
                </a:cubicBezTo>
                <a:cubicBezTo>
                  <a:pt x="-286" y="1257"/>
                  <a:pt x="-400" y="2285"/>
                  <a:pt x="1085" y="3427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5" name="Google Shape;3725;p353"/>
          <p:cNvSpPr/>
          <p:nvPr/>
        </p:nvSpPr>
        <p:spPr>
          <a:xfrm>
            <a:off x="7493559" y="3574186"/>
            <a:ext cx="1328" cy="1249"/>
          </a:xfrm>
          <a:custGeom>
            <a:avLst/>
            <a:gdLst/>
            <a:ahLst/>
            <a:cxnLst/>
            <a:rect l="l" t="t" r="r" b="b"/>
            <a:pathLst>
              <a:path w="1990" h="1871" extrusionOk="0">
                <a:moveTo>
                  <a:pt x="1942" y="56"/>
                </a:moveTo>
                <a:cubicBezTo>
                  <a:pt x="685" y="-172"/>
                  <a:pt x="0" y="285"/>
                  <a:pt x="0" y="1655"/>
                </a:cubicBezTo>
                <a:cubicBezTo>
                  <a:pt x="1599" y="2226"/>
                  <a:pt x="2170" y="1655"/>
                  <a:pt x="1942" y="56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EE5CF9-7176-C58D-F903-E748BFEF6EC8}"/>
              </a:ext>
            </a:extLst>
          </p:cNvPr>
          <p:cNvSpPr txBox="1"/>
          <p:nvPr/>
        </p:nvSpPr>
        <p:spPr>
          <a:xfrm>
            <a:off x="5566461" y="4936226"/>
            <a:ext cx="6096000" cy="26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pt-BR" sz="10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Fonte: INFORCHANNEL, 2025. 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5" name="Google Shape;3707;p353">
            <a:extLst>
              <a:ext uri="{FF2B5EF4-FFF2-40B4-BE49-F238E27FC236}">
                <a16:creationId xmlns:a16="http://schemas.microsoft.com/office/drawing/2014/main" id="{A40EDDEA-1DF7-B0C6-5011-A386A40C1AB6}"/>
              </a:ext>
            </a:extLst>
          </p:cNvPr>
          <p:cNvSpPr txBox="1">
            <a:spLocks/>
          </p:cNvSpPr>
          <p:nvPr/>
        </p:nvSpPr>
        <p:spPr>
          <a:xfrm>
            <a:off x="3579450" y="5358137"/>
            <a:ext cx="8337176" cy="104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pt-BR" sz="2000" b="1" dirty="0"/>
              <a:t>Pense sozinho primeiro, depois converse com colega ao lado.</a:t>
            </a:r>
          </a:p>
          <a:p>
            <a:pPr marL="0" indent="0"/>
            <a:r>
              <a:rPr lang="pt-BR" sz="2000" b="1" dirty="0"/>
              <a:t>Se o programa continua funcionando, por que uma mudança simples demora tanto?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1" name="Google Shape;3731;p354"/>
          <p:cNvSpPr txBox="1">
            <a:spLocks noGrp="1"/>
          </p:cNvSpPr>
          <p:nvPr>
            <p:ph type="body" idx="1"/>
          </p:nvPr>
        </p:nvSpPr>
        <p:spPr>
          <a:xfrm>
            <a:off x="2746398" y="1662794"/>
            <a:ext cx="9093300" cy="165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373"/>
              </a:spcBef>
              <a:spcAft>
                <a:spcPts val="0"/>
              </a:spcAft>
              <a:buNone/>
            </a:pPr>
            <a:r>
              <a:rPr lang="pt-BR" sz="2000" dirty="0">
                <a:latin typeface="Poppins" panose="00000500000000000000" pitchFamily="2" charset="0"/>
                <a:cs typeface="Poppins" panose="00000500000000000000" pitchFamily="2" charset="0"/>
              </a:rPr>
              <a:t>Você já tem o sistema da Papelaria Ponto Certo funcionando: </a:t>
            </a:r>
            <a:r>
              <a:rPr lang="pt-BR" sz="2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menu, produtos, vendas, alterar, registrar, cancelar, classificar e ranking</a:t>
            </a:r>
            <a:r>
              <a:rPr lang="pt-BR" sz="2000" dirty="0">
                <a:latin typeface="Poppins" panose="00000500000000000000" pitchFamily="2" charset="0"/>
                <a:cs typeface="Poppins" panose="00000500000000000000" pitchFamily="2" charset="0"/>
              </a:rPr>
              <a:t>. Hoje o programa não ganhará uma opção nova: vamos investigar o código existente e descobrir se ele é fácil de entender.</a:t>
            </a:r>
            <a:endParaRPr sz="2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732" name="Google Shape;3732;p354"/>
          <p:cNvSpPr txBox="1">
            <a:spLocks noGrp="1"/>
          </p:cNvSpPr>
          <p:nvPr>
            <p:ph type="body" idx="2"/>
          </p:nvPr>
        </p:nvSpPr>
        <p:spPr>
          <a:xfrm>
            <a:off x="2746398" y="883635"/>
            <a:ext cx="7975800" cy="42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200" dirty="0"/>
              <a:t>Investigando o código da papelaria</a:t>
            </a:r>
            <a:endParaRPr sz="3200" dirty="0"/>
          </a:p>
        </p:txBody>
      </p:sp>
      <p:sp>
        <p:nvSpPr>
          <p:cNvPr id="3734" name="Google Shape;3734;p354"/>
          <p:cNvSpPr txBox="1"/>
          <p:nvPr/>
        </p:nvSpPr>
        <p:spPr>
          <a:xfrm>
            <a:off x="2891401" y="4592053"/>
            <a:ext cx="607200" cy="57060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3"/>
              <a:buFont typeface="Arial"/>
              <a:buNone/>
            </a:pPr>
            <a:r>
              <a:rPr lang="pt-BR" sz="2333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5" name="Google Shape;3735;p354"/>
          <p:cNvSpPr txBox="1"/>
          <p:nvPr/>
        </p:nvSpPr>
        <p:spPr>
          <a:xfrm>
            <a:off x="13286049" y="59920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6" name="Google Shape;3736;p354"/>
          <p:cNvSpPr txBox="1">
            <a:spLocks noGrp="1"/>
          </p:cNvSpPr>
          <p:nvPr>
            <p:ph type="body" idx="2"/>
          </p:nvPr>
        </p:nvSpPr>
        <p:spPr>
          <a:xfrm>
            <a:off x="3581288" y="3409502"/>
            <a:ext cx="5629387" cy="36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400"/>
            </a:pPr>
            <a:r>
              <a:rPr lang="pt-BR" sz="1800" dirty="0">
                <a:solidFill>
                  <a:schemeClr val="dk1"/>
                </a:solidFill>
              </a:rPr>
              <a:t>Abra o arquivo .py do sistema da papelaria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3737" name="Google Shape;3737;p354"/>
          <p:cNvSpPr txBox="1"/>
          <p:nvPr/>
        </p:nvSpPr>
        <p:spPr>
          <a:xfrm>
            <a:off x="2891401" y="3460528"/>
            <a:ext cx="607200" cy="57060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4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8" name="Google Shape;3738;p354"/>
          <p:cNvSpPr txBox="1"/>
          <p:nvPr/>
        </p:nvSpPr>
        <p:spPr>
          <a:xfrm>
            <a:off x="7912872" y="479826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0" name="Google Shape;3740;p354"/>
          <p:cNvSpPr txBox="1"/>
          <p:nvPr/>
        </p:nvSpPr>
        <p:spPr>
          <a:xfrm>
            <a:off x="3622786" y="3708901"/>
            <a:ext cx="550528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localize a função chamada </a:t>
            </a:r>
            <a:r>
              <a:rPr lang="pt-BR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classificar_produto</a:t>
            </a:r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 dirty="0"/>
          </a:p>
        </p:txBody>
      </p:sp>
      <p:sp>
        <p:nvSpPr>
          <p:cNvPr id="3741" name="Google Shape;3741;p354"/>
          <p:cNvSpPr txBox="1"/>
          <p:nvPr/>
        </p:nvSpPr>
        <p:spPr>
          <a:xfrm>
            <a:off x="3581288" y="4848972"/>
            <a:ext cx="5220481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Antes de abrir o corpo da função</a:t>
            </a: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, responda: </a:t>
            </a:r>
            <a:b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</a:br>
            <a:r>
              <a:rPr lang="pt-BR" sz="160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Light"/>
              </a:rPr>
              <a:t>s</a:t>
            </a:r>
            <a:r>
              <a:rPr lang="pt-BR" sz="16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rPr>
              <a:t>ó pelo nome, o que você espera que ela faça?</a:t>
            </a:r>
            <a:endParaRPr sz="1600" b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742" name="Google Shape;3742;p354"/>
          <p:cNvSpPr txBox="1"/>
          <p:nvPr/>
        </p:nvSpPr>
        <p:spPr>
          <a:xfrm>
            <a:off x="3581288" y="4506078"/>
            <a:ext cx="522048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Acompanhe a investigação no arquivo.</a:t>
            </a:r>
            <a:endParaRPr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CCFCD951-5EC7-8F32-EF83-200E2E1DD859}"/>
              </a:ext>
            </a:extLst>
          </p:cNvPr>
          <p:cNvGrpSpPr/>
          <p:nvPr/>
        </p:nvGrpSpPr>
        <p:grpSpPr>
          <a:xfrm>
            <a:off x="7998835" y="151711"/>
            <a:ext cx="4006167" cy="728134"/>
            <a:chOff x="7959476" y="3553689"/>
            <a:chExt cx="4006167" cy="728134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7D09BC14-3697-E07E-A8E2-BBBEAF930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9092"/>
            <a:stretch>
              <a:fillRect/>
            </a:stretch>
          </p:blipFill>
          <p:spPr>
            <a:xfrm>
              <a:off x="11210533" y="3553689"/>
              <a:ext cx="725777" cy="728133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CA89C48-1CAF-C22A-734A-6ECBC64D1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9476" y="3553690"/>
              <a:ext cx="3471333" cy="728133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0E35005-EB7B-0D34-C031-CDC8FB059802}"/>
                </a:ext>
              </a:extLst>
            </p:cNvPr>
            <p:cNvSpPr txBox="1"/>
            <p:nvPr/>
          </p:nvSpPr>
          <p:spPr>
            <a:xfrm>
              <a:off x="9088708" y="3773986"/>
              <a:ext cx="2876935" cy="235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DESENVOLVENDO JUNTOS</a:t>
              </a:r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EA39A2E4-2F87-0F62-8D30-62C4E5071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058515" y="3654179"/>
              <a:ext cx="508878" cy="508878"/>
            </a:xfrm>
            <a:prstGeom prst="rect">
              <a:avLst/>
            </a:prstGeom>
          </p:spPr>
        </p:pic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FCAD1F11-0FEA-905C-DBD3-99E3C6D0E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1192" y="5819880"/>
            <a:ext cx="1744133" cy="406400"/>
          </a:xfrm>
          <a:prstGeom prst="rect">
            <a:avLst/>
          </a:prstGeom>
        </p:spPr>
      </p:pic>
      <p:grpSp>
        <p:nvGrpSpPr>
          <p:cNvPr id="12" name="Gráfico 85">
            <a:extLst>
              <a:ext uri="{FF2B5EF4-FFF2-40B4-BE49-F238E27FC236}">
                <a16:creationId xmlns:a16="http://schemas.microsoft.com/office/drawing/2014/main" id="{946A8AFA-F8CC-5A23-91F2-C296B28D41B7}"/>
              </a:ext>
            </a:extLst>
          </p:cNvPr>
          <p:cNvGrpSpPr/>
          <p:nvPr/>
        </p:nvGrpSpPr>
        <p:grpSpPr>
          <a:xfrm>
            <a:off x="10614818" y="5904127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13" name="Forma Livre 150">
              <a:extLst>
                <a:ext uri="{FF2B5EF4-FFF2-40B4-BE49-F238E27FC236}">
                  <a16:creationId xmlns:a16="http://schemas.microsoft.com/office/drawing/2014/main" id="{25C0E5AF-80B0-6F29-269C-6BA4F118826F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14" name="Forma Livre 151">
              <a:extLst>
                <a:ext uri="{FF2B5EF4-FFF2-40B4-BE49-F238E27FC236}">
                  <a16:creationId xmlns:a16="http://schemas.microsoft.com/office/drawing/2014/main" id="{82C792D9-FB79-45E2-7F1B-65700031ACDA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15" name="Forma Livre 152">
              <a:extLst>
                <a:ext uri="{FF2B5EF4-FFF2-40B4-BE49-F238E27FC236}">
                  <a16:creationId xmlns:a16="http://schemas.microsoft.com/office/drawing/2014/main" id="{99104D24-90B5-DC5B-D805-F00D6725FDF9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16" name="Forma Livre 153">
              <a:extLst>
                <a:ext uri="{FF2B5EF4-FFF2-40B4-BE49-F238E27FC236}">
                  <a16:creationId xmlns:a16="http://schemas.microsoft.com/office/drawing/2014/main" id="{38834357-CA91-0758-D039-7CBD52A6462D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17" name="Forma Livre 154">
              <a:extLst>
                <a:ext uri="{FF2B5EF4-FFF2-40B4-BE49-F238E27FC236}">
                  <a16:creationId xmlns:a16="http://schemas.microsoft.com/office/drawing/2014/main" id="{A0B39750-5DBB-79C3-E581-E360EAB8F2F9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18" name="Forma Livre 155">
              <a:extLst>
                <a:ext uri="{FF2B5EF4-FFF2-40B4-BE49-F238E27FC236}">
                  <a16:creationId xmlns:a16="http://schemas.microsoft.com/office/drawing/2014/main" id="{4B8107B3-6351-CA4C-CD5B-536CC1F21F12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19" name="Forma Livre 156">
              <a:extLst>
                <a:ext uri="{FF2B5EF4-FFF2-40B4-BE49-F238E27FC236}">
                  <a16:creationId xmlns:a16="http://schemas.microsoft.com/office/drawing/2014/main" id="{77F2A367-47B1-3A5A-CBA6-B663AAC95EAF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0" name="Forma Livre 157">
              <a:extLst>
                <a:ext uri="{FF2B5EF4-FFF2-40B4-BE49-F238E27FC236}">
                  <a16:creationId xmlns:a16="http://schemas.microsoft.com/office/drawing/2014/main" id="{D0D5E03F-3ED7-CCFF-E260-C84C879A5B03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0">
          <a:extLst>
            <a:ext uri="{FF2B5EF4-FFF2-40B4-BE49-F238E27FC236}">
              <a16:creationId xmlns:a16="http://schemas.microsoft.com/office/drawing/2014/main" id="{B3AB371F-E651-3EFD-E976-1AF05758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p354">
            <a:extLst>
              <a:ext uri="{FF2B5EF4-FFF2-40B4-BE49-F238E27FC236}">
                <a16:creationId xmlns:a16="http://schemas.microsoft.com/office/drawing/2014/main" id="{A206F5F8-AE72-652E-155D-68284F5E3661}"/>
              </a:ext>
            </a:extLst>
          </p:cNvPr>
          <p:cNvSpPr txBox="1"/>
          <p:nvPr/>
        </p:nvSpPr>
        <p:spPr>
          <a:xfrm>
            <a:off x="13286049" y="59920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5C8E0E0-0128-8A5F-CD4B-D579139F2DDF}"/>
              </a:ext>
            </a:extLst>
          </p:cNvPr>
          <p:cNvGrpSpPr/>
          <p:nvPr/>
        </p:nvGrpSpPr>
        <p:grpSpPr>
          <a:xfrm>
            <a:off x="7998835" y="151711"/>
            <a:ext cx="4006167" cy="728134"/>
            <a:chOff x="7959476" y="3553689"/>
            <a:chExt cx="4006167" cy="728134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E84B91E-700B-17EC-43EC-6A3DCF78F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9092"/>
            <a:stretch>
              <a:fillRect/>
            </a:stretch>
          </p:blipFill>
          <p:spPr>
            <a:xfrm>
              <a:off x="11210533" y="3553689"/>
              <a:ext cx="725777" cy="728133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A196541-5D82-6F43-79AE-1D62760C5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9476" y="3553690"/>
              <a:ext cx="3471333" cy="728133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CC6C16A1-82B3-FE68-599E-05D4834F8F26}"/>
                </a:ext>
              </a:extLst>
            </p:cNvPr>
            <p:cNvSpPr txBox="1"/>
            <p:nvPr/>
          </p:nvSpPr>
          <p:spPr>
            <a:xfrm>
              <a:off x="9088708" y="3773986"/>
              <a:ext cx="2876935" cy="235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DESENVOLVENDO JUNTOS</a:t>
              </a:r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2864EA7-8836-8CA4-1499-D790E236D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058515" y="3654179"/>
              <a:ext cx="508878" cy="508878"/>
            </a:xfrm>
            <a:prstGeom prst="rect">
              <a:avLst/>
            </a:prstGeom>
          </p:spPr>
        </p:pic>
      </p:grpSp>
      <p:sp>
        <p:nvSpPr>
          <p:cNvPr id="24" name="Google Shape;3749;p355">
            <a:extLst>
              <a:ext uri="{FF2B5EF4-FFF2-40B4-BE49-F238E27FC236}">
                <a16:creationId xmlns:a16="http://schemas.microsoft.com/office/drawing/2014/main" id="{1A1B2B08-6C7A-FFAB-712D-43C7DCAB9AF1}"/>
              </a:ext>
            </a:extLst>
          </p:cNvPr>
          <p:cNvSpPr txBox="1"/>
          <p:nvPr/>
        </p:nvSpPr>
        <p:spPr>
          <a:xfrm>
            <a:off x="3571793" y="3161735"/>
            <a:ext cx="71097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82D2CE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EFB08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classificar_produto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1600" i="1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vendas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1600" dirty="0">
              <a:solidFill>
                <a:srgbClr val="F0F0F0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82D2CE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1600" dirty="0">
                <a:solidFill>
                  <a:srgbClr val="E394DC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"Nome do produto: "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pt-BR" sz="1600" dirty="0">
                <a:solidFill>
                  <a:srgbClr val="EBC88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strip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600" dirty="0">
              <a:solidFill>
                <a:srgbClr val="D6D6DD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media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EBC88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calcular_media_vendas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1600" i="1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vendas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 dirty="0">
              <a:solidFill>
                <a:srgbClr val="D6D6DD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desempenho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EBC88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classificar_desempenho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media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 dirty="0">
              <a:solidFill>
                <a:srgbClr val="D6D6DD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pt-BR" sz="1600" dirty="0">
                <a:solidFill>
                  <a:srgbClr val="EBC88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exibir_resultado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media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desempenho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 dirty="0">
              <a:solidFill>
                <a:srgbClr val="D6D6DD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pt-BR" sz="1600" dirty="0">
                <a:solidFill>
                  <a:srgbClr val="EBC88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registrar_desempenho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media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desempenho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 dirty="0">
              <a:solidFill>
                <a:srgbClr val="D6D6DD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pt-BR" sz="1600" dirty="0">
                <a:solidFill>
                  <a:srgbClr val="82D2CE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1600" dirty="0">
                <a:solidFill>
                  <a:srgbClr val="E394DC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"Resultado registrado em desempenho.txt"</a:t>
            </a:r>
            <a:r>
              <a:rPr lang="pt-BR" sz="1600" dirty="0">
                <a:solidFill>
                  <a:srgbClr val="D6D6DD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 dirty="0">
              <a:solidFill>
                <a:srgbClr val="D6D6DD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" name="Google Shape;3750;p355">
            <a:extLst>
              <a:ext uri="{FF2B5EF4-FFF2-40B4-BE49-F238E27FC236}">
                <a16:creationId xmlns:a16="http://schemas.microsoft.com/office/drawing/2014/main" id="{B9B6771A-0FD1-66AF-D616-3B212D8D9E44}"/>
              </a:ext>
            </a:extLst>
          </p:cNvPr>
          <p:cNvSpPr txBox="1"/>
          <p:nvPr/>
        </p:nvSpPr>
        <p:spPr>
          <a:xfrm>
            <a:off x="3567588" y="5306616"/>
            <a:ext cx="710900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O nome </a:t>
            </a:r>
            <a:r>
              <a:rPr lang="pt-BR" sz="1600" b="1" dirty="0">
                <a:latin typeface="Poppins"/>
                <a:ea typeface="Poppins"/>
                <a:cs typeface="Poppins"/>
                <a:sym typeface="Poppins"/>
              </a:rPr>
              <a:t>classificar_produto </a:t>
            </a: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ajuda a entender tudo o que acontece nesse código? Por quê?</a:t>
            </a:r>
            <a:endParaRPr sz="16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3754;p355">
            <a:extLst>
              <a:ext uri="{FF2B5EF4-FFF2-40B4-BE49-F238E27FC236}">
                <a16:creationId xmlns:a16="http://schemas.microsoft.com/office/drawing/2014/main" id="{18AC2D7E-F467-E756-3E8B-3E537995B62A}"/>
              </a:ext>
            </a:extLst>
          </p:cNvPr>
          <p:cNvSpPr txBox="1">
            <a:spLocks/>
          </p:cNvSpPr>
          <p:nvPr/>
        </p:nvSpPr>
        <p:spPr>
          <a:xfrm>
            <a:off x="3499690" y="886782"/>
            <a:ext cx="6288900" cy="660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 spc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Acompanhe a leitura do trecho com o professor:</a:t>
            </a:r>
          </a:p>
        </p:txBody>
      </p:sp>
      <p:sp>
        <p:nvSpPr>
          <p:cNvPr id="30" name="Google Shape;3755;p355">
            <a:extLst>
              <a:ext uri="{FF2B5EF4-FFF2-40B4-BE49-F238E27FC236}">
                <a16:creationId xmlns:a16="http://schemas.microsoft.com/office/drawing/2014/main" id="{92840E2C-1F73-513E-797C-FEE3727149CA}"/>
              </a:ext>
            </a:extLst>
          </p:cNvPr>
          <p:cNvSpPr txBox="1"/>
          <p:nvPr/>
        </p:nvSpPr>
        <p:spPr>
          <a:xfrm>
            <a:off x="2842297" y="1098703"/>
            <a:ext cx="607200" cy="57060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4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Google Shape;3757;p355">
            <a:extLst>
              <a:ext uri="{FF2B5EF4-FFF2-40B4-BE49-F238E27FC236}">
                <a16:creationId xmlns:a16="http://schemas.microsoft.com/office/drawing/2014/main" id="{4EC32E19-D213-FA23-54A5-98E55508751B}"/>
              </a:ext>
            </a:extLst>
          </p:cNvPr>
          <p:cNvSpPr txBox="1"/>
          <p:nvPr/>
        </p:nvSpPr>
        <p:spPr>
          <a:xfrm>
            <a:off x="3499690" y="1454701"/>
            <a:ext cx="69603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A função classificar_produto realiza várias ações, como:</a:t>
            </a:r>
            <a:endParaRPr sz="1600" dirty="0">
              <a:latin typeface="Poppins"/>
              <a:ea typeface="Poppins"/>
              <a:cs typeface="Poppins"/>
              <a:sym typeface="Poppins"/>
            </a:endParaRPr>
          </a:p>
          <a:p>
            <a:pPr marL="266700" lvl="0" indent="-266700" algn="l" rtl="0">
              <a:spcBef>
                <a:spcPts val="0"/>
              </a:spcBef>
              <a:spcAft>
                <a:spcPts val="0"/>
              </a:spcAft>
              <a:buSzPct val="100000"/>
              <a:buBlip>
                <a:blip r:embed="rId5"/>
              </a:buBlip>
            </a:pP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pedir o nome do produto;</a:t>
            </a:r>
            <a:endParaRPr sz="1600" dirty="0">
              <a:latin typeface="Poppins"/>
              <a:ea typeface="Poppins"/>
              <a:cs typeface="Poppins"/>
              <a:sym typeface="Poppins"/>
            </a:endParaRPr>
          </a:p>
          <a:p>
            <a:pPr marL="266700" lvl="0" indent="-266700" algn="l" rtl="0">
              <a:spcBef>
                <a:spcPts val="0"/>
              </a:spcBef>
              <a:spcAft>
                <a:spcPts val="0"/>
              </a:spcAft>
              <a:buSzPct val="100000"/>
              <a:buBlip>
                <a:blip r:embed="rId5"/>
              </a:buBlip>
            </a:pP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calcular uma média de vendas;</a:t>
            </a:r>
            <a:endParaRPr sz="1600" dirty="0">
              <a:latin typeface="Poppins"/>
              <a:ea typeface="Poppins"/>
              <a:cs typeface="Poppins"/>
              <a:sym typeface="Poppins"/>
            </a:endParaRPr>
          </a:p>
          <a:p>
            <a:pPr marL="266700" lvl="0" indent="-266700" algn="l" rtl="0">
              <a:spcBef>
                <a:spcPts val="0"/>
              </a:spcBef>
              <a:spcAft>
                <a:spcPts val="0"/>
              </a:spcAft>
              <a:buSzPct val="100000"/>
              <a:buBlip>
                <a:blip r:embed="rId5"/>
              </a:buBlip>
            </a:pP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classificar o desempenho;</a:t>
            </a:r>
            <a:endParaRPr sz="1600" dirty="0">
              <a:latin typeface="Poppins"/>
              <a:ea typeface="Poppins"/>
              <a:cs typeface="Poppins"/>
              <a:sym typeface="Poppins"/>
            </a:endParaRPr>
          </a:p>
          <a:p>
            <a:pPr marL="266700" lvl="0" indent="-266700" algn="l" rtl="0">
              <a:spcBef>
                <a:spcPts val="0"/>
              </a:spcBef>
              <a:spcAft>
                <a:spcPts val="0"/>
              </a:spcAft>
              <a:buSzPct val="100000"/>
              <a:buBlip>
                <a:blip r:embed="rId5"/>
              </a:buBlip>
            </a:pP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exibir o resultado;</a:t>
            </a:r>
            <a:endParaRPr sz="1600" dirty="0">
              <a:latin typeface="Poppins"/>
              <a:ea typeface="Poppins"/>
              <a:cs typeface="Poppins"/>
              <a:sym typeface="Poppins"/>
            </a:endParaRPr>
          </a:p>
          <a:p>
            <a:pPr marL="266700" lvl="0" indent="-266700" algn="l" rtl="0">
              <a:spcBef>
                <a:spcPts val="0"/>
              </a:spcBef>
              <a:spcAft>
                <a:spcPts val="0"/>
              </a:spcAft>
              <a:buSzPct val="100000"/>
              <a:buBlip>
                <a:blip r:embed="rId5"/>
              </a:buBlip>
            </a:pPr>
            <a:r>
              <a:rPr lang="pt-BR" sz="1600" dirty="0">
                <a:latin typeface="Poppins"/>
                <a:ea typeface="Poppins"/>
                <a:cs typeface="Poppins"/>
                <a:sym typeface="Poppins"/>
              </a:rPr>
              <a:t>registrar o resultado em um arquivo. </a:t>
            </a:r>
            <a:endParaRPr sz="16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748;p355">
            <a:extLst>
              <a:ext uri="{FF2B5EF4-FFF2-40B4-BE49-F238E27FC236}">
                <a16:creationId xmlns:a16="http://schemas.microsoft.com/office/drawing/2014/main" id="{54BB015B-A448-0857-AE7C-7143148DDF8A}"/>
              </a:ext>
            </a:extLst>
          </p:cNvPr>
          <p:cNvSpPr txBox="1">
            <a:spLocks/>
          </p:cNvSpPr>
          <p:nvPr/>
        </p:nvSpPr>
        <p:spPr>
          <a:xfrm>
            <a:off x="3673631" y="5067471"/>
            <a:ext cx="726870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 spc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Bef>
                <a:spcPts val="240"/>
              </a:spcBef>
            </a:pP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Produzido pela SEDUC-SP com apoio da ferramenta Visual Studio Code.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E52A933-30A4-D230-9C85-357A8CAC9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1192" y="5819880"/>
            <a:ext cx="1744133" cy="406400"/>
          </a:xfrm>
          <a:prstGeom prst="rect">
            <a:avLst/>
          </a:prstGeom>
        </p:spPr>
      </p:pic>
      <p:grpSp>
        <p:nvGrpSpPr>
          <p:cNvPr id="8" name="Gráfico 85">
            <a:extLst>
              <a:ext uri="{FF2B5EF4-FFF2-40B4-BE49-F238E27FC236}">
                <a16:creationId xmlns:a16="http://schemas.microsoft.com/office/drawing/2014/main" id="{8C419720-73FA-8F7B-676F-5D570F0FB0CF}"/>
              </a:ext>
            </a:extLst>
          </p:cNvPr>
          <p:cNvGrpSpPr/>
          <p:nvPr/>
        </p:nvGrpSpPr>
        <p:grpSpPr>
          <a:xfrm>
            <a:off x="10614818" y="5904127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9" name="Forma Livre 150">
              <a:extLst>
                <a:ext uri="{FF2B5EF4-FFF2-40B4-BE49-F238E27FC236}">
                  <a16:creationId xmlns:a16="http://schemas.microsoft.com/office/drawing/2014/main" id="{957390C9-DFB6-39F5-495E-3847D30D1228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10" name="Forma Livre 151">
              <a:extLst>
                <a:ext uri="{FF2B5EF4-FFF2-40B4-BE49-F238E27FC236}">
                  <a16:creationId xmlns:a16="http://schemas.microsoft.com/office/drawing/2014/main" id="{87248B75-FC6D-52C4-79AB-E167C1F2365A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1" name="Forma Livre 152">
              <a:extLst>
                <a:ext uri="{FF2B5EF4-FFF2-40B4-BE49-F238E27FC236}">
                  <a16:creationId xmlns:a16="http://schemas.microsoft.com/office/drawing/2014/main" id="{6B107E01-C910-AF62-F0DA-160D64B91D52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2" name="Forma Livre 153">
              <a:extLst>
                <a:ext uri="{FF2B5EF4-FFF2-40B4-BE49-F238E27FC236}">
                  <a16:creationId xmlns:a16="http://schemas.microsoft.com/office/drawing/2014/main" id="{54EDDC44-E3C5-B774-A17A-42ACD71143B2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3" name="Forma Livre 154">
              <a:extLst>
                <a:ext uri="{FF2B5EF4-FFF2-40B4-BE49-F238E27FC236}">
                  <a16:creationId xmlns:a16="http://schemas.microsoft.com/office/drawing/2014/main" id="{5EFEB602-E5C5-6DF2-665E-22B96389C62B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6" name="Forma Livre 155">
              <a:extLst>
                <a:ext uri="{FF2B5EF4-FFF2-40B4-BE49-F238E27FC236}">
                  <a16:creationId xmlns:a16="http://schemas.microsoft.com/office/drawing/2014/main" id="{58B1CFE1-ECCA-F494-7B3E-2F81B50882C5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7" name="Forma Livre 156">
              <a:extLst>
                <a:ext uri="{FF2B5EF4-FFF2-40B4-BE49-F238E27FC236}">
                  <a16:creationId xmlns:a16="http://schemas.microsoft.com/office/drawing/2014/main" id="{E2FD73DB-01F1-A6BD-072C-F81B7C6A977D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8" name="Forma Livre 157">
              <a:extLst>
                <a:ext uri="{FF2B5EF4-FFF2-40B4-BE49-F238E27FC236}">
                  <a16:creationId xmlns:a16="http://schemas.microsoft.com/office/drawing/2014/main" id="{DD990213-E52D-3644-23B9-92EEDA85C2D8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</p:grpSp>
    </p:spTree>
    <p:extLst>
      <p:ext uri="{BB962C8B-B14F-4D97-AF65-F5344CB8AC3E}">
        <p14:creationId xmlns:p14="http://schemas.microsoft.com/office/powerpoint/2010/main" val="336653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2">
          <a:extLst>
            <a:ext uri="{FF2B5EF4-FFF2-40B4-BE49-F238E27FC236}">
              <a16:creationId xmlns:a16="http://schemas.microsoft.com/office/drawing/2014/main" id="{B8CE0947-6AD0-2960-6165-8CFBE64C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3" name="Google Shape;3763;p356">
            <a:extLst>
              <a:ext uri="{FF2B5EF4-FFF2-40B4-BE49-F238E27FC236}">
                <a16:creationId xmlns:a16="http://schemas.microsoft.com/office/drawing/2014/main" id="{998779BE-9D49-821D-AFD9-2B9AFDB63E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032" y="1866000"/>
            <a:ext cx="3958641" cy="387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4" name="Google Shape;3764;p356">
            <a:extLst>
              <a:ext uri="{FF2B5EF4-FFF2-40B4-BE49-F238E27FC236}">
                <a16:creationId xmlns:a16="http://schemas.microsoft.com/office/drawing/2014/main" id="{34762EAC-19FF-8C6E-9AE3-BAB68D2661C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732" y="4361302"/>
            <a:ext cx="4108342" cy="1390689"/>
          </a:xfrm>
          <a:prstGeom prst="rect">
            <a:avLst/>
          </a:prstGeom>
          <a:noFill/>
          <a:ln>
            <a:noFill/>
          </a:ln>
        </p:spPr>
      </p:pic>
      <p:sp>
        <p:nvSpPr>
          <p:cNvPr id="3765" name="Google Shape;3765;p356">
            <a:extLst>
              <a:ext uri="{FF2B5EF4-FFF2-40B4-BE49-F238E27FC236}">
                <a16:creationId xmlns:a16="http://schemas.microsoft.com/office/drawing/2014/main" id="{16EC4B4A-7AB9-6F90-4D4F-E2DB667AC6B8}"/>
              </a:ext>
            </a:extLst>
          </p:cNvPr>
          <p:cNvSpPr txBox="1"/>
          <p:nvPr/>
        </p:nvSpPr>
        <p:spPr>
          <a:xfrm>
            <a:off x="6947731" y="1617000"/>
            <a:ext cx="4759505" cy="250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Nas funções de cadastrar ou alterar, o código usa produto[0] e produto[1].</a:t>
            </a:r>
            <a:endParaRPr sz="18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Quem não escreveu esse código precisa descobrir o que esses números representam: 0 é o nome, 1 é o preço.</a:t>
            </a:r>
            <a:endParaRPr sz="18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b="1" dirty="0">
                <a:latin typeface="Poppins"/>
                <a:ea typeface="Poppins"/>
                <a:cs typeface="Poppins"/>
                <a:sym typeface="Poppins"/>
              </a:rPr>
              <a:t>O código deixa isso claro sem precisar lembrar o índice?</a:t>
            </a: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6" name="Google Shape;3766;p356">
            <a:extLst>
              <a:ext uri="{FF2B5EF4-FFF2-40B4-BE49-F238E27FC236}">
                <a16:creationId xmlns:a16="http://schemas.microsoft.com/office/drawing/2014/main" id="{E9A057F3-A237-6DB3-00A2-7CA0D7EB685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73166" y="5885891"/>
            <a:ext cx="5475483" cy="23589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/>
              <a:t>Produzido pela SEDUC-SP com apoio da ferramenta Visual Studio Code. </a:t>
            </a:r>
            <a:endParaRPr sz="1000" dirty="0"/>
          </a:p>
        </p:txBody>
      </p:sp>
      <p:sp>
        <p:nvSpPr>
          <p:cNvPr id="3768" name="Google Shape;3768;p356">
            <a:extLst>
              <a:ext uri="{FF2B5EF4-FFF2-40B4-BE49-F238E27FC236}">
                <a16:creationId xmlns:a16="http://schemas.microsoft.com/office/drawing/2014/main" id="{F72E41E9-1D0C-0FFD-03FF-5E3CB0AB91C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534000" y="984399"/>
            <a:ext cx="6010050" cy="556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pt-BR" sz="1800" b="1" dirty="0"/>
              <a:t>Acompanhe outro trecho do programa:</a:t>
            </a:r>
            <a:endParaRPr sz="1800" b="1" dirty="0"/>
          </a:p>
        </p:txBody>
      </p:sp>
      <p:sp>
        <p:nvSpPr>
          <p:cNvPr id="3769" name="Google Shape;3769;p356">
            <a:extLst>
              <a:ext uri="{FF2B5EF4-FFF2-40B4-BE49-F238E27FC236}">
                <a16:creationId xmlns:a16="http://schemas.microsoft.com/office/drawing/2014/main" id="{249C1A40-4B1C-8E2E-0B39-DE0D9DFA1011}"/>
              </a:ext>
            </a:extLst>
          </p:cNvPr>
          <p:cNvSpPr txBox="1"/>
          <p:nvPr/>
        </p:nvSpPr>
        <p:spPr>
          <a:xfrm>
            <a:off x="2805032" y="1119119"/>
            <a:ext cx="607200" cy="57060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4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AA6FE59-BACE-52ED-1C7B-C5D52CD7D6D9}"/>
              </a:ext>
            </a:extLst>
          </p:cNvPr>
          <p:cNvGrpSpPr/>
          <p:nvPr/>
        </p:nvGrpSpPr>
        <p:grpSpPr>
          <a:xfrm>
            <a:off x="7998835" y="151711"/>
            <a:ext cx="4006167" cy="728134"/>
            <a:chOff x="7959476" y="3553689"/>
            <a:chExt cx="4006167" cy="728134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D090751C-650C-1D66-C713-D1BB09A6D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9092"/>
            <a:stretch>
              <a:fillRect/>
            </a:stretch>
          </p:blipFill>
          <p:spPr>
            <a:xfrm>
              <a:off x="11210533" y="3553689"/>
              <a:ext cx="725777" cy="728133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301F4047-1B5D-6733-85D7-748F533DB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59476" y="3553690"/>
              <a:ext cx="3471333" cy="728133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8A02F59-0E67-6146-B3B4-4C0C82A28B9B}"/>
                </a:ext>
              </a:extLst>
            </p:cNvPr>
            <p:cNvSpPr txBox="1"/>
            <p:nvPr/>
          </p:nvSpPr>
          <p:spPr>
            <a:xfrm>
              <a:off x="9088708" y="3773986"/>
              <a:ext cx="2876935" cy="235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DESENVOLVENDO JUNTOS</a:t>
              </a: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1A6E4F42-B2C6-DEBE-4938-29C9A46F1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058515" y="3654179"/>
              <a:ext cx="508878" cy="508878"/>
            </a:xfrm>
            <a:prstGeom prst="rect">
              <a:avLst/>
            </a:prstGeom>
          </p:spPr>
        </p:pic>
      </p:grpSp>
      <p:pic>
        <p:nvPicPr>
          <p:cNvPr id="17" name="Imagem 16">
            <a:extLst>
              <a:ext uri="{FF2B5EF4-FFF2-40B4-BE49-F238E27FC236}">
                <a16:creationId xmlns:a16="http://schemas.microsoft.com/office/drawing/2014/main" id="{0F9DF2CB-77D3-C236-5987-B3ECF0790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1192" y="5819880"/>
            <a:ext cx="1744133" cy="406400"/>
          </a:xfrm>
          <a:prstGeom prst="rect">
            <a:avLst/>
          </a:prstGeom>
        </p:spPr>
      </p:pic>
      <p:grpSp>
        <p:nvGrpSpPr>
          <p:cNvPr id="18" name="Gráfico 85">
            <a:extLst>
              <a:ext uri="{FF2B5EF4-FFF2-40B4-BE49-F238E27FC236}">
                <a16:creationId xmlns:a16="http://schemas.microsoft.com/office/drawing/2014/main" id="{8794A5A3-DC6A-2BCE-CE10-26D943CB7A74}"/>
              </a:ext>
            </a:extLst>
          </p:cNvPr>
          <p:cNvGrpSpPr/>
          <p:nvPr/>
        </p:nvGrpSpPr>
        <p:grpSpPr>
          <a:xfrm>
            <a:off x="10614818" y="5904127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19" name="Forma Livre 150">
              <a:extLst>
                <a:ext uri="{FF2B5EF4-FFF2-40B4-BE49-F238E27FC236}">
                  <a16:creationId xmlns:a16="http://schemas.microsoft.com/office/drawing/2014/main" id="{C50A0FC8-E9FA-B364-0AC4-8ECCE5FDBB95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0" name="Forma Livre 151">
              <a:extLst>
                <a:ext uri="{FF2B5EF4-FFF2-40B4-BE49-F238E27FC236}">
                  <a16:creationId xmlns:a16="http://schemas.microsoft.com/office/drawing/2014/main" id="{296CD669-525C-425D-B8EA-DA7D77E96BEB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1" name="Forma Livre 152">
              <a:extLst>
                <a:ext uri="{FF2B5EF4-FFF2-40B4-BE49-F238E27FC236}">
                  <a16:creationId xmlns:a16="http://schemas.microsoft.com/office/drawing/2014/main" id="{FAE07404-D5EA-50A9-749C-980DE5DE2657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2" name="Forma Livre 153">
              <a:extLst>
                <a:ext uri="{FF2B5EF4-FFF2-40B4-BE49-F238E27FC236}">
                  <a16:creationId xmlns:a16="http://schemas.microsoft.com/office/drawing/2014/main" id="{7F56B8CD-10B5-12CF-F47F-1B32502C196C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3" name="Forma Livre 154">
              <a:extLst>
                <a:ext uri="{FF2B5EF4-FFF2-40B4-BE49-F238E27FC236}">
                  <a16:creationId xmlns:a16="http://schemas.microsoft.com/office/drawing/2014/main" id="{78608DB6-85CC-A020-2640-49C9D0E797BC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4" name="Forma Livre 155">
              <a:extLst>
                <a:ext uri="{FF2B5EF4-FFF2-40B4-BE49-F238E27FC236}">
                  <a16:creationId xmlns:a16="http://schemas.microsoft.com/office/drawing/2014/main" id="{19FA49FE-2B00-BED8-F85E-A338BD4A880C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5" name="Forma Livre 156">
              <a:extLst>
                <a:ext uri="{FF2B5EF4-FFF2-40B4-BE49-F238E27FC236}">
                  <a16:creationId xmlns:a16="http://schemas.microsoft.com/office/drawing/2014/main" id="{BDB64481-3954-AE70-BC8C-01FCC223A148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  <p:sp>
          <p:nvSpPr>
            <p:cNvPr id="26" name="Forma Livre 157">
              <a:extLst>
                <a:ext uri="{FF2B5EF4-FFF2-40B4-BE49-F238E27FC236}">
                  <a16:creationId xmlns:a16="http://schemas.microsoft.com/office/drawing/2014/main" id="{0E394CEC-D391-41C3-E231-5279A997D4A0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 dirty="0"/>
            </a:p>
          </p:txBody>
        </p:sp>
      </p:grpSp>
    </p:spTree>
    <p:extLst>
      <p:ext uri="{BB962C8B-B14F-4D97-AF65-F5344CB8AC3E}">
        <p14:creationId xmlns:p14="http://schemas.microsoft.com/office/powerpoint/2010/main" val="356441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2">
          <a:extLst>
            <a:ext uri="{FF2B5EF4-FFF2-40B4-BE49-F238E27FC236}">
              <a16:creationId xmlns:a16="http://schemas.microsoft.com/office/drawing/2014/main" id="{EC64D845-AB0D-767A-4C82-D74CAD2C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p356">
            <a:extLst>
              <a:ext uri="{FF2B5EF4-FFF2-40B4-BE49-F238E27FC236}">
                <a16:creationId xmlns:a16="http://schemas.microsoft.com/office/drawing/2014/main" id="{23AAB92B-4C48-5B8A-3EA4-437BBDA59531}"/>
              </a:ext>
            </a:extLst>
          </p:cNvPr>
          <p:cNvSpPr txBox="1"/>
          <p:nvPr/>
        </p:nvSpPr>
        <p:spPr>
          <a:xfrm>
            <a:off x="2805032" y="1119119"/>
            <a:ext cx="607200" cy="57060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4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ADC1ACB-71FD-1E2D-14FE-F2173C135CA3}"/>
              </a:ext>
            </a:extLst>
          </p:cNvPr>
          <p:cNvGrpSpPr/>
          <p:nvPr/>
        </p:nvGrpSpPr>
        <p:grpSpPr>
          <a:xfrm>
            <a:off x="7998835" y="151711"/>
            <a:ext cx="4006167" cy="728134"/>
            <a:chOff x="7959476" y="3553689"/>
            <a:chExt cx="4006167" cy="728134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BB135BC3-CFEB-ABC1-EDF3-22D4A590F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9092"/>
            <a:stretch>
              <a:fillRect/>
            </a:stretch>
          </p:blipFill>
          <p:spPr>
            <a:xfrm>
              <a:off x="11210533" y="3553689"/>
              <a:ext cx="725777" cy="728133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EC616606-A6F7-BEC3-F9B9-CBD5B63EF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9476" y="3553690"/>
              <a:ext cx="3471333" cy="728133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03D22C6E-B22A-E510-0CA0-66915FF0274D}"/>
                </a:ext>
              </a:extLst>
            </p:cNvPr>
            <p:cNvSpPr txBox="1"/>
            <p:nvPr/>
          </p:nvSpPr>
          <p:spPr>
            <a:xfrm>
              <a:off x="9088708" y="3773986"/>
              <a:ext cx="2876935" cy="235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DESENVOLVENDO JUNTOS</a:t>
              </a: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02607E90-C605-0B06-DD95-0AC6FF652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058515" y="3654179"/>
              <a:ext cx="508878" cy="508878"/>
            </a:xfrm>
            <a:prstGeom prst="rect">
              <a:avLst/>
            </a:prstGeom>
          </p:spPr>
        </p:pic>
      </p:grpSp>
      <p:sp>
        <p:nvSpPr>
          <p:cNvPr id="21" name="Google Shape;3768;p356">
            <a:extLst>
              <a:ext uri="{FF2B5EF4-FFF2-40B4-BE49-F238E27FC236}">
                <a16:creationId xmlns:a16="http://schemas.microsoft.com/office/drawing/2014/main" id="{620FF741-F182-3394-1EF1-2E1FE4FFF1A5}"/>
              </a:ext>
            </a:extLst>
          </p:cNvPr>
          <p:cNvSpPr txBox="1">
            <a:spLocks/>
          </p:cNvSpPr>
          <p:nvPr/>
        </p:nvSpPr>
        <p:spPr>
          <a:xfrm>
            <a:off x="3534000" y="1026855"/>
            <a:ext cx="5124000" cy="556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 spc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pt-BR" sz="1800" b="1" dirty="0"/>
              <a:t>O que dificulta a leitura do código?</a:t>
            </a:r>
          </a:p>
        </p:txBody>
      </p:sp>
      <p:sp>
        <p:nvSpPr>
          <p:cNvPr id="22" name="Google Shape;3777;p357">
            <a:extLst>
              <a:ext uri="{FF2B5EF4-FFF2-40B4-BE49-F238E27FC236}">
                <a16:creationId xmlns:a16="http://schemas.microsoft.com/office/drawing/2014/main" id="{7C92BD57-65A8-93E4-FB25-2F2B46CB9C25}"/>
              </a:ext>
            </a:extLst>
          </p:cNvPr>
          <p:cNvSpPr txBox="1"/>
          <p:nvPr/>
        </p:nvSpPr>
        <p:spPr>
          <a:xfrm>
            <a:off x="2805032" y="1918944"/>
            <a:ext cx="849733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Retomando o que observamos nas funções anteriores, identifique no código: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Google Shape;610;p16">
            <a:extLst>
              <a:ext uri="{FF2B5EF4-FFF2-40B4-BE49-F238E27FC236}">
                <a16:creationId xmlns:a16="http://schemas.microsoft.com/office/drawing/2014/main" id="{FEBF655D-5DDF-142D-ADFE-30543FA25046}"/>
              </a:ext>
            </a:extLst>
          </p:cNvPr>
          <p:cNvSpPr/>
          <p:nvPr/>
        </p:nvSpPr>
        <p:spPr>
          <a:xfrm rot="10800000" flipH="1">
            <a:off x="2878253" y="2948358"/>
            <a:ext cx="8003356" cy="1918917"/>
          </a:xfrm>
          <a:prstGeom prst="foldedCorner">
            <a:avLst>
              <a:gd name="adj" fmla="val 16667"/>
            </a:avLst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 dirty="0">
              <a:solidFill>
                <a:schemeClr val="lt1"/>
              </a:solidFill>
              <a:highlight>
                <a:srgbClr val="E28099"/>
              </a:highlight>
            </a:endParaRPr>
          </a:p>
        </p:txBody>
      </p:sp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E1E446B5-5980-6044-BF63-B6A0D7F22463}"/>
              </a:ext>
            </a:extLst>
          </p:cNvPr>
          <p:cNvSpPr txBox="1">
            <a:spLocks/>
          </p:cNvSpPr>
          <p:nvPr/>
        </p:nvSpPr>
        <p:spPr>
          <a:xfrm>
            <a:off x="3076732" y="3196946"/>
            <a:ext cx="7265233" cy="155603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0204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o que o nome da função não deixa evidente;</a:t>
            </a:r>
          </a:p>
          <a:p>
            <a:pPr marL="40204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quais tarefas aparecem juntas no mesmo trecho;</a:t>
            </a:r>
          </a:p>
          <a:p>
            <a:pPr marL="40204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onde um número representa uma informação;</a:t>
            </a:r>
          </a:p>
          <a:p>
            <a:pPr marL="40204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onde aparece uma repetição de código. </a:t>
            </a:r>
          </a:p>
          <a:p>
            <a:pPr indent="-245546">
              <a:spcAft>
                <a:spcPts val="600"/>
              </a:spcAft>
              <a:buClrTx/>
              <a:buFontTx/>
            </a:pPr>
            <a:endParaRPr lang="pt-BR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5810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6" name="Google Shape;3786;p358"/>
          <p:cNvPicPr preferRelativeResize="0"/>
          <p:nvPr/>
        </p:nvPicPr>
        <p:blipFill>
          <a:blip r:embed="rId3">
            <a:alphaModFix/>
          </a:blip>
          <a:srcRect l="1614" t="18043"/>
          <a:stretch>
            <a:fillRect/>
          </a:stretch>
        </p:blipFill>
        <p:spPr>
          <a:xfrm>
            <a:off x="6001790" y="2144613"/>
            <a:ext cx="5976358" cy="1995816"/>
          </a:xfrm>
          <a:prstGeom prst="rect">
            <a:avLst/>
          </a:prstGeom>
          <a:noFill/>
          <a:ln>
            <a:noFill/>
          </a:ln>
        </p:spPr>
      </p:pic>
      <p:sp>
        <p:nvSpPr>
          <p:cNvPr id="3787" name="Google Shape;3787;p358"/>
          <p:cNvSpPr txBox="1"/>
          <p:nvPr/>
        </p:nvSpPr>
        <p:spPr>
          <a:xfrm>
            <a:off x="7579814" y="4198440"/>
            <a:ext cx="421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8" name="Google Shape;3788;p358"/>
          <p:cNvSpPr txBox="1">
            <a:spLocks noGrp="1"/>
          </p:cNvSpPr>
          <p:nvPr>
            <p:ph type="body" idx="1"/>
          </p:nvPr>
        </p:nvSpPr>
        <p:spPr>
          <a:xfrm>
            <a:off x="2720829" y="826101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Nome que descreve a tarefa</a:t>
            </a:r>
            <a:endParaRPr sz="3200" dirty="0"/>
          </a:p>
        </p:txBody>
      </p:sp>
      <p:sp>
        <p:nvSpPr>
          <p:cNvPr id="3789" name="Google Shape;3789;p358"/>
          <p:cNvSpPr txBox="1"/>
          <p:nvPr/>
        </p:nvSpPr>
        <p:spPr>
          <a:xfrm>
            <a:off x="213852" y="1821309"/>
            <a:ext cx="5567823" cy="301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nome claro ajuda a entender rapidamente o que a função faz.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Quem lê deve conseguir identificar a </a:t>
            </a: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tarefa principal</a:t>
            </a: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pelo nome antes de precisar ler todo o código.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o nome indica uma tarefa, mas a função realiza várias outras, fica mais difícil entender seu papel no programa.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651514E-D26F-3762-4907-059EDC38FB8E}"/>
              </a:ext>
            </a:extLst>
          </p:cNvPr>
          <p:cNvSpPr txBox="1"/>
          <p:nvPr/>
        </p:nvSpPr>
        <p:spPr>
          <a:xfrm>
            <a:off x="12290305" y="640782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22363F3C-93D5-C2B3-AFC3-84A61D5BD43F}"/>
              </a:ext>
            </a:extLst>
          </p:cNvPr>
          <p:cNvSpPr/>
          <p:nvPr/>
        </p:nvSpPr>
        <p:spPr>
          <a:xfrm>
            <a:off x="2143996" y="4890776"/>
            <a:ext cx="8085854" cy="1179223"/>
          </a:xfrm>
          <a:prstGeom prst="rect">
            <a:avLst/>
          </a:prstGeom>
          <a:solidFill>
            <a:srgbClr val="263B4B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</a:endParaRPr>
          </a:p>
        </p:txBody>
      </p:sp>
      <p:sp>
        <p:nvSpPr>
          <p:cNvPr id="4" name="Google Shape;814;p61">
            <a:extLst>
              <a:ext uri="{FF2B5EF4-FFF2-40B4-BE49-F238E27FC236}">
                <a16:creationId xmlns:a16="http://schemas.microsoft.com/office/drawing/2014/main" id="{FC6FC83A-945E-17F5-AE8E-1543CFE9BD4A}"/>
              </a:ext>
            </a:extLst>
          </p:cNvPr>
          <p:cNvSpPr txBox="1"/>
          <p:nvPr/>
        </p:nvSpPr>
        <p:spPr>
          <a:xfrm>
            <a:off x="3444855" y="4954051"/>
            <a:ext cx="2465279" cy="40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07000"/>
              </a:lnSpc>
              <a:buSzPts val="2700"/>
            </a:pPr>
            <a:r>
              <a:rPr lang="pt-BR" sz="18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Tome nota</a:t>
            </a:r>
            <a:endParaRPr lang="pt-BR" sz="18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" name="Google Shape;815;p61">
            <a:extLst>
              <a:ext uri="{FF2B5EF4-FFF2-40B4-BE49-F238E27FC236}">
                <a16:creationId xmlns:a16="http://schemas.microsoft.com/office/drawing/2014/main" id="{957B13FB-3C7D-E836-C6CB-2AFD58A98596}"/>
              </a:ext>
            </a:extLst>
          </p:cNvPr>
          <p:cNvSpPr/>
          <p:nvPr/>
        </p:nvSpPr>
        <p:spPr>
          <a:xfrm>
            <a:off x="2309263" y="4837489"/>
            <a:ext cx="868725" cy="864592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38F93C-E2A0-2605-E8D2-D6B4CF5EAB06}"/>
              </a:ext>
            </a:extLst>
          </p:cNvPr>
          <p:cNvSpPr txBox="1"/>
          <p:nvPr/>
        </p:nvSpPr>
        <p:spPr>
          <a:xfrm>
            <a:off x="3781181" y="633117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DCDC53-83BA-E5D6-849B-124ECA5D7C9A}"/>
              </a:ext>
            </a:extLst>
          </p:cNvPr>
          <p:cNvSpPr txBox="1">
            <a:spLocks/>
          </p:cNvSpPr>
          <p:nvPr/>
        </p:nvSpPr>
        <p:spPr>
          <a:xfrm>
            <a:off x="3504957" y="5322623"/>
            <a:ext cx="6466847" cy="65314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nome de uma função deve indicar com clareza a tarefa principal que ela realiza.</a:t>
            </a:r>
          </a:p>
          <a:p>
            <a:endParaRPr lang="pt-BR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AF41A83-09AF-497E-193C-CF712B867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837" y="4980295"/>
            <a:ext cx="518746" cy="5011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360"/>
          <p:cNvSpPr txBox="1">
            <a:spLocks noGrp="1"/>
          </p:cNvSpPr>
          <p:nvPr>
            <p:ph type="body" idx="1"/>
          </p:nvPr>
        </p:nvSpPr>
        <p:spPr>
          <a:xfrm>
            <a:off x="2706200" y="709953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Tamanho da parte</a:t>
            </a:r>
            <a:endParaRPr sz="3200" dirty="0"/>
          </a:p>
        </p:txBody>
      </p:sp>
      <p:sp>
        <p:nvSpPr>
          <p:cNvPr id="3806" name="Google Shape;3806;p360"/>
          <p:cNvSpPr txBox="1"/>
          <p:nvPr/>
        </p:nvSpPr>
        <p:spPr>
          <a:xfrm>
            <a:off x="2706200" y="1320440"/>
            <a:ext cx="8512200" cy="258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Pct val="100000"/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função fica mais fácil de acompanhar quando tem uma responsabilidade bem definida.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285750" algn="l" rtl="0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Pct val="100000"/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o mesmo trecho pede um dado, calcula, mostra o resultado e ainda grava informações, o leitor precisa entender várias tarefas ao mesmo tempo.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285750" algn="l" rtl="0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Pct val="100000"/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programa pode funcionar assim, mas a leitura e a manutenção ficam mais difíceis.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10;p16">
            <a:extLst>
              <a:ext uri="{FF2B5EF4-FFF2-40B4-BE49-F238E27FC236}">
                <a16:creationId xmlns:a16="http://schemas.microsoft.com/office/drawing/2014/main" id="{98562159-78C8-FEB5-06F8-6316020A9599}"/>
              </a:ext>
            </a:extLst>
          </p:cNvPr>
          <p:cNvSpPr/>
          <p:nvPr/>
        </p:nvSpPr>
        <p:spPr>
          <a:xfrm rot="10800000" flipH="1">
            <a:off x="3939439" y="3836199"/>
            <a:ext cx="6370522" cy="1065863"/>
          </a:xfrm>
          <a:prstGeom prst="foldedCorner">
            <a:avLst>
              <a:gd name="adj" fmla="val 16667"/>
            </a:avLst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 dirty="0">
              <a:solidFill>
                <a:schemeClr val="lt1"/>
              </a:solidFill>
              <a:highlight>
                <a:srgbClr val="E28099"/>
              </a:highlight>
            </a:endParaRP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1C54AC2-09B3-4E8A-DCE4-ED018239A4F3}"/>
              </a:ext>
            </a:extLst>
          </p:cNvPr>
          <p:cNvSpPr txBox="1">
            <a:spLocks/>
          </p:cNvSpPr>
          <p:nvPr/>
        </p:nvSpPr>
        <p:spPr>
          <a:xfrm>
            <a:off x="4195726" y="3902066"/>
            <a:ext cx="6010118" cy="106586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45546">
              <a:spcAft>
                <a:spcPts val="600"/>
              </a:spcAft>
            </a:pPr>
            <a:r>
              <a:rPr lang="pt-BR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Exemplos: </a:t>
            </a:r>
          </a:p>
          <a:p>
            <a:pPr marL="40204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classificar_desempenho(media) </a:t>
            </a:r>
            <a:r>
              <a:rPr lang="pt-BR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só devolve a faixa. </a:t>
            </a:r>
          </a:p>
          <a:p>
            <a:pPr marL="40204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classificar_produto </a:t>
            </a:r>
            <a:r>
              <a:rPr lang="pt-BR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junta várias etapas.</a:t>
            </a:r>
          </a:p>
          <a:p>
            <a:pPr indent="-245546">
              <a:spcAft>
                <a:spcPts val="600"/>
              </a:spcAft>
            </a:pPr>
            <a:endParaRPr lang="pt-BR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Google Shape;136;p4">
            <a:extLst>
              <a:ext uri="{FF2B5EF4-FFF2-40B4-BE49-F238E27FC236}">
                <a16:creationId xmlns:a16="http://schemas.microsoft.com/office/drawing/2014/main" id="{C79AB9AF-F423-25C9-D7E2-5C1F95C5C69E}"/>
              </a:ext>
            </a:extLst>
          </p:cNvPr>
          <p:cNvSpPr txBox="1"/>
          <p:nvPr/>
        </p:nvSpPr>
        <p:spPr>
          <a:xfrm>
            <a:off x="2837670" y="5230153"/>
            <a:ext cx="8735205" cy="831724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>
              <a:buSzPts val="1800"/>
            </a:pPr>
            <a:endParaRPr lang="pt-BR" sz="1600" dirty="0"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  <a:p>
            <a:pPr>
              <a:buSzPts val="1800"/>
            </a:pPr>
            <a:r>
              <a:rPr lang="pt-BR" sz="1600" dirty="0">
                <a:latin typeface="Poppins" pitchFamily="2" charset="77"/>
                <a:ea typeface="Lato"/>
                <a:cs typeface="Poppins" pitchFamily="2" charset="77"/>
                <a:sym typeface="Lato"/>
              </a:rPr>
              <a:t>Dividir responsabilidades ajuda a tornar o código mais fácil de entender e manter.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7E0ADA-F60B-38C6-6481-4E204CD908EE}"/>
              </a:ext>
            </a:extLst>
          </p:cNvPr>
          <p:cNvSpPr txBox="1"/>
          <p:nvPr/>
        </p:nvSpPr>
        <p:spPr>
          <a:xfrm>
            <a:off x="3467725" y="122919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24F7851-AC4F-613D-C19C-81FC37E14B3B}"/>
              </a:ext>
            </a:extLst>
          </p:cNvPr>
          <p:cNvGrpSpPr/>
          <p:nvPr/>
        </p:nvGrpSpPr>
        <p:grpSpPr>
          <a:xfrm>
            <a:off x="2706200" y="4967929"/>
            <a:ext cx="2726371" cy="569631"/>
            <a:chOff x="12518550" y="1441559"/>
            <a:chExt cx="5227493" cy="1092200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E5AED8F4-B1A7-A025-B54B-E501CCB3B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18550" y="1441559"/>
              <a:ext cx="5207000" cy="1092200"/>
            </a:xfrm>
            <a:prstGeom prst="rect">
              <a:avLst/>
            </a:prstGeom>
          </p:spPr>
        </p:pic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E78AE093-2FD5-9401-7AE3-A6D6B55D82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35456D17-D041-7959-97DD-0B6090BEEB96}"/>
                </a:ext>
              </a:extLst>
            </p:cNvPr>
            <p:cNvSpPr txBox="1"/>
            <p:nvPr/>
          </p:nvSpPr>
          <p:spPr>
            <a:xfrm>
              <a:off x="13963023" y="1703404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FICA A DICA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D98713A6-336C-5986-260A-18E766D7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4D1FCC38-660A-02EA-C9B3-B056ABED5966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C7EA2D45-B5F8-DC9F-851D-BEFD23066C7D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36B49BC9-9553-68DF-4E80-6322B197DCE1}"/>
              </a:ext>
            </a:extLst>
          </p:cNvPr>
          <p:cNvSpPr/>
          <p:nvPr/>
        </p:nvSpPr>
        <p:spPr>
          <a:xfrm>
            <a:off x="3026388" y="431039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C9348E14-6BD4-1357-33BF-CC180964AE06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6773C115-602E-F2A6-4750-112EC29F791A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18610DE-BF54-162F-6BD1-C0A0A3B80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BB13BBF9-A7CE-8C02-F22E-A2A75F4E134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59750C3B-D405-B580-0654-E7F5DAEF69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67889" y="1159843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>
                <a:solidFill>
                  <a:schemeClr val="lt1"/>
                </a:solidFill>
              </a:rPr>
              <a:t>O que mais ajuda outra pessoa a entender um programa simples que já funciona?</a:t>
            </a:r>
          </a:p>
          <a:p>
            <a:pPr lvl="4"/>
            <a:endParaRPr lang="pt-BR" sz="3200" dirty="0"/>
          </a:p>
        </p:txBody>
      </p:sp>
      <p:sp>
        <p:nvSpPr>
          <p:cNvPr id="2" name="Google Shape;852;p64">
            <a:extLst>
              <a:ext uri="{FF2B5EF4-FFF2-40B4-BE49-F238E27FC236}">
                <a16:creationId xmlns:a16="http://schemas.microsoft.com/office/drawing/2014/main" id="{40D9303F-0657-E6D2-4352-6A83C83EF2A4}"/>
              </a:ext>
            </a:extLst>
          </p:cNvPr>
          <p:cNvSpPr txBox="1"/>
          <p:nvPr/>
        </p:nvSpPr>
        <p:spPr>
          <a:xfrm>
            <a:off x="3228182" y="4481308"/>
            <a:ext cx="297969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600"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Usar nomes que descrevem a tarefa resumidamente. </a:t>
            </a:r>
          </a:p>
        </p:txBody>
      </p:sp>
      <p:sp>
        <p:nvSpPr>
          <p:cNvPr id="5" name="Google Shape;854;p64">
            <a:extLst>
              <a:ext uri="{FF2B5EF4-FFF2-40B4-BE49-F238E27FC236}">
                <a16:creationId xmlns:a16="http://schemas.microsoft.com/office/drawing/2014/main" id="{3B30F271-3498-D5A4-79C6-693642042D8E}"/>
              </a:ext>
            </a:extLst>
          </p:cNvPr>
          <p:cNvSpPr txBox="1"/>
          <p:nvPr/>
        </p:nvSpPr>
        <p:spPr>
          <a:xfrm>
            <a:off x="7008059" y="4469630"/>
            <a:ext cx="287415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600"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Copiar o mesmo trecho em todo lugar para “garantir”.</a:t>
            </a:r>
          </a:p>
        </p:txBody>
      </p:sp>
      <p:sp>
        <p:nvSpPr>
          <p:cNvPr id="11" name="Google Shape;855;p64">
            <a:extLst>
              <a:ext uri="{FF2B5EF4-FFF2-40B4-BE49-F238E27FC236}">
                <a16:creationId xmlns:a16="http://schemas.microsoft.com/office/drawing/2014/main" id="{ABA620DC-69AF-7B74-22BE-7462CA958E3F}"/>
              </a:ext>
            </a:extLst>
          </p:cNvPr>
          <p:cNvSpPr txBox="1"/>
          <p:nvPr/>
        </p:nvSpPr>
        <p:spPr>
          <a:xfrm>
            <a:off x="3175819" y="3378412"/>
            <a:ext cx="308302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600"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Acrescentar o maior número possível de opções no menu.</a:t>
            </a:r>
          </a:p>
        </p:txBody>
      </p:sp>
      <p:sp>
        <p:nvSpPr>
          <p:cNvPr id="20" name="Google Shape;856;p64">
            <a:extLst>
              <a:ext uri="{FF2B5EF4-FFF2-40B4-BE49-F238E27FC236}">
                <a16:creationId xmlns:a16="http://schemas.microsoft.com/office/drawing/2014/main" id="{32B59E54-585A-5342-A0C6-7CEF0F74353A}"/>
              </a:ext>
            </a:extLst>
          </p:cNvPr>
          <p:cNvSpPr txBox="1"/>
          <p:nvPr/>
        </p:nvSpPr>
        <p:spPr>
          <a:xfrm>
            <a:off x="6998877" y="3372841"/>
            <a:ext cx="287415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600"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Esconder várias tarefas atrás de um nome curto.</a:t>
            </a:r>
          </a:p>
        </p:txBody>
      </p:sp>
    </p:spTree>
    <p:extLst>
      <p:ext uri="{BB962C8B-B14F-4D97-AF65-F5344CB8AC3E}">
        <p14:creationId xmlns:p14="http://schemas.microsoft.com/office/powerpoint/2010/main" val="348024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B48D8250-5339-AB07-CCDD-FDD6F7A9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A0D4705B-F42E-4922-3D53-0EBD15761740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0336CC1A-E4C1-DC0D-A957-47E96248EB39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1E8AF23C-A299-C23C-2698-F55FAB05B3CB}"/>
              </a:ext>
            </a:extLst>
          </p:cNvPr>
          <p:cNvSpPr/>
          <p:nvPr/>
        </p:nvSpPr>
        <p:spPr>
          <a:xfrm>
            <a:off x="3026388" y="431039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FA504283-3CC9-44F5-2E70-862213BE2575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385E09B5-DDA9-C701-AC5E-9D3D4483458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0D0A8F5-327A-0D85-6832-880A3C165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177469EB-FDC8-6A79-25BF-269DC7BFC580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" name="Google Shape;1434;p98">
            <a:extLst>
              <a:ext uri="{FF2B5EF4-FFF2-40B4-BE49-F238E27FC236}">
                <a16:creationId xmlns:a16="http://schemas.microsoft.com/office/drawing/2014/main" id="{BED1BFEB-6C61-3E51-267A-38A9448E2B4E}"/>
              </a:ext>
            </a:extLst>
          </p:cNvPr>
          <p:cNvSpPr/>
          <p:nvPr/>
        </p:nvSpPr>
        <p:spPr>
          <a:xfrm>
            <a:off x="10267962" y="4418662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5;p98">
            <a:extLst>
              <a:ext uri="{FF2B5EF4-FFF2-40B4-BE49-F238E27FC236}">
                <a16:creationId xmlns:a16="http://schemas.microsoft.com/office/drawing/2014/main" id="{4F78906A-6948-93F5-09DA-BB11F3C78DC6}"/>
              </a:ext>
            </a:extLst>
          </p:cNvPr>
          <p:cNvSpPr/>
          <p:nvPr/>
        </p:nvSpPr>
        <p:spPr>
          <a:xfrm>
            <a:off x="2437471" y="3400069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36;p98">
            <a:extLst>
              <a:ext uri="{FF2B5EF4-FFF2-40B4-BE49-F238E27FC236}">
                <a16:creationId xmlns:a16="http://schemas.microsoft.com/office/drawing/2014/main" id="{D4823BBE-DFEC-6DEF-7CAF-16DEEA02B2E6}"/>
              </a:ext>
            </a:extLst>
          </p:cNvPr>
          <p:cNvSpPr/>
          <p:nvPr/>
        </p:nvSpPr>
        <p:spPr>
          <a:xfrm>
            <a:off x="10242028" y="3363759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437;p98">
            <a:extLst>
              <a:ext uri="{FF2B5EF4-FFF2-40B4-BE49-F238E27FC236}">
                <a16:creationId xmlns:a16="http://schemas.microsoft.com/office/drawing/2014/main" id="{0A5452E3-01DC-607D-06A8-5BAF5F26CBDD}"/>
              </a:ext>
            </a:extLst>
          </p:cNvPr>
          <p:cNvSpPr/>
          <p:nvPr/>
        </p:nvSpPr>
        <p:spPr>
          <a:xfrm rot="-3043640">
            <a:off x="2464076" y="4557287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2;p64">
            <a:extLst>
              <a:ext uri="{FF2B5EF4-FFF2-40B4-BE49-F238E27FC236}">
                <a16:creationId xmlns:a16="http://schemas.microsoft.com/office/drawing/2014/main" id="{CDA7BF00-94EF-638F-EDA1-E55979DF7294}"/>
              </a:ext>
            </a:extLst>
          </p:cNvPr>
          <p:cNvSpPr txBox="1"/>
          <p:nvPr/>
        </p:nvSpPr>
        <p:spPr>
          <a:xfrm>
            <a:off x="3228182" y="4481308"/>
            <a:ext cx="297969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600"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Usar nomes que descrevem a tarefa resumidamente. </a:t>
            </a:r>
          </a:p>
        </p:txBody>
      </p:sp>
      <p:sp>
        <p:nvSpPr>
          <p:cNvPr id="5" name="Google Shape;854;p64">
            <a:extLst>
              <a:ext uri="{FF2B5EF4-FFF2-40B4-BE49-F238E27FC236}">
                <a16:creationId xmlns:a16="http://schemas.microsoft.com/office/drawing/2014/main" id="{34B78DE3-2DE9-54BE-884F-D9AB7B047554}"/>
              </a:ext>
            </a:extLst>
          </p:cNvPr>
          <p:cNvSpPr txBox="1"/>
          <p:nvPr/>
        </p:nvSpPr>
        <p:spPr>
          <a:xfrm>
            <a:off x="7008059" y="4469630"/>
            <a:ext cx="287415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600"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Copiar o mesmo trecho em todo lugar para “garantir”.</a:t>
            </a:r>
          </a:p>
        </p:txBody>
      </p:sp>
      <p:sp>
        <p:nvSpPr>
          <p:cNvPr id="11" name="Google Shape;855;p64">
            <a:extLst>
              <a:ext uri="{FF2B5EF4-FFF2-40B4-BE49-F238E27FC236}">
                <a16:creationId xmlns:a16="http://schemas.microsoft.com/office/drawing/2014/main" id="{63DB72FF-6D0F-61F0-41FC-A09E096DDA3A}"/>
              </a:ext>
            </a:extLst>
          </p:cNvPr>
          <p:cNvSpPr txBox="1"/>
          <p:nvPr/>
        </p:nvSpPr>
        <p:spPr>
          <a:xfrm>
            <a:off x="3175819" y="3378412"/>
            <a:ext cx="308302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600"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Acrescentar o maior número possível de opções no menu.</a:t>
            </a:r>
          </a:p>
        </p:txBody>
      </p:sp>
      <p:sp>
        <p:nvSpPr>
          <p:cNvPr id="20" name="Google Shape;856;p64">
            <a:extLst>
              <a:ext uri="{FF2B5EF4-FFF2-40B4-BE49-F238E27FC236}">
                <a16:creationId xmlns:a16="http://schemas.microsoft.com/office/drawing/2014/main" id="{57FA8D28-758F-5FB2-1980-F4867B429648}"/>
              </a:ext>
            </a:extLst>
          </p:cNvPr>
          <p:cNvSpPr txBox="1"/>
          <p:nvPr/>
        </p:nvSpPr>
        <p:spPr>
          <a:xfrm>
            <a:off x="6998877" y="3372841"/>
            <a:ext cx="287415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600"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Esconder várias tarefas atrás de um nome curto.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61D725AC-395E-4F15-49B7-F555339718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67889" y="1159843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>
                <a:solidFill>
                  <a:schemeClr val="lt1"/>
                </a:solidFill>
              </a:rPr>
              <a:t>O que mais ajuda outra pessoa a entender um programa simples que já funciona?</a:t>
            </a:r>
          </a:p>
          <a:p>
            <a:pPr lvl="4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895442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p364"/>
          <p:cNvSpPr txBox="1">
            <a:spLocks noGrp="1"/>
          </p:cNvSpPr>
          <p:nvPr>
            <p:ph type="body" idx="1"/>
          </p:nvPr>
        </p:nvSpPr>
        <p:spPr>
          <a:xfrm>
            <a:off x="2736129" y="706842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Organização visível</a:t>
            </a:r>
            <a:endParaRPr sz="3200" dirty="0"/>
          </a:p>
        </p:txBody>
      </p:sp>
      <p:sp>
        <p:nvSpPr>
          <p:cNvPr id="3865" name="Google Shape;3865;p364"/>
          <p:cNvSpPr txBox="1"/>
          <p:nvPr/>
        </p:nvSpPr>
        <p:spPr>
          <a:xfrm>
            <a:off x="261418" y="2009129"/>
            <a:ext cx="4949421" cy="3724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Organizar o código é deixar claro onde cada parte do programa acontece: o menu chama, a função executa e os dados são usados pelas funções.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Nomes claros e funções com responsabilidades bem definidas ajudam o leitor a acompanhar esse caminho sem precisar procurar cada trecho.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67" name="Google Shape;3867;p364"/>
          <p:cNvSpPr txBox="1"/>
          <p:nvPr/>
        </p:nvSpPr>
        <p:spPr>
          <a:xfrm>
            <a:off x="7705725" y="4257850"/>
            <a:ext cx="4114236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68" name="Google Shape;3868;p3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9375" y="2090013"/>
            <a:ext cx="6303374" cy="22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10;p16">
            <a:extLst>
              <a:ext uri="{FF2B5EF4-FFF2-40B4-BE49-F238E27FC236}">
                <a16:creationId xmlns:a16="http://schemas.microsoft.com/office/drawing/2014/main" id="{74DF1BB6-3D26-EDAC-9D85-756F53EBB74F}"/>
              </a:ext>
            </a:extLst>
          </p:cNvPr>
          <p:cNvSpPr/>
          <p:nvPr/>
        </p:nvSpPr>
        <p:spPr>
          <a:xfrm rot="10800000" flipH="1">
            <a:off x="5529375" y="4821400"/>
            <a:ext cx="6303374" cy="1065863"/>
          </a:xfrm>
          <a:prstGeom prst="foldedCorner">
            <a:avLst>
              <a:gd name="adj" fmla="val 16667"/>
            </a:avLst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 dirty="0">
              <a:solidFill>
                <a:schemeClr val="lt1"/>
              </a:solidFill>
              <a:highlight>
                <a:srgbClr val="E28099"/>
              </a:highlight>
            </a:endParaRP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7BAE3D85-06F6-E924-EBBC-DA64DF1C8C28}"/>
              </a:ext>
            </a:extLst>
          </p:cNvPr>
          <p:cNvSpPr txBox="1">
            <a:spLocks/>
          </p:cNvSpPr>
          <p:nvPr/>
        </p:nvSpPr>
        <p:spPr>
          <a:xfrm>
            <a:off x="5718514" y="4887268"/>
            <a:ext cx="6010118" cy="106586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45546">
              <a:spcAft>
                <a:spcPts val="600"/>
              </a:spcAft>
            </a:pPr>
            <a:r>
              <a:rPr lang="pt-BR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Exemplo: </a:t>
            </a:r>
          </a:p>
          <a:p>
            <a:pPr>
              <a:spcAft>
                <a:spcPts val="600"/>
              </a:spcAft>
              <a:buClr>
                <a:schemeClr val="bg1"/>
              </a:buClr>
            </a:pPr>
            <a:r>
              <a:rPr lang="pt-BR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Se </a:t>
            </a:r>
            <a:r>
              <a:rPr lang="pt-BR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mostrar_menu() </a:t>
            </a:r>
            <a:r>
              <a:rPr lang="pt-BR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apenas apresenta as opções, fica mais fácil acompanhar o fluxo do programa a partir do </a:t>
            </a:r>
            <a:r>
              <a:rPr lang="pt-BR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while</a:t>
            </a:r>
            <a:r>
              <a:rPr lang="pt-BR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.</a:t>
            </a:r>
          </a:p>
          <a:p>
            <a:pPr indent="-245546">
              <a:spcAft>
                <a:spcPts val="600"/>
              </a:spcAft>
            </a:pPr>
            <a:endParaRPr lang="pt-BR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p365"/>
          <p:cNvSpPr txBox="1">
            <a:spLocks noGrp="1"/>
          </p:cNvSpPr>
          <p:nvPr>
            <p:ph type="body" idx="1"/>
          </p:nvPr>
        </p:nvSpPr>
        <p:spPr>
          <a:xfrm>
            <a:off x="2782279" y="850990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Campo com nome, não só índice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5" name="Google Shape;3875;p365"/>
          <p:cNvSpPr txBox="1"/>
          <p:nvPr/>
        </p:nvSpPr>
        <p:spPr>
          <a:xfrm>
            <a:off x="2670079" y="1484365"/>
            <a:ext cx="8736600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31800" marR="0" lvl="0" indent="-3429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produto[0] 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funciona, mas exige que o leitor saiba o que o índice representa.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0" marR="0" lvl="0" indent="-3429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nome = produto[0] 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deixa o significado explícito.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88900" marR="0" lvl="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22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 nome ao valor reduz a necessidade de consultar ou lembrar a posição do campo.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7" name="Google Shape;3877;p365"/>
          <p:cNvSpPr/>
          <p:nvPr/>
        </p:nvSpPr>
        <p:spPr>
          <a:xfrm>
            <a:off x="2896579" y="4696310"/>
            <a:ext cx="7961923" cy="1234500"/>
          </a:xfrm>
          <a:prstGeom prst="rect">
            <a:avLst/>
          </a:prstGeom>
          <a:solidFill>
            <a:srgbClr val="263B4B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8" name="Google Shape;3878;p365"/>
          <p:cNvSpPr/>
          <p:nvPr/>
        </p:nvSpPr>
        <p:spPr>
          <a:xfrm>
            <a:off x="3045069" y="4582412"/>
            <a:ext cx="868639" cy="903061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9" name="Google Shape;3879;p3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6362" y="4728207"/>
            <a:ext cx="548441" cy="526088"/>
          </a:xfrm>
          <a:prstGeom prst="rect">
            <a:avLst/>
          </a:prstGeom>
          <a:noFill/>
          <a:ln>
            <a:noFill/>
          </a:ln>
        </p:spPr>
      </p:pic>
      <p:sp>
        <p:nvSpPr>
          <p:cNvPr id="3880" name="Google Shape;3880;p365"/>
          <p:cNvSpPr txBox="1"/>
          <p:nvPr/>
        </p:nvSpPr>
        <p:spPr>
          <a:xfrm>
            <a:off x="4135083" y="4802471"/>
            <a:ext cx="35946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Tome nota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1" name="Google Shape;3881;p365"/>
          <p:cNvSpPr txBox="1"/>
          <p:nvPr/>
        </p:nvSpPr>
        <p:spPr>
          <a:xfrm>
            <a:off x="4135080" y="5201035"/>
            <a:ext cx="6723422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Nomear o que o índice representa deixa o código mais fácil de ler e manter.</a:t>
            </a:r>
            <a:endParaRPr sz="1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10;p16">
            <a:extLst>
              <a:ext uri="{FF2B5EF4-FFF2-40B4-BE49-F238E27FC236}">
                <a16:creationId xmlns:a16="http://schemas.microsoft.com/office/drawing/2014/main" id="{BD3F8D42-4F33-BEE1-B368-B6F4B719E00C}"/>
              </a:ext>
            </a:extLst>
          </p:cNvPr>
          <p:cNvSpPr/>
          <p:nvPr/>
        </p:nvSpPr>
        <p:spPr>
          <a:xfrm rot="10800000" flipH="1">
            <a:off x="2896579" y="3471047"/>
            <a:ext cx="7961923" cy="903060"/>
          </a:xfrm>
          <a:prstGeom prst="foldedCorner">
            <a:avLst>
              <a:gd name="adj" fmla="val 16667"/>
            </a:avLst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 dirty="0">
              <a:solidFill>
                <a:schemeClr val="lt1"/>
              </a:solidFill>
              <a:highlight>
                <a:srgbClr val="E28099"/>
              </a:highlight>
            </a:endParaRP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64FEA1A6-944A-B092-0B05-1887E8C9A767}"/>
              </a:ext>
            </a:extLst>
          </p:cNvPr>
          <p:cNvSpPr txBox="1">
            <a:spLocks/>
          </p:cNvSpPr>
          <p:nvPr/>
        </p:nvSpPr>
        <p:spPr>
          <a:xfrm>
            <a:off x="3152867" y="3536917"/>
            <a:ext cx="7038884" cy="82985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45546">
              <a:spcAft>
                <a:spcPts val="600"/>
              </a:spcAft>
            </a:pP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Exemplo: </a:t>
            </a:r>
          </a:p>
          <a:p>
            <a:pPr>
              <a:spcAft>
                <a:spcPts val="600"/>
              </a:spcAft>
              <a:buClr>
                <a:schemeClr val="bg1"/>
              </a:buClr>
            </a:pP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Em alterar, ler </a:t>
            </a:r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novo_preco </a:t>
            </a: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é mais claro do que só </a:t>
            </a:r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produto[1]</a:t>
            </a: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.</a:t>
            </a:r>
          </a:p>
          <a:p>
            <a:pPr indent="-245546">
              <a:spcAft>
                <a:spcPts val="600"/>
              </a:spcAft>
            </a:pPr>
            <a:endParaRPr lang="pt-BR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5"/>
          <p:cNvSpPr txBox="1">
            <a:spLocks noGrp="1"/>
          </p:cNvSpPr>
          <p:nvPr>
            <p:ph type="body" idx="1"/>
          </p:nvPr>
        </p:nvSpPr>
        <p:spPr>
          <a:xfrm>
            <a:off x="3104708" y="1755635"/>
            <a:ext cx="8240196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spcAft>
                <a:spcPts val="600"/>
              </a:spcAft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sistema da Papelaria Ponto Certo já roda. Um colega vai abrir o arquivo na próxima aula e precisa entender um trecho sem adivinhar. Para que isso aconteça:</a:t>
            </a:r>
          </a:p>
          <a:p>
            <a:pPr marL="0" indent="0">
              <a:spcAft>
                <a:spcPts val="600"/>
              </a:spcAft>
            </a:pPr>
            <a:endParaRPr sz="20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51" name="Google Shape;751;p55"/>
          <p:cNvSpPr txBox="1">
            <a:spLocks noGrp="1"/>
          </p:cNvSpPr>
          <p:nvPr>
            <p:ph type="body" idx="2"/>
          </p:nvPr>
        </p:nvSpPr>
        <p:spPr>
          <a:xfrm>
            <a:off x="3036984" y="1051679"/>
            <a:ext cx="8240199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indent="0"/>
            <a:r>
              <a:rPr lang="pt-BR" sz="3200" dirty="0"/>
              <a:t>Um ajuste de leitura no sistema</a:t>
            </a:r>
          </a:p>
        </p:txBody>
      </p:sp>
      <p:sp>
        <p:nvSpPr>
          <p:cNvPr id="4" name="Espaço Reservado para Texto 9">
            <a:extLst>
              <a:ext uri="{FF2B5EF4-FFF2-40B4-BE49-F238E27FC236}">
                <a16:creationId xmlns:a16="http://schemas.microsoft.com/office/drawing/2014/main" id="{0133D691-AA8F-884B-2DF5-F713AF420BF6}"/>
              </a:ext>
            </a:extLst>
          </p:cNvPr>
          <p:cNvSpPr txBox="1">
            <a:spLocks/>
          </p:cNvSpPr>
          <p:nvPr/>
        </p:nvSpPr>
        <p:spPr>
          <a:xfrm>
            <a:off x="787299" y="4472827"/>
            <a:ext cx="2143282" cy="644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  <a:buClrTx/>
            </a:pPr>
            <a:r>
              <a:rPr lang="pt-BR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Abra o arquivo (.py) da papelaria e localize a função </a:t>
            </a:r>
            <a:r>
              <a:rPr lang="pt-BR" b="1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classificar_produto</a:t>
            </a:r>
            <a:r>
              <a:rPr lang="pt-BR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cxnSp>
        <p:nvCxnSpPr>
          <p:cNvPr id="13" name="Google Shape;735;p55">
            <a:extLst>
              <a:ext uri="{FF2B5EF4-FFF2-40B4-BE49-F238E27FC236}">
                <a16:creationId xmlns:a16="http://schemas.microsoft.com/office/drawing/2014/main" id="{B346BBE9-3BD8-B382-C894-2141C8C74571}"/>
              </a:ext>
            </a:extLst>
          </p:cNvPr>
          <p:cNvCxnSpPr/>
          <p:nvPr/>
        </p:nvCxnSpPr>
        <p:spPr>
          <a:xfrm rot="10800000">
            <a:off x="3399569" y="3629405"/>
            <a:ext cx="0" cy="15070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" name="Google Shape;744;p55">
            <a:extLst>
              <a:ext uri="{FF2B5EF4-FFF2-40B4-BE49-F238E27FC236}">
                <a16:creationId xmlns:a16="http://schemas.microsoft.com/office/drawing/2014/main" id="{D9478FC9-48BF-721C-9519-9A994D8E4B7C}"/>
              </a:ext>
            </a:extLst>
          </p:cNvPr>
          <p:cNvCxnSpPr/>
          <p:nvPr/>
        </p:nvCxnSpPr>
        <p:spPr>
          <a:xfrm rot="10800000">
            <a:off x="705340" y="3610641"/>
            <a:ext cx="0" cy="15070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" name="Google Shape;745;p55">
            <a:extLst>
              <a:ext uri="{FF2B5EF4-FFF2-40B4-BE49-F238E27FC236}">
                <a16:creationId xmlns:a16="http://schemas.microsoft.com/office/drawing/2014/main" id="{347F28C9-47D3-2A5C-EEBB-AB3E5C7304E5}"/>
              </a:ext>
            </a:extLst>
          </p:cNvPr>
          <p:cNvCxnSpPr/>
          <p:nvPr/>
        </p:nvCxnSpPr>
        <p:spPr>
          <a:xfrm rot="10800000">
            <a:off x="6199336" y="3610641"/>
            <a:ext cx="0" cy="15070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" name="Google Shape;729;p55">
            <a:extLst>
              <a:ext uri="{FF2B5EF4-FFF2-40B4-BE49-F238E27FC236}">
                <a16:creationId xmlns:a16="http://schemas.microsoft.com/office/drawing/2014/main" id="{459E73EE-1381-1D62-3A50-D46F046E4120}"/>
              </a:ext>
            </a:extLst>
          </p:cNvPr>
          <p:cNvSpPr txBox="1"/>
          <p:nvPr/>
        </p:nvSpPr>
        <p:spPr>
          <a:xfrm>
            <a:off x="374448" y="3058915"/>
            <a:ext cx="685357" cy="57049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en-US" sz="2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Google Shape;731;p55">
            <a:extLst>
              <a:ext uri="{FF2B5EF4-FFF2-40B4-BE49-F238E27FC236}">
                <a16:creationId xmlns:a16="http://schemas.microsoft.com/office/drawing/2014/main" id="{5E9ADCFD-0594-E747-8B2E-4F94F361B3C6}"/>
              </a:ext>
            </a:extLst>
          </p:cNvPr>
          <p:cNvSpPr txBox="1"/>
          <p:nvPr/>
        </p:nvSpPr>
        <p:spPr>
          <a:xfrm>
            <a:off x="3056891" y="3058915"/>
            <a:ext cx="685357" cy="57049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en-US" sz="2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732;p55">
            <a:extLst>
              <a:ext uri="{FF2B5EF4-FFF2-40B4-BE49-F238E27FC236}">
                <a16:creationId xmlns:a16="http://schemas.microsoft.com/office/drawing/2014/main" id="{CFE4434F-D8A9-F66A-B29B-FDFE26922C3F}"/>
              </a:ext>
            </a:extLst>
          </p:cNvPr>
          <p:cNvSpPr txBox="1"/>
          <p:nvPr/>
        </p:nvSpPr>
        <p:spPr>
          <a:xfrm>
            <a:off x="5868445" y="3058915"/>
            <a:ext cx="685357" cy="57049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en-US" sz="2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Espaço Reservado para Texto 9">
            <a:extLst>
              <a:ext uri="{FF2B5EF4-FFF2-40B4-BE49-F238E27FC236}">
                <a16:creationId xmlns:a16="http://schemas.microsoft.com/office/drawing/2014/main" id="{5192D4C2-EDC7-2427-67B3-3033D510BAF1}"/>
              </a:ext>
            </a:extLst>
          </p:cNvPr>
          <p:cNvSpPr txBox="1">
            <a:spLocks/>
          </p:cNvSpPr>
          <p:nvPr/>
        </p:nvSpPr>
        <p:spPr>
          <a:xfrm>
            <a:off x="3481527" y="4472827"/>
            <a:ext cx="2439637" cy="644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  <a:buClrTx/>
            </a:pPr>
            <a:r>
              <a:rPr lang="pt-BR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Escolha um novo nome que descreva melhor o que essa parte do programa faz. </a:t>
            </a:r>
          </a:p>
        </p:txBody>
      </p:sp>
      <p:sp>
        <p:nvSpPr>
          <p:cNvPr id="6" name="Espaço Reservado para Texto 9">
            <a:extLst>
              <a:ext uri="{FF2B5EF4-FFF2-40B4-BE49-F238E27FC236}">
                <a16:creationId xmlns:a16="http://schemas.microsoft.com/office/drawing/2014/main" id="{3D92F862-C156-BDF1-1A02-774497A40944}"/>
              </a:ext>
            </a:extLst>
          </p:cNvPr>
          <p:cNvSpPr txBox="1">
            <a:spLocks/>
          </p:cNvSpPr>
          <p:nvPr/>
        </p:nvSpPr>
        <p:spPr>
          <a:xfrm>
            <a:off x="6281292" y="4472827"/>
            <a:ext cx="2546671" cy="644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  <a:buClrTx/>
            </a:pPr>
            <a:r>
              <a:rPr lang="pt-BR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Altere o nome da função e atualize a chamada correspondente no menu.</a:t>
            </a:r>
          </a:p>
        </p:txBody>
      </p:sp>
      <p:cxnSp>
        <p:nvCxnSpPr>
          <p:cNvPr id="7" name="Google Shape;745;p55">
            <a:extLst>
              <a:ext uri="{FF2B5EF4-FFF2-40B4-BE49-F238E27FC236}">
                <a16:creationId xmlns:a16="http://schemas.microsoft.com/office/drawing/2014/main" id="{285744E9-A587-0DB9-49FA-EAF8A23D31B1}"/>
              </a:ext>
            </a:extLst>
          </p:cNvPr>
          <p:cNvCxnSpPr/>
          <p:nvPr/>
        </p:nvCxnSpPr>
        <p:spPr>
          <a:xfrm rot="10800000">
            <a:off x="9106140" y="3591877"/>
            <a:ext cx="0" cy="15070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" name="Google Shape;732;p55">
            <a:extLst>
              <a:ext uri="{FF2B5EF4-FFF2-40B4-BE49-F238E27FC236}">
                <a16:creationId xmlns:a16="http://schemas.microsoft.com/office/drawing/2014/main" id="{FEEE4C9E-714B-0D12-BCA8-1C01C9CD46C8}"/>
              </a:ext>
            </a:extLst>
          </p:cNvPr>
          <p:cNvSpPr txBox="1"/>
          <p:nvPr/>
        </p:nvSpPr>
        <p:spPr>
          <a:xfrm>
            <a:off x="8775249" y="3040151"/>
            <a:ext cx="685357" cy="570490"/>
          </a:xfrm>
          <a:prstGeom prst="rect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en-US" sz="2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Espaço Reservado para Texto 9">
            <a:extLst>
              <a:ext uri="{FF2B5EF4-FFF2-40B4-BE49-F238E27FC236}">
                <a16:creationId xmlns:a16="http://schemas.microsoft.com/office/drawing/2014/main" id="{E4EFFE14-25C8-96D8-0EE7-172ECC2C0890}"/>
              </a:ext>
            </a:extLst>
          </p:cNvPr>
          <p:cNvSpPr txBox="1">
            <a:spLocks/>
          </p:cNvSpPr>
          <p:nvPr/>
        </p:nvSpPr>
        <p:spPr>
          <a:xfrm>
            <a:off x="9117926" y="4454537"/>
            <a:ext cx="2921669" cy="644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  <a:buClrTx/>
            </a:pPr>
            <a:r>
              <a:rPr lang="pt-BR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Rode o programa e teste a opção de classificação. Verifique se o comportamento continua igual.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298A546-AC40-77DA-3973-635160E60EAF}"/>
              </a:ext>
            </a:extLst>
          </p:cNvPr>
          <p:cNvGrpSpPr/>
          <p:nvPr/>
        </p:nvGrpSpPr>
        <p:grpSpPr>
          <a:xfrm>
            <a:off x="7998835" y="151711"/>
            <a:ext cx="4006167" cy="728134"/>
            <a:chOff x="7959476" y="3553689"/>
            <a:chExt cx="4006167" cy="72813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33E51E5-8B1F-5B70-F39D-0B789BFBD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9092"/>
            <a:stretch>
              <a:fillRect/>
            </a:stretch>
          </p:blipFill>
          <p:spPr>
            <a:xfrm>
              <a:off x="11210533" y="3553689"/>
              <a:ext cx="725777" cy="728133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8E85D237-457C-64E1-C63B-856C71E5C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9476" y="3553690"/>
              <a:ext cx="3471333" cy="728133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4CF4AD62-F769-D007-DE00-72E128C23DF4}"/>
                </a:ext>
              </a:extLst>
            </p:cNvPr>
            <p:cNvSpPr txBox="1"/>
            <p:nvPr/>
          </p:nvSpPr>
          <p:spPr>
            <a:xfrm>
              <a:off x="9088708" y="3773986"/>
              <a:ext cx="2876935" cy="235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DESENVOLVENDO JUNTOS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4542AB06-5971-4463-8BD4-C7DCBE3F5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058515" y="3654179"/>
              <a:ext cx="508878" cy="5088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7" name="Google Shape;3907;p367"/>
          <p:cNvSpPr txBox="1"/>
          <p:nvPr/>
        </p:nvSpPr>
        <p:spPr>
          <a:xfrm>
            <a:off x="6153325" y="6338125"/>
            <a:ext cx="421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08" name="Google Shape;3908;p367" title="diagrama (5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125" y="161700"/>
            <a:ext cx="6295644" cy="603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3" name="Google Shape;3913;p368"/>
          <p:cNvSpPr txBox="1">
            <a:spLocks noGrp="1"/>
          </p:cNvSpPr>
          <p:nvPr>
            <p:ph type="body" idx="1"/>
          </p:nvPr>
        </p:nvSpPr>
        <p:spPr>
          <a:xfrm>
            <a:off x="5464875" y="1138390"/>
            <a:ext cx="6116700" cy="410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Consulte as orientações sobre organização, nomes e formatação que ajudam a tornar o código mais fácil de ler e manter:</a:t>
            </a:r>
            <a:endParaRPr sz="1800" b="1" dirty="0"/>
          </a:p>
          <a:p>
            <a:pPr mar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pt-BR" dirty="0"/>
              <a:t>O GUIA DO MOCHILEIRO PARA PYTHON.</a:t>
            </a:r>
            <a:r>
              <a:rPr lang="pt-BR" sz="1800" dirty="0"/>
              <a:t> </a:t>
            </a:r>
            <a:r>
              <a:rPr lang="pt-BR" sz="1800" b="1" dirty="0"/>
              <a:t>Estilo de código</a:t>
            </a:r>
            <a:r>
              <a:rPr lang="pt-BR" sz="1800" dirty="0"/>
              <a:t>, [s.d.]. Disponível em: 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https://python-guide-pt-br.readthedocs.io/pt-br/latest/writing/style.html</a:t>
            </a:r>
            <a:r>
              <a:rPr lang="pt-BR" sz="1800" u="sng" dirty="0">
                <a:solidFill>
                  <a:schemeClr val="hlink"/>
                </a:solidFill>
              </a:rPr>
              <a:t>.</a:t>
            </a:r>
            <a:r>
              <a:rPr lang="pt-BR" sz="1800" dirty="0"/>
              <a:t> Acesso em: 26 ago. 2026. </a:t>
            </a:r>
            <a:r>
              <a:rPr lang="pt-BR" sz="1800" u="sng" dirty="0">
                <a:solidFill>
                  <a:schemeClr val="hlink"/>
                </a:solidFill>
              </a:rPr>
              <a:t> </a:t>
            </a:r>
            <a:r>
              <a:rPr lang="pt-BR" sz="1800" dirty="0"/>
              <a:t> </a:t>
            </a:r>
            <a:endParaRPr sz="1800" dirty="0"/>
          </a:p>
        </p:txBody>
      </p:sp>
      <p:sp>
        <p:nvSpPr>
          <p:cNvPr id="3914" name="Google Shape;3914;p368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9" name="Google Shape;3919;p369"/>
          <p:cNvSpPr txBox="1">
            <a:spLocks noGrp="1"/>
          </p:cNvSpPr>
          <p:nvPr>
            <p:ph type="body" idx="1"/>
          </p:nvPr>
        </p:nvSpPr>
        <p:spPr>
          <a:xfrm>
            <a:off x="555150" y="15494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pt-BR" dirty="0"/>
              <a:t>ARAÚJO, R. Como dar nomes para variáveis no Python – Nomenclatura PEP8. </a:t>
            </a:r>
            <a:r>
              <a:rPr lang="pt-BR" b="1" dirty="0"/>
              <a:t>Hashtag Treinamentos</a:t>
            </a:r>
            <a:r>
              <a:rPr lang="pt-BR" dirty="0"/>
              <a:t>, 20 jul. 2026. Disponível em:</a:t>
            </a:r>
            <a:r>
              <a:rPr lang="pt-BR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https://www.hashtagtreinamentos.com/como-dar-nomes-para-variaveis-python</a:t>
            </a:r>
            <a:r>
              <a:rPr lang="pt-BR" dirty="0"/>
              <a:t>. Acesso em: 08 ago. 2026.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FREITAS, L. Clean Code: porque bons programadores escrevem código para pessoas, não para máquinas. </a:t>
            </a:r>
            <a:r>
              <a:rPr lang="pt-BR" b="1" dirty="0"/>
              <a:t>Dio</a:t>
            </a:r>
            <a:r>
              <a:rPr lang="pt-BR" dirty="0"/>
              <a:t>, 24 out. 2025. Disponível em:</a:t>
            </a:r>
            <a:r>
              <a:rPr lang="pt-BR" dirty="0">
                <a:solidFill>
                  <a:schemeClr val="hlink"/>
                </a:solidFill>
                <a:uFill>
                  <a:noFill/>
                </a:uFill>
                <a:hlinkClick r:id="rId4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https://www.dio.me/articles/clean-code-porque-bons-programadores-escrevem-codigo-para-pessoas-nao-para-maquinas-c4d01c2e5913</a:t>
            </a:r>
            <a:r>
              <a:rPr lang="pt-BR" dirty="0"/>
              <a:t>. </a:t>
            </a:r>
            <a:br>
              <a:rPr lang="pt-BR" dirty="0"/>
            </a:br>
            <a:r>
              <a:rPr lang="pt-BR" dirty="0"/>
              <a:t>Acesso em: 08 ago. 2026.</a:t>
            </a:r>
            <a:endParaRPr dirty="0"/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pt-BR" sz="1600" dirty="0"/>
              <a:t>RECCHI, R. Modernização do legado: o movimento invisível por trás da corrida da IA. </a:t>
            </a:r>
            <a:r>
              <a:rPr lang="pt-BR" sz="1600" b="1" dirty="0"/>
              <a:t>InforChannel</a:t>
            </a:r>
            <a:r>
              <a:rPr lang="pt-BR" sz="1600" dirty="0"/>
              <a:t>, 10 dez. 2025. Disponível em: </a:t>
            </a:r>
            <a:r>
              <a:rPr lang="pt-BR" sz="1600" u="sng" dirty="0">
                <a:solidFill>
                  <a:schemeClr val="hlink"/>
                </a:solidFill>
                <a:hlinkClick r:id="rId5"/>
              </a:rPr>
              <a:t>https://inforchannel.com.br/2025/12/10/modernizacao-do-legado-o-movimento-invisivel-por-tras-da-corrida-da-ia/</a:t>
            </a:r>
            <a:r>
              <a:rPr lang="pt-BR" sz="1600" dirty="0">
                <a:solidFill>
                  <a:schemeClr val="hlink"/>
                </a:solidFill>
              </a:rPr>
              <a:t>.</a:t>
            </a:r>
            <a:r>
              <a:rPr lang="pt-BR" dirty="0"/>
              <a:t> Acesso em: 27 ago. 2026.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  <p:sp>
        <p:nvSpPr>
          <p:cNvPr id="3920" name="Google Shape;3920;p369"/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1" name="Google Shape;3931;p371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3" name="Google Shape;3933;p371"/>
          <p:cNvCxnSpPr>
            <a:cxnSpLocks/>
          </p:cNvCxnSpPr>
          <p:nvPr/>
        </p:nvCxnSpPr>
        <p:spPr>
          <a:xfrm flipV="1">
            <a:off x="685795" y="1053302"/>
            <a:ext cx="0" cy="363299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32" name="Google Shape;3932;p371"/>
          <p:cNvSpPr txBox="1"/>
          <p:nvPr/>
        </p:nvSpPr>
        <p:spPr>
          <a:xfrm>
            <a:off x="985520" y="7957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371"/>
          <p:cNvSpPr/>
          <p:nvPr/>
        </p:nvSpPr>
        <p:spPr>
          <a:xfrm>
            <a:off x="497841" y="249979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6" name="Google Shape;3936;p371"/>
          <p:cNvSpPr/>
          <p:nvPr/>
        </p:nvSpPr>
        <p:spPr>
          <a:xfrm>
            <a:off x="497841" y="1404329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p371"/>
          <p:cNvSpPr/>
          <p:nvPr/>
        </p:nvSpPr>
        <p:spPr>
          <a:xfrm>
            <a:off x="569897" y="1502885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8" name="Google Shape;3938;p371"/>
          <p:cNvSpPr/>
          <p:nvPr/>
        </p:nvSpPr>
        <p:spPr>
          <a:xfrm>
            <a:off x="566852" y="2578224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9" name="Google Shape;3939;p371"/>
          <p:cNvSpPr txBox="1"/>
          <p:nvPr/>
        </p:nvSpPr>
        <p:spPr>
          <a:xfrm>
            <a:off x="956025" y="1438125"/>
            <a:ext cx="10726500" cy="283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Ponto de partida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caso inicial como uma situação em que um programa continua funcionando, mas pode ser difícil de ler e modificar. Evite antecipar os conceitos e as soluções que serão construídos ao longo da aula. O foco é levar a turma a perceber que funcionamento e facilidade de manutenção são aspectos diferentes.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conduza a abertura com a turma toda. Após a pergunta final do caso, dê espaço para algumas respostas breves. Não aprofunde as soluções nesse momento, pois elas serão investigadas ao longo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leia o caso e o dado apresentado. Em seguida, lance a pergunta disparadora. Conduza algumas respostas para que os estudantes percebam que um programa pode continuar funcionando mesmo quando é difícil entender onde e como fazer uma alteração. Finalize indicando que, na aula, eles vão investigar o que torna um código mais fácil de ler e manter.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percebam que um programa pode funcionar e, ainda assim, ser difícil de entender ou alterar. Podem mencionar dificuldades para localizar o trecho que precisa ser modificado, entender o que cada parte faz ou descobrir o impacto de uma mudança. Não é necessário chegar aos conceitos ou às soluções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0" name="Google Shape;3940;p371"/>
          <p:cNvSpPr/>
          <p:nvPr/>
        </p:nvSpPr>
        <p:spPr>
          <a:xfrm>
            <a:off x="497841" y="1976761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1" name="Google Shape;3941;p3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2070467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2" name="Google Shape;3942;p371"/>
          <p:cNvGrpSpPr/>
          <p:nvPr/>
        </p:nvGrpSpPr>
        <p:grpSpPr>
          <a:xfrm>
            <a:off x="497841" y="3124091"/>
            <a:ext cx="386100" cy="382500"/>
            <a:chOff x="497841" y="3037886"/>
            <a:chExt cx="386100" cy="382500"/>
          </a:xfrm>
        </p:grpSpPr>
        <p:sp>
          <p:nvSpPr>
            <p:cNvPr id="3943" name="Google Shape;3943;p371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44" name="Google Shape;3944;p37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45" name="Google Shape;3945;p371"/>
          <p:cNvGrpSpPr/>
          <p:nvPr/>
        </p:nvGrpSpPr>
        <p:grpSpPr>
          <a:xfrm>
            <a:off x="497841" y="3724081"/>
            <a:ext cx="386100" cy="382500"/>
            <a:chOff x="497841" y="3801694"/>
            <a:chExt cx="386100" cy="382500"/>
          </a:xfrm>
        </p:grpSpPr>
        <p:sp>
          <p:nvSpPr>
            <p:cNvPr id="3946" name="Google Shape;3946;p371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34" name="Google Shape;3934;p37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" name="Google Shape;3953;p372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5" name="Google Shape;3955;p372"/>
          <p:cNvCxnSpPr>
            <a:cxnSpLocks/>
          </p:cNvCxnSpPr>
          <p:nvPr/>
        </p:nvCxnSpPr>
        <p:spPr>
          <a:xfrm flipV="1">
            <a:off x="695320" y="1026782"/>
            <a:ext cx="0" cy="465964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52" name="Google Shape;3952;p372"/>
          <p:cNvSpPr txBox="1"/>
          <p:nvPr/>
        </p:nvSpPr>
        <p:spPr>
          <a:xfrm>
            <a:off x="930802" y="1427667"/>
            <a:ext cx="11204045" cy="3816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dirty="0">
                <a:ea typeface="Poppins"/>
              </a:rPr>
              <a:t>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Prática guiada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Conduza a análise a partir do próprio código da Papelaria Ponto Certo. O primeiro momento é de observação e interpretação. Durante a construção do conceito, retome os exemplos apresentados e ajude os estudantes a relacioná-los ao código que já conhecem. Depois da construção do conceito, oriente a prática guiada, conduzindo cada etapa antes de os estudantes realizarem a ação em seus próprios arquivos. O objetivo é que eles acompanhem o raciocínio do professor e reproduzam os procedimentos no código, sem alterar o comportamento do programa.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25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no primeiro momento, acompanhe a localização das funções e incentive os estudantes a apontarem exemplos no próprio arquivo. Durante a construção do conceito, verifique se estão acompanhando as relações entre nome, tamanho e organização do código. Conduza cada etapa com a turma e circule pela sala para verificar se os estudantes estão reproduzindo o procedimento corretamente. No ajuste final, acompanhe especialmente a atualização da definição da função e da chamada correspondente.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Peça que localizem classificar_produto e observem o que a função realiza. Em seguida, apresente os trechos com produto[0] e produto[1] e conduza a comparação entre o funcionamento do código e o esforço necessário para entendê-lo. 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Durante a construção do conceito, retome os exemplos e destaque como nomes mais claros, partes menores e organização mais visível facilitam a leitura do código.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Depois da construção do conceito, retome a prática guiada. Faça cada etapa com os estudantes: localize classificar_produto, escolha com a turma um nome que descreva melhor a tarefa realizada, oriente a atualização da chamada correspondente e, por fim, execute o programa para verificar se o comportamento continua igual. Os estudantes devem repetir cada ação no próprio arquivo enquanto acompanham a demonstração.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reconheçam que classificar_produto realiza várias tarefas e que produto[0] e produto[1] exige que o leitor lembre o significado dos índices. Durante a construção do conceito, devem relacionar nomes e organização do código à facilidade de leitura. Na prática guiada, devem acompanhar as etapas, propor um nome mais informativo, atualizar os usos necessários e confirmar pelo teste que o programa continua funcionando.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4" name="Google Shape;3954;p372"/>
          <p:cNvSpPr txBox="1"/>
          <p:nvPr/>
        </p:nvSpPr>
        <p:spPr>
          <a:xfrm>
            <a:off x="955053" y="779375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7 a 10 e 17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7" name="Google Shape;3957;p372"/>
          <p:cNvGrpSpPr/>
          <p:nvPr/>
        </p:nvGrpSpPr>
        <p:grpSpPr>
          <a:xfrm>
            <a:off x="497841" y="1404329"/>
            <a:ext cx="386100" cy="382500"/>
            <a:chOff x="497841" y="1318604"/>
            <a:chExt cx="386100" cy="382500"/>
          </a:xfrm>
        </p:grpSpPr>
        <p:sp>
          <p:nvSpPr>
            <p:cNvPr id="3958" name="Google Shape;3958;p372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9" name="Google Shape;3959;p372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0" name="Google Shape;3960;p372"/>
          <p:cNvGrpSpPr/>
          <p:nvPr/>
        </p:nvGrpSpPr>
        <p:grpSpPr>
          <a:xfrm>
            <a:off x="497841" y="2686518"/>
            <a:ext cx="386100" cy="382500"/>
            <a:chOff x="497841" y="2265726"/>
            <a:chExt cx="386100" cy="382500"/>
          </a:xfrm>
        </p:grpSpPr>
        <p:sp>
          <p:nvSpPr>
            <p:cNvPr id="3961" name="Google Shape;3961;p372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2" name="Google Shape;3962;p372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3" name="Google Shape;3963;p372"/>
          <p:cNvGrpSpPr/>
          <p:nvPr/>
        </p:nvGrpSpPr>
        <p:grpSpPr>
          <a:xfrm>
            <a:off x="497841" y="2179574"/>
            <a:ext cx="386100" cy="382500"/>
            <a:chOff x="497841" y="1802325"/>
            <a:chExt cx="386100" cy="382500"/>
          </a:xfrm>
        </p:grpSpPr>
        <p:sp>
          <p:nvSpPr>
            <p:cNvPr id="3964" name="Google Shape;3964;p372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65" name="Google Shape;3965;p3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6" name="Google Shape;3966;p372"/>
          <p:cNvGrpSpPr/>
          <p:nvPr/>
        </p:nvGrpSpPr>
        <p:grpSpPr>
          <a:xfrm>
            <a:off x="497841" y="3453894"/>
            <a:ext cx="386100" cy="382500"/>
            <a:chOff x="497841" y="3037886"/>
            <a:chExt cx="386100" cy="382500"/>
          </a:xfrm>
        </p:grpSpPr>
        <p:sp>
          <p:nvSpPr>
            <p:cNvPr id="3967" name="Google Shape;3967;p372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68" name="Google Shape;3968;p37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9" name="Google Shape;3969;p372"/>
          <p:cNvGrpSpPr/>
          <p:nvPr/>
        </p:nvGrpSpPr>
        <p:grpSpPr>
          <a:xfrm>
            <a:off x="507366" y="4611319"/>
            <a:ext cx="386100" cy="382500"/>
            <a:chOff x="497841" y="3801694"/>
            <a:chExt cx="386100" cy="382500"/>
          </a:xfrm>
        </p:grpSpPr>
        <p:sp>
          <p:nvSpPr>
            <p:cNvPr id="3970" name="Google Shape;3970;p372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56" name="Google Shape;3956;p37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p373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9" name="Google Shape;3979;p373"/>
          <p:cNvCxnSpPr>
            <a:cxnSpLocks/>
          </p:cNvCxnSpPr>
          <p:nvPr/>
        </p:nvCxnSpPr>
        <p:spPr>
          <a:xfrm flipV="1">
            <a:off x="690318" y="1066800"/>
            <a:ext cx="0" cy="473221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77" name="Google Shape;3977;p373"/>
          <p:cNvSpPr txBox="1"/>
          <p:nvPr/>
        </p:nvSpPr>
        <p:spPr>
          <a:xfrm>
            <a:off x="985526" y="795750"/>
            <a:ext cx="7586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11</a:t>
            </a: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3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12, 15 e 16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8" name="Google Shape;3978;p373"/>
          <p:cNvSpPr txBox="1"/>
          <p:nvPr/>
        </p:nvSpPr>
        <p:spPr>
          <a:xfrm>
            <a:off x="956025" y="1428600"/>
            <a:ext cx="10726500" cy="4370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Construindo o conceito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Construa os conceitos a partir das situações observadas no próprio código. Evite apresentar as ideias como uma lista de boas práticas isoladas. Retome os exemplos analisados e conduza os estudantes a perceberem como nomes claros, partes menores, organização e campos com significado facilitam a leitura e a manutenção.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a participação concentrada em perguntas curtas e respostas objetivas. Nos momentos de fixação, dê tempo para que todos acompanhem o exemplo e registrem o principal ponto antes de comentar coletivamente. Evite transformar a explicação em uma exposição longa.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um conceito por vez, sempre relacionando a ideia a um exemplo concreto do código. Após apresentar os conceitos, retome as situações observadas na prática guiada para mostrar como elas ajudam a explicar as dificuldades encontradas no próprio projeto.</a:t>
            </a:r>
          </a:p>
          <a:p>
            <a:pPr>
              <a:buClr>
                <a:schemeClr val="dk1"/>
              </a:buClr>
              <a:buSzPts val="1100"/>
            </a:pPr>
            <a:endParaRPr lang="pt-BR" sz="1000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endParaRPr lang="pt-BR" sz="1000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compreendam que um nome deve indicar a tarefa principal, que muitas tarefas reunidas dificultam a leitura, que uma organização clara ajuda a acompanhar o código e que nomes explícitos podem facilitar a compreensão de valores acessados por índice. No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, devem reconhecer que melhorar nomes e dividir responsabilidades em partes mais claras facilita a compreensão de um programa que já funciona.</a:t>
            </a:r>
          </a:p>
          <a:p>
            <a:pPr>
              <a:buClr>
                <a:schemeClr val="dk1"/>
              </a:buClr>
              <a:buSzPts val="1100"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Na lousa: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Slide “Nome que descreve a tarefa”: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escreva no alto da lousa, ao centro,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“Código legível”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 partir desse bloco, abra um ramo para a esquerda e acrescente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“Nome claro”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Slide “Tamanho da parte”: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partir de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“Código legível”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abra um ramo para baixo e acrescente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“Poucas tarefas por parte”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Slide “Organização visível”: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partir de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“Código legível”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abra um ramo para a direita e acrescente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“Código organizado”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Slide “Campo com nome, não só índice”: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acrescente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“Campo com significado”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 ramo correspondente, mantendo a posição à esquerda do esquema.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final, conecte os 4 elementos ao bloco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“Melhorar a leitura”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na parte inferior da lousa.</a:t>
            </a:r>
            <a:endParaRPr sz="9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81" name="Google Shape;3981;p373"/>
          <p:cNvSpPr/>
          <p:nvPr/>
        </p:nvSpPr>
        <p:spPr>
          <a:xfrm>
            <a:off x="497841" y="2452608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2" name="Google Shape;3982;p373"/>
          <p:cNvSpPr/>
          <p:nvPr/>
        </p:nvSpPr>
        <p:spPr>
          <a:xfrm>
            <a:off x="497841" y="141385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3" name="Google Shape;3983;p373"/>
          <p:cNvSpPr/>
          <p:nvPr/>
        </p:nvSpPr>
        <p:spPr>
          <a:xfrm>
            <a:off x="569897" y="151241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4" name="Google Shape;3984;p373"/>
          <p:cNvSpPr/>
          <p:nvPr/>
        </p:nvSpPr>
        <p:spPr>
          <a:xfrm>
            <a:off x="566852" y="2531038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5" name="Google Shape;3985;p373"/>
          <p:cNvSpPr/>
          <p:nvPr/>
        </p:nvSpPr>
        <p:spPr>
          <a:xfrm>
            <a:off x="497841" y="1948750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6" name="Google Shape;3986;p3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2042456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7" name="Google Shape;3987;p373"/>
          <p:cNvGrpSpPr/>
          <p:nvPr/>
        </p:nvGrpSpPr>
        <p:grpSpPr>
          <a:xfrm>
            <a:off x="497841" y="3058838"/>
            <a:ext cx="386100" cy="382500"/>
            <a:chOff x="497841" y="3037886"/>
            <a:chExt cx="386100" cy="382500"/>
          </a:xfrm>
        </p:grpSpPr>
        <p:sp>
          <p:nvSpPr>
            <p:cNvPr id="3988" name="Google Shape;3988;p373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89" name="Google Shape;3989;p37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2121;p80">
            <a:extLst>
              <a:ext uri="{FF2B5EF4-FFF2-40B4-BE49-F238E27FC236}">
                <a16:creationId xmlns:a16="http://schemas.microsoft.com/office/drawing/2014/main" id="{5560C73E-0E04-D70A-498B-86CF6B8CCFDE}"/>
              </a:ext>
            </a:extLst>
          </p:cNvPr>
          <p:cNvSpPr/>
          <p:nvPr/>
        </p:nvSpPr>
        <p:spPr>
          <a:xfrm>
            <a:off x="497841" y="4423201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3F728DC-D805-8011-0638-8F90F765B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75" y="4508515"/>
            <a:ext cx="290486" cy="215127"/>
          </a:xfrm>
          <a:prstGeom prst="rect">
            <a:avLst/>
          </a:prstGeom>
        </p:spPr>
      </p:pic>
      <p:grpSp>
        <p:nvGrpSpPr>
          <p:cNvPr id="4" name="Google Shape;3969;p372">
            <a:extLst>
              <a:ext uri="{FF2B5EF4-FFF2-40B4-BE49-F238E27FC236}">
                <a16:creationId xmlns:a16="http://schemas.microsoft.com/office/drawing/2014/main" id="{3DA82922-EB25-511B-5C7C-1393B2436E42}"/>
              </a:ext>
            </a:extLst>
          </p:cNvPr>
          <p:cNvGrpSpPr/>
          <p:nvPr/>
        </p:nvGrpSpPr>
        <p:grpSpPr>
          <a:xfrm>
            <a:off x="497841" y="3680325"/>
            <a:ext cx="386100" cy="382500"/>
            <a:chOff x="497841" y="3801694"/>
            <a:chExt cx="386100" cy="382500"/>
          </a:xfrm>
        </p:grpSpPr>
        <p:sp>
          <p:nvSpPr>
            <p:cNvPr id="5" name="Google Shape;3970;p372">
              <a:extLst>
                <a:ext uri="{FF2B5EF4-FFF2-40B4-BE49-F238E27FC236}">
                  <a16:creationId xmlns:a16="http://schemas.microsoft.com/office/drawing/2014/main" id="{D9DA1662-789C-33C0-DC8B-F8E54372D4C7}"/>
                </a:ext>
              </a:extLst>
            </p:cNvPr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" name="Google Shape;3956;p372">
              <a:extLst>
                <a:ext uri="{FF2B5EF4-FFF2-40B4-BE49-F238E27FC236}">
                  <a16:creationId xmlns:a16="http://schemas.microsoft.com/office/drawing/2014/main" id="{6FA8B863-9D52-E212-5030-0C27438BEB0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" name="Google Shape;3997;p374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3017;p287">
            <a:extLst>
              <a:ext uri="{FF2B5EF4-FFF2-40B4-BE49-F238E27FC236}">
                <a16:creationId xmlns:a16="http://schemas.microsoft.com/office/drawing/2014/main" id="{EA026DF4-745A-FFCC-961E-735BB44FCB0A}"/>
              </a:ext>
            </a:extLst>
          </p:cNvPr>
          <p:cNvCxnSpPr>
            <a:cxnSpLocks/>
          </p:cNvCxnSpPr>
          <p:nvPr/>
        </p:nvCxnSpPr>
        <p:spPr>
          <a:xfrm flipV="1">
            <a:off x="670714" y="1047750"/>
            <a:ext cx="0" cy="21812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98" name="Google Shape;3998;p374"/>
          <p:cNvSpPr txBox="1"/>
          <p:nvPr/>
        </p:nvSpPr>
        <p:spPr>
          <a:xfrm>
            <a:off x="985520" y="795752"/>
            <a:ext cx="735838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13 e 14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647;p338">
            <a:extLst>
              <a:ext uri="{FF2B5EF4-FFF2-40B4-BE49-F238E27FC236}">
                <a16:creationId xmlns:a16="http://schemas.microsoft.com/office/drawing/2014/main" id="{16B6C4F3-DC1B-6BFF-AA1A-0869A7B098CB}"/>
              </a:ext>
            </a:extLst>
          </p:cNvPr>
          <p:cNvSpPr txBox="1"/>
          <p:nvPr/>
        </p:nvSpPr>
        <p:spPr>
          <a:xfrm>
            <a:off x="944138" y="1532778"/>
            <a:ext cx="11018400" cy="144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registro.</a:t>
            </a:r>
          </a:p>
          <a:p>
            <a:pPr lvl="0">
              <a:buSzPts val="1000"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3030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Resposta correta: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Usar nomes que descrevem a tarefa resumidamente. 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 da atividade: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um programa fácil de entender combina nome honesto com partes de tamanho razoável. Copiar trecho ou esconder tarefas atrás de um nome curto atrasa a manutenção.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" name="Google Shape;3650;p338">
            <a:extLst>
              <a:ext uri="{FF2B5EF4-FFF2-40B4-BE49-F238E27FC236}">
                <a16:creationId xmlns:a16="http://schemas.microsoft.com/office/drawing/2014/main" id="{873CD954-B0DD-2FA9-D7CD-59B8C805A096}"/>
              </a:ext>
            </a:extLst>
          </p:cNvPr>
          <p:cNvGrpSpPr/>
          <p:nvPr/>
        </p:nvGrpSpPr>
        <p:grpSpPr>
          <a:xfrm>
            <a:off x="488316" y="1406151"/>
            <a:ext cx="386100" cy="382500"/>
            <a:chOff x="497841" y="1318604"/>
            <a:chExt cx="386100" cy="382500"/>
          </a:xfrm>
        </p:grpSpPr>
        <p:sp>
          <p:nvSpPr>
            <p:cNvPr id="7" name="Google Shape;3651;p338">
              <a:extLst>
                <a:ext uri="{FF2B5EF4-FFF2-40B4-BE49-F238E27FC236}">
                  <a16:creationId xmlns:a16="http://schemas.microsoft.com/office/drawing/2014/main" id="{579A0481-55F4-B765-AC89-DC7ECCC0F0F3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3652;p338">
              <a:extLst>
                <a:ext uri="{FF2B5EF4-FFF2-40B4-BE49-F238E27FC236}">
                  <a16:creationId xmlns:a16="http://schemas.microsoft.com/office/drawing/2014/main" id="{D2D908D4-529B-FA3F-2830-BFFA5D424E87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oogle Shape;3653;p338">
            <a:extLst>
              <a:ext uri="{FF2B5EF4-FFF2-40B4-BE49-F238E27FC236}">
                <a16:creationId xmlns:a16="http://schemas.microsoft.com/office/drawing/2014/main" id="{BDA8D9C3-499D-46C8-7F69-5CF5DD8EF4E3}"/>
              </a:ext>
            </a:extLst>
          </p:cNvPr>
          <p:cNvGrpSpPr/>
          <p:nvPr/>
        </p:nvGrpSpPr>
        <p:grpSpPr>
          <a:xfrm>
            <a:off x="488316" y="2384291"/>
            <a:ext cx="386100" cy="382500"/>
            <a:chOff x="497841" y="3801694"/>
            <a:chExt cx="386100" cy="382500"/>
          </a:xfrm>
        </p:grpSpPr>
        <p:sp>
          <p:nvSpPr>
            <p:cNvPr id="10" name="Google Shape;3654;p338">
              <a:extLst>
                <a:ext uri="{FF2B5EF4-FFF2-40B4-BE49-F238E27FC236}">
                  <a16:creationId xmlns:a16="http://schemas.microsoft.com/office/drawing/2014/main" id="{A749F45C-2A0D-E1A8-8096-BEC27097CC77}"/>
                </a:ext>
              </a:extLst>
            </p:cNvPr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3649;p338">
              <a:extLst>
                <a:ext uri="{FF2B5EF4-FFF2-40B4-BE49-F238E27FC236}">
                  <a16:creationId xmlns:a16="http://schemas.microsoft.com/office/drawing/2014/main" id="{EE7973E3-6392-01E8-EAE9-6FB9EF49E68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3655;p338">
            <a:extLst>
              <a:ext uri="{FF2B5EF4-FFF2-40B4-BE49-F238E27FC236}">
                <a16:creationId xmlns:a16="http://schemas.microsoft.com/office/drawing/2014/main" id="{F08E38AB-402E-B547-86F6-73170DD055DF}"/>
              </a:ext>
            </a:extLst>
          </p:cNvPr>
          <p:cNvGrpSpPr/>
          <p:nvPr/>
        </p:nvGrpSpPr>
        <p:grpSpPr>
          <a:xfrm>
            <a:off x="488316" y="1880347"/>
            <a:ext cx="386100" cy="382500"/>
            <a:chOff x="497841" y="1802325"/>
            <a:chExt cx="386100" cy="382500"/>
          </a:xfrm>
        </p:grpSpPr>
        <p:sp>
          <p:nvSpPr>
            <p:cNvPr id="13" name="Google Shape;3656;p338">
              <a:extLst>
                <a:ext uri="{FF2B5EF4-FFF2-40B4-BE49-F238E27FC236}">
                  <a16:creationId xmlns:a16="http://schemas.microsoft.com/office/drawing/2014/main" id="{C7EE0590-F84F-FE44-F78A-9EC05F8CDAD2}"/>
                </a:ext>
              </a:extLst>
            </p:cNvPr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" name="Google Shape;3657;p338">
              <a:extLst>
                <a:ext uri="{FF2B5EF4-FFF2-40B4-BE49-F238E27FC236}">
                  <a16:creationId xmlns:a16="http://schemas.microsoft.com/office/drawing/2014/main" id="{82EED245-FBF8-3360-583A-7DDB6EECF52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1381327C-9063-1B78-C23F-88A723E2EA52}"/>
              </a:ext>
            </a:extLst>
          </p:cNvPr>
          <p:cNvSpPr/>
          <p:nvPr/>
        </p:nvSpPr>
        <p:spPr>
          <a:xfrm>
            <a:off x="0" y="4821383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BB6DDC3D-9D9B-6EFA-AD41-616BC3D2D776}"/>
              </a:ext>
            </a:extLst>
          </p:cNvPr>
          <p:cNvSpPr/>
          <p:nvPr/>
        </p:nvSpPr>
        <p:spPr>
          <a:xfrm>
            <a:off x="0" y="666839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B78F11A6-9635-D2D7-289D-5C1876EEC0F1}"/>
              </a:ext>
            </a:extLst>
          </p:cNvPr>
          <p:cNvCxnSpPr>
            <a:cxnSpLocks/>
          </p:cNvCxnSpPr>
          <p:nvPr/>
        </p:nvCxnSpPr>
        <p:spPr>
          <a:xfrm flipV="1">
            <a:off x="683554" y="5106884"/>
            <a:ext cx="0" cy="140821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3BC0A23B-3468-9220-0551-50506B215100}"/>
              </a:ext>
            </a:extLst>
          </p:cNvPr>
          <p:cNvCxnSpPr>
            <a:cxnSpLocks/>
          </p:cNvCxnSpPr>
          <p:nvPr/>
        </p:nvCxnSpPr>
        <p:spPr>
          <a:xfrm flipV="1">
            <a:off x="685795" y="942975"/>
            <a:ext cx="0" cy="3705225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BF5934-41A9-0D0B-AE9F-AF183D8BF2F9}"/>
              </a:ext>
            </a:extLst>
          </p:cNvPr>
          <p:cNvSpPr txBox="1"/>
          <p:nvPr/>
        </p:nvSpPr>
        <p:spPr>
          <a:xfrm>
            <a:off x="985520" y="663122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18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41EAB43-31FA-BED1-AE78-2FF4DECFA043}"/>
              </a:ext>
            </a:extLst>
          </p:cNvPr>
          <p:cNvSpPr/>
          <p:nvPr/>
        </p:nvSpPr>
        <p:spPr>
          <a:xfrm>
            <a:off x="497841" y="400783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CC42260-0044-E9A3-B64D-FEF4F7AC62A3}"/>
              </a:ext>
            </a:extLst>
          </p:cNvPr>
          <p:cNvSpPr/>
          <p:nvPr/>
        </p:nvSpPr>
        <p:spPr>
          <a:xfrm>
            <a:off x="497841" y="3177720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38F29F4C-04EE-3769-1762-3AF343C2F1F8}"/>
              </a:ext>
            </a:extLst>
          </p:cNvPr>
          <p:cNvSpPr/>
          <p:nvPr/>
        </p:nvSpPr>
        <p:spPr>
          <a:xfrm>
            <a:off x="497841" y="2405301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6234458F-697B-C034-9F26-ADB149FD56A9}"/>
              </a:ext>
            </a:extLst>
          </p:cNvPr>
          <p:cNvSpPr/>
          <p:nvPr/>
        </p:nvSpPr>
        <p:spPr>
          <a:xfrm>
            <a:off x="497841" y="1890557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837F79DC-D1DC-B322-94B0-BC032BADF6B1}"/>
              </a:ext>
            </a:extLst>
          </p:cNvPr>
          <p:cNvSpPr/>
          <p:nvPr/>
        </p:nvSpPr>
        <p:spPr>
          <a:xfrm>
            <a:off x="497841" y="128310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12" name="Google Shape;2216;p100">
            <a:extLst>
              <a:ext uri="{FF2B5EF4-FFF2-40B4-BE49-F238E27FC236}">
                <a16:creationId xmlns:a16="http://schemas.microsoft.com/office/drawing/2014/main" id="{484EDDCA-80D8-2480-5EB8-D849912F9AF3}"/>
              </a:ext>
            </a:extLst>
          </p:cNvPr>
          <p:cNvSpPr/>
          <p:nvPr/>
        </p:nvSpPr>
        <p:spPr>
          <a:xfrm>
            <a:off x="569897" y="138166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811D7D6-5E56-ED1B-6F38-E722D9E8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865" y="1986676"/>
            <a:ext cx="156858" cy="188229"/>
          </a:xfrm>
          <a:prstGeom prst="rect">
            <a:avLst/>
          </a:prstGeom>
        </p:spPr>
      </p:pic>
      <p:sp>
        <p:nvSpPr>
          <p:cNvPr id="14" name="Google Shape;2223;p100">
            <a:extLst>
              <a:ext uri="{FF2B5EF4-FFF2-40B4-BE49-F238E27FC236}">
                <a16:creationId xmlns:a16="http://schemas.microsoft.com/office/drawing/2014/main" id="{91AB36CE-0A6D-1F84-F6B5-2D946F824E5D}"/>
              </a:ext>
            </a:extLst>
          </p:cNvPr>
          <p:cNvSpPr>
            <a:spLocks/>
          </p:cNvSpPr>
          <p:nvPr/>
        </p:nvSpPr>
        <p:spPr>
          <a:xfrm>
            <a:off x="566852" y="2483731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3945891-767A-7B18-9B49-EE263D0A4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906" y="3248175"/>
            <a:ext cx="235296" cy="240643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EEE966C-613A-37E6-B5AE-5110F1ADA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782" y="4061959"/>
            <a:ext cx="208026" cy="266700"/>
          </a:xfrm>
          <a:prstGeom prst="rect">
            <a:avLst/>
          </a:prstGeom>
        </p:spPr>
      </p:pic>
      <p:sp>
        <p:nvSpPr>
          <p:cNvPr id="17" name="CaixaDeTexto 3">
            <a:extLst>
              <a:ext uri="{FF2B5EF4-FFF2-40B4-BE49-F238E27FC236}">
                <a16:creationId xmlns:a16="http://schemas.microsoft.com/office/drawing/2014/main" id="{A98B4930-1249-FA4C-31DB-16D940173436}"/>
              </a:ext>
            </a:extLst>
          </p:cNvPr>
          <p:cNvSpPr txBox="1"/>
          <p:nvPr/>
        </p:nvSpPr>
        <p:spPr>
          <a:xfrm>
            <a:off x="999415" y="1364950"/>
            <a:ext cx="10876724" cy="2985433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</a:p>
          <a:p>
            <a:pPr lvl="0">
              <a:buSzPts val="1000"/>
            </a:pPr>
            <a:endParaRPr lang="pt-BR" sz="10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br>
              <a:rPr lang="pt-BR" sz="1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endParaRPr lang="pt-BR" sz="10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aprendizado;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aula;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 se encaixa no contexto maior da aula e na vida profissional.</a:t>
            </a:r>
          </a:p>
          <a:p>
            <a:pPr lvl="0">
              <a:buSzPts val="1000"/>
            </a:pPr>
            <a:br>
              <a:rPr lang="pt-BR" sz="1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O que é esperado: </a:t>
            </a:r>
            <a:r>
              <a:rPr lang="pt-BR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50B90C59-80FA-4DFF-1081-58AD1D39FD12}"/>
              </a:ext>
            </a:extLst>
          </p:cNvPr>
          <p:cNvSpPr/>
          <p:nvPr/>
        </p:nvSpPr>
        <p:spPr>
          <a:xfrm>
            <a:off x="492761" y="5397191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DAC304E4-8E47-6E4A-51C7-ACB1B0EA7716}"/>
              </a:ext>
            </a:extLst>
          </p:cNvPr>
          <p:cNvSpPr txBox="1"/>
          <p:nvPr/>
        </p:nvSpPr>
        <p:spPr>
          <a:xfrm>
            <a:off x="970280" y="4840036"/>
            <a:ext cx="5923280" cy="6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19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E74E219A-D0B7-71DD-AA7B-DE3C308C88AC}"/>
              </a:ext>
            </a:extLst>
          </p:cNvPr>
          <p:cNvSpPr/>
          <p:nvPr/>
        </p:nvSpPr>
        <p:spPr>
          <a:xfrm>
            <a:off x="492761" y="5967384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3EFFD2EE-286B-7C77-E9A8-2546EB1E7BC9}"/>
              </a:ext>
            </a:extLst>
          </p:cNvPr>
          <p:cNvSpPr/>
          <p:nvPr/>
        </p:nvSpPr>
        <p:spPr>
          <a:xfrm>
            <a:off x="569898" y="5501058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53990472-B02D-1C1C-4F0D-0C70090F2A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8578" y="6055488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428610CB-B104-ADAE-6166-BED06F6D3AE4}"/>
              </a:ext>
            </a:extLst>
          </p:cNvPr>
          <p:cNvSpPr txBox="1"/>
          <p:nvPr/>
        </p:nvSpPr>
        <p:spPr>
          <a:xfrm>
            <a:off x="992497" y="5453411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Orientações: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 seção </a:t>
            </a:r>
            <a:r>
              <a:rPr lang="pt-BR" sz="1000" b="1" dirty="0">
                <a:latin typeface="Poppins" pitchFamily="2" charset="77"/>
                <a:cs typeface="Poppins" pitchFamily="2" charset="77"/>
              </a:rPr>
              <a:t>Saiba mais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apresenta recursos extraclasse para que os estudantes complementem sua formação. Incentive-os a continuarem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Tempo previsto: </a:t>
            </a:r>
            <a:r>
              <a:rPr lang="pt-BR" sz="1000" dirty="0">
                <a:latin typeface="Poppins" pitchFamily="2" charset="77"/>
                <a:ea typeface="Poppins"/>
                <a:cs typeface="Poppins" pitchFamily="2" charset="77"/>
                <a:sym typeface="Poppins"/>
              </a:rPr>
              <a:t>1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minuto.</a:t>
            </a:r>
            <a:endParaRPr sz="1000" b="1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2901</Words>
  <Application>Microsoft Office PowerPoint</Application>
  <PresentationFormat>Ecrã Panorâmico</PresentationFormat>
  <Paragraphs>233</Paragraphs>
  <Slides>27</Slides>
  <Notes>27</Notes>
  <HiddenSlides>7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27</vt:i4>
      </vt:variant>
    </vt:vector>
  </HeadingPairs>
  <TitlesOfParts>
    <vt:vector size="34" baseType="lpstr">
      <vt:lpstr>Poppins</vt:lpstr>
      <vt:lpstr>Poppins Medium</vt:lpstr>
      <vt:lpstr>Arial</vt:lpstr>
      <vt:lpstr>Calibri</vt:lpstr>
      <vt:lpstr>Roboto Mono</vt:lpstr>
      <vt:lpstr>Poppins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Gustavo Henrique da Silva Oliveira</cp:lastModifiedBy>
  <cp:revision>111</cp:revision>
  <dcterms:modified xsi:type="dcterms:W3CDTF">2026-09-14T14:48:37Z</dcterms:modified>
</cp:coreProperties>
</file>